
<file path=[Content_Types].xml><?xml version="1.0" encoding="utf-8"?>
<Types xmlns="http://schemas.openxmlformats.org/package/2006/content-types">
  <Default Extension="bin" ContentType="application/vnd.openxmlformats-officedocument.oleObject"/>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67"/>
  </p:notesMasterIdLst>
  <p:handoutMasterIdLst>
    <p:handoutMasterId r:id="rId68"/>
  </p:handoutMasterIdLst>
  <p:sldIdLst>
    <p:sldId id="256" r:id="rId2"/>
    <p:sldId id="1033" r:id="rId3"/>
    <p:sldId id="1616" r:id="rId4"/>
    <p:sldId id="1619" r:id="rId5"/>
    <p:sldId id="1621" r:id="rId6"/>
    <p:sldId id="1623" r:id="rId7"/>
    <p:sldId id="1629" r:id="rId8"/>
    <p:sldId id="1631" r:id="rId9"/>
    <p:sldId id="1632" r:id="rId10"/>
    <p:sldId id="1633" r:id="rId11"/>
    <p:sldId id="1634" r:id="rId12"/>
    <p:sldId id="1635" r:id="rId13"/>
    <p:sldId id="1636" r:id="rId14"/>
    <p:sldId id="1647" r:id="rId15"/>
    <p:sldId id="1655" r:id="rId16"/>
    <p:sldId id="345" r:id="rId17"/>
    <p:sldId id="346" r:id="rId18"/>
    <p:sldId id="347" r:id="rId19"/>
    <p:sldId id="380" r:id="rId20"/>
    <p:sldId id="353" r:id="rId21"/>
    <p:sldId id="385" r:id="rId22"/>
    <p:sldId id="1662" r:id="rId23"/>
    <p:sldId id="1663" r:id="rId24"/>
    <p:sldId id="1664" r:id="rId25"/>
    <p:sldId id="1665" r:id="rId26"/>
    <p:sldId id="1666" r:id="rId27"/>
    <p:sldId id="1667" r:id="rId28"/>
    <p:sldId id="1668" r:id="rId29"/>
    <p:sldId id="1764" r:id="rId30"/>
    <p:sldId id="1818" r:id="rId31"/>
    <p:sldId id="1872" r:id="rId32"/>
    <p:sldId id="1680" r:id="rId33"/>
    <p:sldId id="1681" r:id="rId34"/>
    <p:sldId id="1682" r:id="rId35"/>
    <p:sldId id="1709" r:id="rId36"/>
    <p:sldId id="1683" r:id="rId37"/>
    <p:sldId id="1684" r:id="rId38"/>
    <p:sldId id="1685" r:id="rId39"/>
    <p:sldId id="1686" r:id="rId40"/>
    <p:sldId id="1687" r:id="rId41"/>
    <p:sldId id="1688" r:id="rId42"/>
    <p:sldId id="472" r:id="rId43"/>
    <p:sldId id="1690" r:id="rId44"/>
    <p:sldId id="1692" r:id="rId45"/>
    <p:sldId id="1694" r:id="rId46"/>
    <p:sldId id="438" r:id="rId47"/>
    <p:sldId id="1696" r:id="rId48"/>
    <p:sldId id="1697" r:id="rId49"/>
    <p:sldId id="1698" r:id="rId50"/>
    <p:sldId id="1699" r:id="rId51"/>
    <p:sldId id="1700" r:id="rId52"/>
    <p:sldId id="1701" r:id="rId53"/>
    <p:sldId id="1775" r:id="rId54"/>
    <p:sldId id="1702" r:id="rId55"/>
    <p:sldId id="1703" r:id="rId56"/>
    <p:sldId id="483" r:id="rId57"/>
    <p:sldId id="484" r:id="rId58"/>
    <p:sldId id="485" r:id="rId59"/>
    <p:sldId id="486" r:id="rId60"/>
    <p:sldId id="487" r:id="rId61"/>
    <p:sldId id="381" r:id="rId62"/>
    <p:sldId id="382" r:id="rId63"/>
    <p:sldId id="1756" r:id="rId64"/>
    <p:sldId id="1757" r:id="rId65"/>
    <p:sldId id="1758" r:id="rId66"/>
  </p:sldIdLst>
  <p:sldSz cx="9144000" cy="6858000" type="screen4x3"/>
  <p:notesSz cx="7099300" cy="10234613"/>
  <p:kinsoku lang="zh-CN" invalStChars="!),.:;?]}、。—ˇ¨〃々～‖…’”〕〉》」』〗】∶！＂＇），．：；？］｀｜｝·" invalEndChars="([{‘“〔〈《「『〖【（［｛．·"/>
  <p:defaultTextStyle>
    <a:defPPr>
      <a:defRPr lang="en-US"/>
    </a:defPPr>
    <a:lvl1pPr algn="l" rtl="0" fontAlgn="base">
      <a:spcBef>
        <a:spcPct val="0"/>
      </a:spcBef>
      <a:spcAft>
        <a:spcPct val="0"/>
      </a:spcAft>
      <a:defRPr kumimoji="1" sz="800" b="1" kern="1200">
        <a:solidFill>
          <a:schemeClr val="tx1"/>
        </a:solidFill>
        <a:latin typeface="宋体" panose="02010600030101010101" pitchFamily="2" charset="-122"/>
        <a:ea typeface="宋体" panose="02010600030101010101" pitchFamily="2" charset="-122"/>
        <a:cs typeface="+mn-cs"/>
      </a:defRPr>
    </a:lvl1pPr>
    <a:lvl2pPr marL="457200" algn="l" rtl="0" fontAlgn="base">
      <a:spcBef>
        <a:spcPct val="0"/>
      </a:spcBef>
      <a:spcAft>
        <a:spcPct val="0"/>
      </a:spcAft>
      <a:defRPr kumimoji="1" sz="800" b="1" kern="1200">
        <a:solidFill>
          <a:schemeClr val="tx1"/>
        </a:solidFill>
        <a:latin typeface="宋体" panose="02010600030101010101" pitchFamily="2" charset="-122"/>
        <a:ea typeface="宋体" panose="02010600030101010101" pitchFamily="2" charset="-122"/>
        <a:cs typeface="+mn-cs"/>
      </a:defRPr>
    </a:lvl2pPr>
    <a:lvl3pPr marL="914400" algn="l" rtl="0" fontAlgn="base">
      <a:spcBef>
        <a:spcPct val="0"/>
      </a:spcBef>
      <a:spcAft>
        <a:spcPct val="0"/>
      </a:spcAft>
      <a:defRPr kumimoji="1" sz="800" b="1" kern="1200">
        <a:solidFill>
          <a:schemeClr val="tx1"/>
        </a:solidFill>
        <a:latin typeface="宋体" panose="02010600030101010101" pitchFamily="2" charset="-122"/>
        <a:ea typeface="宋体" panose="02010600030101010101" pitchFamily="2" charset="-122"/>
        <a:cs typeface="+mn-cs"/>
      </a:defRPr>
    </a:lvl3pPr>
    <a:lvl4pPr marL="1371600" algn="l" rtl="0" fontAlgn="base">
      <a:spcBef>
        <a:spcPct val="0"/>
      </a:spcBef>
      <a:spcAft>
        <a:spcPct val="0"/>
      </a:spcAft>
      <a:defRPr kumimoji="1" sz="800" b="1" kern="1200">
        <a:solidFill>
          <a:schemeClr val="tx1"/>
        </a:solidFill>
        <a:latin typeface="宋体" panose="02010600030101010101" pitchFamily="2" charset="-122"/>
        <a:ea typeface="宋体" panose="02010600030101010101" pitchFamily="2" charset="-122"/>
        <a:cs typeface="+mn-cs"/>
      </a:defRPr>
    </a:lvl4pPr>
    <a:lvl5pPr marL="1828800" algn="l" rtl="0" fontAlgn="base">
      <a:spcBef>
        <a:spcPct val="0"/>
      </a:spcBef>
      <a:spcAft>
        <a:spcPct val="0"/>
      </a:spcAft>
      <a:defRPr kumimoji="1" sz="800" b="1" kern="1200">
        <a:solidFill>
          <a:schemeClr val="tx1"/>
        </a:solidFill>
        <a:latin typeface="宋体" panose="02010600030101010101" pitchFamily="2" charset="-122"/>
        <a:ea typeface="宋体" panose="02010600030101010101" pitchFamily="2" charset="-122"/>
        <a:cs typeface="+mn-cs"/>
      </a:defRPr>
    </a:lvl5pPr>
    <a:lvl6pPr marL="2286000" algn="l" defTabSz="914400" rtl="0" eaLnBrk="1" latinLnBrk="0" hangingPunct="1">
      <a:defRPr kumimoji="1" sz="800" b="1" kern="1200">
        <a:solidFill>
          <a:schemeClr val="tx1"/>
        </a:solidFill>
        <a:latin typeface="宋体" panose="02010600030101010101" pitchFamily="2" charset="-122"/>
        <a:ea typeface="宋体" panose="02010600030101010101" pitchFamily="2" charset="-122"/>
        <a:cs typeface="+mn-cs"/>
      </a:defRPr>
    </a:lvl6pPr>
    <a:lvl7pPr marL="2743200" algn="l" defTabSz="914400" rtl="0" eaLnBrk="1" latinLnBrk="0" hangingPunct="1">
      <a:defRPr kumimoji="1" sz="800" b="1" kern="1200">
        <a:solidFill>
          <a:schemeClr val="tx1"/>
        </a:solidFill>
        <a:latin typeface="宋体" panose="02010600030101010101" pitchFamily="2" charset="-122"/>
        <a:ea typeface="宋体" panose="02010600030101010101" pitchFamily="2" charset="-122"/>
        <a:cs typeface="+mn-cs"/>
      </a:defRPr>
    </a:lvl7pPr>
    <a:lvl8pPr marL="3200400" algn="l" defTabSz="914400" rtl="0" eaLnBrk="1" latinLnBrk="0" hangingPunct="1">
      <a:defRPr kumimoji="1" sz="800" b="1" kern="1200">
        <a:solidFill>
          <a:schemeClr val="tx1"/>
        </a:solidFill>
        <a:latin typeface="宋体" panose="02010600030101010101" pitchFamily="2" charset="-122"/>
        <a:ea typeface="宋体" panose="02010600030101010101" pitchFamily="2" charset="-122"/>
        <a:cs typeface="+mn-cs"/>
      </a:defRPr>
    </a:lvl8pPr>
    <a:lvl9pPr marL="3657600" algn="l" defTabSz="914400" rtl="0" eaLnBrk="1" latinLnBrk="0" hangingPunct="1">
      <a:defRPr kumimoji="1" sz="800" b="1" kern="1200">
        <a:solidFill>
          <a:schemeClr val="tx1"/>
        </a:solidFill>
        <a:latin typeface="宋体" panose="02010600030101010101" pitchFamily="2" charset="-122"/>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6FF"/>
    <a:srgbClr val="0033CC"/>
    <a:srgbClr val="003399"/>
    <a:srgbClr val="3366FF"/>
    <a:srgbClr val="C28F3E"/>
    <a:srgbClr val="BC7D3E"/>
    <a:srgbClr val="B0753A"/>
    <a:srgbClr val="9966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976" autoAdjust="0"/>
    <p:restoredTop sz="80735" autoAdjust="0"/>
  </p:normalViewPr>
  <p:slideViewPr>
    <p:cSldViewPr>
      <p:cViewPr varScale="1">
        <p:scale>
          <a:sx n="71" d="100"/>
          <a:sy n="71" d="100"/>
        </p:scale>
        <p:origin x="1188" y="42"/>
      </p:cViewPr>
      <p:guideLst>
        <p:guide orient="horz" pos="2160"/>
        <p:guide pos="2880"/>
      </p:guideLst>
    </p:cSldViewPr>
  </p:slideViewPr>
  <p:outlineViewPr>
    <p:cViewPr>
      <p:scale>
        <a:sx n="33" d="100"/>
        <a:sy n="33" d="100"/>
      </p:scale>
      <p:origin x="0" y="0"/>
    </p:cViewPr>
  </p:outlineViewPr>
  <p:notesTextViewPr>
    <p:cViewPr>
      <p:scale>
        <a:sx n="3" d="2"/>
        <a:sy n="3" d="2"/>
      </p:scale>
      <p:origin x="0" y="0"/>
    </p:cViewPr>
  </p:notesTextViewPr>
  <p:sorterViewPr>
    <p:cViewPr>
      <p:scale>
        <a:sx n="200" d="100"/>
        <a:sy n="200"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handoutMaster" Target="handoutMasters/handoutMaster1.xml"/><Relationship Id="rId7" Type="http://schemas.openxmlformats.org/officeDocument/2006/relationships/slide" Target="slides/slide6.xml"/><Relationship Id="rId71"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6575" cy="511175"/>
          </a:xfrm>
          <a:prstGeom prst="rect">
            <a:avLst/>
          </a:prstGeom>
        </p:spPr>
        <p:txBody>
          <a:bodyPr vert="horz" lIns="99048" tIns="49524" rIns="99048" bIns="49524" rtlCol="0"/>
          <a:lstStyle>
            <a:lvl1pPr algn="l">
              <a:defRPr sz="1300">
                <a:latin typeface="宋体" panose="02010600030101010101" pitchFamily="2" charset="-122"/>
                <a:ea typeface="宋体" panose="02010600030101010101" pitchFamily="2" charset="-122"/>
              </a:defRPr>
            </a:lvl1pPr>
          </a:lstStyle>
          <a:p>
            <a:pPr>
              <a:defRPr/>
            </a:pPr>
            <a:endParaRPr lang="zh-CN" altLang="en-US"/>
          </a:p>
        </p:txBody>
      </p:sp>
      <p:sp>
        <p:nvSpPr>
          <p:cNvPr id="3" name="日期占位符 2"/>
          <p:cNvSpPr>
            <a:spLocks noGrp="1"/>
          </p:cNvSpPr>
          <p:nvPr>
            <p:ph type="dt" sz="quarter" idx="1"/>
          </p:nvPr>
        </p:nvSpPr>
        <p:spPr>
          <a:xfrm>
            <a:off x="4021138" y="0"/>
            <a:ext cx="3076575" cy="511175"/>
          </a:xfrm>
          <a:prstGeom prst="rect">
            <a:avLst/>
          </a:prstGeom>
        </p:spPr>
        <p:txBody>
          <a:bodyPr vert="horz" lIns="99048" tIns="49524" rIns="99048" bIns="49524" rtlCol="0"/>
          <a:lstStyle>
            <a:lvl1pPr algn="r">
              <a:defRPr sz="1300">
                <a:latin typeface="宋体" panose="02010600030101010101" pitchFamily="2" charset="-122"/>
                <a:ea typeface="宋体" panose="02010600030101010101" pitchFamily="2" charset="-122"/>
              </a:defRPr>
            </a:lvl1pPr>
          </a:lstStyle>
          <a:p>
            <a:pPr>
              <a:defRPr/>
            </a:pPr>
            <a:fld id="{5C9833CB-0817-44DC-BDA6-97E8269B2A4B}" type="datetimeFigureOut">
              <a:rPr lang="zh-CN" altLang="en-US"/>
              <a:t>2025/10/16</a:t>
            </a:fld>
            <a:endParaRPr lang="zh-CN" altLang="en-US"/>
          </a:p>
        </p:txBody>
      </p:sp>
      <p:sp>
        <p:nvSpPr>
          <p:cNvPr id="4" name="页脚占位符 3"/>
          <p:cNvSpPr>
            <a:spLocks noGrp="1"/>
          </p:cNvSpPr>
          <p:nvPr>
            <p:ph type="ftr" sz="quarter" idx="2"/>
          </p:nvPr>
        </p:nvSpPr>
        <p:spPr>
          <a:xfrm>
            <a:off x="0" y="9721850"/>
            <a:ext cx="3076575" cy="511175"/>
          </a:xfrm>
          <a:prstGeom prst="rect">
            <a:avLst/>
          </a:prstGeom>
        </p:spPr>
        <p:txBody>
          <a:bodyPr vert="horz" lIns="99048" tIns="49524" rIns="99048" bIns="49524" rtlCol="0" anchor="b"/>
          <a:lstStyle>
            <a:lvl1pPr algn="l">
              <a:defRPr sz="1300">
                <a:latin typeface="宋体" panose="02010600030101010101" pitchFamily="2" charset="-122"/>
                <a:ea typeface="宋体" panose="02010600030101010101" pitchFamily="2" charset="-122"/>
              </a:defRPr>
            </a:lvl1pPr>
          </a:lstStyle>
          <a:p>
            <a:pPr>
              <a:defRPr/>
            </a:pPr>
            <a:endParaRPr lang="zh-CN" altLang="en-US"/>
          </a:p>
        </p:txBody>
      </p:sp>
      <p:sp>
        <p:nvSpPr>
          <p:cNvPr id="5" name="灯片编号占位符 4"/>
          <p:cNvSpPr>
            <a:spLocks noGrp="1"/>
          </p:cNvSpPr>
          <p:nvPr>
            <p:ph type="sldNum" sz="quarter" idx="3"/>
          </p:nvPr>
        </p:nvSpPr>
        <p:spPr>
          <a:xfrm>
            <a:off x="4021138" y="9721850"/>
            <a:ext cx="3076575" cy="511175"/>
          </a:xfrm>
          <a:prstGeom prst="rect">
            <a:avLst/>
          </a:prstGeom>
        </p:spPr>
        <p:txBody>
          <a:bodyPr vert="horz" lIns="99048" tIns="49524" rIns="99048" bIns="49524" rtlCol="0" anchor="b"/>
          <a:lstStyle>
            <a:lvl1pPr algn="r">
              <a:defRPr sz="1300">
                <a:latin typeface="宋体" panose="02010600030101010101" pitchFamily="2" charset="-122"/>
                <a:ea typeface="宋体" panose="02010600030101010101" pitchFamily="2" charset="-122"/>
              </a:defRPr>
            </a:lvl1pPr>
          </a:lstStyle>
          <a:p>
            <a:pPr>
              <a:defRPr/>
            </a:pPr>
            <a:fld id="{78BBD55E-9969-4143-865D-25DDD65926A5}" type="slidenum">
              <a:rPr lang="zh-CN" altLang="en-US"/>
              <a:t>‹#›</a:t>
            </a:fld>
            <a:endParaRPr lang="zh-CN" altLang="en-US"/>
          </a:p>
        </p:txBody>
      </p:sp>
    </p:spTree>
    <p:extLst>
      <p:ext uri="{BB962C8B-B14F-4D97-AF65-F5344CB8AC3E}">
        <p14:creationId xmlns:p14="http://schemas.microsoft.com/office/powerpoint/2010/main" val="323627606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02" name="Rectangle 2"/>
          <p:cNvSpPr>
            <a:spLocks noGrp="1" noChangeArrowheads="1"/>
          </p:cNvSpPr>
          <p:nvPr>
            <p:ph type="hdr" sz="quarter"/>
          </p:nvPr>
        </p:nvSpPr>
        <p:spPr bwMode="auto">
          <a:xfrm>
            <a:off x="0" y="0"/>
            <a:ext cx="3076575" cy="511175"/>
          </a:xfrm>
          <a:prstGeom prst="rect">
            <a:avLst/>
          </a:prstGeom>
          <a:noFill/>
          <a:ln w="9525">
            <a:noFill/>
            <a:miter lim="800000"/>
          </a:ln>
          <a:effectLst/>
        </p:spPr>
        <p:txBody>
          <a:bodyPr vert="horz" wrap="square" lIns="99048" tIns="49524" rIns="99048" bIns="49524" numCol="1" anchor="t" anchorCtr="0" compatLnSpc="1"/>
          <a:lstStyle>
            <a:lvl1pPr>
              <a:spcBef>
                <a:spcPct val="20000"/>
              </a:spcBef>
              <a:defRPr sz="1300">
                <a:latin typeface="宋体" panose="02010600030101010101" pitchFamily="2" charset="-122"/>
                <a:ea typeface="宋体" panose="02010600030101010101" pitchFamily="2" charset="-122"/>
              </a:defRPr>
            </a:lvl1pPr>
          </a:lstStyle>
          <a:p>
            <a:pPr>
              <a:defRPr/>
            </a:pPr>
            <a:endParaRPr lang="zh-CN" altLang="en-US"/>
          </a:p>
        </p:txBody>
      </p:sp>
      <p:sp>
        <p:nvSpPr>
          <p:cNvPr id="51203" name="Rectangle 3"/>
          <p:cNvSpPr>
            <a:spLocks noGrp="1" noChangeArrowheads="1"/>
          </p:cNvSpPr>
          <p:nvPr>
            <p:ph type="dt" idx="1"/>
          </p:nvPr>
        </p:nvSpPr>
        <p:spPr bwMode="auto">
          <a:xfrm>
            <a:off x="4022725" y="0"/>
            <a:ext cx="3076575" cy="511175"/>
          </a:xfrm>
          <a:prstGeom prst="rect">
            <a:avLst/>
          </a:prstGeom>
          <a:noFill/>
          <a:ln w="9525">
            <a:noFill/>
            <a:miter lim="800000"/>
          </a:ln>
          <a:effectLst/>
        </p:spPr>
        <p:txBody>
          <a:bodyPr vert="horz" wrap="square" lIns="99048" tIns="49524" rIns="99048" bIns="49524" numCol="1" anchor="t" anchorCtr="0" compatLnSpc="1"/>
          <a:lstStyle>
            <a:lvl1pPr algn="r">
              <a:spcBef>
                <a:spcPct val="20000"/>
              </a:spcBef>
              <a:defRPr sz="1300">
                <a:latin typeface="宋体" panose="02010600030101010101" pitchFamily="2" charset="-122"/>
                <a:ea typeface="宋体" panose="02010600030101010101" pitchFamily="2" charset="-122"/>
              </a:defRPr>
            </a:lvl1pPr>
          </a:lstStyle>
          <a:p>
            <a:pPr>
              <a:defRPr/>
            </a:pPr>
            <a:endParaRPr lang="en-US" altLang="zh-CN"/>
          </a:p>
        </p:txBody>
      </p:sp>
      <p:sp>
        <p:nvSpPr>
          <p:cNvPr id="44036" name="Rectangle 4"/>
          <p:cNvSpPr>
            <a:spLocks noGrp="1" noRot="1" noChangeAspect="1" noChangeArrowheads="1" noTextEdit="1"/>
          </p:cNvSpPr>
          <p:nvPr>
            <p:ph type="sldImg" idx="2"/>
          </p:nvPr>
        </p:nvSpPr>
        <p:spPr bwMode="auto">
          <a:xfrm>
            <a:off x="992188" y="768350"/>
            <a:ext cx="5114925" cy="3836988"/>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sp>
      <p:sp>
        <p:nvSpPr>
          <p:cNvPr id="51205" name="Rectangle 5"/>
          <p:cNvSpPr>
            <a:spLocks noGrp="1" noChangeArrowheads="1"/>
          </p:cNvSpPr>
          <p:nvPr>
            <p:ph type="body" sz="quarter" idx="3"/>
          </p:nvPr>
        </p:nvSpPr>
        <p:spPr bwMode="auto">
          <a:xfrm>
            <a:off x="946150" y="4860925"/>
            <a:ext cx="5207000" cy="4605338"/>
          </a:xfrm>
          <a:prstGeom prst="rect">
            <a:avLst/>
          </a:prstGeom>
          <a:noFill/>
          <a:ln w="9525">
            <a:noFill/>
            <a:miter lim="800000"/>
          </a:ln>
          <a:effectLst/>
        </p:spPr>
        <p:txBody>
          <a:bodyPr vert="horz" wrap="square" lIns="99048" tIns="49524" rIns="99048" bIns="49524" numCol="1" anchor="t" anchorCtr="0" compatLnSpc="1"/>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51206" name="Rectangle 6"/>
          <p:cNvSpPr>
            <a:spLocks noGrp="1" noChangeArrowheads="1"/>
          </p:cNvSpPr>
          <p:nvPr>
            <p:ph type="ftr" sz="quarter" idx="4"/>
          </p:nvPr>
        </p:nvSpPr>
        <p:spPr bwMode="auto">
          <a:xfrm>
            <a:off x="0" y="9723438"/>
            <a:ext cx="3076575" cy="511175"/>
          </a:xfrm>
          <a:prstGeom prst="rect">
            <a:avLst/>
          </a:prstGeom>
          <a:noFill/>
          <a:ln w="9525">
            <a:noFill/>
            <a:miter lim="800000"/>
          </a:ln>
          <a:effectLst/>
        </p:spPr>
        <p:txBody>
          <a:bodyPr vert="horz" wrap="square" lIns="99048" tIns="49524" rIns="99048" bIns="49524" numCol="1" anchor="b" anchorCtr="0" compatLnSpc="1"/>
          <a:lstStyle>
            <a:lvl1pPr>
              <a:spcBef>
                <a:spcPct val="20000"/>
              </a:spcBef>
              <a:defRPr sz="1300">
                <a:latin typeface="宋体" panose="02010600030101010101" pitchFamily="2" charset="-122"/>
                <a:ea typeface="宋体" panose="02010600030101010101" pitchFamily="2" charset="-122"/>
              </a:defRPr>
            </a:lvl1pPr>
          </a:lstStyle>
          <a:p>
            <a:pPr>
              <a:defRPr/>
            </a:pPr>
            <a:endParaRPr lang="en-US" altLang="zh-CN"/>
          </a:p>
        </p:txBody>
      </p:sp>
      <p:sp>
        <p:nvSpPr>
          <p:cNvPr id="51207" name="Rectangle 7"/>
          <p:cNvSpPr>
            <a:spLocks noGrp="1" noChangeArrowheads="1"/>
          </p:cNvSpPr>
          <p:nvPr>
            <p:ph type="sldNum" sz="quarter" idx="5"/>
          </p:nvPr>
        </p:nvSpPr>
        <p:spPr bwMode="auto">
          <a:xfrm>
            <a:off x="4022725" y="9723438"/>
            <a:ext cx="3076575" cy="511175"/>
          </a:xfrm>
          <a:prstGeom prst="rect">
            <a:avLst/>
          </a:prstGeom>
          <a:noFill/>
          <a:ln w="9525">
            <a:noFill/>
            <a:miter lim="800000"/>
          </a:ln>
          <a:effectLst/>
        </p:spPr>
        <p:txBody>
          <a:bodyPr vert="horz" wrap="square" lIns="99048" tIns="49524" rIns="99048" bIns="49524" numCol="1" anchor="b" anchorCtr="0" compatLnSpc="1"/>
          <a:lstStyle>
            <a:lvl1pPr algn="r">
              <a:spcBef>
                <a:spcPct val="20000"/>
              </a:spcBef>
              <a:defRPr sz="1300">
                <a:latin typeface="宋体" panose="02010600030101010101" pitchFamily="2" charset="-122"/>
                <a:ea typeface="宋体" panose="02010600030101010101" pitchFamily="2" charset="-122"/>
              </a:defRPr>
            </a:lvl1pPr>
          </a:lstStyle>
          <a:p>
            <a:pPr>
              <a:defRPr/>
            </a:pPr>
            <a:fld id="{E900B983-0E40-4C29-87BA-CE566D420E22}" type="slidenum">
              <a:rPr lang="zh-CN" altLang="en-US"/>
              <a:t>‹#›</a:t>
            </a:fld>
            <a:endParaRPr lang="en-US" altLang="zh-CN"/>
          </a:p>
        </p:txBody>
      </p:sp>
    </p:spTree>
    <p:extLst>
      <p:ext uri="{BB962C8B-B14F-4D97-AF65-F5344CB8AC3E}">
        <p14:creationId xmlns:p14="http://schemas.microsoft.com/office/powerpoint/2010/main" val="316728920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E900B983-0E40-4C29-87BA-CE566D420E22}" type="slidenum">
              <a:rPr lang="zh-CN" altLang="en-US" smtClean="0"/>
              <a:t>1</a:t>
            </a:fld>
            <a:endParaRPr lang="en-US" altLang="zh-CN"/>
          </a:p>
        </p:txBody>
      </p:sp>
    </p:spTree>
    <p:extLst>
      <p:ext uri="{BB962C8B-B14F-4D97-AF65-F5344CB8AC3E}">
        <p14:creationId xmlns:p14="http://schemas.microsoft.com/office/powerpoint/2010/main" val="10032129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E900B983-0E40-4C29-87BA-CE566D420E22}" type="slidenum">
              <a:rPr lang="zh-CN" altLang="en-US" smtClean="0"/>
              <a:t>2</a:t>
            </a:fld>
            <a:endParaRPr lang="en-US"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Calibri" pitchFamily="34" charset="0"/>
                <a:ea typeface="宋体" charset="-122"/>
              </a:defRPr>
            </a:lvl1pPr>
            <a:lvl2pPr marL="804763" indent="-309524" eaLnBrk="0" hangingPunct="0">
              <a:defRPr>
                <a:solidFill>
                  <a:schemeClr val="tx1"/>
                </a:solidFill>
                <a:latin typeface="Calibri" pitchFamily="34" charset="0"/>
                <a:ea typeface="宋体" charset="-122"/>
              </a:defRPr>
            </a:lvl2pPr>
            <a:lvl3pPr marL="1238098" indent="-247620" eaLnBrk="0" hangingPunct="0">
              <a:defRPr>
                <a:solidFill>
                  <a:schemeClr val="tx1"/>
                </a:solidFill>
                <a:latin typeface="Calibri" pitchFamily="34" charset="0"/>
                <a:ea typeface="宋体" charset="-122"/>
              </a:defRPr>
            </a:lvl3pPr>
            <a:lvl4pPr marL="1733337" indent="-247620" eaLnBrk="0" hangingPunct="0">
              <a:defRPr>
                <a:solidFill>
                  <a:schemeClr val="tx1"/>
                </a:solidFill>
                <a:latin typeface="Calibri" pitchFamily="34" charset="0"/>
                <a:ea typeface="宋体" charset="-122"/>
              </a:defRPr>
            </a:lvl4pPr>
            <a:lvl5pPr marL="2228576" indent="-247620" eaLnBrk="0" hangingPunct="0">
              <a:defRPr>
                <a:solidFill>
                  <a:schemeClr val="tx1"/>
                </a:solidFill>
                <a:latin typeface="Calibri" pitchFamily="34" charset="0"/>
                <a:ea typeface="宋体" charset="-122"/>
              </a:defRPr>
            </a:lvl5pPr>
            <a:lvl6pPr marL="2723815" indent="-247620" eaLnBrk="0" fontAlgn="base" hangingPunct="0">
              <a:spcBef>
                <a:spcPct val="0"/>
              </a:spcBef>
              <a:spcAft>
                <a:spcPct val="0"/>
              </a:spcAft>
              <a:defRPr>
                <a:solidFill>
                  <a:schemeClr val="tx1"/>
                </a:solidFill>
                <a:latin typeface="Calibri" pitchFamily="34" charset="0"/>
                <a:ea typeface="宋体" charset="-122"/>
              </a:defRPr>
            </a:lvl6pPr>
            <a:lvl7pPr marL="3219054" indent="-247620" eaLnBrk="0" fontAlgn="base" hangingPunct="0">
              <a:spcBef>
                <a:spcPct val="0"/>
              </a:spcBef>
              <a:spcAft>
                <a:spcPct val="0"/>
              </a:spcAft>
              <a:defRPr>
                <a:solidFill>
                  <a:schemeClr val="tx1"/>
                </a:solidFill>
                <a:latin typeface="Calibri" pitchFamily="34" charset="0"/>
                <a:ea typeface="宋体" charset="-122"/>
              </a:defRPr>
            </a:lvl7pPr>
            <a:lvl8pPr marL="3714293" indent="-247620" eaLnBrk="0" fontAlgn="base" hangingPunct="0">
              <a:spcBef>
                <a:spcPct val="0"/>
              </a:spcBef>
              <a:spcAft>
                <a:spcPct val="0"/>
              </a:spcAft>
              <a:defRPr>
                <a:solidFill>
                  <a:schemeClr val="tx1"/>
                </a:solidFill>
                <a:latin typeface="Calibri" pitchFamily="34" charset="0"/>
                <a:ea typeface="宋体" charset="-122"/>
              </a:defRPr>
            </a:lvl8pPr>
            <a:lvl9pPr marL="4209532" indent="-247620" eaLnBrk="0" fontAlgn="base" hangingPunct="0">
              <a:spcBef>
                <a:spcPct val="0"/>
              </a:spcBef>
              <a:spcAft>
                <a:spcPct val="0"/>
              </a:spcAft>
              <a:defRPr>
                <a:solidFill>
                  <a:schemeClr val="tx1"/>
                </a:solidFill>
                <a:latin typeface="Calibri" pitchFamily="34" charset="0"/>
                <a:ea typeface="宋体" charset="-122"/>
              </a:defRPr>
            </a:lvl9pPr>
          </a:lstStyle>
          <a:p>
            <a:pPr eaLnBrk="1" fontAlgn="base" hangingPunct="1">
              <a:spcBef>
                <a:spcPct val="0"/>
              </a:spcBef>
              <a:spcAft>
                <a:spcPct val="0"/>
              </a:spcAft>
            </a:pPr>
            <a:fld id="{5852E1D2-8887-48A5-9E4C-946323903E7E}" type="slidenum">
              <a:rPr lang="en-US" altLang="zh-CN" smtClean="0">
                <a:latin typeface="Arial" charset="0"/>
              </a:rPr>
              <a:pPr eaLnBrk="1" fontAlgn="base" hangingPunct="1">
                <a:spcBef>
                  <a:spcPct val="0"/>
                </a:spcBef>
                <a:spcAft>
                  <a:spcPct val="0"/>
                </a:spcAft>
              </a:pPr>
              <a:t>3</a:t>
            </a:fld>
            <a:endParaRPr lang="en-US" altLang="zh-CN">
              <a:latin typeface="Arial" charset="0"/>
            </a:endParaRPr>
          </a:p>
        </p:txBody>
      </p:sp>
      <p:sp>
        <p:nvSpPr>
          <p:cNvPr id="108547"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8548"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Calibri" pitchFamily="34" charset="0"/>
                <a:ea typeface="宋体" charset="-122"/>
              </a:defRPr>
            </a:lvl1pPr>
            <a:lvl2pPr marL="804763" indent="-309524" eaLnBrk="0" hangingPunct="0">
              <a:defRPr>
                <a:solidFill>
                  <a:schemeClr val="tx1"/>
                </a:solidFill>
                <a:latin typeface="Calibri" pitchFamily="34" charset="0"/>
                <a:ea typeface="宋体" charset="-122"/>
              </a:defRPr>
            </a:lvl2pPr>
            <a:lvl3pPr marL="1238098" indent="-247620" eaLnBrk="0" hangingPunct="0">
              <a:defRPr>
                <a:solidFill>
                  <a:schemeClr val="tx1"/>
                </a:solidFill>
                <a:latin typeface="Calibri" pitchFamily="34" charset="0"/>
                <a:ea typeface="宋体" charset="-122"/>
              </a:defRPr>
            </a:lvl3pPr>
            <a:lvl4pPr marL="1733337" indent="-247620" eaLnBrk="0" hangingPunct="0">
              <a:defRPr>
                <a:solidFill>
                  <a:schemeClr val="tx1"/>
                </a:solidFill>
                <a:latin typeface="Calibri" pitchFamily="34" charset="0"/>
                <a:ea typeface="宋体" charset="-122"/>
              </a:defRPr>
            </a:lvl4pPr>
            <a:lvl5pPr marL="2228576" indent="-247620" eaLnBrk="0" hangingPunct="0">
              <a:defRPr>
                <a:solidFill>
                  <a:schemeClr val="tx1"/>
                </a:solidFill>
                <a:latin typeface="Calibri" pitchFamily="34" charset="0"/>
                <a:ea typeface="宋体" charset="-122"/>
              </a:defRPr>
            </a:lvl5pPr>
            <a:lvl6pPr marL="2723815" indent="-247620" eaLnBrk="0" fontAlgn="base" hangingPunct="0">
              <a:spcBef>
                <a:spcPct val="0"/>
              </a:spcBef>
              <a:spcAft>
                <a:spcPct val="0"/>
              </a:spcAft>
              <a:defRPr>
                <a:solidFill>
                  <a:schemeClr val="tx1"/>
                </a:solidFill>
                <a:latin typeface="Calibri" pitchFamily="34" charset="0"/>
                <a:ea typeface="宋体" charset="-122"/>
              </a:defRPr>
            </a:lvl6pPr>
            <a:lvl7pPr marL="3219054" indent="-247620" eaLnBrk="0" fontAlgn="base" hangingPunct="0">
              <a:spcBef>
                <a:spcPct val="0"/>
              </a:spcBef>
              <a:spcAft>
                <a:spcPct val="0"/>
              </a:spcAft>
              <a:defRPr>
                <a:solidFill>
                  <a:schemeClr val="tx1"/>
                </a:solidFill>
                <a:latin typeface="Calibri" pitchFamily="34" charset="0"/>
                <a:ea typeface="宋体" charset="-122"/>
              </a:defRPr>
            </a:lvl7pPr>
            <a:lvl8pPr marL="3714293" indent="-247620" eaLnBrk="0" fontAlgn="base" hangingPunct="0">
              <a:spcBef>
                <a:spcPct val="0"/>
              </a:spcBef>
              <a:spcAft>
                <a:spcPct val="0"/>
              </a:spcAft>
              <a:defRPr>
                <a:solidFill>
                  <a:schemeClr val="tx1"/>
                </a:solidFill>
                <a:latin typeface="Calibri" pitchFamily="34" charset="0"/>
                <a:ea typeface="宋体" charset="-122"/>
              </a:defRPr>
            </a:lvl8pPr>
            <a:lvl9pPr marL="4209532" indent="-247620" eaLnBrk="0" fontAlgn="base" hangingPunct="0">
              <a:spcBef>
                <a:spcPct val="0"/>
              </a:spcBef>
              <a:spcAft>
                <a:spcPct val="0"/>
              </a:spcAft>
              <a:defRPr>
                <a:solidFill>
                  <a:schemeClr val="tx1"/>
                </a:solidFill>
                <a:latin typeface="Calibri" pitchFamily="34" charset="0"/>
                <a:ea typeface="宋体" charset="-122"/>
              </a:defRPr>
            </a:lvl9pPr>
          </a:lstStyle>
          <a:p>
            <a:pPr eaLnBrk="1" fontAlgn="base" hangingPunct="1">
              <a:spcBef>
                <a:spcPct val="0"/>
              </a:spcBef>
              <a:spcAft>
                <a:spcPct val="0"/>
              </a:spcAft>
            </a:pPr>
            <a:fld id="{2A68B246-F689-4517-B129-77A67A179292}" type="slidenum">
              <a:rPr lang="en-US" altLang="zh-CN" smtClean="0">
                <a:latin typeface="Arial" charset="0"/>
              </a:rPr>
              <a:pPr eaLnBrk="1" fontAlgn="base" hangingPunct="1">
                <a:spcBef>
                  <a:spcPct val="0"/>
                </a:spcBef>
                <a:spcAft>
                  <a:spcPct val="0"/>
                </a:spcAft>
              </a:pPr>
              <a:t>4</a:t>
            </a:fld>
            <a:endParaRPr lang="en-US" altLang="zh-CN">
              <a:latin typeface="Arial" charset="0"/>
            </a:endParaRPr>
          </a:p>
        </p:txBody>
      </p:sp>
      <p:sp>
        <p:nvSpPr>
          <p:cNvPr id="111619"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1620"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kumimoji="1" lang="zh-CN" altLang="en-US" dirty="0">
              <a:solidFill>
                <a:schemeClr val="folHlink"/>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Calibri" pitchFamily="34" charset="0"/>
                <a:ea typeface="宋体" charset="-122"/>
              </a:defRPr>
            </a:lvl1pPr>
            <a:lvl2pPr marL="804763" indent="-309524" eaLnBrk="0" hangingPunct="0">
              <a:defRPr>
                <a:solidFill>
                  <a:schemeClr val="tx1"/>
                </a:solidFill>
                <a:latin typeface="Calibri" pitchFamily="34" charset="0"/>
                <a:ea typeface="宋体" charset="-122"/>
              </a:defRPr>
            </a:lvl2pPr>
            <a:lvl3pPr marL="1238098" indent="-247620" eaLnBrk="0" hangingPunct="0">
              <a:defRPr>
                <a:solidFill>
                  <a:schemeClr val="tx1"/>
                </a:solidFill>
                <a:latin typeface="Calibri" pitchFamily="34" charset="0"/>
                <a:ea typeface="宋体" charset="-122"/>
              </a:defRPr>
            </a:lvl3pPr>
            <a:lvl4pPr marL="1733337" indent="-247620" eaLnBrk="0" hangingPunct="0">
              <a:defRPr>
                <a:solidFill>
                  <a:schemeClr val="tx1"/>
                </a:solidFill>
                <a:latin typeface="Calibri" pitchFamily="34" charset="0"/>
                <a:ea typeface="宋体" charset="-122"/>
              </a:defRPr>
            </a:lvl4pPr>
            <a:lvl5pPr marL="2228576" indent="-247620" eaLnBrk="0" hangingPunct="0">
              <a:defRPr>
                <a:solidFill>
                  <a:schemeClr val="tx1"/>
                </a:solidFill>
                <a:latin typeface="Calibri" pitchFamily="34" charset="0"/>
                <a:ea typeface="宋体" charset="-122"/>
              </a:defRPr>
            </a:lvl5pPr>
            <a:lvl6pPr marL="2723815" indent="-247620" eaLnBrk="0" fontAlgn="base" hangingPunct="0">
              <a:spcBef>
                <a:spcPct val="0"/>
              </a:spcBef>
              <a:spcAft>
                <a:spcPct val="0"/>
              </a:spcAft>
              <a:defRPr>
                <a:solidFill>
                  <a:schemeClr val="tx1"/>
                </a:solidFill>
                <a:latin typeface="Calibri" pitchFamily="34" charset="0"/>
                <a:ea typeface="宋体" charset="-122"/>
              </a:defRPr>
            </a:lvl6pPr>
            <a:lvl7pPr marL="3219054" indent="-247620" eaLnBrk="0" fontAlgn="base" hangingPunct="0">
              <a:spcBef>
                <a:spcPct val="0"/>
              </a:spcBef>
              <a:spcAft>
                <a:spcPct val="0"/>
              </a:spcAft>
              <a:defRPr>
                <a:solidFill>
                  <a:schemeClr val="tx1"/>
                </a:solidFill>
                <a:latin typeface="Calibri" pitchFamily="34" charset="0"/>
                <a:ea typeface="宋体" charset="-122"/>
              </a:defRPr>
            </a:lvl7pPr>
            <a:lvl8pPr marL="3714293" indent="-247620" eaLnBrk="0" fontAlgn="base" hangingPunct="0">
              <a:spcBef>
                <a:spcPct val="0"/>
              </a:spcBef>
              <a:spcAft>
                <a:spcPct val="0"/>
              </a:spcAft>
              <a:defRPr>
                <a:solidFill>
                  <a:schemeClr val="tx1"/>
                </a:solidFill>
                <a:latin typeface="Calibri" pitchFamily="34" charset="0"/>
                <a:ea typeface="宋体" charset="-122"/>
              </a:defRPr>
            </a:lvl8pPr>
            <a:lvl9pPr marL="4209532" indent="-247620" eaLnBrk="0" fontAlgn="base" hangingPunct="0">
              <a:spcBef>
                <a:spcPct val="0"/>
              </a:spcBef>
              <a:spcAft>
                <a:spcPct val="0"/>
              </a:spcAft>
              <a:defRPr>
                <a:solidFill>
                  <a:schemeClr val="tx1"/>
                </a:solidFill>
                <a:latin typeface="Calibri" pitchFamily="34" charset="0"/>
                <a:ea typeface="宋体" charset="-122"/>
              </a:defRPr>
            </a:lvl9pPr>
          </a:lstStyle>
          <a:p>
            <a:pPr eaLnBrk="1" fontAlgn="base" hangingPunct="1">
              <a:spcBef>
                <a:spcPct val="0"/>
              </a:spcBef>
              <a:spcAft>
                <a:spcPct val="0"/>
              </a:spcAft>
            </a:pPr>
            <a:fld id="{1DEDEE01-52E3-4D06-A498-19E3D040AF78}" type="slidenum">
              <a:rPr lang="en-US" altLang="zh-CN" smtClean="0">
                <a:latin typeface="Arial" charset="0"/>
              </a:rPr>
              <a:pPr eaLnBrk="1" fontAlgn="base" hangingPunct="1">
                <a:spcBef>
                  <a:spcPct val="0"/>
                </a:spcBef>
                <a:spcAft>
                  <a:spcPct val="0"/>
                </a:spcAft>
              </a:pPr>
              <a:t>5</a:t>
            </a:fld>
            <a:endParaRPr lang="en-US" altLang="zh-CN">
              <a:latin typeface="Arial" charset="0"/>
            </a:endParaRPr>
          </a:p>
        </p:txBody>
      </p:sp>
      <p:sp>
        <p:nvSpPr>
          <p:cNvPr id="113667"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3668"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Calibri" pitchFamily="34" charset="0"/>
                <a:ea typeface="宋体" charset="-122"/>
              </a:defRPr>
            </a:lvl1pPr>
            <a:lvl2pPr marL="804763" indent="-309524" eaLnBrk="0" hangingPunct="0">
              <a:defRPr>
                <a:solidFill>
                  <a:schemeClr val="tx1"/>
                </a:solidFill>
                <a:latin typeface="Calibri" pitchFamily="34" charset="0"/>
                <a:ea typeface="宋体" charset="-122"/>
              </a:defRPr>
            </a:lvl2pPr>
            <a:lvl3pPr marL="1238098" indent="-247620" eaLnBrk="0" hangingPunct="0">
              <a:defRPr>
                <a:solidFill>
                  <a:schemeClr val="tx1"/>
                </a:solidFill>
                <a:latin typeface="Calibri" pitchFamily="34" charset="0"/>
                <a:ea typeface="宋体" charset="-122"/>
              </a:defRPr>
            </a:lvl3pPr>
            <a:lvl4pPr marL="1733337" indent="-247620" eaLnBrk="0" hangingPunct="0">
              <a:defRPr>
                <a:solidFill>
                  <a:schemeClr val="tx1"/>
                </a:solidFill>
                <a:latin typeface="Calibri" pitchFamily="34" charset="0"/>
                <a:ea typeface="宋体" charset="-122"/>
              </a:defRPr>
            </a:lvl4pPr>
            <a:lvl5pPr marL="2228576" indent="-247620" eaLnBrk="0" hangingPunct="0">
              <a:defRPr>
                <a:solidFill>
                  <a:schemeClr val="tx1"/>
                </a:solidFill>
                <a:latin typeface="Calibri" pitchFamily="34" charset="0"/>
                <a:ea typeface="宋体" charset="-122"/>
              </a:defRPr>
            </a:lvl5pPr>
            <a:lvl6pPr marL="2723815" indent="-247620" eaLnBrk="0" fontAlgn="base" hangingPunct="0">
              <a:spcBef>
                <a:spcPct val="0"/>
              </a:spcBef>
              <a:spcAft>
                <a:spcPct val="0"/>
              </a:spcAft>
              <a:defRPr>
                <a:solidFill>
                  <a:schemeClr val="tx1"/>
                </a:solidFill>
                <a:latin typeface="Calibri" pitchFamily="34" charset="0"/>
                <a:ea typeface="宋体" charset="-122"/>
              </a:defRPr>
            </a:lvl6pPr>
            <a:lvl7pPr marL="3219054" indent="-247620" eaLnBrk="0" fontAlgn="base" hangingPunct="0">
              <a:spcBef>
                <a:spcPct val="0"/>
              </a:spcBef>
              <a:spcAft>
                <a:spcPct val="0"/>
              </a:spcAft>
              <a:defRPr>
                <a:solidFill>
                  <a:schemeClr val="tx1"/>
                </a:solidFill>
                <a:latin typeface="Calibri" pitchFamily="34" charset="0"/>
                <a:ea typeface="宋体" charset="-122"/>
              </a:defRPr>
            </a:lvl7pPr>
            <a:lvl8pPr marL="3714293" indent="-247620" eaLnBrk="0" fontAlgn="base" hangingPunct="0">
              <a:spcBef>
                <a:spcPct val="0"/>
              </a:spcBef>
              <a:spcAft>
                <a:spcPct val="0"/>
              </a:spcAft>
              <a:defRPr>
                <a:solidFill>
                  <a:schemeClr val="tx1"/>
                </a:solidFill>
                <a:latin typeface="Calibri" pitchFamily="34" charset="0"/>
                <a:ea typeface="宋体" charset="-122"/>
              </a:defRPr>
            </a:lvl8pPr>
            <a:lvl9pPr marL="4209532" indent="-247620" eaLnBrk="0" fontAlgn="base" hangingPunct="0">
              <a:spcBef>
                <a:spcPct val="0"/>
              </a:spcBef>
              <a:spcAft>
                <a:spcPct val="0"/>
              </a:spcAft>
              <a:defRPr>
                <a:solidFill>
                  <a:schemeClr val="tx1"/>
                </a:solidFill>
                <a:latin typeface="Calibri" pitchFamily="34" charset="0"/>
                <a:ea typeface="宋体" charset="-122"/>
              </a:defRPr>
            </a:lvl9pPr>
          </a:lstStyle>
          <a:p>
            <a:pPr eaLnBrk="1" fontAlgn="base" hangingPunct="1">
              <a:spcBef>
                <a:spcPct val="0"/>
              </a:spcBef>
              <a:spcAft>
                <a:spcPct val="0"/>
              </a:spcAft>
            </a:pPr>
            <a:fld id="{3DC476C3-7A78-4E6B-BC51-82345B7D9CB9}" type="slidenum">
              <a:rPr lang="en-US" altLang="zh-CN" smtClean="0">
                <a:latin typeface="Arial" charset="0"/>
              </a:rPr>
              <a:pPr eaLnBrk="1" fontAlgn="base" hangingPunct="1">
                <a:spcBef>
                  <a:spcPct val="0"/>
                </a:spcBef>
                <a:spcAft>
                  <a:spcPct val="0"/>
                </a:spcAft>
              </a:pPr>
              <a:t>6</a:t>
            </a:fld>
            <a:endParaRPr lang="en-US" altLang="zh-CN">
              <a:latin typeface="Arial" charset="0"/>
            </a:endParaRPr>
          </a:p>
        </p:txBody>
      </p:sp>
      <p:sp>
        <p:nvSpPr>
          <p:cNvPr id="115715"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5716"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Calibri" pitchFamily="34" charset="0"/>
                <a:ea typeface="宋体" charset="-122"/>
              </a:defRPr>
            </a:lvl1pPr>
            <a:lvl2pPr marL="804763" indent="-309524" eaLnBrk="0" hangingPunct="0">
              <a:defRPr>
                <a:solidFill>
                  <a:schemeClr val="tx1"/>
                </a:solidFill>
                <a:latin typeface="Calibri" pitchFamily="34" charset="0"/>
                <a:ea typeface="宋体" charset="-122"/>
              </a:defRPr>
            </a:lvl2pPr>
            <a:lvl3pPr marL="1238098" indent="-247620" eaLnBrk="0" hangingPunct="0">
              <a:defRPr>
                <a:solidFill>
                  <a:schemeClr val="tx1"/>
                </a:solidFill>
                <a:latin typeface="Calibri" pitchFamily="34" charset="0"/>
                <a:ea typeface="宋体" charset="-122"/>
              </a:defRPr>
            </a:lvl3pPr>
            <a:lvl4pPr marL="1733337" indent="-247620" eaLnBrk="0" hangingPunct="0">
              <a:defRPr>
                <a:solidFill>
                  <a:schemeClr val="tx1"/>
                </a:solidFill>
                <a:latin typeface="Calibri" pitchFamily="34" charset="0"/>
                <a:ea typeface="宋体" charset="-122"/>
              </a:defRPr>
            </a:lvl4pPr>
            <a:lvl5pPr marL="2228576" indent="-247620" eaLnBrk="0" hangingPunct="0">
              <a:defRPr>
                <a:solidFill>
                  <a:schemeClr val="tx1"/>
                </a:solidFill>
                <a:latin typeface="Calibri" pitchFamily="34" charset="0"/>
                <a:ea typeface="宋体" charset="-122"/>
              </a:defRPr>
            </a:lvl5pPr>
            <a:lvl6pPr marL="2723815" indent="-247620" eaLnBrk="0" fontAlgn="base" hangingPunct="0">
              <a:spcBef>
                <a:spcPct val="0"/>
              </a:spcBef>
              <a:spcAft>
                <a:spcPct val="0"/>
              </a:spcAft>
              <a:defRPr>
                <a:solidFill>
                  <a:schemeClr val="tx1"/>
                </a:solidFill>
                <a:latin typeface="Calibri" pitchFamily="34" charset="0"/>
                <a:ea typeface="宋体" charset="-122"/>
              </a:defRPr>
            </a:lvl6pPr>
            <a:lvl7pPr marL="3219054" indent="-247620" eaLnBrk="0" fontAlgn="base" hangingPunct="0">
              <a:spcBef>
                <a:spcPct val="0"/>
              </a:spcBef>
              <a:spcAft>
                <a:spcPct val="0"/>
              </a:spcAft>
              <a:defRPr>
                <a:solidFill>
                  <a:schemeClr val="tx1"/>
                </a:solidFill>
                <a:latin typeface="Calibri" pitchFamily="34" charset="0"/>
                <a:ea typeface="宋体" charset="-122"/>
              </a:defRPr>
            </a:lvl7pPr>
            <a:lvl8pPr marL="3714293" indent="-247620" eaLnBrk="0" fontAlgn="base" hangingPunct="0">
              <a:spcBef>
                <a:spcPct val="0"/>
              </a:spcBef>
              <a:spcAft>
                <a:spcPct val="0"/>
              </a:spcAft>
              <a:defRPr>
                <a:solidFill>
                  <a:schemeClr val="tx1"/>
                </a:solidFill>
                <a:latin typeface="Calibri" pitchFamily="34" charset="0"/>
                <a:ea typeface="宋体" charset="-122"/>
              </a:defRPr>
            </a:lvl8pPr>
            <a:lvl9pPr marL="4209532" indent="-247620" eaLnBrk="0" fontAlgn="base" hangingPunct="0">
              <a:spcBef>
                <a:spcPct val="0"/>
              </a:spcBef>
              <a:spcAft>
                <a:spcPct val="0"/>
              </a:spcAft>
              <a:defRPr>
                <a:solidFill>
                  <a:schemeClr val="tx1"/>
                </a:solidFill>
                <a:latin typeface="Calibri" pitchFamily="34" charset="0"/>
                <a:ea typeface="宋体" charset="-122"/>
              </a:defRPr>
            </a:lvl9pPr>
          </a:lstStyle>
          <a:p>
            <a:pPr eaLnBrk="1" fontAlgn="base" hangingPunct="1">
              <a:spcBef>
                <a:spcPct val="0"/>
              </a:spcBef>
              <a:spcAft>
                <a:spcPct val="0"/>
              </a:spcAft>
            </a:pPr>
            <a:fld id="{0B2A64F3-1096-449B-8498-636735B79D3E}" type="slidenum">
              <a:rPr lang="en-US" altLang="zh-CN" smtClean="0">
                <a:latin typeface="Arial" charset="0"/>
              </a:rPr>
              <a:pPr eaLnBrk="1" fontAlgn="base" hangingPunct="1">
                <a:spcBef>
                  <a:spcPct val="0"/>
                </a:spcBef>
                <a:spcAft>
                  <a:spcPct val="0"/>
                </a:spcAft>
              </a:pPr>
              <a:t>7</a:t>
            </a:fld>
            <a:endParaRPr lang="en-US" altLang="zh-CN">
              <a:latin typeface="Arial" charset="0"/>
            </a:endParaRPr>
          </a:p>
        </p:txBody>
      </p:sp>
      <p:sp>
        <p:nvSpPr>
          <p:cNvPr id="121859"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1860"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Calibri" pitchFamily="34" charset="0"/>
                <a:ea typeface="宋体" charset="-122"/>
              </a:defRPr>
            </a:lvl1pPr>
            <a:lvl2pPr marL="804763" indent="-309524" eaLnBrk="0" hangingPunct="0">
              <a:defRPr>
                <a:solidFill>
                  <a:schemeClr val="tx1"/>
                </a:solidFill>
                <a:latin typeface="Calibri" pitchFamily="34" charset="0"/>
                <a:ea typeface="宋体" charset="-122"/>
              </a:defRPr>
            </a:lvl2pPr>
            <a:lvl3pPr marL="1238098" indent="-247620" eaLnBrk="0" hangingPunct="0">
              <a:defRPr>
                <a:solidFill>
                  <a:schemeClr val="tx1"/>
                </a:solidFill>
                <a:latin typeface="Calibri" pitchFamily="34" charset="0"/>
                <a:ea typeface="宋体" charset="-122"/>
              </a:defRPr>
            </a:lvl3pPr>
            <a:lvl4pPr marL="1733337" indent="-247620" eaLnBrk="0" hangingPunct="0">
              <a:defRPr>
                <a:solidFill>
                  <a:schemeClr val="tx1"/>
                </a:solidFill>
                <a:latin typeface="Calibri" pitchFamily="34" charset="0"/>
                <a:ea typeface="宋体" charset="-122"/>
              </a:defRPr>
            </a:lvl4pPr>
            <a:lvl5pPr marL="2228576" indent="-247620" eaLnBrk="0" hangingPunct="0">
              <a:defRPr>
                <a:solidFill>
                  <a:schemeClr val="tx1"/>
                </a:solidFill>
                <a:latin typeface="Calibri" pitchFamily="34" charset="0"/>
                <a:ea typeface="宋体" charset="-122"/>
              </a:defRPr>
            </a:lvl5pPr>
            <a:lvl6pPr marL="2723815" indent="-247620" eaLnBrk="0" fontAlgn="base" hangingPunct="0">
              <a:spcBef>
                <a:spcPct val="0"/>
              </a:spcBef>
              <a:spcAft>
                <a:spcPct val="0"/>
              </a:spcAft>
              <a:defRPr>
                <a:solidFill>
                  <a:schemeClr val="tx1"/>
                </a:solidFill>
                <a:latin typeface="Calibri" pitchFamily="34" charset="0"/>
                <a:ea typeface="宋体" charset="-122"/>
              </a:defRPr>
            </a:lvl6pPr>
            <a:lvl7pPr marL="3219054" indent="-247620" eaLnBrk="0" fontAlgn="base" hangingPunct="0">
              <a:spcBef>
                <a:spcPct val="0"/>
              </a:spcBef>
              <a:spcAft>
                <a:spcPct val="0"/>
              </a:spcAft>
              <a:defRPr>
                <a:solidFill>
                  <a:schemeClr val="tx1"/>
                </a:solidFill>
                <a:latin typeface="Calibri" pitchFamily="34" charset="0"/>
                <a:ea typeface="宋体" charset="-122"/>
              </a:defRPr>
            </a:lvl7pPr>
            <a:lvl8pPr marL="3714293" indent="-247620" eaLnBrk="0" fontAlgn="base" hangingPunct="0">
              <a:spcBef>
                <a:spcPct val="0"/>
              </a:spcBef>
              <a:spcAft>
                <a:spcPct val="0"/>
              </a:spcAft>
              <a:defRPr>
                <a:solidFill>
                  <a:schemeClr val="tx1"/>
                </a:solidFill>
                <a:latin typeface="Calibri" pitchFamily="34" charset="0"/>
                <a:ea typeface="宋体" charset="-122"/>
              </a:defRPr>
            </a:lvl8pPr>
            <a:lvl9pPr marL="4209532" indent="-247620" eaLnBrk="0" fontAlgn="base" hangingPunct="0">
              <a:spcBef>
                <a:spcPct val="0"/>
              </a:spcBef>
              <a:spcAft>
                <a:spcPct val="0"/>
              </a:spcAft>
              <a:defRPr>
                <a:solidFill>
                  <a:schemeClr val="tx1"/>
                </a:solidFill>
                <a:latin typeface="Calibri" pitchFamily="34" charset="0"/>
                <a:ea typeface="宋体" charset="-122"/>
              </a:defRPr>
            </a:lvl9pPr>
          </a:lstStyle>
          <a:p>
            <a:pPr eaLnBrk="1" fontAlgn="base" hangingPunct="1">
              <a:spcBef>
                <a:spcPct val="0"/>
              </a:spcBef>
              <a:spcAft>
                <a:spcPct val="0"/>
              </a:spcAft>
            </a:pPr>
            <a:fld id="{6FF49D0B-4291-467E-BEBB-95BCBDB2E6F7}" type="slidenum">
              <a:rPr lang="en-US" altLang="zh-CN" smtClean="0">
                <a:latin typeface="Arial" charset="0"/>
              </a:rPr>
              <a:pPr eaLnBrk="1" fontAlgn="base" hangingPunct="1">
                <a:spcBef>
                  <a:spcPct val="0"/>
                </a:spcBef>
                <a:spcAft>
                  <a:spcPct val="0"/>
                </a:spcAft>
              </a:pPr>
              <a:t>9</a:t>
            </a:fld>
            <a:endParaRPr lang="en-US" altLang="zh-CN">
              <a:latin typeface="Arial" charset="0"/>
            </a:endParaRPr>
          </a:p>
        </p:txBody>
      </p:sp>
      <p:sp>
        <p:nvSpPr>
          <p:cNvPr id="50179"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0180"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Calibri" pitchFamily="34" charset="0"/>
                <a:ea typeface="宋体" charset="-122"/>
              </a:defRPr>
            </a:lvl1pPr>
            <a:lvl2pPr marL="804763" indent="-309524" eaLnBrk="0" hangingPunct="0">
              <a:defRPr>
                <a:solidFill>
                  <a:schemeClr val="tx1"/>
                </a:solidFill>
                <a:latin typeface="Calibri" pitchFamily="34" charset="0"/>
                <a:ea typeface="宋体" charset="-122"/>
              </a:defRPr>
            </a:lvl2pPr>
            <a:lvl3pPr marL="1238098" indent="-247620" eaLnBrk="0" hangingPunct="0">
              <a:defRPr>
                <a:solidFill>
                  <a:schemeClr val="tx1"/>
                </a:solidFill>
                <a:latin typeface="Calibri" pitchFamily="34" charset="0"/>
                <a:ea typeface="宋体" charset="-122"/>
              </a:defRPr>
            </a:lvl3pPr>
            <a:lvl4pPr marL="1733337" indent="-247620" eaLnBrk="0" hangingPunct="0">
              <a:defRPr>
                <a:solidFill>
                  <a:schemeClr val="tx1"/>
                </a:solidFill>
                <a:latin typeface="Calibri" pitchFamily="34" charset="0"/>
                <a:ea typeface="宋体" charset="-122"/>
              </a:defRPr>
            </a:lvl4pPr>
            <a:lvl5pPr marL="2228576" indent="-247620" eaLnBrk="0" hangingPunct="0">
              <a:defRPr>
                <a:solidFill>
                  <a:schemeClr val="tx1"/>
                </a:solidFill>
                <a:latin typeface="Calibri" pitchFamily="34" charset="0"/>
                <a:ea typeface="宋体" charset="-122"/>
              </a:defRPr>
            </a:lvl5pPr>
            <a:lvl6pPr marL="2723815" indent="-247620" eaLnBrk="0" fontAlgn="base" hangingPunct="0">
              <a:spcBef>
                <a:spcPct val="0"/>
              </a:spcBef>
              <a:spcAft>
                <a:spcPct val="0"/>
              </a:spcAft>
              <a:defRPr>
                <a:solidFill>
                  <a:schemeClr val="tx1"/>
                </a:solidFill>
                <a:latin typeface="Calibri" pitchFamily="34" charset="0"/>
                <a:ea typeface="宋体" charset="-122"/>
              </a:defRPr>
            </a:lvl6pPr>
            <a:lvl7pPr marL="3219054" indent="-247620" eaLnBrk="0" fontAlgn="base" hangingPunct="0">
              <a:spcBef>
                <a:spcPct val="0"/>
              </a:spcBef>
              <a:spcAft>
                <a:spcPct val="0"/>
              </a:spcAft>
              <a:defRPr>
                <a:solidFill>
                  <a:schemeClr val="tx1"/>
                </a:solidFill>
                <a:latin typeface="Calibri" pitchFamily="34" charset="0"/>
                <a:ea typeface="宋体" charset="-122"/>
              </a:defRPr>
            </a:lvl7pPr>
            <a:lvl8pPr marL="3714293" indent="-247620" eaLnBrk="0" fontAlgn="base" hangingPunct="0">
              <a:spcBef>
                <a:spcPct val="0"/>
              </a:spcBef>
              <a:spcAft>
                <a:spcPct val="0"/>
              </a:spcAft>
              <a:defRPr>
                <a:solidFill>
                  <a:schemeClr val="tx1"/>
                </a:solidFill>
                <a:latin typeface="Calibri" pitchFamily="34" charset="0"/>
                <a:ea typeface="宋体" charset="-122"/>
              </a:defRPr>
            </a:lvl8pPr>
            <a:lvl9pPr marL="4209532" indent="-247620" eaLnBrk="0" fontAlgn="base" hangingPunct="0">
              <a:spcBef>
                <a:spcPct val="0"/>
              </a:spcBef>
              <a:spcAft>
                <a:spcPct val="0"/>
              </a:spcAft>
              <a:defRPr>
                <a:solidFill>
                  <a:schemeClr val="tx1"/>
                </a:solidFill>
                <a:latin typeface="Calibri" pitchFamily="34" charset="0"/>
                <a:ea typeface="宋体" charset="-122"/>
              </a:defRPr>
            </a:lvl9pPr>
          </a:lstStyle>
          <a:p>
            <a:pPr eaLnBrk="1" fontAlgn="base" hangingPunct="1">
              <a:spcBef>
                <a:spcPct val="0"/>
              </a:spcBef>
              <a:spcAft>
                <a:spcPct val="0"/>
              </a:spcAft>
            </a:pPr>
            <a:fld id="{D4A1EB0F-552B-4F22-A0D5-03B743446C5C}" type="slidenum">
              <a:rPr lang="en-US" altLang="zh-CN" smtClean="0">
                <a:latin typeface="Arial" charset="0"/>
              </a:rPr>
              <a:pPr eaLnBrk="1" fontAlgn="base" hangingPunct="1">
                <a:spcBef>
                  <a:spcPct val="0"/>
                </a:spcBef>
                <a:spcAft>
                  <a:spcPct val="0"/>
                </a:spcAft>
              </a:pPr>
              <a:t>10</a:t>
            </a:fld>
            <a:endParaRPr lang="en-US" altLang="zh-CN">
              <a:latin typeface="Arial" charset="0"/>
            </a:endParaRPr>
          </a:p>
        </p:txBody>
      </p:sp>
      <p:sp>
        <p:nvSpPr>
          <p:cNvPr id="51203"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04"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Calibri" pitchFamily="34" charset="0"/>
                <a:ea typeface="宋体" charset="-122"/>
              </a:defRPr>
            </a:lvl1pPr>
            <a:lvl2pPr marL="804763" indent="-309524" eaLnBrk="0" hangingPunct="0">
              <a:defRPr>
                <a:solidFill>
                  <a:schemeClr val="tx1"/>
                </a:solidFill>
                <a:latin typeface="Calibri" pitchFamily="34" charset="0"/>
                <a:ea typeface="宋体" charset="-122"/>
              </a:defRPr>
            </a:lvl2pPr>
            <a:lvl3pPr marL="1238098" indent="-247620" eaLnBrk="0" hangingPunct="0">
              <a:defRPr>
                <a:solidFill>
                  <a:schemeClr val="tx1"/>
                </a:solidFill>
                <a:latin typeface="Calibri" pitchFamily="34" charset="0"/>
                <a:ea typeface="宋体" charset="-122"/>
              </a:defRPr>
            </a:lvl3pPr>
            <a:lvl4pPr marL="1733337" indent="-247620" eaLnBrk="0" hangingPunct="0">
              <a:defRPr>
                <a:solidFill>
                  <a:schemeClr val="tx1"/>
                </a:solidFill>
                <a:latin typeface="Calibri" pitchFamily="34" charset="0"/>
                <a:ea typeface="宋体" charset="-122"/>
              </a:defRPr>
            </a:lvl4pPr>
            <a:lvl5pPr marL="2228576" indent="-247620" eaLnBrk="0" hangingPunct="0">
              <a:defRPr>
                <a:solidFill>
                  <a:schemeClr val="tx1"/>
                </a:solidFill>
                <a:latin typeface="Calibri" pitchFamily="34" charset="0"/>
                <a:ea typeface="宋体" charset="-122"/>
              </a:defRPr>
            </a:lvl5pPr>
            <a:lvl6pPr marL="2723815" indent="-247620" eaLnBrk="0" fontAlgn="base" hangingPunct="0">
              <a:spcBef>
                <a:spcPct val="0"/>
              </a:spcBef>
              <a:spcAft>
                <a:spcPct val="0"/>
              </a:spcAft>
              <a:defRPr>
                <a:solidFill>
                  <a:schemeClr val="tx1"/>
                </a:solidFill>
                <a:latin typeface="Calibri" pitchFamily="34" charset="0"/>
                <a:ea typeface="宋体" charset="-122"/>
              </a:defRPr>
            </a:lvl6pPr>
            <a:lvl7pPr marL="3219054" indent="-247620" eaLnBrk="0" fontAlgn="base" hangingPunct="0">
              <a:spcBef>
                <a:spcPct val="0"/>
              </a:spcBef>
              <a:spcAft>
                <a:spcPct val="0"/>
              </a:spcAft>
              <a:defRPr>
                <a:solidFill>
                  <a:schemeClr val="tx1"/>
                </a:solidFill>
                <a:latin typeface="Calibri" pitchFamily="34" charset="0"/>
                <a:ea typeface="宋体" charset="-122"/>
              </a:defRPr>
            </a:lvl7pPr>
            <a:lvl8pPr marL="3714293" indent="-247620" eaLnBrk="0" fontAlgn="base" hangingPunct="0">
              <a:spcBef>
                <a:spcPct val="0"/>
              </a:spcBef>
              <a:spcAft>
                <a:spcPct val="0"/>
              </a:spcAft>
              <a:defRPr>
                <a:solidFill>
                  <a:schemeClr val="tx1"/>
                </a:solidFill>
                <a:latin typeface="Calibri" pitchFamily="34" charset="0"/>
                <a:ea typeface="宋体" charset="-122"/>
              </a:defRPr>
            </a:lvl8pPr>
            <a:lvl9pPr marL="4209532" indent="-247620" eaLnBrk="0" fontAlgn="base" hangingPunct="0">
              <a:spcBef>
                <a:spcPct val="0"/>
              </a:spcBef>
              <a:spcAft>
                <a:spcPct val="0"/>
              </a:spcAft>
              <a:defRPr>
                <a:solidFill>
                  <a:schemeClr val="tx1"/>
                </a:solidFill>
                <a:latin typeface="Calibri" pitchFamily="34" charset="0"/>
                <a:ea typeface="宋体" charset="-122"/>
              </a:defRPr>
            </a:lvl9pPr>
          </a:lstStyle>
          <a:p>
            <a:pPr eaLnBrk="1" fontAlgn="base" hangingPunct="1">
              <a:spcBef>
                <a:spcPct val="0"/>
              </a:spcBef>
              <a:spcAft>
                <a:spcPct val="0"/>
              </a:spcAft>
            </a:pPr>
            <a:fld id="{5D1860B3-CFF4-480D-B607-682D1AA68D11}" type="slidenum">
              <a:rPr lang="en-US" altLang="zh-CN" smtClean="0">
                <a:latin typeface="Arial" charset="0"/>
              </a:rPr>
              <a:pPr eaLnBrk="1" fontAlgn="base" hangingPunct="1">
                <a:spcBef>
                  <a:spcPct val="0"/>
                </a:spcBef>
                <a:spcAft>
                  <a:spcPct val="0"/>
                </a:spcAft>
              </a:pPr>
              <a:t>11</a:t>
            </a:fld>
            <a:endParaRPr lang="en-US" altLang="zh-CN">
              <a:latin typeface="Arial" charset="0"/>
            </a:endParaRPr>
          </a:p>
        </p:txBody>
      </p:sp>
      <p:sp>
        <p:nvSpPr>
          <p:cNvPr id="52227"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2228"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Calibri" pitchFamily="34" charset="0"/>
                <a:ea typeface="宋体" charset="-122"/>
              </a:defRPr>
            </a:lvl1pPr>
            <a:lvl2pPr marL="804763" indent="-309524" eaLnBrk="0" hangingPunct="0">
              <a:defRPr>
                <a:solidFill>
                  <a:schemeClr val="tx1"/>
                </a:solidFill>
                <a:latin typeface="Calibri" pitchFamily="34" charset="0"/>
                <a:ea typeface="宋体" charset="-122"/>
              </a:defRPr>
            </a:lvl2pPr>
            <a:lvl3pPr marL="1238098" indent="-247620" eaLnBrk="0" hangingPunct="0">
              <a:defRPr>
                <a:solidFill>
                  <a:schemeClr val="tx1"/>
                </a:solidFill>
                <a:latin typeface="Calibri" pitchFamily="34" charset="0"/>
                <a:ea typeface="宋体" charset="-122"/>
              </a:defRPr>
            </a:lvl3pPr>
            <a:lvl4pPr marL="1733337" indent="-247620" eaLnBrk="0" hangingPunct="0">
              <a:defRPr>
                <a:solidFill>
                  <a:schemeClr val="tx1"/>
                </a:solidFill>
                <a:latin typeface="Calibri" pitchFamily="34" charset="0"/>
                <a:ea typeface="宋体" charset="-122"/>
              </a:defRPr>
            </a:lvl4pPr>
            <a:lvl5pPr marL="2228576" indent="-247620" eaLnBrk="0" hangingPunct="0">
              <a:defRPr>
                <a:solidFill>
                  <a:schemeClr val="tx1"/>
                </a:solidFill>
                <a:latin typeface="Calibri" pitchFamily="34" charset="0"/>
                <a:ea typeface="宋体" charset="-122"/>
              </a:defRPr>
            </a:lvl5pPr>
            <a:lvl6pPr marL="2723815" indent="-247620" eaLnBrk="0" fontAlgn="base" hangingPunct="0">
              <a:spcBef>
                <a:spcPct val="0"/>
              </a:spcBef>
              <a:spcAft>
                <a:spcPct val="0"/>
              </a:spcAft>
              <a:defRPr>
                <a:solidFill>
                  <a:schemeClr val="tx1"/>
                </a:solidFill>
                <a:latin typeface="Calibri" pitchFamily="34" charset="0"/>
                <a:ea typeface="宋体" charset="-122"/>
              </a:defRPr>
            </a:lvl6pPr>
            <a:lvl7pPr marL="3219054" indent="-247620" eaLnBrk="0" fontAlgn="base" hangingPunct="0">
              <a:spcBef>
                <a:spcPct val="0"/>
              </a:spcBef>
              <a:spcAft>
                <a:spcPct val="0"/>
              </a:spcAft>
              <a:defRPr>
                <a:solidFill>
                  <a:schemeClr val="tx1"/>
                </a:solidFill>
                <a:latin typeface="Calibri" pitchFamily="34" charset="0"/>
                <a:ea typeface="宋体" charset="-122"/>
              </a:defRPr>
            </a:lvl7pPr>
            <a:lvl8pPr marL="3714293" indent="-247620" eaLnBrk="0" fontAlgn="base" hangingPunct="0">
              <a:spcBef>
                <a:spcPct val="0"/>
              </a:spcBef>
              <a:spcAft>
                <a:spcPct val="0"/>
              </a:spcAft>
              <a:defRPr>
                <a:solidFill>
                  <a:schemeClr val="tx1"/>
                </a:solidFill>
                <a:latin typeface="Calibri" pitchFamily="34" charset="0"/>
                <a:ea typeface="宋体" charset="-122"/>
              </a:defRPr>
            </a:lvl8pPr>
            <a:lvl9pPr marL="4209532" indent="-247620" eaLnBrk="0" fontAlgn="base" hangingPunct="0">
              <a:spcBef>
                <a:spcPct val="0"/>
              </a:spcBef>
              <a:spcAft>
                <a:spcPct val="0"/>
              </a:spcAft>
              <a:defRPr>
                <a:solidFill>
                  <a:schemeClr val="tx1"/>
                </a:solidFill>
                <a:latin typeface="Calibri" pitchFamily="34" charset="0"/>
                <a:ea typeface="宋体" charset="-122"/>
              </a:defRPr>
            </a:lvl9pPr>
          </a:lstStyle>
          <a:p>
            <a:pPr eaLnBrk="1" fontAlgn="base" hangingPunct="1">
              <a:spcBef>
                <a:spcPct val="0"/>
              </a:spcBef>
              <a:spcAft>
                <a:spcPct val="0"/>
              </a:spcAft>
            </a:pPr>
            <a:fld id="{D821F813-6BC2-49F5-9D16-CF1299954AF6}" type="slidenum">
              <a:rPr lang="en-US" altLang="zh-CN" smtClean="0">
                <a:latin typeface="Arial" charset="0"/>
              </a:rPr>
              <a:pPr eaLnBrk="1" fontAlgn="base" hangingPunct="1">
                <a:spcBef>
                  <a:spcPct val="0"/>
                </a:spcBef>
                <a:spcAft>
                  <a:spcPct val="0"/>
                </a:spcAft>
              </a:pPr>
              <a:t>12</a:t>
            </a:fld>
            <a:endParaRPr lang="en-US" altLang="zh-CN">
              <a:latin typeface="Arial" charset="0"/>
            </a:endParaRPr>
          </a:p>
        </p:txBody>
      </p:sp>
      <p:sp>
        <p:nvSpPr>
          <p:cNvPr id="53251"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3252"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Calibri" pitchFamily="34" charset="0"/>
                <a:ea typeface="宋体" charset="-122"/>
              </a:defRPr>
            </a:lvl1pPr>
            <a:lvl2pPr marL="804763" indent="-309524" eaLnBrk="0" hangingPunct="0">
              <a:defRPr>
                <a:solidFill>
                  <a:schemeClr val="tx1"/>
                </a:solidFill>
                <a:latin typeface="Calibri" pitchFamily="34" charset="0"/>
                <a:ea typeface="宋体" charset="-122"/>
              </a:defRPr>
            </a:lvl2pPr>
            <a:lvl3pPr marL="1238098" indent="-247620" eaLnBrk="0" hangingPunct="0">
              <a:defRPr>
                <a:solidFill>
                  <a:schemeClr val="tx1"/>
                </a:solidFill>
                <a:latin typeface="Calibri" pitchFamily="34" charset="0"/>
                <a:ea typeface="宋体" charset="-122"/>
              </a:defRPr>
            </a:lvl3pPr>
            <a:lvl4pPr marL="1733337" indent="-247620" eaLnBrk="0" hangingPunct="0">
              <a:defRPr>
                <a:solidFill>
                  <a:schemeClr val="tx1"/>
                </a:solidFill>
                <a:latin typeface="Calibri" pitchFamily="34" charset="0"/>
                <a:ea typeface="宋体" charset="-122"/>
              </a:defRPr>
            </a:lvl4pPr>
            <a:lvl5pPr marL="2228576" indent="-247620" eaLnBrk="0" hangingPunct="0">
              <a:defRPr>
                <a:solidFill>
                  <a:schemeClr val="tx1"/>
                </a:solidFill>
                <a:latin typeface="Calibri" pitchFamily="34" charset="0"/>
                <a:ea typeface="宋体" charset="-122"/>
              </a:defRPr>
            </a:lvl5pPr>
            <a:lvl6pPr marL="2723815" indent="-247620" eaLnBrk="0" fontAlgn="base" hangingPunct="0">
              <a:spcBef>
                <a:spcPct val="0"/>
              </a:spcBef>
              <a:spcAft>
                <a:spcPct val="0"/>
              </a:spcAft>
              <a:defRPr>
                <a:solidFill>
                  <a:schemeClr val="tx1"/>
                </a:solidFill>
                <a:latin typeface="Calibri" pitchFamily="34" charset="0"/>
                <a:ea typeface="宋体" charset="-122"/>
              </a:defRPr>
            </a:lvl6pPr>
            <a:lvl7pPr marL="3219054" indent="-247620" eaLnBrk="0" fontAlgn="base" hangingPunct="0">
              <a:spcBef>
                <a:spcPct val="0"/>
              </a:spcBef>
              <a:spcAft>
                <a:spcPct val="0"/>
              </a:spcAft>
              <a:defRPr>
                <a:solidFill>
                  <a:schemeClr val="tx1"/>
                </a:solidFill>
                <a:latin typeface="Calibri" pitchFamily="34" charset="0"/>
                <a:ea typeface="宋体" charset="-122"/>
              </a:defRPr>
            </a:lvl7pPr>
            <a:lvl8pPr marL="3714293" indent="-247620" eaLnBrk="0" fontAlgn="base" hangingPunct="0">
              <a:spcBef>
                <a:spcPct val="0"/>
              </a:spcBef>
              <a:spcAft>
                <a:spcPct val="0"/>
              </a:spcAft>
              <a:defRPr>
                <a:solidFill>
                  <a:schemeClr val="tx1"/>
                </a:solidFill>
                <a:latin typeface="Calibri" pitchFamily="34" charset="0"/>
                <a:ea typeface="宋体" charset="-122"/>
              </a:defRPr>
            </a:lvl8pPr>
            <a:lvl9pPr marL="4209532" indent="-247620" eaLnBrk="0" fontAlgn="base" hangingPunct="0">
              <a:spcBef>
                <a:spcPct val="0"/>
              </a:spcBef>
              <a:spcAft>
                <a:spcPct val="0"/>
              </a:spcAft>
              <a:defRPr>
                <a:solidFill>
                  <a:schemeClr val="tx1"/>
                </a:solidFill>
                <a:latin typeface="Calibri" pitchFamily="34" charset="0"/>
                <a:ea typeface="宋体" charset="-122"/>
              </a:defRPr>
            </a:lvl9pPr>
          </a:lstStyle>
          <a:p>
            <a:pPr eaLnBrk="1" fontAlgn="base" hangingPunct="1">
              <a:spcBef>
                <a:spcPct val="0"/>
              </a:spcBef>
              <a:spcAft>
                <a:spcPct val="0"/>
              </a:spcAft>
            </a:pPr>
            <a:fld id="{46623EBC-46F7-4E5B-B107-3BAD3AB8E998}" type="slidenum">
              <a:rPr lang="en-US" altLang="zh-CN" smtClean="0">
                <a:latin typeface="Arial" charset="0"/>
              </a:rPr>
              <a:pPr eaLnBrk="1" fontAlgn="base" hangingPunct="1">
                <a:spcBef>
                  <a:spcPct val="0"/>
                </a:spcBef>
                <a:spcAft>
                  <a:spcPct val="0"/>
                </a:spcAft>
              </a:pPr>
              <a:t>13</a:t>
            </a:fld>
            <a:endParaRPr lang="en-US" altLang="zh-CN">
              <a:latin typeface="Arial" charset="0"/>
            </a:endParaRPr>
          </a:p>
        </p:txBody>
      </p:sp>
      <p:sp>
        <p:nvSpPr>
          <p:cNvPr id="54275"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4276"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Calibri" pitchFamily="34" charset="0"/>
                <a:ea typeface="宋体" charset="-122"/>
              </a:defRPr>
            </a:lvl1pPr>
            <a:lvl2pPr marL="804763" indent="-309524" eaLnBrk="0" hangingPunct="0">
              <a:defRPr>
                <a:solidFill>
                  <a:schemeClr val="tx1"/>
                </a:solidFill>
                <a:latin typeface="Calibri" pitchFamily="34" charset="0"/>
                <a:ea typeface="宋体" charset="-122"/>
              </a:defRPr>
            </a:lvl2pPr>
            <a:lvl3pPr marL="1238098" indent="-247620" eaLnBrk="0" hangingPunct="0">
              <a:defRPr>
                <a:solidFill>
                  <a:schemeClr val="tx1"/>
                </a:solidFill>
                <a:latin typeface="Calibri" pitchFamily="34" charset="0"/>
                <a:ea typeface="宋体" charset="-122"/>
              </a:defRPr>
            </a:lvl3pPr>
            <a:lvl4pPr marL="1733337" indent="-247620" eaLnBrk="0" hangingPunct="0">
              <a:defRPr>
                <a:solidFill>
                  <a:schemeClr val="tx1"/>
                </a:solidFill>
                <a:latin typeface="Calibri" pitchFamily="34" charset="0"/>
                <a:ea typeface="宋体" charset="-122"/>
              </a:defRPr>
            </a:lvl4pPr>
            <a:lvl5pPr marL="2228576" indent="-247620" eaLnBrk="0" hangingPunct="0">
              <a:defRPr>
                <a:solidFill>
                  <a:schemeClr val="tx1"/>
                </a:solidFill>
                <a:latin typeface="Calibri" pitchFamily="34" charset="0"/>
                <a:ea typeface="宋体" charset="-122"/>
              </a:defRPr>
            </a:lvl5pPr>
            <a:lvl6pPr marL="2723815" indent="-247620" eaLnBrk="0" fontAlgn="base" hangingPunct="0">
              <a:spcBef>
                <a:spcPct val="0"/>
              </a:spcBef>
              <a:spcAft>
                <a:spcPct val="0"/>
              </a:spcAft>
              <a:defRPr>
                <a:solidFill>
                  <a:schemeClr val="tx1"/>
                </a:solidFill>
                <a:latin typeface="Calibri" pitchFamily="34" charset="0"/>
                <a:ea typeface="宋体" charset="-122"/>
              </a:defRPr>
            </a:lvl6pPr>
            <a:lvl7pPr marL="3219054" indent="-247620" eaLnBrk="0" fontAlgn="base" hangingPunct="0">
              <a:spcBef>
                <a:spcPct val="0"/>
              </a:spcBef>
              <a:spcAft>
                <a:spcPct val="0"/>
              </a:spcAft>
              <a:defRPr>
                <a:solidFill>
                  <a:schemeClr val="tx1"/>
                </a:solidFill>
                <a:latin typeface="Calibri" pitchFamily="34" charset="0"/>
                <a:ea typeface="宋体" charset="-122"/>
              </a:defRPr>
            </a:lvl7pPr>
            <a:lvl8pPr marL="3714293" indent="-247620" eaLnBrk="0" fontAlgn="base" hangingPunct="0">
              <a:spcBef>
                <a:spcPct val="0"/>
              </a:spcBef>
              <a:spcAft>
                <a:spcPct val="0"/>
              </a:spcAft>
              <a:defRPr>
                <a:solidFill>
                  <a:schemeClr val="tx1"/>
                </a:solidFill>
                <a:latin typeface="Calibri" pitchFamily="34" charset="0"/>
                <a:ea typeface="宋体" charset="-122"/>
              </a:defRPr>
            </a:lvl8pPr>
            <a:lvl9pPr marL="4209532" indent="-247620" eaLnBrk="0" fontAlgn="base" hangingPunct="0">
              <a:spcBef>
                <a:spcPct val="0"/>
              </a:spcBef>
              <a:spcAft>
                <a:spcPct val="0"/>
              </a:spcAft>
              <a:defRPr>
                <a:solidFill>
                  <a:schemeClr val="tx1"/>
                </a:solidFill>
                <a:latin typeface="Calibri" pitchFamily="34" charset="0"/>
                <a:ea typeface="宋体" charset="-122"/>
              </a:defRPr>
            </a:lvl9pPr>
          </a:lstStyle>
          <a:p>
            <a:pPr eaLnBrk="1" fontAlgn="base" hangingPunct="1">
              <a:spcBef>
                <a:spcPct val="0"/>
              </a:spcBef>
              <a:spcAft>
                <a:spcPct val="0"/>
              </a:spcAft>
            </a:pPr>
            <a:fld id="{E3CAA61B-BCCC-414F-95ED-F6FED773E325}" type="slidenum">
              <a:rPr lang="en-US" altLang="zh-CN" smtClean="0">
                <a:latin typeface="Arial" charset="0"/>
              </a:rPr>
              <a:pPr eaLnBrk="1" fontAlgn="base" hangingPunct="1">
                <a:spcBef>
                  <a:spcPct val="0"/>
                </a:spcBef>
                <a:spcAft>
                  <a:spcPct val="0"/>
                </a:spcAft>
              </a:pPr>
              <a:t>14</a:t>
            </a:fld>
            <a:endParaRPr lang="en-US" altLang="zh-CN">
              <a:latin typeface="Arial" charset="0"/>
            </a:endParaRPr>
          </a:p>
        </p:txBody>
      </p:sp>
      <p:sp>
        <p:nvSpPr>
          <p:cNvPr id="74755"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4756" name="Rectangle 3"/>
          <p:cNvSpPr>
            <a:spLocks noGrp="1" noChangeArrowheads="1"/>
          </p:cNvSpPr>
          <p:nvPr>
            <p:ph type="body" idx="1"/>
          </p:nvPr>
        </p:nvSpPr>
        <p:spPr bwMode="auto">
          <a:xfrm>
            <a:off x="946574" y="4861441"/>
            <a:ext cx="5206153" cy="460557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Calibri" pitchFamily="34" charset="0"/>
                <a:ea typeface="宋体" charset="-122"/>
              </a:defRPr>
            </a:lvl1pPr>
            <a:lvl2pPr marL="804763" indent="-309524" eaLnBrk="0" hangingPunct="0">
              <a:defRPr>
                <a:solidFill>
                  <a:schemeClr val="tx1"/>
                </a:solidFill>
                <a:latin typeface="Calibri" pitchFamily="34" charset="0"/>
                <a:ea typeface="宋体" charset="-122"/>
              </a:defRPr>
            </a:lvl2pPr>
            <a:lvl3pPr marL="1238098" indent="-247620" eaLnBrk="0" hangingPunct="0">
              <a:defRPr>
                <a:solidFill>
                  <a:schemeClr val="tx1"/>
                </a:solidFill>
                <a:latin typeface="Calibri" pitchFamily="34" charset="0"/>
                <a:ea typeface="宋体" charset="-122"/>
              </a:defRPr>
            </a:lvl3pPr>
            <a:lvl4pPr marL="1733337" indent="-247620" eaLnBrk="0" hangingPunct="0">
              <a:defRPr>
                <a:solidFill>
                  <a:schemeClr val="tx1"/>
                </a:solidFill>
                <a:latin typeface="Calibri" pitchFamily="34" charset="0"/>
                <a:ea typeface="宋体" charset="-122"/>
              </a:defRPr>
            </a:lvl4pPr>
            <a:lvl5pPr marL="2228576" indent="-247620" eaLnBrk="0" hangingPunct="0">
              <a:defRPr>
                <a:solidFill>
                  <a:schemeClr val="tx1"/>
                </a:solidFill>
                <a:latin typeface="Calibri" pitchFamily="34" charset="0"/>
                <a:ea typeface="宋体" charset="-122"/>
              </a:defRPr>
            </a:lvl5pPr>
            <a:lvl6pPr marL="2723815" indent="-247620" eaLnBrk="0" fontAlgn="base" hangingPunct="0">
              <a:spcBef>
                <a:spcPct val="0"/>
              </a:spcBef>
              <a:spcAft>
                <a:spcPct val="0"/>
              </a:spcAft>
              <a:defRPr>
                <a:solidFill>
                  <a:schemeClr val="tx1"/>
                </a:solidFill>
                <a:latin typeface="Calibri" pitchFamily="34" charset="0"/>
                <a:ea typeface="宋体" charset="-122"/>
              </a:defRPr>
            </a:lvl6pPr>
            <a:lvl7pPr marL="3219054" indent="-247620" eaLnBrk="0" fontAlgn="base" hangingPunct="0">
              <a:spcBef>
                <a:spcPct val="0"/>
              </a:spcBef>
              <a:spcAft>
                <a:spcPct val="0"/>
              </a:spcAft>
              <a:defRPr>
                <a:solidFill>
                  <a:schemeClr val="tx1"/>
                </a:solidFill>
                <a:latin typeface="Calibri" pitchFamily="34" charset="0"/>
                <a:ea typeface="宋体" charset="-122"/>
              </a:defRPr>
            </a:lvl7pPr>
            <a:lvl8pPr marL="3714293" indent="-247620" eaLnBrk="0" fontAlgn="base" hangingPunct="0">
              <a:spcBef>
                <a:spcPct val="0"/>
              </a:spcBef>
              <a:spcAft>
                <a:spcPct val="0"/>
              </a:spcAft>
              <a:defRPr>
                <a:solidFill>
                  <a:schemeClr val="tx1"/>
                </a:solidFill>
                <a:latin typeface="Calibri" pitchFamily="34" charset="0"/>
                <a:ea typeface="宋体" charset="-122"/>
              </a:defRPr>
            </a:lvl8pPr>
            <a:lvl9pPr marL="4209532" indent="-247620" eaLnBrk="0" fontAlgn="base" hangingPunct="0">
              <a:spcBef>
                <a:spcPct val="0"/>
              </a:spcBef>
              <a:spcAft>
                <a:spcPct val="0"/>
              </a:spcAft>
              <a:defRPr>
                <a:solidFill>
                  <a:schemeClr val="tx1"/>
                </a:solidFill>
                <a:latin typeface="Calibri" pitchFamily="34" charset="0"/>
                <a:ea typeface="宋体" charset="-122"/>
              </a:defRPr>
            </a:lvl9pPr>
          </a:lstStyle>
          <a:p>
            <a:pPr eaLnBrk="1" fontAlgn="base" hangingPunct="1">
              <a:spcBef>
                <a:spcPct val="0"/>
              </a:spcBef>
              <a:spcAft>
                <a:spcPct val="0"/>
              </a:spcAft>
            </a:pPr>
            <a:fld id="{6138776A-359B-45AD-9C3A-AB099796D1F4}" type="slidenum">
              <a:rPr lang="en-US" altLang="zh-CN" smtClean="0">
                <a:latin typeface="Arial" charset="0"/>
              </a:rPr>
              <a:pPr eaLnBrk="1" fontAlgn="base" hangingPunct="1">
                <a:spcBef>
                  <a:spcPct val="0"/>
                </a:spcBef>
                <a:spcAft>
                  <a:spcPct val="0"/>
                </a:spcAft>
              </a:pPr>
              <a:t>15</a:t>
            </a:fld>
            <a:endParaRPr lang="en-US" altLang="zh-CN">
              <a:latin typeface="Arial" charset="0"/>
            </a:endParaRPr>
          </a:p>
        </p:txBody>
      </p:sp>
      <p:sp>
        <p:nvSpPr>
          <p:cNvPr id="55299"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5300"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zh-CN" altLang="en-US" dirty="0">
              <a:latin typeface="Arial"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a:extLst>
              <a:ext uri="{FF2B5EF4-FFF2-40B4-BE49-F238E27FC236}">
                <a16:creationId xmlns:a16="http://schemas.microsoft.com/office/drawing/2014/main" id="{0E092C58-5732-4278-AE26-642651EAA36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fld id="{D552F35D-A849-46D2-8672-141E2C31F402}" type="slidenum">
              <a:rPr lang="en-US" altLang="zh-CN">
                <a:latin typeface="Arial" panose="020B0604020202020204" pitchFamily="34" charset="0"/>
              </a:rPr>
              <a:pPr eaLnBrk="1" hangingPunct="1"/>
              <a:t>16</a:t>
            </a:fld>
            <a:endParaRPr lang="en-US" altLang="zh-CN">
              <a:latin typeface="Arial" panose="020B0604020202020204" pitchFamily="34" charset="0"/>
            </a:endParaRPr>
          </a:p>
        </p:txBody>
      </p:sp>
      <p:sp>
        <p:nvSpPr>
          <p:cNvPr id="34819" name="Rectangle 2">
            <a:extLst>
              <a:ext uri="{FF2B5EF4-FFF2-40B4-BE49-F238E27FC236}">
                <a16:creationId xmlns:a16="http://schemas.microsoft.com/office/drawing/2014/main" id="{035F6ED0-EA9F-4C20-B56F-1A8CA9215219}"/>
              </a:ext>
            </a:extLst>
          </p:cNvPr>
          <p:cNvSpPr>
            <a:spLocks noGrp="1" noRot="1" noChangeAspect="1" noChangeArrowheads="1" noTextEdit="1"/>
          </p:cNvSpPr>
          <p:nvPr>
            <p:ph type="sldImg"/>
          </p:nvPr>
        </p:nvSpPr>
        <p:spPr>
          <a:ln/>
        </p:spPr>
      </p:sp>
      <p:sp>
        <p:nvSpPr>
          <p:cNvPr id="34820" name="Rectangle 3">
            <a:extLst>
              <a:ext uri="{FF2B5EF4-FFF2-40B4-BE49-F238E27FC236}">
                <a16:creationId xmlns:a16="http://schemas.microsoft.com/office/drawing/2014/main" id="{8E8BD85B-C819-4E39-9593-73A376F76AC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latin typeface="Arial" panose="020B0604020202020204" pitchFamily="34"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a:extLst>
              <a:ext uri="{FF2B5EF4-FFF2-40B4-BE49-F238E27FC236}">
                <a16:creationId xmlns:a16="http://schemas.microsoft.com/office/drawing/2014/main" id="{BC08EFDA-567A-4018-9153-16CDE84E939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fld id="{18B27BE0-40CD-4AA9-8413-7F672EF572E7}" type="slidenum">
              <a:rPr lang="en-US" altLang="zh-CN">
                <a:latin typeface="Arial" panose="020B0604020202020204" pitchFamily="34" charset="0"/>
              </a:rPr>
              <a:pPr eaLnBrk="1" hangingPunct="1"/>
              <a:t>18</a:t>
            </a:fld>
            <a:endParaRPr lang="en-US" altLang="zh-CN">
              <a:latin typeface="Arial" panose="020B0604020202020204" pitchFamily="34" charset="0"/>
            </a:endParaRPr>
          </a:p>
        </p:txBody>
      </p:sp>
      <p:sp>
        <p:nvSpPr>
          <p:cNvPr id="35843" name="Rectangle 2">
            <a:extLst>
              <a:ext uri="{FF2B5EF4-FFF2-40B4-BE49-F238E27FC236}">
                <a16:creationId xmlns:a16="http://schemas.microsoft.com/office/drawing/2014/main" id="{FFA2A014-78BD-483E-9875-1B249BF338C6}"/>
              </a:ext>
            </a:extLst>
          </p:cNvPr>
          <p:cNvSpPr>
            <a:spLocks noGrp="1" noRot="1" noChangeAspect="1" noChangeArrowheads="1" noTextEdit="1"/>
          </p:cNvSpPr>
          <p:nvPr>
            <p:ph type="sldImg"/>
          </p:nvPr>
        </p:nvSpPr>
        <p:spPr>
          <a:ln/>
        </p:spPr>
      </p:sp>
      <p:sp>
        <p:nvSpPr>
          <p:cNvPr id="35844" name="Rectangle 3">
            <a:extLst>
              <a:ext uri="{FF2B5EF4-FFF2-40B4-BE49-F238E27FC236}">
                <a16:creationId xmlns:a16="http://schemas.microsoft.com/office/drawing/2014/main" id="{021F5E66-6167-4A50-8134-AE4952F742D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latin typeface="Arial" panose="020B0604020202020204" pitchFamily="34"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900B983-0E40-4C29-87BA-CE566D420E22}" type="slidenum">
              <a:rPr lang="zh-CN" altLang="en-US" smtClean="0"/>
              <a:t>19</a:t>
            </a:fld>
            <a:endParaRPr lang="en-US" altLang="zh-CN"/>
          </a:p>
        </p:txBody>
      </p:sp>
    </p:spTree>
    <p:extLst>
      <p:ext uri="{BB962C8B-B14F-4D97-AF65-F5344CB8AC3E}">
        <p14:creationId xmlns:p14="http://schemas.microsoft.com/office/powerpoint/2010/main" val="246537272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a:extLst>
              <a:ext uri="{FF2B5EF4-FFF2-40B4-BE49-F238E27FC236}">
                <a16:creationId xmlns:a16="http://schemas.microsoft.com/office/drawing/2014/main" id="{C5EDFB79-19B8-4D25-AD74-A211BA3AE46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fld id="{DA35F553-2974-409E-A8B7-3961C75A6D79}" type="slidenum">
              <a:rPr lang="en-US" altLang="zh-CN">
                <a:latin typeface="Arial" panose="020B0604020202020204" pitchFamily="34" charset="0"/>
              </a:rPr>
              <a:pPr eaLnBrk="1" hangingPunct="1"/>
              <a:t>20</a:t>
            </a:fld>
            <a:endParaRPr lang="en-US" altLang="zh-CN">
              <a:latin typeface="Arial" panose="020B0604020202020204" pitchFamily="34" charset="0"/>
            </a:endParaRPr>
          </a:p>
        </p:txBody>
      </p:sp>
      <p:sp>
        <p:nvSpPr>
          <p:cNvPr id="36867" name="Rectangle 2">
            <a:extLst>
              <a:ext uri="{FF2B5EF4-FFF2-40B4-BE49-F238E27FC236}">
                <a16:creationId xmlns:a16="http://schemas.microsoft.com/office/drawing/2014/main" id="{62B2F4C7-FDC6-4A13-B65D-5BC2238B2A63}"/>
              </a:ext>
            </a:extLst>
          </p:cNvPr>
          <p:cNvSpPr>
            <a:spLocks noGrp="1" noRot="1" noChangeAspect="1" noChangeArrowheads="1" noTextEdit="1"/>
          </p:cNvSpPr>
          <p:nvPr>
            <p:ph type="sldImg"/>
          </p:nvPr>
        </p:nvSpPr>
        <p:spPr>
          <a:ln/>
        </p:spPr>
      </p:sp>
      <p:sp>
        <p:nvSpPr>
          <p:cNvPr id="36868" name="Rectangle 3">
            <a:extLst>
              <a:ext uri="{FF2B5EF4-FFF2-40B4-BE49-F238E27FC236}">
                <a16:creationId xmlns:a16="http://schemas.microsoft.com/office/drawing/2014/main" id="{0C8F3B1F-6791-4D21-8B1A-18A91D3B71C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a:latin typeface="Arial" panose="020B0604020202020204" pitchFamily="34" charset="0"/>
              </a:rPr>
              <a:t>一条向量、多条向量、向量指令为主</a:t>
            </a:r>
          </a:p>
          <a:p>
            <a:pPr eaLnBrk="1" hangingPunct="1"/>
            <a:r>
              <a:rPr lang="zh-CN" altLang="en-US">
                <a:latin typeface="Arial" panose="020B0604020202020204" pitchFamily="34" charset="0"/>
              </a:rPr>
              <a:t>注意指标单位</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Calibri" pitchFamily="34" charset="0"/>
                <a:ea typeface="宋体" charset="-122"/>
              </a:defRPr>
            </a:lvl1pPr>
            <a:lvl2pPr marL="804763" indent="-309524" eaLnBrk="0" hangingPunct="0">
              <a:defRPr>
                <a:solidFill>
                  <a:schemeClr val="tx1"/>
                </a:solidFill>
                <a:latin typeface="Calibri" pitchFamily="34" charset="0"/>
                <a:ea typeface="宋体" charset="-122"/>
              </a:defRPr>
            </a:lvl2pPr>
            <a:lvl3pPr marL="1238098" indent="-247620" eaLnBrk="0" hangingPunct="0">
              <a:defRPr>
                <a:solidFill>
                  <a:schemeClr val="tx1"/>
                </a:solidFill>
                <a:latin typeface="Calibri" pitchFamily="34" charset="0"/>
                <a:ea typeface="宋体" charset="-122"/>
              </a:defRPr>
            </a:lvl3pPr>
            <a:lvl4pPr marL="1733337" indent="-247620" eaLnBrk="0" hangingPunct="0">
              <a:defRPr>
                <a:solidFill>
                  <a:schemeClr val="tx1"/>
                </a:solidFill>
                <a:latin typeface="Calibri" pitchFamily="34" charset="0"/>
                <a:ea typeface="宋体" charset="-122"/>
              </a:defRPr>
            </a:lvl4pPr>
            <a:lvl5pPr marL="2228576" indent="-247620" eaLnBrk="0" hangingPunct="0">
              <a:defRPr>
                <a:solidFill>
                  <a:schemeClr val="tx1"/>
                </a:solidFill>
                <a:latin typeface="Calibri" pitchFamily="34" charset="0"/>
                <a:ea typeface="宋体" charset="-122"/>
              </a:defRPr>
            </a:lvl5pPr>
            <a:lvl6pPr marL="2723815" indent="-247620" eaLnBrk="0" fontAlgn="base" hangingPunct="0">
              <a:spcBef>
                <a:spcPct val="0"/>
              </a:spcBef>
              <a:spcAft>
                <a:spcPct val="0"/>
              </a:spcAft>
              <a:defRPr>
                <a:solidFill>
                  <a:schemeClr val="tx1"/>
                </a:solidFill>
                <a:latin typeface="Calibri" pitchFamily="34" charset="0"/>
                <a:ea typeface="宋体" charset="-122"/>
              </a:defRPr>
            </a:lvl6pPr>
            <a:lvl7pPr marL="3219054" indent="-247620" eaLnBrk="0" fontAlgn="base" hangingPunct="0">
              <a:spcBef>
                <a:spcPct val="0"/>
              </a:spcBef>
              <a:spcAft>
                <a:spcPct val="0"/>
              </a:spcAft>
              <a:defRPr>
                <a:solidFill>
                  <a:schemeClr val="tx1"/>
                </a:solidFill>
                <a:latin typeface="Calibri" pitchFamily="34" charset="0"/>
                <a:ea typeface="宋体" charset="-122"/>
              </a:defRPr>
            </a:lvl7pPr>
            <a:lvl8pPr marL="3714293" indent="-247620" eaLnBrk="0" fontAlgn="base" hangingPunct="0">
              <a:spcBef>
                <a:spcPct val="0"/>
              </a:spcBef>
              <a:spcAft>
                <a:spcPct val="0"/>
              </a:spcAft>
              <a:defRPr>
                <a:solidFill>
                  <a:schemeClr val="tx1"/>
                </a:solidFill>
                <a:latin typeface="Calibri" pitchFamily="34" charset="0"/>
                <a:ea typeface="宋体" charset="-122"/>
              </a:defRPr>
            </a:lvl8pPr>
            <a:lvl9pPr marL="4209532" indent="-247620" eaLnBrk="0" fontAlgn="base" hangingPunct="0">
              <a:spcBef>
                <a:spcPct val="0"/>
              </a:spcBef>
              <a:spcAft>
                <a:spcPct val="0"/>
              </a:spcAft>
              <a:defRPr>
                <a:solidFill>
                  <a:schemeClr val="tx1"/>
                </a:solidFill>
                <a:latin typeface="Calibri" pitchFamily="34" charset="0"/>
                <a:ea typeface="宋体" charset="-122"/>
              </a:defRPr>
            </a:lvl9pPr>
          </a:lstStyle>
          <a:p>
            <a:pPr eaLnBrk="1" fontAlgn="base" hangingPunct="1">
              <a:spcBef>
                <a:spcPct val="0"/>
              </a:spcBef>
              <a:spcAft>
                <a:spcPct val="0"/>
              </a:spcAft>
            </a:pPr>
            <a:fld id="{B325CCA8-5A97-4DF1-B046-AFAC3DB40BD0}" type="slidenum">
              <a:rPr lang="en-US" altLang="zh-CN" smtClean="0">
                <a:latin typeface="Arial" charset="0"/>
              </a:rPr>
              <a:pPr eaLnBrk="1" fontAlgn="base" hangingPunct="1">
                <a:spcBef>
                  <a:spcPct val="0"/>
                </a:spcBef>
                <a:spcAft>
                  <a:spcPct val="0"/>
                </a:spcAft>
              </a:pPr>
              <a:t>22</a:t>
            </a:fld>
            <a:endParaRPr lang="en-US" altLang="zh-CN">
              <a:latin typeface="Arial" charset="0"/>
            </a:endParaRPr>
          </a:p>
        </p:txBody>
      </p:sp>
      <p:sp>
        <p:nvSpPr>
          <p:cNvPr id="59395"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9396"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zh-CN" altLang="en-US" dirty="0">
              <a:latin typeface="Arial"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Calibri" pitchFamily="34" charset="0"/>
                <a:ea typeface="宋体" charset="-122"/>
              </a:defRPr>
            </a:lvl1pPr>
            <a:lvl2pPr marL="804763" indent="-309524" eaLnBrk="0" hangingPunct="0">
              <a:defRPr>
                <a:solidFill>
                  <a:schemeClr val="tx1"/>
                </a:solidFill>
                <a:latin typeface="Calibri" pitchFamily="34" charset="0"/>
                <a:ea typeface="宋体" charset="-122"/>
              </a:defRPr>
            </a:lvl2pPr>
            <a:lvl3pPr marL="1238098" indent="-247620" eaLnBrk="0" hangingPunct="0">
              <a:defRPr>
                <a:solidFill>
                  <a:schemeClr val="tx1"/>
                </a:solidFill>
                <a:latin typeface="Calibri" pitchFamily="34" charset="0"/>
                <a:ea typeface="宋体" charset="-122"/>
              </a:defRPr>
            </a:lvl3pPr>
            <a:lvl4pPr marL="1733337" indent="-247620" eaLnBrk="0" hangingPunct="0">
              <a:defRPr>
                <a:solidFill>
                  <a:schemeClr val="tx1"/>
                </a:solidFill>
                <a:latin typeface="Calibri" pitchFamily="34" charset="0"/>
                <a:ea typeface="宋体" charset="-122"/>
              </a:defRPr>
            </a:lvl4pPr>
            <a:lvl5pPr marL="2228576" indent="-247620" eaLnBrk="0" hangingPunct="0">
              <a:defRPr>
                <a:solidFill>
                  <a:schemeClr val="tx1"/>
                </a:solidFill>
                <a:latin typeface="Calibri" pitchFamily="34" charset="0"/>
                <a:ea typeface="宋体" charset="-122"/>
              </a:defRPr>
            </a:lvl5pPr>
            <a:lvl6pPr marL="2723815" indent="-247620" eaLnBrk="0" fontAlgn="base" hangingPunct="0">
              <a:spcBef>
                <a:spcPct val="0"/>
              </a:spcBef>
              <a:spcAft>
                <a:spcPct val="0"/>
              </a:spcAft>
              <a:defRPr>
                <a:solidFill>
                  <a:schemeClr val="tx1"/>
                </a:solidFill>
                <a:latin typeface="Calibri" pitchFamily="34" charset="0"/>
                <a:ea typeface="宋体" charset="-122"/>
              </a:defRPr>
            </a:lvl6pPr>
            <a:lvl7pPr marL="3219054" indent="-247620" eaLnBrk="0" fontAlgn="base" hangingPunct="0">
              <a:spcBef>
                <a:spcPct val="0"/>
              </a:spcBef>
              <a:spcAft>
                <a:spcPct val="0"/>
              </a:spcAft>
              <a:defRPr>
                <a:solidFill>
                  <a:schemeClr val="tx1"/>
                </a:solidFill>
                <a:latin typeface="Calibri" pitchFamily="34" charset="0"/>
                <a:ea typeface="宋体" charset="-122"/>
              </a:defRPr>
            </a:lvl7pPr>
            <a:lvl8pPr marL="3714293" indent="-247620" eaLnBrk="0" fontAlgn="base" hangingPunct="0">
              <a:spcBef>
                <a:spcPct val="0"/>
              </a:spcBef>
              <a:spcAft>
                <a:spcPct val="0"/>
              </a:spcAft>
              <a:defRPr>
                <a:solidFill>
                  <a:schemeClr val="tx1"/>
                </a:solidFill>
                <a:latin typeface="Calibri" pitchFamily="34" charset="0"/>
                <a:ea typeface="宋体" charset="-122"/>
              </a:defRPr>
            </a:lvl8pPr>
            <a:lvl9pPr marL="4209532" indent="-247620" eaLnBrk="0" fontAlgn="base" hangingPunct="0">
              <a:spcBef>
                <a:spcPct val="0"/>
              </a:spcBef>
              <a:spcAft>
                <a:spcPct val="0"/>
              </a:spcAft>
              <a:defRPr>
                <a:solidFill>
                  <a:schemeClr val="tx1"/>
                </a:solidFill>
                <a:latin typeface="Calibri" pitchFamily="34" charset="0"/>
                <a:ea typeface="宋体" charset="-122"/>
              </a:defRPr>
            </a:lvl9pPr>
          </a:lstStyle>
          <a:p>
            <a:pPr eaLnBrk="1" fontAlgn="base" hangingPunct="1">
              <a:spcBef>
                <a:spcPct val="0"/>
              </a:spcBef>
              <a:spcAft>
                <a:spcPct val="0"/>
              </a:spcAft>
            </a:pPr>
            <a:fld id="{07EAAEFB-335E-4FF1-ACAA-D6D11B221A2E}" type="slidenum">
              <a:rPr lang="en-US" altLang="zh-CN" smtClean="0">
                <a:latin typeface="Arial" charset="0"/>
              </a:rPr>
              <a:pPr eaLnBrk="1" fontAlgn="base" hangingPunct="1">
                <a:spcBef>
                  <a:spcPct val="0"/>
                </a:spcBef>
                <a:spcAft>
                  <a:spcPct val="0"/>
                </a:spcAft>
              </a:pPr>
              <a:t>23</a:t>
            </a:fld>
            <a:endParaRPr lang="en-US" altLang="zh-CN">
              <a:latin typeface="Arial" charset="0"/>
            </a:endParaRPr>
          </a:p>
        </p:txBody>
      </p:sp>
      <p:sp>
        <p:nvSpPr>
          <p:cNvPr id="60419"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0420"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zh-CN" altLang="en-US" dirty="0">
              <a:latin typeface="Arial"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Calibri" pitchFamily="34" charset="0"/>
                <a:ea typeface="宋体" charset="-122"/>
              </a:defRPr>
            </a:lvl1pPr>
            <a:lvl2pPr marL="804763" indent="-309524" eaLnBrk="0" hangingPunct="0">
              <a:defRPr>
                <a:solidFill>
                  <a:schemeClr val="tx1"/>
                </a:solidFill>
                <a:latin typeface="Calibri" pitchFamily="34" charset="0"/>
                <a:ea typeface="宋体" charset="-122"/>
              </a:defRPr>
            </a:lvl2pPr>
            <a:lvl3pPr marL="1238098" indent="-247620" eaLnBrk="0" hangingPunct="0">
              <a:defRPr>
                <a:solidFill>
                  <a:schemeClr val="tx1"/>
                </a:solidFill>
                <a:latin typeface="Calibri" pitchFamily="34" charset="0"/>
                <a:ea typeface="宋体" charset="-122"/>
              </a:defRPr>
            </a:lvl3pPr>
            <a:lvl4pPr marL="1733337" indent="-247620" eaLnBrk="0" hangingPunct="0">
              <a:defRPr>
                <a:solidFill>
                  <a:schemeClr val="tx1"/>
                </a:solidFill>
                <a:latin typeface="Calibri" pitchFamily="34" charset="0"/>
                <a:ea typeface="宋体" charset="-122"/>
              </a:defRPr>
            </a:lvl4pPr>
            <a:lvl5pPr marL="2228576" indent="-247620" eaLnBrk="0" hangingPunct="0">
              <a:defRPr>
                <a:solidFill>
                  <a:schemeClr val="tx1"/>
                </a:solidFill>
                <a:latin typeface="Calibri" pitchFamily="34" charset="0"/>
                <a:ea typeface="宋体" charset="-122"/>
              </a:defRPr>
            </a:lvl5pPr>
            <a:lvl6pPr marL="2723815" indent="-247620" eaLnBrk="0" fontAlgn="base" hangingPunct="0">
              <a:spcBef>
                <a:spcPct val="0"/>
              </a:spcBef>
              <a:spcAft>
                <a:spcPct val="0"/>
              </a:spcAft>
              <a:defRPr>
                <a:solidFill>
                  <a:schemeClr val="tx1"/>
                </a:solidFill>
                <a:latin typeface="Calibri" pitchFamily="34" charset="0"/>
                <a:ea typeface="宋体" charset="-122"/>
              </a:defRPr>
            </a:lvl6pPr>
            <a:lvl7pPr marL="3219054" indent="-247620" eaLnBrk="0" fontAlgn="base" hangingPunct="0">
              <a:spcBef>
                <a:spcPct val="0"/>
              </a:spcBef>
              <a:spcAft>
                <a:spcPct val="0"/>
              </a:spcAft>
              <a:defRPr>
                <a:solidFill>
                  <a:schemeClr val="tx1"/>
                </a:solidFill>
                <a:latin typeface="Calibri" pitchFamily="34" charset="0"/>
                <a:ea typeface="宋体" charset="-122"/>
              </a:defRPr>
            </a:lvl7pPr>
            <a:lvl8pPr marL="3714293" indent="-247620" eaLnBrk="0" fontAlgn="base" hangingPunct="0">
              <a:spcBef>
                <a:spcPct val="0"/>
              </a:spcBef>
              <a:spcAft>
                <a:spcPct val="0"/>
              </a:spcAft>
              <a:defRPr>
                <a:solidFill>
                  <a:schemeClr val="tx1"/>
                </a:solidFill>
                <a:latin typeface="Calibri" pitchFamily="34" charset="0"/>
                <a:ea typeface="宋体" charset="-122"/>
              </a:defRPr>
            </a:lvl8pPr>
            <a:lvl9pPr marL="4209532" indent="-247620" eaLnBrk="0" fontAlgn="base" hangingPunct="0">
              <a:spcBef>
                <a:spcPct val="0"/>
              </a:spcBef>
              <a:spcAft>
                <a:spcPct val="0"/>
              </a:spcAft>
              <a:defRPr>
                <a:solidFill>
                  <a:schemeClr val="tx1"/>
                </a:solidFill>
                <a:latin typeface="Calibri" pitchFamily="34" charset="0"/>
                <a:ea typeface="宋体" charset="-122"/>
              </a:defRPr>
            </a:lvl9pPr>
          </a:lstStyle>
          <a:p>
            <a:pPr eaLnBrk="1" fontAlgn="base" hangingPunct="1">
              <a:spcBef>
                <a:spcPct val="0"/>
              </a:spcBef>
              <a:spcAft>
                <a:spcPct val="0"/>
              </a:spcAft>
            </a:pPr>
            <a:fld id="{2E4DFFD4-2B6D-4062-B834-B6EAD02A8CD9}" type="slidenum">
              <a:rPr lang="en-US" altLang="zh-CN" smtClean="0">
                <a:latin typeface="Arial" charset="0"/>
              </a:rPr>
              <a:pPr eaLnBrk="1" fontAlgn="base" hangingPunct="1">
                <a:spcBef>
                  <a:spcPct val="0"/>
                </a:spcBef>
                <a:spcAft>
                  <a:spcPct val="0"/>
                </a:spcAft>
              </a:pPr>
              <a:t>24</a:t>
            </a:fld>
            <a:endParaRPr lang="en-US" altLang="zh-CN">
              <a:latin typeface="Arial" charset="0"/>
            </a:endParaRPr>
          </a:p>
        </p:txBody>
      </p:sp>
      <p:sp>
        <p:nvSpPr>
          <p:cNvPr id="61443"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44"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zh-CN" altLang="en-US" dirty="0">
              <a:latin typeface="Arial"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Calibri" pitchFamily="34" charset="0"/>
                <a:ea typeface="宋体" charset="-122"/>
              </a:defRPr>
            </a:lvl1pPr>
            <a:lvl2pPr marL="804763" indent="-309524" eaLnBrk="0" hangingPunct="0">
              <a:defRPr>
                <a:solidFill>
                  <a:schemeClr val="tx1"/>
                </a:solidFill>
                <a:latin typeface="Calibri" pitchFamily="34" charset="0"/>
                <a:ea typeface="宋体" charset="-122"/>
              </a:defRPr>
            </a:lvl2pPr>
            <a:lvl3pPr marL="1238098" indent="-247620" eaLnBrk="0" hangingPunct="0">
              <a:defRPr>
                <a:solidFill>
                  <a:schemeClr val="tx1"/>
                </a:solidFill>
                <a:latin typeface="Calibri" pitchFamily="34" charset="0"/>
                <a:ea typeface="宋体" charset="-122"/>
              </a:defRPr>
            </a:lvl3pPr>
            <a:lvl4pPr marL="1733337" indent="-247620" eaLnBrk="0" hangingPunct="0">
              <a:defRPr>
                <a:solidFill>
                  <a:schemeClr val="tx1"/>
                </a:solidFill>
                <a:latin typeface="Calibri" pitchFamily="34" charset="0"/>
                <a:ea typeface="宋体" charset="-122"/>
              </a:defRPr>
            </a:lvl4pPr>
            <a:lvl5pPr marL="2228576" indent="-247620" eaLnBrk="0" hangingPunct="0">
              <a:defRPr>
                <a:solidFill>
                  <a:schemeClr val="tx1"/>
                </a:solidFill>
                <a:latin typeface="Calibri" pitchFamily="34" charset="0"/>
                <a:ea typeface="宋体" charset="-122"/>
              </a:defRPr>
            </a:lvl5pPr>
            <a:lvl6pPr marL="2723815" indent="-247620" eaLnBrk="0" fontAlgn="base" hangingPunct="0">
              <a:spcBef>
                <a:spcPct val="0"/>
              </a:spcBef>
              <a:spcAft>
                <a:spcPct val="0"/>
              </a:spcAft>
              <a:defRPr>
                <a:solidFill>
                  <a:schemeClr val="tx1"/>
                </a:solidFill>
                <a:latin typeface="Calibri" pitchFamily="34" charset="0"/>
                <a:ea typeface="宋体" charset="-122"/>
              </a:defRPr>
            </a:lvl6pPr>
            <a:lvl7pPr marL="3219054" indent="-247620" eaLnBrk="0" fontAlgn="base" hangingPunct="0">
              <a:spcBef>
                <a:spcPct val="0"/>
              </a:spcBef>
              <a:spcAft>
                <a:spcPct val="0"/>
              </a:spcAft>
              <a:defRPr>
                <a:solidFill>
                  <a:schemeClr val="tx1"/>
                </a:solidFill>
                <a:latin typeface="Calibri" pitchFamily="34" charset="0"/>
                <a:ea typeface="宋体" charset="-122"/>
              </a:defRPr>
            </a:lvl7pPr>
            <a:lvl8pPr marL="3714293" indent="-247620" eaLnBrk="0" fontAlgn="base" hangingPunct="0">
              <a:spcBef>
                <a:spcPct val="0"/>
              </a:spcBef>
              <a:spcAft>
                <a:spcPct val="0"/>
              </a:spcAft>
              <a:defRPr>
                <a:solidFill>
                  <a:schemeClr val="tx1"/>
                </a:solidFill>
                <a:latin typeface="Calibri" pitchFamily="34" charset="0"/>
                <a:ea typeface="宋体" charset="-122"/>
              </a:defRPr>
            </a:lvl8pPr>
            <a:lvl9pPr marL="4209532" indent="-247620" eaLnBrk="0" fontAlgn="base" hangingPunct="0">
              <a:spcBef>
                <a:spcPct val="0"/>
              </a:spcBef>
              <a:spcAft>
                <a:spcPct val="0"/>
              </a:spcAft>
              <a:defRPr>
                <a:solidFill>
                  <a:schemeClr val="tx1"/>
                </a:solidFill>
                <a:latin typeface="Calibri" pitchFamily="34" charset="0"/>
                <a:ea typeface="宋体" charset="-122"/>
              </a:defRPr>
            </a:lvl9pPr>
          </a:lstStyle>
          <a:p>
            <a:pPr eaLnBrk="1" fontAlgn="base" hangingPunct="1">
              <a:spcBef>
                <a:spcPct val="0"/>
              </a:spcBef>
              <a:spcAft>
                <a:spcPct val="0"/>
              </a:spcAft>
            </a:pPr>
            <a:fld id="{7D5C0CE5-CE89-4763-B5C5-06220BAFEF1B}" type="slidenum">
              <a:rPr lang="en-US" altLang="zh-CN" smtClean="0">
                <a:latin typeface="Arial" charset="0"/>
              </a:rPr>
              <a:pPr eaLnBrk="1" fontAlgn="base" hangingPunct="1">
                <a:spcBef>
                  <a:spcPct val="0"/>
                </a:spcBef>
                <a:spcAft>
                  <a:spcPct val="0"/>
                </a:spcAft>
              </a:pPr>
              <a:t>26</a:t>
            </a:fld>
            <a:endParaRPr lang="en-US" altLang="zh-CN">
              <a:latin typeface="Arial" charset="0"/>
            </a:endParaRPr>
          </a:p>
        </p:txBody>
      </p:sp>
      <p:sp>
        <p:nvSpPr>
          <p:cNvPr id="62467"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2468"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zh-CN" altLang="en-US" dirty="0">
              <a:latin typeface="Arial"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900B983-0E40-4C29-87BA-CE566D420E22}" type="slidenum">
              <a:rPr lang="zh-CN" altLang="en-US" smtClean="0"/>
              <a:t>27</a:t>
            </a:fld>
            <a:endParaRPr lang="en-US" altLang="zh-CN"/>
          </a:p>
        </p:txBody>
      </p:sp>
    </p:spTree>
    <p:extLst>
      <p:ext uri="{BB962C8B-B14F-4D97-AF65-F5344CB8AC3E}">
        <p14:creationId xmlns:p14="http://schemas.microsoft.com/office/powerpoint/2010/main" val="346957063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Calibri" pitchFamily="34" charset="0"/>
                <a:ea typeface="宋体" charset="-122"/>
              </a:defRPr>
            </a:lvl1pPr>
            <a:lvl2pPr marL="804763" indent="-309524" eaLnBrk="0" hangingPunct="0">
              <a:defRPr>
                <a:solidFill>
                  <a:schemeClr val="tx1"/>
                </a:solidFill>
                <a:latin typeface="Calibri" pitchFamily="34" charset="0"/>
                <a:ea typeface="宋体" charset="-122"/>
              </a:defRPr>
            </a:lvl2pPr>
            <a:lvl3pPr marL="1238098" indent="-247620" eaLnBrk="0" hangingPunct="0">
              <a:defRPr>
                <a:solidFill>
                  <a:schemeClr val="tx1"/>
                </a:solidFill>
                <a:latin typeface="Calibri" pitchFamily="34" charset="0"/>
                <a:ea typeface="宋体" charset="-122"/>
              </a:defRPr>
            </a:lvl3pPr>
            <a:lvl4pPr marL="1733337" indent="-247620" eaLnBrk="0" hangingPunct="0">
              <a:defRPr>
                <a:solidFill>
                  <a:schemeClr val="tx1"/>
                </a:solidFill>
                <a:latin typeface="Calibri" pitchFamily="34" charset="0"/>
                <a:ea typeface="宋体" charset="-122"/>
              </a:defRPr>
            </a:lvl4pPr>
            <a:lvl5pPr marL="2228576" indent="-247620" eaLnBrk="0" hangingPunct="0">
              <a:defRPr>
                <a:solidFill>
                  <a:schemeClr val="tx1"/>
                </a:solidFill>
                <a:latin typeface="Calibri" pitchFamily="34" charset="0"/>
                <a:ea typeface="宋体" charset="-122"/>
              </a:defRPr>
            </a:lvl5pPr>
            <a:lvl6pPr marL="2723815" indent="-247620" eaLnBrk="0" fontAlgn="base" hangingPunct="0">
              <a:spcBef>
                <a:spcPct val="0"/>
              </a:spcBef>
              <a:spcAft>
                <a:spcPct val="0"/>
              </a:spcAft>
              <a:defRPr>
                <a:solidFill>
                  <a:schemeClr val="tx1"/>
                </a:solidFill>
                <a:latin typeface="Calibri" pitchFamily="34" charset="0"/>
                <a:ea typeface="宋体" charset="-122"/>
              </a:defRPr>
            </a:lvl6pPr>
            <a:lvl7pPr marL="3219054" indent="-247620" eaLnBrk="0" fontAlgn="base" hangingPunct="0">
              <a:spcBef>
                <a:spcPct val="0"/>
              </a:spcBef>
              <a:spcAft>
                <a:spcPct val="0"/>
              </a:spcAft>
              <a:defRPr>
                <a:solidFill>
                  <a:schemeClr val="tx1"/>
                </a:solidFill>
                <a:latin typeface="Calibri" pitchFamily="34" charset="0"/>
                <a:ea typeface="宋体" charset="-122"/>
              </a:defRPr>
            </a:lvl7pPr>
            <a:lvl8pPr marL="3714293" indent="-247620" eaLnBrk="0" fontAlgn="base" hangingPunct="0">
              <a:spcBef>
                <a:spcPct val="0"/>
              </a:spcBef>
              <a:spcAft>
                <a:spcPct val="0"/>
              </a:spcAft>
              <a:defRPr>
                <a:solidFill>
                  <a:schemeClr val="tx1"/>
                </a:solidFill>
                <a:latin typeface="Calibri" pitchFamily="34" charset="0"/>
                <a:ea typeface="宋体" charset="-122"/>
              </a:defRPr>
            </a:lvl8pPr>
            <a:lvl9pPr marL="4209532" indent="-247620" eaLnBrk="0" fontAlgn="base" hangingPunct="0">
              <a:spcBef>
                <a:spcPct val="0"/>
              </a:spcBef>
              <a:spcAft>
                <a:spcPct val="0"/>
              </a:spcAft>
              <a:defRPr>
                <a:solidFill>
                  <a:schemeClr val="tx1"/>
                </a:solidFill>
                <a:latin typeface="Calibri" pitchFamily="34" charset="0"/>
                <a:ea typeface="宋体" charset="-122"/>
              </a:defRPr>
            </a:lvl9pPr>
          </a:lstStyle>
          <a:p>
            <a:pPr eaLnBrk="1" fontAlgn="base" hangingPunct="1">
              <a:spcBef>
                <a:spcPct val="0"/>
              </a:spcBef>
              <a:spcAft>
                <a:spcPct val="0"/>
              </a:spcAft>
            </a:pPr>
            <a:fld id="{20F69107-1603-4B90-BC31-6BE5D189B0BC}" type="slidenum">
              <a:rPr lang="en-US" altLang="zh-CN" smtClean="0">
                <a:latin typeface="Arial" charset="0"/>
              </a:rPr>
              <a:pPr eaLnBrk="1" fontAlgn="base" hangingPunct="1">
                <a:spcBef>
                  <a:spcPct val="0"/>
                </a:spcBef>
                <a:spcAft>
                  <a:spcPct val="0"/>
                </a:spcAft>
              </a:pPr>
              <a:t>28</a:t>
            </a:fld>
            <a:endParaRPr lang="en-US" altLang="zh-CN">
              <a:latin typeface="Arial" charset="0"/>
            </a:endParaRPr>
          </a:p>
        </p:txBody>
      </p:sp>
      <p:sp>
        <p:nvSpPr>
          <p:cNvPr id="63491"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3492"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zh-CN" altLang="en-US" dirty="0">
              <a:latin typeface="Arial"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900B983-0E40-4C29-87BA-CE566D420E22}" type="slidenum">
              <a:rPr lang="zh-CN" altLang="en-US" smtClean="0"/>
              <a:t>31</a:t>
            </a:fld>
            <a:endParaRPr lang="en-US" altLang="zh-CN"/>
          </a:p>
        </p:txBody>
      </p:sp>
    </p:spTree>
    <p:extLst>
      <p:ext uri="{BB962C8B-B14F-4D97-AF65-F5344CB8AC3E}">
        <p14:creationId xmlns:p14="http://schemas.microsoft.com/office/powerpoint/2010/main" val="130893095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Calibri" pitchFamily="34" charset="0"/>
                <a:ea typeface="宋体" charset="-122"/>
              </a:defRPr>
            </a:lvl1pPr>
            <a:lvl2pPr marL="804763" indent="-309524" eaLnBrk="0" hangingPunct="0">
              <a:defRPr>
                <a:solidFill>
                  <a:schemeClr val="tx1"/>
                </a:solidFill>
                <a:latin typeface="Calibri" pitchFamily="34" charset="0"/>
                <a:ea typeface="宋体" charset="-122"/>
              </a:defRPr>
            </a:lvl2pPr>
            <a:lvl3pPr marL="1238098" indent="-247620" eaLnBrk="0" hangingPunct="0">
              <a:defRPr>
                <a:solidFill>
                  <a:schemeClr val="tx1"/>
                </a:solidFill>
                <a:latin typeface="Calibri" pitchFamily="34" charset="0"/>
                <a:ea typeface="宋体" charset="-122"/>
              </a:defRPr>
            </a:lvl3pPr>
            <a:lvl4pPr marL="1733337" indent="-247620" eaLnBrk="0" hangingPunct="0">
              <a:defRPr>
                <a:solidFill>
                  <a:schemeClr val="tx1"/>
                </a:solidFill>
                <a:latin typeface="Calibri" pitchFamily="34" charset="0"/>
                <a:ea typeface="宋体" charset="-122"/>
              </a:defRPr>
            </a:lvl4pPr>
            <a:lvl5pPr marL="2228576" indent="-247620" eaLnBrk="0" hangingPunct="0">
              <a:defRPr>
                <a:solidFill>
                  <a:schemeClr val="tx1"/>
                </a:solidFill>
                <a:latin typeface="Calibri" pitchFamily="34" charset="0"/>
                <a:ea typeface="宋体" charset="-122"/>
              </a:defRPr>
            </a:lvl5pPr>
            <a:lvl6pPr marL="2723815" indent="-247620" eaLnBrk="0" fontAlgn="base" hangingPunct="0">
              <a:spcBef>
                <a:spcPct val="0"/>
              </a:spcBef>
              <a:spcAft>
                <a:spcPct val="0"/>
              </a:spcAft>
              <a:defRPr>
                <a:solidFill>
                  <a:schemeClr val="tx1"/>
                </a:solidFill>
                <a:latin typeface="Calibri" pitchFamily="34" charset="0"/>
                <a:ea typeface="宋体" charset="-122"/>
              </a:defRPr>
            </a:lvl6pPr>
            <a:lvl7pPr marL="3219054" indent="-247620" eaLnBrk="0" fontAlgn="base" hangingPunct="0">
              <a:spcBef>
                <a:spcPct val="0"/>
              </a:spcBef>
              <a:spcAft>
                <a:spcPct val="0"/>
              </a:spcAft>
              <a:defRPr>
                <a:solidFill>
                  <a:schemeClr val="tx1"/>
                </a:solidFill>
                <a:latin typeface="Calibri" pitchFamily="34" charset="0"/>
                <a:ea typeface="宋体" charset="-122"/>
              </a:defRPr>
            </a:lvl7pPr>
            <a:lvl8pPr marL="3714293" indent="-247620" eaLnBrk="0" fontAlgn="base" hangingPunct="0">
              <a:spcBef>
                <a:spcPct val="0"/>
              </a:spcBef>
              <a:spcAft>
                <a:spcPct val="0"/>
              </a:spcAft>
              <a:defRPr>
                <a:solidFill>
                  <a:schemeClr val="tx1"/>
                </a:solidFill>
                <a:latin typeface="Calibri" pitchFamily="34" charset="0"/>
                <a:ea typeface="宋体" charset="-122"/>
              </a:defRPr>
            </a:lvl8pPr>
            <a:lvl9pPr marL="4209532" indent="-247620" eaLnBrk="0" fontAlgn="base" hangingPunct="0">
              <a:spcBef>
                <a:spcPct val="0"/>
              </a:spcBef>
              <a:spcAft>
                <a:spcPct val="0"/>
              </a:spcAft>
              <a:defRPr>
                <a:solidFill>
                  <a:schemeClr val="tx1"/>
                </a:solidFill>
                <a:latin typeface="Calibri" pitchFamily="34" charset="0"/>
                <a:ea typeface="宋体" charset="-122"/>
              </a:defRPr>
            </a:lvl9pPr>
          </a:lstStyle>
          <a:p>
            <a:pPr eaLnBrk="1" fontAlgn="base" hangingPunct="1">
              <a:spcBef>
                <a:spcPct val="0"/>
              </a:spcBef>
              <a:spcAft>
                <a:spcPct val="0"/>
              </a:spcAft>
            </a:pPr>
            <a:fld id="{E5AE55DA-3743-4D26-9FE3-BC2A5E347D19}" type="slidenum">
              <a:rPr lang="en-US" altLang="zh-CN" smtClean="0">
                <a:latin typeface="Arial" charset="0"/>
              </a:rPr>
              <a:pPr eaLnBrk="1" fontAlgn="base" hangingPunct="1">
                <a:spcBef>
                  <a:spcPct val="0"/>
                </a:spcBef>
                <a:spcAft>
                  <a:spcPct val="0"/>
                </a:spcAft>
              </a:pPr>
              <a:t>32</a:t>
            </a:fld>
            <a:endParaRPr lang="en-US" altLang="zh-CN">
              <a:latin typeface="Arial" charset="0"/>
            </a:endParaRPr>
          </a:p>
        </p:txBody>
      </p:sp>
      <p:sp>
        <p:nvSpPr>
          <p:cNvPr id="101379"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1380" name="Rectangle 3"/>
          <p:cNvSpPr>
            <a:spLocks noGrp="1" noChangeArrowheads="1"/>
          </p:cNvSpPr>
          <p:nvPr>
            <p:ph type="body" idx="1"/>
          </p:nvPr>
        </p:nvSpPr>
        <p:spPr bwMode="auto">
          <a:xfrm>
            <a:off x="946574" y="4861441"/>
            <a:ext cx="5206153" cy="460557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zh-CN">
              <a:latin typeface="Arial"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Calibri" pitchFamily="34" charset="0"/>
                <a:ea typeface="宋体" charset="-122"/>
              </a:defRPr>
            </a:lvl1pPr>
            <a:lvl2pPr marL="804763" indent="-309524" eaLnBrk="0" hangingPunct="0">
              <a:defRPr>
                <a:solidFill>
                  <a:schemeClr val="tx1"/>
                </a:solidFill>
                <a:latin typeface="Calibri" pitchFamily="34" charset="0"/>
                <a:ea typeface="宋体" charset="-122"/>
              </a:defRPr>
            </a:lvl2pPr>
            <a:lvl3pPr marL="1238098" indent="-247620" eaLnBrk="0" hangingPunct="0">
              <a:defRPr>
                <a:solidFill>
                  <a:schemeClr val="tx1"/>
                </a:solidFill>
                <a:latin typeface="Calibri" pitchFamily="34" charset="0"/>
                <a:ea typeface="宋体" charset="-122"/>
              </a:defRPr>
            </a:lvl3pPr>
            <a:lvl4pPr marL="1733337" indent="-247620" eaLnBrk="0" hangingPunct="0">
              <a:defRPr>
                <a:solidFill>
                  <a:schemeClr val="tx1"/>
                </a:solidFill>
                <a:latin typeface="Calibri" pitchFamily="34" charset="0"/>
                <a:ea typeface="宋体" charset="-122"/>
              </a:defRPr>
            </a:lvl4pPr>
            <a:lvl5pPr marL="2228576" indent="-247620" eaLnBrk="0" hangingPunct="0">
              <a:defRPr>
                <a:solidFill>
                  <a:schemeClr val="tx1"/>
                </a:solidFill>
                <a:latin typeface="Calibri" pitchFamily="34" charset="0"/>
                <a:ea typeface="宋体" charset="-122"/>
              </a:defRPr>
            </a:lvl5pPr>
            <a:lvl6pPr marL="2723815" indent="-247620" eaLnBrk="0" fontAlgn="base" hangingPunct="0">
              <a:spcBef>
                <a:spcPct val="0"/>
              </a:spcBef>
              <a:spcAft>
                <a:spcPct val="0"/>
              </a:spcAft>
              <a:defRPr>
                <a:solidFill>
                  <a:schemeClr val="tx1"/>
                </a:solidFill>
                <a:latin typeface="Calibri" pitchFamily="34" charset="0"/>
                <a:ea typeface="宋体" charset="-122"/>
              </a:defRPr>
            </a:lvl6pPr>
            <a:lvl7pPr marL="3219054" indent="-247620" eaLnBrk="0" fontAlgn="base" hangingPunct="0">
              <a:spcBef>
                <a:spcPct val="0"/>
              </a:spcBef>
              <a:spcAft>
                <a:spcPct val="0"/>
              </a:spcAft>
              <a:defRPr>
                <a:solidFill>
                  <a:schemeClr val="tx1"/>
                </a:solidFill>
                <a:latin typeface="Calibri" pitchFamily="34" charset="0"/>
                <a:ea typeface="宋体" charset="-122"/>
              </a:defRPr>
            </a:lvl7pPr>
            <a:lvl8pPr marL="3714293" indent="-247620" eaLnBrk="0" fontAlgn="base" hangingPunct="0">
              <a:spcBef>
                <a:spcPct val="0"/>
              </a:spcBef>
              <a:spcAft>
                <a:spcPct val="0"/>
              </a:spcAft>
              <a:defRPr>
                <a:solidFill>
                  <a:schemeClr val="tx1"/>
                </a:solidFill>
                <a:latin typeface="Calibri" pitchFamily="34" charset="0"/>
                <a:ea typeface="宋体" charset="-122"/>
              </a:defRPr>
            </a:lvl8pPr>
            <a:lvl9pPr marL="4209532" indent="-247620" eaLnBrk="0" fontAlgn="base" hangingPunct="0">
              <a:spcBef>
                <a:spcPct val="0"/>
              </a:spcBef>
              <a:spcAft>
                <a:spcPct val="0"/>
              </a:spcAft>
              <a:defRPr>
                <a:solidFill>
                  <a:schemeClr val="tx1"/>
                </a:solidFill>
                <a:latin typeface="Calibri" pitchFamily="34" charset="0"/>
                <a:ea typeface="宋体" charset="-122"/>
              </a:defRPr>
            </a:lvl9pPr>
          </a:lstStyle>
          <a:p>
            <a:pPr eaLnBrk="1" fontAlgn="base" hangingPunct="1">
              <a:spcBef>
                <a:spcPct val="0"/>
              </a:spcBef>
              <a:spcAft>
                <a:spcPct val="0"/>
              </a:spcAft>
            </a:pPr>
            <a:fld id="{190F749C-4927-4955-A930-31919D3351B3}" type="slidenum">
              <a:rPr lang="en-US" altLang="zh-CN" smtClean="0">
                <a:latin typeface="Arial" charset="0"/>
              </a:rPr>
              <a:pPr eaLnBrk="1" fontAlgn="base" hangingPunct="1">
                <a:spcBef>
                  <a:spcPct val="0"/>
                </a:spcBef>
                <a:spcAft>
                  <a:spcPct val="0"/>
                </a:spcAft>
              </a:pPr>
              <a:t>33</a:t>
            </a:fld>
            <a:endParaRPr lang="en-US" altLang="zh-CN">
              <a:latin typeface="Arial" charset="0"/>
            </a:endParaRPr>
          </a:p>
        </p:txBody>
      </p:sp>
      <p:sp>
        <p:nvSpPr>
          <p:cNvPr id="102403"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2404" name="Rectangle 3"/>
          <p:cNvSpPr>
            <a:spLocks noGrp="1" noChangeArrowheads="1"/>
          </p:cNvSpPr>
          <p:nvPr>
            <p:ph type="body" idx="1"/>
          </p:nvPr>
        </p:nvSpPr>
        <p:spPr bwMode="auto">
          <a:xfrm>
            <a:off x="946574" y="4861441"/>
            <a:ext cx="5206153" cy="460557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zh-CN">
              <a:latin typeface="Arial"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Calibri" pitchFamily="34" charset="0"/>
                <a:ea typeface="宋体" charset="-122"/>
              </a:defRPr>
            </a:lvl1pPr>
            <a:lvl2pPr marL="804763" indent="-309524" eaLnBrk="0" hangingPunct="0">
              <a:defRPr>
                <a:solidFill>
                  <a:schemeClr val="tx1"/>
                </a:solidFill>
                <a:latin typeface="Calibri" pitchFamily="34" charset="0"/>
                <a:ea typeface="宋体" charset="-122"/>
              </a:defRPr>
            </a:lvl2pPr>
            <a:lvl3pPr marL="1238098" indent="-247620" eaLnBrk="0" hangingPunct="0">
              <a:defRPr>
                <a:solidFill>
                  <a:schemeClr val="tx1"/>
                </a:solidFill>
                <a:latin typeface="Calibri" pitchFamily="34" charset="0"/>
                <a:ea typeface="宋体" charset="-122"/>
              </a:defRPr>
            </a:lvl3pPr>
            <a:lvl4pPr marL="1733337" indent="-247620" eaLnBrk="0" hangingPunct="0">
              <a:defRPr>
                <a:solidFill>
                  <a:schemeClr val="tx1"/>
                </a:solidFill>
                <a:latin typeface="Calibri" pitchFamily="34" charset="0"/>
                <a:ea typeface="宋体" charset="-122"/>
              </a:defRPr>
            </a:lvl4pPr>
            <a:lvl5pPr marL="2228576" indent="-247620" eaLnBrk="0" hangingPunct="0">
              <a:defRPr>
                <a:solidFill>
                  <a:schemeClr val="tx1"/>
                </a:solidFill>
                <a:latin typeface="Calibri" pitchFamily="34" charset="0"/>
                <a:ea typeface="宋体" charset="-122"/>
              </a:defRPr>
            </a:lvl5pPr>
            <a:lvl6pPr marL="2723815" indent="-247620" eaLnBrk="0" fontAlgn="base" hangingPunct="0">
              <a:spcBef>
                <a:spcPct val="0"/>
              </a:spcBef>
              <a:spcAft>
                <a:spcPct val="0"/>
              </a:spcAft>
              <a:defRPr>
                <a:solidFill>
                  <a:schemeClr val="tx1"/>
                </a:solidFill>
                <a:latin typeface="Calibri" pitchFamily="34" charset="0"/>
                <a:ea typeface="宋体" charset="-122"/>
              </a:defRPr>
            </a:lvl6pPr>
            <a:lvl7pPr marL="3219054" indent="-247620" eaLnBrk="0" fontAlgn="base" hangingPunct="0">
              <a:spcBef>
                <a:spcPct val="0"/>
              </a:spcBef>
              <a:spcAft>
                <a:spcPct val="0"/>
              </a:spcAft>
              <a:defRPr>
                <a:solidFill>
                  <a:schemeClr val="tx1"/>
                </a:solidFill>
                <a:latin typeface="Calibri" pitchFamily="34" charset="0"/>
                <a:ea typeface="宋体" charset="-122"/>
              </a:defRPr>
            </a:lvl7pPr>
            <a:lvl8pPr marL="3714293" indent="-247620" eaLnBrk="0" fontAlgn="base" hangingPunct="0">
              <a:spcBef>
                <a:spcPct val="0"/>
              </a:spcBef>
              <a:spcAft>
                <a:spcPct val="0"/>
              </a:spcAft>
              <a:defRPr>
                <a:solidFill>
                  <a:schemeClr val="tx1"/>
                </a:solidFill>
                <a:latin typeface="Calibri" pitchFamily="34" charset="0"/>
                <a:ea typeface="宋体" charset="-122"/>
              </a:defRPr>
            </a:lvl8pPr>
            <a:lvl9pPr marL="4209532" indent="-247620" eaLnBrk="0" fontAlgn="base" hangingPunct="0">
              <a:spcBef>
                <a:spcPct val="0"/>
              </a:spcBef>
              <a:spcAft>
                <a:spcPct val="0"/>
              </a:spcAft>
              <a:defRPr>
                <a:solidFill>
                  <a:schemeClr val="tx1"/>
                </a:solidFill>
                <a:latin typeface="Calibri" pitchFamily="34" charset="0"/>
                <a:ea typeface="宋体" charset="-122"/>
              </a:defRPr>
            </a:lvl9pPr>
          </a:lstStyle>
          <a:p>
            <a:pPr eaLnBrk="1" fontAlgn="base" hangingPunct="1">
              <a:spcBef>
                <a:spcPct val="0"/>
              </a:spcBef>
              <a:spcAft>
                <a:spcPct val="0"/>
              </a:spcAft>
            </a:pPr>
            <a:fld id="{693A69A7-C90C-44DF-A7F7-99908554B494}" type="slidenum">
              <a:rPr lang="en-US" altLang="zh-CN" smtClean="0">
                <a:latin typeface="Arial" charset="0"/>
              </a:rPr>
              <a:pPr eaLnBrk="1" fontAlgn="base" hangingPunct="1">
                <a:spcBef>
                  <a:spcPct val="0"/>
                </a:spcBef>
                <a:spcAft>
                  <a:spcPct val="0"/>
                </a:spcAft>
              </a:pPr>
              <a:t>34</a:t>
            </a:fld>
            <a:endParaRPr lang="en-US" altLang="zh-CN">
              <a:latin typeface="Arial" charset="0"/>
            </a:endParaRPr>
          </a:p>
        </p:txBody>
      </p:sp>
      <p:sp>
        <p:nvSpPr>
          <p:cNvPr id="104451"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4452" name="Rectangle 3"/>
          <p:cNvSpPr>
            <a:spLocks noGrp="1" noChangeArrowheads="1"/>
          </p:cNvSpPr>
          <p:nvPr>
            <p:ph type="body" idx="1"/>
          </p:nvPr>
        </p:nvSpPr>
        <p:spPr bwMode="auto">
          <a:xfrm>
            <a:off x="946574" y="4861441"/>
            <a:ext cx="5206153" cy="460557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zh-CN" altLang="en-US" dirty="0">
              <a:latin typeface="Arial"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5475"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dirty="0"/>
          </a:p>
        </p:txBody>
      </p:sp>
      <p:sp>
        <p:nvSpPr>
          <p:cNvPr id="105476"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Calibri" pitchFamily="34" charset="0"/>
                <a:ea typeface="宋体" charset="-122"/>
              </a:defRPr>
            </a:lvl1pPr>
            <a:lvl2pPr marL="804763" indent="-309524" eaLnBrk="0" hangingPunct="0">
              <a:defRPr>
                <a:solidFill>
                  <a:schemeClr val="tx1"/>
                </a:solidFill>
                <a:latin typeface="Calibri" pitchFamily="34" charset="0"/>
                <a:ea typeface="宋体" charset="-122"/>
              </a:defRPr>
            </a:lvl2pPr>
            <a:lvl3pPr marL="1238098" indent="-247620" eaLnBrk="0" hangingPunct="0">
              <a:defRPr>
                <a:solidFill>
                  <a:schemeClr val="tx1"/>
                </a:solidFill>
                <a:latin typeface="Calibri" pitchFamily="34" charset="0"/>
                <a:ea typeface="宋体" charset="-122"/>
              </a:defRPr>
            </a:lvl3pPr>
            <a:lvl4pPr marL="1733337" indent="-247620" eaLnBrk="0" hangingPunct="0">
              <a:defRPr>
                <a:solidFill>
                  <a:schemeClr val="tx1"/>
                </a:solidFill>
                <a:latin typeface="Calibri" pitchFamily="34" charset="0"/>
                <a:ea typeface="宋体" charset="-122"/>
              </a:defRPr>
            </a:lvl4pPr>
            <a:lvl5pPr marL="2228576" indent="-247620" eaLnBrk="0" hangingPunct="0">
              <a:defRPr>
                <a:solidFill>
                  <a:schemeClr val="tx1"/>
                </a:solidFill>
                <a:latin typeface="Calibri" pitchFamily="34" charset="0"/>
                <a:ea typeface="宋体" charset="-122"/>
              </a:defRPr>
            </a:lvl5pPr>
            <a:lvl6pPr marL="2723815" indent="-247620" eaLnBrk="0" fontAlgn="base" hangingPunct="0">
              <a:spcBef>
                <a:spcPct val="0"/>
              </a:spcBef>
              <a:spcAft>
                <a:spcPct val="0"/>
              </a:spcAft>
              <a:defRPr>
                <a:solidFill>
                  <a:schemeClr val="tx1"/>
                </a:solidFill>
                <a:latin typeface="Calibri" pitchFamily="34" charset="0"/>
                <a:ea typeface="宋体" charset="-122"/>
              </a:defRPr>
            </a:lvl6pPr>
            <a:lvl7pPr marL="3219054" indent="-247620" eaLnBrk="0" fontAlgn="base" hangingPunct="0">
              <a:spcBef>
                <a:spcPct val="0"/>
              </a:spcBef>
              <a:spcAft>
                <a:spcPct val="0"/>
              </a:spcAft>
              <a:defRPr>
                <a:solidFill>
                  <a:schemeClr val="tx1"/>
                </a:solidFill>
                <a:latin typeface="Calibri" pitchFamily="34" charset="0"/>
                <a:ea typeface="宋体" charset="-122"/>
              </a:defRPr>
            </a:lvl7pPr>
            <a:lvl8pPr marL="3714293" indent="-247620" eaLnBrk="0" fontAlgn="base" hangingPunct="0">
              <a:spcBef>
                <a:spcPct val="0"/>
              </a:spcBef>
              <a:spcAft>
                <a:spcPct val="0"/>
              </a:spcAft>
              <a:defRPr>
                <a:solidFill>
                  <a:schemeClr val="tx1"/>
                </a:solidFill>
                <a:latin typeface="Calibri" pitchFamily="34" charset="0"/>
                <a:ea typeface="宋体" charset="-122"/>
              </a:defRPr>
            </a:lvl8pPr>
            <a:lvl9pPr marL="4209532" indent="-247620" eaLnBrk="0" fontAlgn="base" hangingPunct="0">
              <a:spcBef>
                <a:spcPct val="0"/>
              </a:spcBef>
              <a:spcAft>
                <a:spcPct val="0"/>
              </a:spcAft>
              <a:defRPr>
                <a:solidFill>
                  <a:schemeClr val="tx1"/>
                </a:solidFill>
                <a:latin typeface="Calibri" pitchFamily="34" charset="0"/>
                <a:ea typeface="宋体" charset="-122"/>
              </a:defRPr>
            </a:lvl9pPr>
          </a:lstStyle>
          <a:p>
            <a:pPr eaLnBrk="1" fontAlgn="base" hangingPunct="1">
              <a:spcBef>
                <a:spcPct val="0"/>
              </a:spcBef>
              <a:spcAft>
                <a:spcPct val="0"/>
              </a:spcAft>
            </a:pPr>
            <a:fld id="{1D7C10C7-553E-4F93-94C7-E3FE6F7EC1FC}" type="slidenum">
              <a:rPr kumimoji="1" lang="en-US" altLang="zh-CN" smtClean="0">
                <a:latin typeface="Times New Roman" pitchFamily="18" charset="0"/>
              </a:rPr>
              <a:pPr eaLnBrk="1" fontAlgn="base" hangingPunct="1">
                <a:spcBef>
                  <a:spcPct val="0"/>
                </a:spcBef>
                <a:spcAft>
                  <a:spcPct val="0"/>
                </a:spcAft>
              </a:pPr>
              <a:t>35</a:t>
            </a:fld>
            <a:endParaRPr kumimoji="1" lang="en-US" altLang="zh-CN">
              <a:latin typeface="Times New Roman" pitchFamily="18"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Calibri" pitchFamily="34" charset="0"/>
                <a:ea typeface="宋体" charset="-122"/>
              </a:defRPr>
            </a:lvl1pPr>
            <a:lvl2pPr marL="804763" indent="-309524" eaLnBrk="0" hangingPunct="0">
              <a:defRPr>
                <a:solidFill>
                  <a:schemeClr val="tx1"/>
                </a:solidFill>
                <a:latin typeface="Calibri" pitchFamily="34" charset="0"/>
                <a:ea typeface="宋体" charset="-122"/>
              </a:defRPr>
            </a:lvl2pPr>
            <a:lvl3pPr marL="1238098" indent="-247620" eaLnBrk="0" hangingPunct="0">
              <a:defRPr>
                <a:solidFill>
                  <a:schemeClr val="tx1"/>
                </a:solidFill>
                <a:latin typeface="Calibri" pitchFamily="34" charset="0"/>
                <a:ea typeface="宋体" charset="-122"/>
              </a:defRPr>
            </a:lvl3pPr>
            <a:lvl4pPr marL="1733337" indent="-247620" eaLnBrk="0" hangingPunct="0">
              <a:defRPr>
                <a:solidFill>
                  <a:schemeClr val="tx1"/>
                </a:solidFill>
                <a:latin typeface="Calibri" pitchFamily="34" charset="0"/>
                <a:ea typeface="宋体" charset="-122"/>
              </a:defRPr>
            </a:lvl4pPr>
            <a:lvl5pPr marL="2228576" indent="-247620" eaLnBrk="0" hangingPunct="0">
              <a:defRPr>
                <a:solidFill>
                  <a:schemeClr val="tx1"/>
                </a:solidFill>
                <a:latin typeface="Calibri" pitchFamily="34" charset="0"/>
                <a:ea typeface="宋体" charset="-122"/>
              </a:defRPr>
            </a:lvl5pPr>
            <a:lvl6pPr marL="2723815" indent="-247620" eaLnBrk="0" fontAlgn="base" hangingPunct="0">
              <a:spcBef>
                <a:spcPct val="0"/>
              </a:spcBef>
              <a:spcAft>
                <a:spcPct val="0"/>
              </a:spcAft>
              <a:defRPr>
                <a:solidFill>
                  <a:schemeClr val="tx1"/>
                </a:solidFill>
                <a:latin typeface="Calibri" pitchFamily="34" charset="0"/>
                <a:ea typeface="宋体" charset="-122"/>
              </a:defRPr>
            </a:lvl6pPr>
            <a:lvl7pPr marL="3219054" indent="-247620" eaLnBrk="0" fontAlgn="base" hangingPunct="0">
              <a:spcBef>
                <a:spcPct val="0"/>
              </a:spcBef>
              <a:spcAft>
                <a:spcPct val="0"/>
              </a:spcAft>
              <a:defRPr>
                <a:solidFill>
                  <a:schemeClr val="tx1"/>
                </a:solidFill>
                <a:latin typeface="Calibri" pitchFamily="34" charset="0"/>
                <a:ea typeface="宋体" charset="-122"/>
              </a:defRPr>
            </a:lvl7pPr>
            <a:lvl8pPr marL="3714293" indent="-247620" eaLnBrk="0" fontAlgn="base" hangingPunct="0">
              <a:spcBef>
                <a:spcPct val="0"/>
              </a:spcBef>
              <a:spcAft>
                <a:spcPct val="0"/>
              </a:spcAft>
              <a:defRPr>
                <a:solidFill>
                  <a:schemeClr val="tx1"/>
                </a:solidFill>
                <a:latin typeface="Calibri" pitchFamily="34" charset="0"/>
                <a:ea typeface="宋体" charset="-122"/>
              </a:defRPr>
            </a:lvl8pPr>
            <a:lvl9pPr marL="4209532" indent="-247620" eaLnBrk="0" fontAlgn="base" hangingPunct="0">
              <a:spcBef>
                <a:spcPct val="0"/>
              </a:spcBef>
              <a:spcAft>
                <a:spcPct val="0"/>
              </a:spcAft>
              <a:defRPr>
                <a:solidFill>
                  <a:schemeClr val="tx1"/>
                </a:solidFill>
                <a:latin typeface="Calibri" pitchFamily="34" charset="0"/>
                <a:ea typeface="宋体" charset="-122"/>
              </a:defRPr>
            </a:lvl9pPr>
          </a:lstStyle>
          <a:p>
            <a:pPr eaLnBrk="1" fontAlgn="base" hangingPunct="1">
              <a:spcBef>
                <a:spcPct val="0"/>
              </a:spcBef>
              <a:spcAft>
                <a:spcPct val="0"/>
              </a:spcAft>
            </a:pPr>
            <a:fld id="{D2465D9D-BF4C-4A27-8171-9C22D5D753DB}" type="slidenum">
              <a:rPr lang="en-US" altLang="zh-CN" smtClean="0">
                <a:latin typeface="Arial" charset="0"/>
              </a:rPr>
              <a:pPr eaLnBrk="1" fontAlgn="base" hangingPunct="1">
                <a:spcBef>
                  <a:spcPct val="0"/>
                </a:spcBef>
                <a:spcAft>
                  <a:spcPct val="0"/>
                </a:spcAft>
              </a:pPr>
              <a:t>36</a:t>
            </a:fld>
            <a:endParaRPr lang="en-US" altLang="zh-CN">
              <a:latin typeface="Arial" charset="0"/>
            </a:endParaRPr>
          </a:p>
        </p:txBody>
      </p:sp>
      <p:sp>
        <p:nvSpPr>
          <p:cNvPr id="107523"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7524" name="Rectangle 3"/>
          <p:cNvSpPr>
            <a:spLocks noGrp="1" noChangeArrowheads="1"/>
          </p:cNvSpPr>
          <p:nvPr>
            <p:ph type="body" idx="1"/>
          </p:nvPr>
        </p:nvSpPr>
        <p:spPr bwMode="auto">
          <a:xfrm>
            <a:off x="946574" y="4861441"/>
            <a:ext cx="5206153" cy="460557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zh-CN" altLang="en-US" dirty="0">
              <a:latin typeface="Arial" charset="0"/>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Calibri" pitchFamily="34" charset="0"/>
                <a:ea typeface="宋体" charset="-122"/>
              </a:defRPr>
            </a:lvl1pPr>
            <a:lvl2pPr marL="804763" indent="-309524" eaLnBrk="0" hangingPunct="0">
              <a:defRPr>
                <a:solidFill>
                  <a:schemeClr val="tx1"/>
                </a:solidFill>
                <a:latin typeface="Calibri" pitchFamily="34" charset="0"/>
                <a:ea typeface="宋体" charset="-122"/>
              </a:defRPr>
            </a:lvl2pPr>
            <a:lvl3pPr marL="1238098" indent="-247620" eaLnBrk="0" hangingPunct="0">
              <a:defRPr>
                <a:solidFill>
                  <a:schemeClr val="tx1"/>
                </a:solidFill>
                <a:latin typeface="Calibri" pitchFamily="34" charset="0"/>
                <a:ea typeface="宋体" charset="-122"/>
              </a:defRPr>
            </a:lvl3pPr>
            <a:lvl4pPr marL="1733337" indent="-247620" eaLnBrk="0" hangingPunct="0">
              <a:defRPr>
                <a:solidFill>
                  <a:schemeClr val="tx1"/>
                </a:solidFill>
                <a:latin typeface="Calibri" pitchFamily="34" charset="0"/>
                <a:ea typeface="宋体" charset="-122"/>
              </a:defRPr>
            </a:lvl4pPr>
            <a:lvl5pPr marL="2228576" indent="-247620" eaLnBrk="0" hangingPunct="0">
              <a:defRPr>
                <a:solidFill>
                  <a:schemeClr val="tx1"/>
                </a:solidFill>
                <a:latin typeface="Calibri" pitchFamily="34" charset="0"/>
                <a:ea typeface="宋体" charset="-122"/>
              </a:defRPr>
            </a:lvl5pPr>
            <a:lvl6pPr marL="2723815" indent="-247620" eaLnBrk="0" fontAlgn="base" hangingPunct="0">
              <a:spcBef>
                <a:spcPct val="0"/>
              </a:spcBef>
              <a:spcAft>
                <a:spcPct val="0"/>
              </a:spcAft>
              <a:defRPr>
                <a:solidFill>
                  <a:schemeClr val="tx1"/>
                </a:solidFill>
                <a:latin typeface="Calibri" pitchFamily="34" charset="0"/>
                <a:ea typeface="宋体" charset="-122"/>
              </a:defRPr>
            </a:lvl6pPr>
            <a:lvl7pPr marL="3219054" indent="-247620" eaLnBrk="0" fontAlgn="base" hangingPunct="0">
              <a:spcBef>
                <a:spcPct val="0"/>
              </a:spcBef>
              <a:spcAft>
                <a:spcPct val="0"/>
              </a:spcAft>
              <a:defRPr>
                <a:solidFill>
                  <a:schemeClr val="tx1"/>
                </a:solidFill>
                <a:latin typeface="Calibri" pitchFamily="34" charset="0"/>
                <a:ea typeface="宋体" charset="-122"/>
              </a:defRPr>
            </a:lvl7pPr>
            <a:lvl8pPr marL="3714293" indent="-247620" eaLnBrk="0" fontAlgn="base" hangingPunct="0">
              <a:spcBef>
                <a:spcPct val="0"/>
              </a:spcBef>
              <a:spcAft>
                <a:spcPct val="0"/>
              </a:spcAft>
              <a:defRPr>
                <a:solidFill>
                  <a:schemeClr val="tx1"/>
                </a:solidFill>
                <a:latin typeface="Calibri" pitchFamily="34" charset="0"/>
                <a:ea typeface="宋体" charset="-122"/>
              </a:defRPr>
            </a:lvl8pPr>
            <a:lvl9pPr marL="4209532" indent="-247620" eaLnBrk="0" fontAlgn="base" hangingPunct="0">
              <a:spcBef>
                <a:spcPct val="0"/>
              </a:spcBef>
              <a:spcAft>
                <a:spcPct val="0"/>
              </a:spcAft>
              <a:defRPr>
                <a:solidFill>
                  <a:schemeClr val="tx1"/>
                </a:solidFill>
                <a:latin typeface="Calibri" pitchFamily="34" charset="0"/>
                <a:ea typeface="宋体" charset="-122"/>
              </a:defRPr>
            </a:lvl9pPr>
          </a:lstStyle>
          <a:p>
            <a:pPr eaLnBrk="1" fontAlgn="base" hangingPunct="1">
              <a:spcBef>
                <a:spcPct val="0"/>
              </a:spcBef>
              <a:spcAft>
                <a:spcPct val="0"/>
              </a:spcAft>
            </a:pPr>
            <a:fld id="{2E0852B2-0CA0-423D-8BC9-0F048B58B927}" type="slidenum">
              <a:rPr lang="en-US" altLang="zh-CN" smtClean="0">
                <a:latin typeface="Arial" charset="0"/>
              </a:rPr>
              <a:pPr eaLnBrk="1" fontAlgn="base" hangingPunct="1">
                <a:spcBef>
                  <a:spcPct val="0"/>
                </a:spcBef>
                <a:spcAft>
                  <a:spcPct val="0"/>
                </a:spcAft>
              </a:pPr>
              <a:t>37</a:t>
            </a:fld>
            <a:endParaRPr lang="en-US" altLang="zh-CN">
              <a:latin typeface="Arial" charset="0"/>
            </a:endParaRPr>
          </a:p>
        </p:txBody>
      </p:sp>
      <p:sp>
        <p:nvSpPr>
          <p:cNvPr id="109571"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9572" name="Rectangle 3"/>
          <p:cNvSpPr>
            <a:spLocks noGrp="1" noChangeArrowheads="1"/>
          </p:cNvSpPr>
          <p:nvPr>
            <p:ph type="body" idx="1"/>
          </p:nvPr>
        </p:nvSpPr>
        <p:spPr bwMode="auto">
          <a:xfrm>
            <a:off x="946574" y="4861441"/>
            <a:ext cx="5206153" cy="460557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zh-CN" altLang="en-US" dirty="0">
              <a:latin typeface="Arial" charset="0"/>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Calibri" pitchFamily="34" charset="0"/>
                <a:ea typeface="宋体" charset="-122"/>
              </a:defRPr>
            </a:lvl1pPr>
            <a:lvl2pPr marL="804763" indent="-309524" eaLnBrk="0" hangingPunct="0">
              <a:defRPr>
                <a:solidFill>
                  <a:schemeClr val="tx1"/>
                </a:solidFill>
                <a:latin typeface="Calibri" pitchFamily="34" charset="0"/>
                <a:ea typeface="宋体" charset="-122"/>
              </a:defRPr>
            </a:lvl2pPr>
            <a:lvl3pPr marL="1238098" indent="-247620" eaLnBrk="0" hangingPunct="0">
              <a:defRPr>
                <a:solidFill>
                  <a:schemeClr val="tx1"/>
                </a:solidFill>
                <a:latin typeface="Calibri" pitchFamily="34" charset="0"/>
                <a:ea typeface="宋体" charset="-122"/>
              </a:defRPr>
            </a:lvl3pPr>
            <a:lvl4pPr marL="1733337" indent="-247620" eaLnBrk="0" hangingPunct="0">
              <a:defRPr>
                <a:solidFill>
                  <a:schemeClr val="tx1"/>
                </a:solidFill>
                <a:latin typeface="Calibri" pitchFamily="34" charset="0"/>
                <a:ea typeface="宋体" charset="-122"/>
              </a:defRPr>
            </a:lvl4pPr>
            <a:lvl5pPr marL="2228576" indent="-247620" eaLnBrk="0" hangingPunct="0">
              <a:defRPr>
                <a:solidFill>
                  <a:schemeClr val="tx1"/>
                </a:solidFill>
                <a:latin typeface="Calibri" pitchFamily="34" charset="0"/>
                <a:ea typeface="宋体" charset="-122"/>
              </a:defRPr>
            </a:lvl5pPr>
            <a:lvl6pPr marL="2723815" indent="-247620" eaLnBrk="0" fontAlgn="base" hangingPunct="0">
              <a:spcBef>
                <a:spcPct val="0"/>
              </a:spcBef>
              <a:spcAft>
                <a:spcPct val="0"/>
              </a:spcAft>
              <a:defRPr>
                <a:solidFill>
                  <a:schemeClr val="tx1"/>
                </a:solidFill>
                <a:latin typeface="Calibri" pitchFamily="34" charset="0"/>
                <a:ea typeface="宋体" charset="-122"/>
              </a:defRPr>
            </a:lvl6pPr>
            <a:lvl7pPr marL="3219054" indent="-247620" eaLnBrk="0" fontAlgn="base" hangingPunct="0">
              <a:spcBef>
                <a:spcPct val="0"/>
              </a:spcBef>
              <a:spcAft>
                <a:spcPct val="0"/>
              </a:spcAft>
              <a:defRPr>
                <a:solidFill>
                  <a:schemeClr val="tx1"/>
                </a:solidFill>
                <a:latin typeface="Calibri" pitchFamily="34" charset="0"/>
                <a:ea typeface="宋体" charset="-122"/>
              </a:defRPr>
            </a:lvl7pPr>
            <a:lvl8pPr marL="3714293" indent="-247620" eaLnBrk="0" fontAlgn="base" hangingPunct="0">
              <a:spcBef>
                <a:spcPct val="0"/>
              </a:spcBef>
              <a:spcAft>
                <a:spcPct val="0"/>
              </a:spcAft>
              <a:defRPr>
                <a:solidFill>
                  <a:schemeClr val="tx1"/>
                </a:solidFill>
                <a:latin typeface="Calibri" pitchFamily="34" charset="0"/>
                <a:ea typeface="宋体" charset="-122"/>
              </a:defRPr>
            </a:lvl8pPr>
            <a:lvl9pPr marL="4209532" indent="-247620" eaLnBrk="0" fontAlgn="base" hangingPunct="0">
              <a:spcBef>
                <a:spcPct val="0"/>
              </a:spcBef>
              <a:spcAft>
                <a:spcPct val="0"/>
              </a:spcAft>
              <a:defRPr>
                <a:solidFill>
                  <a:schemeClr val="tx1"/>
                </a:solidFill>
                <a:latin typeface="Calibri" pitchFamily="34" charset="0"/>
                <a:ea typeface="宋体" charset="-122"/>
              </a:defRPr>
            </a:lvl9pPr>
          </a:lstStyle>
          <a:p>
            <a:pPr eaLnBrk="1" fontAlgn="base" hangingPunct="1">
              <a:spcBef>
                <a:spcPct val="0"/>
              </a:spcBef>
              <a:spcAft>
                <a:spcPct val="0"/>
              </a:spcAft>
            </a:pPr>
            <a:fld id="{55D2C7B0-3799-4D02-AAE2-AFA6F28FEDE7}" type="slidenum">
              <a:rPr lang="en-US" altLang="zh-CN" smtClean="0">
                <a:latin typeface="Arial" charset="0"/>
              </a:rPr>
              <a:pPr eaLnBrk="1" fontAlgn="base" hangingPunct="1">
                <a:spcBef>
                  <a:spcPct val="0"/>
                </a:spcBef>
                <a:spcAft>
                  <a:spcPct val="0"/>
                </a:spcAft>
              </a:pPr>
              <a:t>38</a:t>
            </a:fld>
            <a:endParaRPr lang="en-US" altLang="zh-CN">
              <a:latin typeface="Arial" charset="0"/>
            </a:endParaRPr>
          </a:p>
        </p:txBody>
      </p:sp>
      <p:sp>
        <p:nvSpPr>
          <p:cNvPr id="110595"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0596" name="Rectangle 3"/>
          <p:cNvSpPr>
            <a:spLocks noGrp="1" noChangeArrowheads="1"/>
          </p:cNvSpPr>
          <p:nvPr>
            <p:ph type="body" idx="1"/>
          </p:nvPr>
        </p:nvSpPr>
        <p:spPr bwMode="auto">
          <a:xfrm>
            <a:off x="946574" y="4861441"/>
            <a:ext cx="5206153" cy="460557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zh-CN" altLang="en-US" dirty="0">
              <a:latin typeface="Arial" charset="0"/>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Calibri" pitchFamily="34" charset="0"/>
                <a:ea typeface="宋体" charset="-122"/>
              </a:defRPr>
            </a:lvl1pPr>
            <a:lvl2pPr marL="804763" indent="-309524" eaLnBrk="0" hangingPunct="0">
              <a:defRPr>
                <a:solidFill>
                  <a:schemeClr val="tx1"/>
                </a:solidFill>
                <a:latin typeface="Calibri" pitchFamily="34" charset="0"/>
                <a:ea typeface="宋体" charset="-122"/>
              </a:defRPr>
            </a:lvl2pPr>
            <a:lvl3pPr marL="1238098" indent="-247620" eaLnBrk="0" hangingPunct="0">
              <a:defRPr>
                <a:solidFill>
                  <a:schemeClr val="tx1"/>
                </a:solidFill>
                <a:latin typeface="Calibri" pitchFamily="34" charset="0"/>
                <a:ea typeface="宋体" charset="-122"/>
              </a:defRPr>
            </a:lvl3pPr>
            <a:lvl4pPr marL="1733337" indent="-247620" eaLnBrk="0" hangingPunct="0">
              <a:defRPr>
                <a:solidFill>
                  <a:schemeClr val="tx1"/>
                </a:solidFill>
                <a:latin typeface="Calibri" pitchFamily="34" charset="0"/>
                <a:ea typeface="宋体" charset="-122"/>
              </a:defRPr>
            </a:lvl4pPr>
            <a:lvl5pPr marL="2228576" indent="-247620" eaLnBrk="0" hangingPunct="0">
              <a:defRPr>
                <a:solidFill>
                  <a:schemeClr val="tx1"/>
                </a:solidFill>
                <a:latin typeface="Calibri" pitchFamily="34" charset="0"/>
                <a:ea typeface="宋体" charset="-122"/>
              </a:defRPr>
            </a:lvl5pPr>
            <a:lvl6pPr marL="2723815" indent="-247620" eaLnBrk="0" fontAlgn="base" hangingPunct="0">
              <a:spcBef>
                <a:spcPct val="0"/>
              </a:spcBef>
              <a:spcAft>
                <a:spcPct val="0"/>
              </a:spcAft>
              <a:defRPr>
                <a:solidFill>
                  <a:schemeClr val="tx1"/>
                </a:solidFill>
                <a:latin typeface="Calibri" pitchFamily="34" charset="0"/>
                <a:ea typeface="宋体" charset="-122"/>
              </a:defRPr>
            </a:lvl6pPr>
            <a:lvl7pPr marL="3219054" indent="-247620" eaLnBrk="0" fontAlgn="base" hangingPunct="0">
              <a:spcBef>
                <a:spcPct val="0"/>
              </a:spcBef>
              <a:spcAft>
                <a:spcPct val="0"/>
              </a:spcAft>
              <a:defRPr>
                <a:solidFill>
                  <a:schemeClr val="tx1"/>
                </a:solidFill>
                <a:latin typeface="Calibri" pitchFamily="34" charset="0"/>
                <a:ea typeface="宋体" charset="-122"/>
              </a:defRPr>
            </a:lvl7pPr>
            <a:lvl8pPr marL="3714293" indent="-247620" eaLnBrk="0" fontAlgn="base" hangingPunct="0">
              <a:spcBef>
                <a:spcPct val="0"/>
              </a:spcBef>
              <a:spcAft>
                <a:spcPct val="0"/>
              </a:spcAft>
              <a:defRPr>
                <a:solidFill>
                  <a:schemeClr val="tx1"/>
                </a:solidFill>
                <a:latin typeface="Calibri" pitchFamily="34" charset="0"/>
                <a:ea typeface="宋体" charset="-122"/>
              </a:defRPr>
            </a:lvl8pPr>
            <a:lvl9pPr marL="4209532" indent="-247620" eaLnBrk="0" fontAlgn="base" hangingPunct="0">
              <a:spcBef>
                <a:spcPct val="0"/>
              </a:spcBef>
              <a:spcAft>
                <a:spcPct val="0"/>
              </a:spcAft>
              <a:defRPr>
                <a:solidFill>
                  <a:schemeClr val="tx1"/>
                </a:solidFill>
                <a:latin typeface="Calibri" pitchFamily="34" charset="0"/>
                <a:ea typeface="宋体" charset="-122"/>
              </a:defRPr>
            </a:lvl9pPr>
          </a:lstStyle>
          <a:p>
            <a:pPr eaLnBrk="1" fontAlgn="base" hangingPunct="1">
              <a:spcBef>
                <a:spcPct val="0"/>
              </a:spcBef>
              <a:spcAft>
                <a:spcPct val="0"/>
              </a:spcAft>
            </a:pPr>
            <a:fld id="{F78E973C-E90C-4E05-B199-A955FF895DEA}" type="slidenum">
              <a:rPr lang="en-US" altLang="zh-CN" smtClean="0">
                <a:latin typeface="Arial" charset="0"/>
              </a:rPr>
              <a:pPr eaLnBrk="1" fontAlgn="base" hangingPunct="1">
                <a:spcBef>
                  <a:spcPct val="0"/>
                </a:spcBef>
                <a:spcAft>
                  <a:spcPct val="0"/>
                </a:spcAft>
              </a:pPr>
              <a:t>39</a:t>
            </a:fld>
            <a:endParaRPr lang="en-US" altLang="zh-CN">
              <a:latin typeface="Arial" charset="0"/>
            </a:endParaRPr>
          </a:p>
        </p:txBody>
      </p:sp>
      <p:sp>
        <p:nvSpPr>
          <p:cNvPr id="112643"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2644" name="Rectangle 3"/>
          <p:cNvSpPr>
            <a:spLocks noGrp="1" noChangeArrowheads="1"/>
          </p:cNvSpPr>
          <p:nvPr>
            <p:ph type="body" idx="1"/>
          </p:nvPr>
        </p:nvSpPr>
        <p:spPr bwMode="auto">
          <a:xfrm>
            <a:off x="946574" y="4861441"/>
            <a:ext cx="5206153" cy="460557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zh-CN">
              <a:latin typeface="Arial" charset="0"/>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Calibri" pitchFamily="34" charset="0"/>
                <a:ea typeface="宋体" charset="-122"/>
              </a:defRPr>
            </a:lvl1pPr>
            <a:lvl2pPr marL="804763" indent="-309524" eaLnBrk="0" hangingPunct="0">
              <a:defRPr>
                <a:solidFill>
                  <a:schemeClr val="tx1"/>
                </a:solidFill>
                <a:latin typeface="Calibri" pitchFamily="34" charset="0"/>
                <a:ea typeface="宋体" charset="-122"/>
              </a:defRPr>
            </a:lvl2pPr>
            <a:lvl3pPr marL="1238098" indent="-247620" eaLnBrk="0" hangingPunct="0">
              <a:defRPr>
                <a:solidFill>
                  <a:schemeClr val="tx1"/>
                </a:solidFill>
                <a:latin typeface="Calibri" pitchFamily="34" charset="0"/>
                <a:ea typeface="宋体" charset="-122"/>
              </a:defRPr>
            </a:lvl3pPr>
            <a:lvl4pPr marL="1733337" indent="-247620" eaLnBrk="0" hangingPunct="0">
              <a:defRPr>
                <a:solidFill>
                  <a:schemeClr val="tx1"/>
                </a:solidFill>
                <a:latin typeface="Calibri" pitchFamily="34" charset="0"/>
                <a:ea typeface="宋体" charset="-122"/>
              </a:defRPr>
            </a:lvl4pPr>
            <a:lvl5pPr marL="2228576" indent="-247620" eaLnBrk="0" hangingPunct="0">
              <a:defRPr>
                <a:solidFill>
                  <a:schemeClr val="tx1"/>
                </a:solidFill>
                <a:latin typeface="Calibri" pitchFamily="34" charset="0"/>
                <a:ea typeface="宋体" charset="-122"/>
              </a:defRPr>
            </a:lvl5pPr>
            <a:lvl6pPr marL="2723815" indent="-247620" eaLnBrk="0" fontAlgn="base" hangingPunct="0">
              <a:spcBef>
                <a:spcPct val="0"/>
              </a:spcBef>
              <a:spcAft>
                <a:spcPct val="0"/>
              </a:spcAft>
              <a:defRPr>
                <a:solidFill>
                  <a:schemeClr val="tx1"/>
                </a:solidFill>
                <a:latin typeface="Calibri" pitchFamily="34" charset="0"/>
                <a:ea typeface="宋体" charset="-122"/>
              </a:defRPr>
            </a:lvl6pPr>
            <a:lvl7pPr marL="3219054" indent="-247620" eaLnBrk="0" fontAlgn="base" hangingPunct="0">
              <a:spcBef>
                <a:spcPct val="0"/>
              </a:spcBef>
              <a:spcAft>
                <a:spcPct val="0"/>
              </a:spcAft>
              <a:defRPr>
                <a:solidFill>
                  <a:schemeClr val="tx1"/>
                </a:solidFill>
                <a:latin typeface="Calibri" pitchFamily="34" charset="0"/>
                <a:ea typeface="宋体" charset="-122"/>
              </a:defRPr>
            </a:lvl7pPr>
            <a:lvl8pPr marL="3714293" indent="-247620" eaLnBrk="0" fontAlgn="base" hangingPunct="0">
              <a:spcBef>
                <a:spcPct val="0"/>
              </a:spcBef>
              <a:spcAft>
                <a:spcPct val="0"/>
              </a:spcAft>
              <a:defRPr>
                <a:solidFill>
                  <a:schemeClr val="tx1"/>
                </a:solidFill>
                <a:latin typeface="Calibri" pitchFamily="34" charset="0"/>
                <a:ea typeface="宋体" charset="-122"/>
              </a:defRPr>
            </a:lvl8pPr>
            <a:lvl9pPr marL="4209532" indent="-247620" eaLnBrk="0" fontAlgn="base" hangingPunct="0">
              <a:spcBef>
                <a:spcPct val="0"/>
              </a:spcBef>
              <a:spcAft>
                <a:spcPct val="0"/>
              </a:spcAft>
              <a:defRPr>
                <a:solidFill>
                  <a:schemeClr val="tx1"/>
                </a:solidFill>
                <a:latin typeface="Calibri" pitchFamily="34" charset="0"/>
                <a:ea typeface="宋体" charset="-122"/>
              </a:defRPr>
            </a:lvl9pPr>
          </a:lstStyle>
          <a:p>
            <a:pPr eaLnBrk="1" fontAlgn="base" hangingPunct="1">
              <a:spcBef>
                <a:spcPct val="0"/>
              </a:spcBef>
              <a:spcAft>
                <a:spcPct val="0"/>
              </a:spcAft>
            </a:pPr>
            <a:fld id="{167301DB-6C89-41C7-80BE-06D061949EB2}" type="slidenum">
              <a:rPr lang="en-US" altLang="zh-CN" smtClean="0">
                <a:latin typeface="Arial" charset="0"/>
              </a:rPr>
              <a:pPr eaLnBrk="1" fontAlgn="base" hangingPunct="1">
                <a:spcBef>
                  <a:spcPct val="0"/>
                </a:spcBef>
                <a:spcAft>
                  <a:spcPct val="0"/>
                </a:spcAft>
              </a:pPr>
              <a:t>40</a:t>
            </a:fld>
            <a:endParaRPr lang="en-US" altLang="zh-CN">
              <a:latin typeface="Arial" charset="0"/>
            </a:endParaRPr>
          </a:p>
        </p:txBody>
      </p:sp>
      <p:sp>
        <p:nvSpPr>
          <p:cNvPr id="114691"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4692" name="Rectangle 3"/>
          <p:cNvSpPr>
            <a:spLocks noGrp="1" noChangeArrowheads="1"/>
          </p:cNvSpPr>
          <p:nvPr>
            <p:ph type="body" idx="1"/>
          </p:nvPr>
        </p:nvSpPr>
        <p:spPr bwMode="auto">
          <a:xfrm>
            <a:off x="946574" y="4861441"/>
            <a:ext cx="5206153" cy="460557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zh-CN" altLang="en-US" dirty="0">
              <a:latin typeface="Arial" charset="0"/>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Calibri" pitchFamily="34" charset="0"/>
                <a:ea typeface="宋体" charset="-122"/>
              </a:defRPr>
            </a:lvl1pPr>
            <a:lvl2pPr marL="804763" indent="-309524" eaLnBrk="0" hangingPunct="0">
              <a:defRPr>
                <a:solidFill>
                  <a:schemeClr val="tx1"/>
                </a:solidFill>
                <a:latin typeface="Calibri" pitchFamily="34" charset="0"/>
                <a:ea typeface="宋体" charset="-122"/>
              </a:defRPr>
            </a:lvl2pPr>
            <a:lvl3pPr marL="1238098" indent="-247620" eaLnBrk="0" hangingPunct="0">
              <a:defRPr>
                <a:solidFill>
                  <a:schemeClr val="tx1"/>
                </a:solidFill>
                <a:latin typeface="Calibri" pitchFamily="34" charset="0"/>
                <a:ea typeface="宋体" charset="-122"/>
              </a:defRPr>
            </a:lvl3pPr>
            <a:lvl4pPr marL="1733337" indent="-247620" eaLnBrk="0" hangingPunct="0">
              <a:defRPr>
                <a:solidFill>
                  <a:schemeClr val="tx1"/>
                </a:solidFill>
                <a:latin typeface="Calibri" pitchFamily="34" charset="0"/>
                <a:ea typeface="宋体" charset="-122"/>
              </a:defRPr>
            </a:lvl4pPr>
            <a:lvl5pPr marL="2228576" indent="-247620" eaLnBrk="0" hangingPunct="0">
              <a:defRPr>
                <a:solidFill>
                  <a:schemeClr val="tx1"/>
                </a:solidFill>
                <a:latin typeface="Calibri" pitchFamily="34" charset="0"/>
                <a:ea typeface="宋体" charset="-122"/>
              </a:defRPr>
            </a:lvl5pPr>
            <a:lvl6pPr marL="2723815" indent="-247620" eaLnBrk="0" fontAlgn="base" hangingPunct="0">
              <a:spcBef>
                <a:spcPct val="0"/>
              </a:spcBef>
              <a:spcAft>
                <a:spcPct val="0"/>
              </a:spcAft>
              <a:defRPr>
                <a:solidFill>
                  <a:schemeClr val="tx1"/>
                </a:solidFill>
                <a:latin typeface="Calibri" pitchFamily="34" charset="0"/>
                <a:ea typeface="宋体" charset="-122"/>
              </a:defRPr>
            </a:lvl6pPr>
            <a:lvl7pPr marL="3219054" indent="-247620" eaLnBrk="0" fontAlgn="base" hangingPunct="0">
              <a:spcBef>
                <a:spcPct val="0"/>
              </a:spcBef>
              <a:spcAft>
                <a:spcPct val="0"/>
              </a:spcAft>
              <a:defRPr>
                <a:solidFill>
                  <a:schemeClr val="tx1"/>
                </a:solidFill>
                <a:latin typeface="Calibri" pitchFamily="34" charset="0"/>
                <a:ea typeface="宋体" charset="-122"/>
              </a:defRPr>
            </a:lvl7pPr>
            <a:lvl8pPr marL="3714293" indent="-247620" eaLnBrk="0" fontAlgn="base" hangingPunct="0">
              <a:spcBef>
                <a:spcPct val="0"/>
              </a:spcBef>
              <a:spcAft>
                <a:spcPct val="0"/>
              </a:spcAft>
              <a:defRPr>
                <a:solidFill>
                  <a:schemeClr val="tx1"/>
                </a:solidFill>
                <a:latin typeface="Calibri" pitchFamily="34" charset="0"/>
                <a:ea typeface="宋体" charset="-122"/>
              </a:defRPr>
            </a:lvl8pPr>
            <a:lvl9pPr marL="4209532" indent="-247620" eaLnBrk="0" fontAlgn="base" hangingPunct="0">
              <a:spcBef>
                <a:spcPct val="0"/>
              </a:spcBef>
              <a:spcAft>
                <a:spcPct val="0"/>
              </a:spcAft>
              <a:defRPr>
                <a:solidFill>
                  <a:schemeClr val="tx1"/>
                </a:solidFill>
                <a:latin typeface="Calibri" pitchFamily="34" charset="0"/>
                <a:ea typeface="宋体" charset="-122"/>
              </a:defRPr>
            </a:lvl9pPr>
          </a:lstStyle>
          <a:p>
            <a:pPr eaLnBrk="1" fontAlgn="base" hangingPunct="1">
              <a:spcBef>
                <a:spcPct val="0"/>
              </a:spcBef>
              <a:spcAft>
                <a:spcPct val="0"/>
              </a:spcAft>
            </a:pPr>
            <a:fld id="{16828EDC-A2A7-4888-A0FA-01E24A238C72}" type="slidenum">
              <a:rPr lang="en-US" altLang="zh-CN" smtClean="0">
                <a:latin typeface="Arial" charset="0"/>
              </a:rPr>
              <a:pPr eaLnBrk="1" fontAlgn="base" hangingPunct="1">
                <a:spcBef>
                  <a:spcPct val="0"/>
                </a:spcBef>
                <a:spcAft>
                  <a:spcPct val="0"/>
                </a:spcAft>
              </a:pPr>
              <a:t>41</a:t>
            </a:fld>
            <a:endParaRPr lang="en-US" altLang="zh-CN">
              <a:latin typeface="Arial" charset="0"/>
            </a:endParaRPr>
          </a:p>
        </p:txBody>
      </p:sp>
      <p:sp>
        <p:nvSpPr>
          <p:cNvPr id="116739"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6740" name="Rectangle 3"/>
          <p:cNvSpPr>
            <a:spLocks noGrp="1" noChangeArrowheads="1"/>
          </p:cNvSpPr>
          <p:nvPr>
            <p:ph type="body" idx="1"/>
          </p:nvPr>
        </p:nvSpPr>
        <p:spPr bwMode="auto">
          <a:xfrm>
            <a:off x="946574" y="4861441"/>
            <a:ext cx="5206153" cy="460557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zh-CN">
              <a:latin typeface="Arial" charset="0"/>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a:extLst>
              <a:ext uri="{FF2B5EF4-FFF2-40B4-BE49-F238E27FC236}">
                <a16:creationId xmlns:a16="http://schemas.microsoft.com/office/drawing/2014/main" id="{3F21E7AB-4ADA-4ED1-A53B-E28AA27425C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fld id="{1F241D71-FA41-4FC4-B638-DDAF5D1E4519}" type="slidenum">
              <a:rPr lang="en-US" altLang="zh-CN">
                <a:latin typeface="Arial" panose="020B0604020202020204" pitchFamily="34" charset="0"/>
              </a:rPr>
              <a:pPr eaLnBrk="1" hangingPunct="1"/>
              <a:t>42</a:t>
            </a:fld>
            <a:endParaRPr lang="en-US" altLang="zh-CN">
              <a:latin typeface="Arial" panose="020B0604020202020204" pitchFamily="34" charset="0"/>
            </a:endParaRPr>
          </a:p>
        </p:txBody>
      </p:sp>
      <p:sp>
        <p:nvSpPr>
          <p:cNvPr id="71683" name="Rectangle 2">
            <a:extLst>
              <a:ext uri="{FF2B5EF4-FFF2-40B4-BE49-F238E27FC236}">
                <a16:creationId xmlns:a16="http://schemas.microsoft.com/office/drawing/2014/main" id="{2D2761E0-4573-4954-9857-CE0929EE5517}"/>
              </a:ext>
            </a:extLst>
          </p:cNvPr>
          <p:cNvSpPr>
            <a:spLocks noGrp="1" noRot="1" noChangeAspect="1" noChangeArrowheads="1" noTextEdit="1"/>
          </p:cNvSpPr>
          <p:nvPr>
            <p:ph type="sldImg"/>
          </p:nvPr>
        </p:nvSpPr>
        <p:spPr>
          <a:ln/>
        </p:spPr>
      </p:sp>
      <p:sp>
        <p:nvSpPr>
          <p:cNvPr id="71684" name="Rectangle 3">
            <a:extLst>
              <a:ext uri="{FF2B5EF4-FFF2-40B4-BE49-F238E27FC236}">
                <a16:creationId xmlns:a16="http://schemas.microsoft.com/office/drawing/2014/main" id="{843ADDDA-9BC5-46BF-AEE1-2C253C73159D}"/>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a:latin typeface="Arial" panose="020B0604020202020204" pitchFamily="34" charset="0"/>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Calibri" pitchFamily="34" charset="0"/>
                <a:ea typeface="宋体" charset="-122"/>
              </a:defRPr>
            </a:lvl1pPr>
            <a:lvl2pPr marL="804763" indent="-309524" eaLnBrk="0" hangingPunct="0">
              <a:defRPr>
                <a:solidFill>
                  <a:schemeClr val="tx1"/>
                </a:solidFill>
                <a:latin typeface="Calibri" pitchFamily="34" charset="0"/>
                <a:ea typeface="宋体" charset="-122"/>
              </a:defRPr>
            </a:lvl2pPr>
            <a:lvl3pPr marL="1238098" indent="-247620" eaLnBrk="0" hangingPunct="0">
              <a:defRPr>
                <a:solidFill>
                  <a:schemeClr val="tx1"/>
                </a:solidFill>
                <a:latin typeface="Calibri" pitchFamily="34" charset="0"/>
                <a:ea typeface="宋体" charset="-122"/>
              </a:defRPr>
            </a:lvl3pPr>
            <a:lvl4pPr marL="1733337" indent="-247620" eaLnBrk="0" hangingPunct="0">
              <a:defRPr>
                <a:solidFill>
                  <a:schemeClr val="tx1"/>
                </a:solidFill>
                <a:latin typeface="Calibri" pitchFamily="34" charset="0"/>
                <a:ea typeface="宋体" charset="-122"/>
              </a:defRPr>
            </a:lvl4pPr>
            <a:lvl5pPr marL="2228576" indent="-247620" eaLnBrk="0" hangingPunct="0">
              <a:defRPr>
                <a:solidFill>
                  <a:schemeClr val="tx1"/>
                </a:solidFill>
                <a:latin typeface="Calibri" pitchFamily="34" charset="0"/>
                <a:ea typeface="宋体" charset="-122"/>
              </a:defRPr>
            </a:lvl5pPr>
            <a:lvl6pPr marL="2723815" indent="-247620" eaLnBrk="0" fontAlgn="base" hangingPunct="0">
              <a:spcBef>
                <a:spcPct val="0"/>
              </a:spcBef>
              <a:spcAft>
                <a:spcPct val="0"/>
              </a:spcAft>
              <a:defRPr>
                <a:solidFill>
                  <a:schemeClr val="tx1"/>
                </a:solidFill>
                <a:latin typeface="Calibri" pitchFamily="34" charset="0"/>
                <a:ea typeface="宋体" charset="-122"/>
              </a:defRPr>
            </a:lvl6pPr>
            <a:lvl7pPr marL="3219054" indent="-247620" eaLnBrk="0" fontAlgn="base" hangingPunct="0">
              <a:spcBef>
                <a:spcPct val="0"/>
              </a:spcBef>
              <a:spcAft>
                <a:spcPct val="0"/>
              </a:spcAft>
              <a:defRPr>
                <a:solidFill>
                  <a:schemeClr val="tx1"/>
                </a:solidFill>
                <a:latin typeface="Calibri" pitchFamily="34" charset="0"/>
                <a:ea typeface="宋体" charset="-122"/>
              </a:defRPr>
            </a:lvl7pPr>
            <a:lvl8pPr marL="3714293" indent="-247620" eaLnBrk="0" fontAlgn="base" hangingPunct="0">
              <a:spcBef>
                <a:spcPct val="0"/>
              </a:spcBef>
              <a:spcAft>
                <a:spcPct val="0"/>
              </a:spcAft>
              <a:defRPr>
                <a:solidFill>
                  <a:schemeClr val="tx1"/>
                </a:solidFill>
                <a:latin typeface="Calibri" pitchFamily="34" charset="0"/>
                <a:ea typeface="宋体" charset="-122"/>
              </a:defRPr>
            </a:lvl8pPr>
            <a:lvl9pPr marL="4209532" indent="-247620" eaLnBrk="0" fontAlgn="base" hangingPunct="0">
              <a:spcBef>
                <a:spcPct val="0"/>
              </a:spcBef>
              <a:spcAft>
                <a:spcPct val="0"/>
              </a:spcAft>
              <a:defRPr>
                <a:solidFill>
                  <a:schemeClr val="tx1"/>
                </a:solidFill>
                <a:latin typeface="Calibri" pitchFamily="34" charset="0"/>
                <a:ea typeface="宋体" charset="-122"/>
              </a:defRPr>
            </a:lvl9pPr>
          </a:lstStyle>
          <a:p>
            <a:pPr eaLnBrk="1" fontAlgn="base" hangingPunct="1">
              <a:spcBef>
                <a:spcPct val="0"/>
              </a:spcBef>
              <a:spcAft>
                <a:spcPct val="0"/>
              </a:spcAft>
            </a:pPr>
            <a:fld id="{853C1A69-149B-4B19-963F-5D5B5672D9E8}" type="slidenum">
              <a:rPr lang="en-US" altLang="zh-CN" smtClean="0">
                <a:latin typeface="Arial" charset="0"/>
              </a:rPr>
              <a:pPr eaLnBrk="1" fontAlgn="base" hangingPunct="1">
                <a:spcBef>
                  <a:spcPct val="0"/>
                </a:spcBef>
                <a:spcAft>
                  <a:spcPct val="0"/>
                </a:spcAft>
              </a:pPr>
              <a:t>43</a:t>
            </a:fld>
            <a:endParaRPr lang="en-US" altLang="zh-CN">
              <a:latin typeface="Arial" charset="0"/>
            </a:endParaRPr>
          </a:p>
        </p:txBody>
      </p:sp>
      <p:sp>
        <p:nvSpPr>
          <p:cNvPr id="118787"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8788" name="Rectangle 3"/>
          <p:cNvSpPr>
            <a:spLocks noGrp="1" noChangeArrowheads="1"/>
          </p:cNvSpPr>
          <p:nvPr>
            <p:ph type="body" idx="1"/>
          </p:nvPr>
        </p:nvSpPr>
        <p:spPr bwMode="auto">
          <a:xfrm>
            <a:off x="946574" y="4861441"/>
            <a:ext cx="5206153" cy="460557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zh-CN">
              <a:latin typeface="Arial" charset="0"/>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Calibri" pitchFamily="34" charset="0"/>
                <a:ea typeface="宋体" charset="-122"/>
              </a:defRPr>
            </a:lvl1pPr>
            <a:lvl2pPr marL="804763" indent="-309524" eaLnBrk="0" hangingPunct="0">
              <a:defRPr>
                <a:solidFill>
                  <a:schemeClr val="tx1"/>
                </a:solidFill>
                <a:latin typeface="Calibri" pitchFamily="34" charset="0"/>
                <a:ea typeface="宋体" charset="-122"/>
              </a:defRPr>
            </a:lvl2pPr>
            <a:lvl3pPr marL="1238098" indent="-247620" eaLnBrk="0" hangingPunct="0">
              <a:defRPr>
                <a:solidFill>
                  <a:schemeClr val="tx1"/>
                </a:solidFill>
                <a:latin typeface="Calibri" pitchFamily="34" charset="0"/>
                <a:ea typeface="宋体" charset="-122"/>
              </a:defRPr>
            </a:lvl3pPr>
            <a:lvl4pPr marL="1733337" indent="-247620" eaLnBrk="0" hangingPunct="0">
              <a:defRPr>
                <a:solidFill>
                  <a:schemeClr val="tx1"/>
                </a:solidFill>
                <a:latin typeface="Calibri" pitchFamily="34" charset="0"/>
                <a:ea typeface="宋体" charset="-122"/>
              </a:defRPr>
            </a:lvl4pPr>
            <a:lvl5pPr marL="2228576" indent="-247620" eaLnBrk="0" hangingPunct="0">
              <a:defRPr>
                <a:solidFill>
                  <a:schemeClr val="tx1"/>
                </a:solidFill>
                <a:latin typeface="Calibri" pitchFamily="34" charset="0"/>
                <a:ea typeface="宋体" charset="-122"/>
              </a:defRPr>
            </a:lvl5pPr>
            <a:lvl6pPr marL="2723815" indent="-247620" eaLnBrk="0" fontAlgn="base" hangingPunct="0">
              <a:spcBef>
                <a:spcPct val="0"/>
              </a:spcBef>
              <a:spcAft>
                <a:spcPct val="0"/>
              </a:spcAft>
              <a:defRPr>
                <a:solidFill>
                  <a:schemeClr val="tx1"/>
                </a:solidFill>
                <a:latin typeface="Calibri" pitchFamily="34" charset="0"/>
                <a:ea typeface="宋体" charset="-122"/>
              </a:defRPr>
            </a:lvl6pPr>
            <a:lvl7pPr marL="3219054" indent="-247620" eaLnBrk="0" fontAlgn="base" hangingPunct="0">
              <a:spcBef>
                <a:spcPct val="0"/>
              </a:spcBef>
              <a:spcAft>
                <a:spcPct val="0"/>
              </a:spcAft>
              <a:defRPr>
                <a:solidFill>
                  <a:schemeClr val="tx1"/>
                </a:solidFill>
                <a:latin typeface="Calibri" pitchFamily="34" charset="0"/>
                <a:ea typeface="宋体" charset="-122"/>
              </a:defRPr>
            </a:lvl7pPr>
            <a:lvl8pPr marL="3714293" indent="-247620" eaLnBrk="0" fontAlgn="base" hangingPunct="0">
              <a:spcBef>
                <a:spcPct val="0"/>
              </a:spcBef>
              <a:spcAft>
                <a:spcPct val="0"/>
              </a:spcAft>
              <a:defRPr>
                <a:solidFill>
                  <a:schemeClr val="tx1"/>
                </a:solidFill>
                <a:latin typeface="Calibri" pitchFamily="34" charset="0"/>
                <a:ea typeface="宋体" charset="-122"/>
              </a:defRPr>
            </a:lvl8pPr>
            <a:lvl9pPr marL="4209532" indent="-247620" eaLnBrk="0" fontAlgn="base" hangingPunct="0">
              <a:spcBef>
                <a:spcPct val="0"/>
              </a:spcBef>
              <a:spcAft>
                <a:spcPct val="0"/>
              </a:spcAft>
              <a:defRPr>
                <a:solidFill>
                  <a:schemeClr val="tx1"/>
                </a:solidFill>
                <a:latin typeface="Calibri" pitchFamily="34" charset="0"/>
                <a:ea typeface="宋体" charset="-122"/>
              </a:defRPr>
            </a:lvl9pPr>
          </a:lstStyle>
          <a:p>
            <a:pPr eaLnBrk="1" fontAlgn="base" hangingPunct="1">
              <a:spcBef>
                <a:spcPct val="0"/>
              </a:spcBef>
              <a:spcAft>
                <a:spcPct val="0"/>
              </a:spcAft>
            </a:pPr>
            <a:fld id="{A848C194-A57A-4240-BAB4-3FE77A3E095D}" type="slidenum">
              <a:rPr lang="en-US" altLang="zh-CN" smtClean="0">
                <a:latin typeface="Arial" charset="0"/>
              </a:rPr>
              <a:pPr eaLnBrk="1" fontAlgn="base" hangingPunct="1">
                <a:spcBef>
                  <a:spcPct val="0"/>
                </a:spcBef>
                <a:spcAft>
                  <a:spcPct val="0"/>
                </a:spcAft>
              </a:pPr>
              <a:t>44</a:t>
            </a:fld>
            <a:endParaRPr lang="en-US" altLang="zh-CN">
              <a:latin typeface="Arial" charset="0"/>
            </a:endParaRPr>
          </a:p>
        </p:txBody>
      </p:sp>
      <p:sp>
        <p:nvSpPr>
          <p:cNvPr id="120835"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0836" name="Rectangle 3"/>
          <p:cNvSpPr>
            <a:spLocks noGrp="1" noChangeArrowheads="1"/>
          </p:cNvSpPr>
          <p:nvPr>
            <p:ph type="body" idx="1"/>
          </p:nvPr>
        </p:nvSpPr>
        <p:spPr bwMode="auto">
          <a:xfrm>
            <a:off x="946574" y="4861441"/>
            <a:ext cx="5206153" cy="460557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zh-CN">
              <a:latin typeface="Arial" charset="0"/>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Calibri" pitchFamily="34" charset="0"/>
                <a:ea typeface="宋体" charset="-122"/>
              </a:defRPr>
            </a:lvl1pPr>
            <a:lvl2pPr marL="804763" indent="-309524" eaLnBrk="0" hangingPunct="0">
              <a:defRPr>
                <a:solidFill>
                  <a:schemeClr val="tx1"/>
                </a:solidFill>
                <a:latin typeface="Calibri" pitchFamily="34" charset="0"/>
                <a:ea typeface="宋体" charset="-122"/>
              </a:defRPr>
            </a:lvl2pPr>
            <a:lvl3pPr marL="1238098" indent="-247620" eaLnBrk="0" hangingPunct="0">
              <a:defRPr>
                <a:solidFill>
                  <a:schemeClr val="tx1"/>
                </a:solidFill>
                <a:latin typeface="Calibri" pitchFamily="34" charset="0"/>
                <a:ea typeface="宋体" charset="-122"/>
              </a:defRPr>
            </a:lvl3pPr>
            <a:lvl4pPr marL="1733337" indent="-247620" eaLnBrk="0" hangingPunct="0">
              <a:defRPr>
                <a:solidFill>
                  <a:schemeClr val="tx1"/>
                </a:solidFill>
                <a:latin typeface="Calibri" pitchFamily="34" charset="0"/>
                <a:ea typeface="宋体" charset="-122"/>
              </a:defRPr>
            </a:lvl4pPr>
            <a:lvl5pPr marL="2228576" indent="-247620" eaLnBrk="0" hangingPunct="0">
              <a:defRPr>
                <a:solidFill>
                  <a:schemeClr val="tx1"/>
                </a:solidFill>
                <a:latin typeface="Calibri" pitchFamily="34" charset="0"/>
                <a:ea typeface="宋体" charset="-122"/>
              </a:defRPr>
            </a:lvl5pPr>
            <a:lvl6pPr marL="2723815" indent="-247620" eaLnBrk="0" fontAlgn="base" hangingPunct="0">
              <a:spcBef>
                <a:spcPct val="0"/>
              </a:spcBef>
              <a:spcAft>
                <a:spcPct val="0"/>
              </a:spcAft>
              <a:defRPr>
                <a:solidFill>
                  <a:schemeClr val="tx1"/>
                </a:solidFill>
                <a:latin typeface="Calibri" pitchFamily="34" charset="0"/>
                <a:ea typeface="宋体" charset="-122"/>
              </a:defRPr>
            </a:lvl6pPr>
            <a:lvl7pPr marL="3219054" indent="-247620" eaLnBrk="0" fontAlgn="base" hangingPunct="0">
              <a:spcBef>
                <a:spcPct val="0"/>
              </a:spcBef>
              <a:spcAft>
                <a:spcPct val="0"/>
              </a:spcAft>
              <a:defRPr>
                <a:solidFill>
                  <a:schemeClr val="tx1"/>
                </a:solidFill>
                <a:latin typeface="Calibri" pitchFamily="34" charset="0"/>
                <a:ea typeface="宋体" charset="-122"/>
              </a:defRPr>
            </a:lvl7pPr>
            <a:lvl8pPr marL="3714293" indent="-247620" eaLnBrk="0" fontAlgn="base" hangingPunct="0">
              <a:spcBef>
                <a:spcPct val="0"/>
              </a:spcBef>
              <a:spcAft>
                <a:spcPct val="0"/>
              </a:spcAft>
              <a:defRPr>
                <a:solidFill>
                  <a:schemeClr val="tx1"/>
                </a:solidFill>
                <a:latin typeface="Calibri" pitchFamily="34" charset="0"/>
                <a:ea typeface="宋体" charset="-122"/>
              </a:defRPr>
            </a:lvl8pPr>
            <a:lvl9pPr marL="4209532" indent="-247620" eaLnBrk="0" fontAlgn="base" hangingPunct="0">
              <a:spcBef>
                <a:spcPct val="0"/>
              </a:spcBef>
              <a:spcAft>
                <a:spcPct val="0"/>
              </a:spcAft>
              <a:defRPr>
                <a:solidFill>
                  <a:schemeClr val="tx1"/>
                </a:solidFill>
                <a:latin typeface="Calibri" pitchFamily="34" charset="0"/>
                <a:ea typeface="宋体" charset="-122"/>
              </a:defRPr>
            </a:lvl9pPr>
          </a:lstStyle>
          <a:p>
            <a:pPr eaLnBrk="1" fontAlgn="base" hangingPunct="1">
              <a:spcBef>
                <a:spcPct val="0"/>
              </a:spcBef>
              <a:spcAft>
                <a:spcPct val="0"/>
              </a:spcAft>
            </a:pPr>
            <a:fld id="{0542F136-BAB4-4C83-8259-B461C1C8BFF1}" type="slidenum">
              <a:rPr lang="en-US" altLang="zh-CN" smtClean="0">
                <a:latin typeface="Arial" charset="0"/>
              </a:rPr>
              <a:pPr eaLnBrk="1" fontAlgn="base" hangingPunct="1">
                <a:spcBef>
                  <a:spcPct val="0"/>
                </a:spcBef>
                <a:spcAft>
                  <a:spcPct val="0"/>
                </a:spcAft>
              </a:pPr>
              <a:t>45</a:t>
            </a:fld>
            <a:endParaRPr lang="en-US" altLang="zh-CN">
              <a:latin typeface="Arial" charset="0"/>
            </a:endParaRPr>
          </a:p>
        </p:txBody>
      </p:sp>
      <p:sp>
        <p:nvSpPr>
          <p:cNvPr id="64515"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4516" name="Rectangle 3"/>
          <p:cNvSpPr>
            <a:spLocks noGrp="1" noChangeArrowheads="1"/>
          </p:cNvSpPr>
          <p:nvPr>
            <p:ph type="body" idx="1"/>
          </p:nvPr>
        </p:nvSpPr>
        <p:spPr bwMode="auto">
          <a:xfrm>
            <a:off x="946574" y="4861441"/>
            <a:ext cx="5206153" cy="460557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2" name="Rectangle 5">
            <a:extLst>
              <a:ext uri="{FF2B5EF4-FFF2-40B4-BE49-F238E27FC236}">
                <a16:creationId xmlns:a16="http://schemas.microsoft.com/office/drawing/2014/main" id="{6C66624E-ED21-4D5D-A729-46CE871D111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00">
              <a:defRPr>
                <a:solidFill>
                  <a:schemeClr val="tx1"/>
                </a:solidFill>
                <a:latin typeface="Arial" panose="020B0604020202020204" pitchFamily="34" charset="0"/>
              </a:defRPr>
            </a:lvl1pPr>
            <a:lvl2pPr marL="742950" indent="-285750" defTabSz="927100">
              <a:defRPr>
                <a:solidFill>
                  <a:schemeClr val="tx1"/>
                </a:solidFill>
                <a:latin typeface="Arial" panose="020B0604020202020204" pitchFamily="34" charset="0"/>
              </a:defRPr>
            </a:lvl2pPr>
            <a:lvl3pPr marL="1143000" indent="-228600" defTabSz="927100">
              <a:defRPr>
                <a:solidFill>
                  <a:schemeClr val="tx1"/>
                </a:solidFill>
                <a:latin typeface="Arial" panose="020B0604020202020204" pitchFamily="34" charset="0"/>
              </a:defRPr>
            </a:lvl3pPr>
            <a:lvl4pPr marL="1600200" indent="-228600" defTabSz="927100">
              <a:defRPr>
                <a:solidFill>
                  <a:schemeClr val="tx1"/>
                </a:solidFill>
                <a:latin typeface="Arial" panose="020B0604020202020204" pitchFamily="34" charset="0"/>
              </a:defRPr>
            </a:lvl4pPr>
            <a:lvl5pPr marL="2057400" indent="-228600" defTabSz="927100">
              <a:defRPr>
                <a:solidFill>
                  <a:schemeClr val="tx1"/>
                </a:solidFill>
                <a:latin typeface="Arial" panose="020B0604020202020204" pitchFamily="34" charset="0"/>
              </a:defRPr>
            </a:lvl5pPr>
            <a:lvl6pPr marL="2514600" indent="-228600" defTabSz="927100" eaLnBrk="0" fontAlgn="base" hangingPunct="0">
              <a:spcBef>
                <a:spcPct val="0"/>
              </a:spcBef>
              <a:spcAft>
                <a:spcPct val="0"/>
              </a:spcAft>
              <a:defRPr>
                <a:solidFill>
                  <a:schemeClr val="tx1"/>
                </a:solidFill>
                <a:latin typeface="Arial" panose="020B0604020202020204" pitchFamily="34" charset="0"/>
              </a:defRPr>
            </a:lvl6pPr>
            <a:lvl7pPr marL="2971800" indent="-228600" defTabSz="927100" eaLnBrk="0" fontAlgn="base" hangingPunct="0">
              <a:spcBef>
                <a:spcPct val="0"/>
              </a:spcBef>
              <a:spcAft>
                <a:spcPct val="0"/>
              </a:spcAft>
              <a:defRPr>
                <a:solidFill>
                  <a:schemeClr val="tx1"/>
                </a:solidFill>
                <a:latin typeface="Arial" panose="020B0604020202020204" pitchFamily="34" charset="0"/>
              </a:defRPr>
            </a:lvl7pPr>
            <a:lvl8pPr marL="3429000" indent="-228600" defTabSz="927100" eaLnBrk="0" fontAlgn="base" hangingPunct="0">
              <a:spcBef>
                <a:spcPct val="0"/>
              </a:spcBef>
              <a:spcAft>
                <a:spcPct val="0"/>
              </a:spcAft>
              <a:defRPr>
                <a:solidFill>
                  <a:schemeClr val="tx1"/>
                </a:solidFill>
                <a:latin typeface="Arial" panose="020B0604020202020204" pitchFamily="34" charset="0"/>
              </a:defRPr>
            </a:lvl8pPr>
            <a:lvl9pPr marL="3886200" indent="-228600" defTabSz="927100" eaLnBrk="0" fontAlgn="base" hangingPunct="0">
              <a:spcBef>
                <a:spcPct val="0"/>
              </a:spcBef>
              <a:spcAft>
                <a:spcPct val="0"/>
              </a:spcAft>
              <a:defRPr>
                <a:solidFill>
                  <a:schemeClr val="tx1"/>
                </a:solidFill>
                <a:latin typeface="Arial" panose="020B0604020202020204" pitchFamily="34" charset="0"/>
              </a:defRPr>
            </a:lvl9pPr>
          </a:lstStyle>
          <a:p>
            <a:fld id="{B96636CB-CF19-42DE-B528-1801BB1C7DE1}" type="slidenum">
              <a:rPr lang="zh-CN" altLang="en-US" smtClean="0">
                <a:latin typeface="Times New Roman" panose="02020603050405020304" pitchFamily="18" charset="0"/>
              </a:rPr>
              <a:pPr/>
              <a:t>46</a:t>
            </a:fld>
            <a:endParaRPr lang="en-US" altLang="zh-CN">
              <a:latin typeface="Times New Roman" panose="02020603050405020304" pitchFamily="18" charset="0"/>
            </a:endParaRPr>
          </a:p>
        </p:txBody>
      </p:sp>
      <p:sp>
        <p:nvSpPr>
          <p:cNvPr id="199683" name="Rectangle 2">
            <a:extLst>
              <a:ext uri="{FF2B5EF4-FFF2-40B4-BE49-F238E27FC236}">
                <a16:creationId xmlns:a16="http://schemas.microsoft.com/office/drawing/2014/main" id="{9077BD8A-7D90-45D8-A84F-7082ACD2457D}"/>
              </a:ext>
            </a:extLst>
          </p:cNvPr>
          <p:cNvSpPr>
            <a:spLocks noGrp="1" noRot="1" noChangeAspect="1" noChangeArrowheads="1" noTextEdit="1"/>
          </p:cNvSpPr>
          <p:nvPr>
            <p:ph type="sldImg"/>
          </p:nvPr>
        </p:nvSpPr>
        <p:spPr>
          <a:xfrm>
            <a:off x="1182688" y="703263"/>
            <a:ext cx="4619625" cy="3465512"/>
          </a:xfrm>
          <a:ln/>
        </p:spPr>
      </p:sp>
      <p:sp>
        <p:nvSpPr>
          <p:cNvPr id="199684" name="Rectangle 3">
            <a:extLst>
              <a:ext uri="{FF2B5EF4-FFF2-40B4-BE49-F238E27FC236}">
                <a16:creationId xmlns:a16="http://schemas.microsoft.com/office/drawing/2014/main" id="{606FFC21-CDD4-4ADC-86B2-75BA71A4552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Calibri" pitchFamily="34" charset="0"/>
                <a:ea typeface="宋体" charset="-122"/>
              </a:defRPr>
            </a:lvl1pPr>
            <a:lvl2pPr marL="804763" indent="-309524" eaLnBrk="0" hangingPunct="0">
              <a:defRPr>
                <a:solidFill>
                  <a:schemeClr val="tx1"/>
                </a:solidFill>
                <a:latin typeface="Calibri" pitchFamily="34" charset="0"/>
                <a:ea typeface="宋体" charset="-122"/>
              </a:defRPr>
            </a:lvl2pPr>
            <a:lvl3pPr marL="1238098" indent="-247620" eaLnBrk="0" hangingPunct="0">
              <a:defRPr>
                <a:solidFill>
                  <a:schemeClr val="tx1"/>
                </a:solidFill>
                <a:latin typeface="Calibri" pitchFamily="34" charset="0"/>
                <a:ea typeface="宋体" charset="-122"/>
              </a:defRPr>
            </a:lvl3pPr>
            <a:lvl4pPr marL="1733337" indent="-247620" eaLnBrk="0" hangingPunct="0">
              <a:defRPr>
                <a:solidFill>
                  <a:schemeClr val="tx1"/>
                </a:solidFill>
                <a:latin typeface="Calibri" pitchFamily="34" charset="0"/>
                <a:ea typeface="宋体" charset="-122"/>
              </a:defRPr>
            </a:lvl4pPr>
            <a:lvl5pPr marL="2228576" indent="-247620" eaLnBrk="0" hangingPunct="0">
              <a:defRPr>
                <a:solidFill>
                  <a:schemeClr val="tx1"/>
                </a:solidFill>
                <a:latin typeface="Calibri" pitchFamily="34" charset="0"/>
                <a:ea typeface="宋体" charset="-122"/>
              </a:defRPr>
            </a:lvl5pPr>
            <a:lvl6pPr marL="2723815" indent="-247620" eaLnBrk="0" fontAlgn="base" hangingPunct="0">
              <a:spcBef>
                <a:spcPct val="0"/>
              </a:spcBef>
              <a:spcAft>
                <a:spcPct val="0"/>
              </a:spcAft>
              <a:defRPr>
                <a:solidFill>
                  <a:schemeClr val="tx1"/>
                </a:solidFill>
                <a:latin typeface="Calibri" pitchFamily="34" charset="0"/>
                <a:ea typeface="宋体" charset="-122"/>
              </a:defRPr>
            </a:lvl6pPr>
            <a:lvl7pPr marL="3219054" indent="-247620" eaLnBrk="0" fontAlgn="base" hangingPunct="0">
              <a:spcBef>
                <a:spcPct val="0"/>
              </a:spcBef>
              <a:spcAft>
                <a:spcPct val="0"/>
              </a:spcAft>
              <a:defRPr>
                <a:solidFill>
                  <a:schemeClr val="tx1"/>
                </a:solidFill>
                <a:latin typeface="Calibri" pitchFamily="34" charset="0"/>
                <a:ea typeface="宋体" charset="-122"/>
              </a:defRPr>
            </a:lvl7pPr>
            <a:lvl8pPr marL="3714293" indent="-247620" eaLnBrk="0" fontAlgn="base" hangingPunct="0">
              <a:spcBef>
                <a:spcPct val="0"/>
              </a:spcBef>
              <a:spcAft>
                <a:spcPct val="0"/>
              </a:spcAft>
              <a:defRPr>
                <a:solidFill>
                  <a:schemeClr val="tx1"/>
                </a:solidFill>
                <a:latin typeface="Calibri" pitchFamily="34" charset="0"/>
                <a:ea typeface="宋体" charset="-122"/>
              </a:defRPr>
            </a:lvl8pPr>
            <a:lvl9pPr marL="4209532" indent="-247620" eaLnBrk="0" fontAlgn="base" hangingPunct="0">
              <a:spcBef>
                <a:spcPct val="0"/>
              </a:spcBef>
              <a:spcAft>
                <a:spcPct val="0"/>
              </a:spcAft>
              <a:defRPr>
                <a:solidFill>
                  <a:schemeClr val="tx1"/>
                </a:solidFill>
                <a:latin typeface="Calibri" pitchFamily="34" charset="0"/>
                <a:ea typeface="宋体" charset="-122"/>
              </a:defRPr>
            </a:lvl9pPr>
          </a:lstStyle>
          <a:p>
            <a:pPr eaLnBrk="1" fontAlgn="base" hangingPunct="1">
              <a:spcBef>
                <a:spcPct val="0"/>
              </a:spcBef>
              <a:spcAft>
                <a:spcPct val="0"/>
              </a:spcAft>
            </a:pPr>
            <a:fld id="{60D4DA5E-DC2A-4442-BB44-321939740549}" type="slidenum">
              <a:rPr lang="en-US" altLang="zh-CN" smtClean="0">
                <a:latin typeface="Arial" charset="0"/>
              </a:rPr>
              <a:pPr eaLnBrk="1" fontAlgn="base" hangingPunct="1">
                <a:spcBef>
                  <a:spcPct val="0"/>
                </a:spcBef>
                <a:spcAft>
                  <a:spcPct val="0"/>
                </a:spcAft>
              </a:pPr>
              <a:t>47</a:t>
            </a:fld>
            <a:endParaRPr lang="en-US" altLang="zh-CN">
              <a:latin typeface="Arial" charset="0"/>
            </a:endParaRPr>
          </a:p>
        </p:txBody>
      </p:sp>
      <p:sp>
        <p:nvSpPr>
          <p:cNvPr id="66563"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6564" name="Rectangle 3"/>
          <p:cNvSpPr>
            <a:spLocks noGrp="1" noChangeArrowheads="1"/>
          </p:cNvSpPr>
          <p:nvPr>
            <p:ph type="body" idx="1"/>
          </p:nvPr>
        </p:nvSpPr>
        <p:spPr bwMode="auto">
          <a:xfrm>
            <a:off x="946574" y="4861441"/>
            <a:ext cx="5206153" cy="460557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dirty="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Calibri" pitchFamily="34" charset="0"/>
                <a:ea typeface="宋体" charset="-122"/>
              </a:defRPr>
            </a:lvl1pPr>
            <a:lvl2pPr marL="804763" indent="-309524" eaLnBrk="0" hangingPunct="0">
              <a:defRPr>
                <a:solidFill>
                  <a:schemeClr val="tx1"/>
                </a:solidFill>
                <a:latin typeface="Calibri" pitchFamily="34" charset="0"/>
                <a:ea typeface="宋体" charset="-122"/>
              </a:defRPr>
            </a:lvl2pPr>
            <a:lvl3pPr marL="1238098" indent="-247620" eaLnBrk="0" hangingPunct="0">
              <a:defRPr>
                <a:solidFill>
                  <a:schemeClr val="tx1"/>
                </a:solidFill>
                <a:latin typeface="Calibri" pitchFamily="34" charset="0"/>
                <a:ea typeface="宋体" charset="-122"/>
              </a:defRPr>
            </a:lvl3pPr>
            <a:lvl4pPr marL="1733337" indent="-247620" eaLnBrk="0" hangingPunct="0">
              <a:defRPr>
                <a:solidFill>
                  <a:schemeClr val="tx1"/>
                </a:solidFill>
                <a:latin typeface="Calibri" pitchFamily="34" charset="0"/>
                <a:ea typeface="宋体" charset="-122"/>
              </a:defRPr>
            </a:lvl4pPr>
            <a:lvl5pPr marL="2228576" indent="-247620" eaLnBrk="0" hangingPunct="0">
              <a:defRPr>
                <a:solidFill>
                  <a:schemeClr val="tx1"/>
                </a:solidFill>
                <a:latin typeface="Calibri" pitchFamily="34" charset="0"/>
                <a:ea typeface="宋体" charset="-122"/>
              </a:defRPr>
            </a:lvl5pPr>
            <a:lvl6pPr marL="2723815" indent="-247620" eaLnBrk="0" fontAlgn="base" hangingPunct="0">
              <a:spcBef>
                <a:spcPct val="0"/>
              </a:spcBef>
              <a:spcAft>
                <a:spcPct val="0"/>
              </a:spcAft>
              <a:defRPr>
                <a:solidFill>
                  <a:schemeClr val="tx1"/>
                </a:solidFill>
                <a:latin typeface="Calibri" pitchFamily="34" charset="0"/>
                <a:ea typeface="宋体" charset="-122"/>
              </a:defRPr>
            </a:lvl6pPr>
            <a:lvl7pPr marL="3219054" indent="-247620" eaLnBrk="0" fontAlgn="base" hangingPunct="0">
              <a:spcBef>
                <a:spcPct val="0"/>
              </a:spcBef>
              <a:spcAft>
                <a:spcPct val="0"/>
              </a:spcAft>
              <a:defRPr>
                <a:solidFill>
                  <a:schemeClr val="tx1"/>
                </a:solidFill>
                <a:latin typeface="Calibri" pitchFamily="34" charset="0"/>
                <a:ea typeface="宋体" charset="-122"/>
              </a:defRPr>
            </a:lvl7pPr>
            <a:lvl8pPr marL="3714293" indent="-247620" eaLnBrk="0" fontAlgn="base" hangingPunct="0">
              <a:spcBef>
                <a:spcPct val="0"/>
              </a:spcBef>
              <a:spcAft>
                <a:spcPct val="0"/>
              </a:spcAft>
              <a:defRPr>
                <a:solidFill>
                  <a:schemeClr val="tx1"/>
                </a:solidFill>
                <a:latin typeface="Calibri" pitchFamily="34" charset="0"/>
                <a:ea typeface="宋体" charset="-122"/>
              </a:defRPr>
            </a:lvl8pPr>
            <a:lvl9pPr marL="4209532" indent="-247620" eaLnBrk="0" fontAlgn="base" hangingPunct="0">
              <a:spcBef>
                <a:spcPct val="0"/>
              </a:spcBef>
              <a:spcAft>
                <a:spcPct val="0"/>
              </a:spcAft>
              <a:defRPr>
                <a:solidFill>
                  <a:schemeClr val="tx1"/>
                </a:solidFill>
                <a:latin typeface="Calibri" pitchFamily="34" charset="0"/>
                <a:ea typeface="宋体" charset="-122"/>
              </a:defRPr>
            </a:lvl9pPr>
          </a:lstStyle>
          <a:p>
            <a:pPr eaLnBrk="1" fontAlgn="base" hangingPunct="1">
              <a:spcBef>
                <a:spcPct val="0"/>
              </a:spcBef>
              <a:spcAft>
                <a:spcPct val="0"/>
              </a:spcAft>
            </a:pPr>
            <a:fld id="{235EA5B7-5267-4229-A45C-799C1938581B}" type="slidenum">
              <a:rPr lang="en-US" altLang="zh-CN" smtClean="0">
                <a:latin typeface="Arial" charset="0"/>
              </a:rPr>
              <a:pPr eaLnBrk="1" fontAlgn="base" hangingPunct="1">
                <a:spcBef>
                  <a:spcPct val="0"/>
                </a:spcBef>
                <a:spcAft>
                  <a:spcPct val="0"/>
                </a:spcAft>
              </a:pPr>
              <a:t>48</a:t>
            </a:fld>
            <a:endParaRPr lang="en-US" altLang="zh-CN">
              <a:latin typeface="Arial" charset="0"/>
            </a:endParaRPr>
          </a:p>
        </p:txBody>
      </p:sp>
      <p:sp>
        <p:nvSpPr>
          <p:cNvPr id="67587"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7588" name="Rectangle 3"/>
          <p:cNvSpPr>
            <a:spLocks noGrp="1" noChangeArrowheads="1"/>
          </p:cNvSpPr>
          <p:nvPr>
            <p:ph type="body" idx="1"/>
          </p:nvPr>
        </p:nvSpPr>
        <p:spPr bwMode="auto">
          <a:xfrm>
            <a:off x="946574" y="4861441"/>
            <a:ext cx="5206153" cy="460557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dirty="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Calibri" pitchFamily="34" charset="0"/>
                <a:ea typeface="宋体" charset="-122"/>
              </a:defRPr>
            </a:lvl1pPr>
            <a:lvl2pPr marL="804763" indent="-309524" eaLnBrk="0" hangingPunct="0">
              <a:defRPr>
                <a:solidFill>
                  <a:schemeClr val="tx1"/>
                </a:solidFill>
                <a:latin typeface="Calibri" pitchFamily="34" charset="0"/>
                <a:ea typeface="宋体" charset="-122"/>
              </a:defRPr>
            </a:lvl2pPr>
            <a:lvl3pPr marL="1238098" indent="-247620" eaLnBrk="0" hangingPunct="0">
              <a:defRPr>
                <a:solidFill>
                  <a:schemeClr val="tx1"/>
                </a:solidFill>
                <a:latin typeface="Calibri" pitchFamily="34" charset="0"/>
                <a:ea typeface="宋体" charset="-122"/>
              </a:defRPr>
            </a:lvl3pPr>
            <a:lvl4pPr marL="1733337" indent="-247620" eaLnBrk="0" hangingPunct="0">
              <a:defRPr>
                <a:solidFill>
                  <a:schemeClr val="tx1"/>
                </a:solidFill>
                <a:latin typeface="Calibri" pitchFamily="34" charset="0"/>
                <a:ea typeface="宋体" charset="-122"/>
              </a:defRPr>
            </a:lvl4pPr>
            <a:lvl5pPr marL="2228576" indent="-247620" eaLnBrk="0" hangingPunct="0">
              <a:defRPr>
                <a:solidFill>
                  <a:schemeClr val="tx1"/>
                </a:solidFill>
                <a:latin typeface="Calibri" pitchFamily="34" charset="0"/>
                <a:ea typeface="宋体" charset="-122"/>
              </a:defRPr>
            </a:lvl5pPr>
            <a:lvl6pPr marL="2723815" indent="-247620" eaLnBrk="0" fontAlgn="base" hangingPunct="0">
              <a:spcBef>
                <a:spcPct val="0"/>
              </a:spcBef>
              <a:spcAft>
                <a:spcPct val="0"/>
              </a:spcAft>
              <a:defRPr>
                <a:solidFill>
                  <a:schemeClr val="tx1"/>
                </a:solidFill>
                <a:latin typeface="Calibri" pitchFamily="34" charset="0"/>
                <a:ea typeface="宋体" charset="-122"/>
              </a:defRPr>
            </a:lvl6pPr>
            <a:lvl7pPr marL="3219054" indent="-247620" eaLnBrk="0" fontAlgn="base" hangingPunct="0">
              <a:spcBef>
                <a:spcPct val="0"/>
              </a:spcBef>
              <a:spcAft>
                <a:spcPct val="0"/>
              </a:spcAft>
              <a:defRPr>
                <a:solidFill>
                  <a:schemeClr val="tx1"/>
                </a:solidFill>
                <a:latin typeface="Calibri" pitchFamily="34" charset="0"/>
                <a:ea typeface="宋体" charset="-122"/>
              </a:defRPr>
            </a:lvl7pPr>
            <a:lvl8pPr marL="3714293" indent="-247620" eaLnBrk="0" fontAlgn="base" hangingPunct="0">
              <a:spcBef>
                <a:spcPct val="0"/>
              </a:spcBef>
              <a:spcAft>
                <a:spcPct val="0"/>
              </a:spcAft>
              <a:defRPr>
                <a:solidFill>
                  <a:schemeClr val="tx1"/>
                </a:solidFill>
                <a:latin typeface="Calibri" pitchFamily="34" charset="0"/>
                <a:ea typeface="宋体" charset="-122"/>
              </a:defRPr>
            </a:lvl8pPr>
            <a:lvl9pPr marL="4209532" indent="-247620" eaLnBrk="0" fontAlgn="base" hangingPunct="0">
              <a:spcBef>
                <a:spcPct val="0"/>
              </a:spcBef>
              <a:spcAft>
                <a:spcPct val="0"/>
              </a:spcAft>
              <a:defRPr>
                <a:solidFill>
                  <a:schemeClr val="tx1"/>
                </a:solidFill>
                <a:latin typeface="Calibri" pitchFamily="34" charset="0"/>
                <a:ea typeface="宋体" charset="-122"/>
              </a:defRPr>
            </a:lvl9pPr>
          </a:lstStyle>
          <a:p>
            <a:pPr eaLnBrk="1" fontAlgn="base" hangingPunct="1">
              <a:spcBef>
                <a:spcPct val="0"/>
              </a:spcBef>
              <a:spcAft>
                <a:spcPct val="0"/>
              </a:spcAft>
            </a:pPr>
            <a:fld id="{EBBFA2E4-79DE-472A-A3B4-A5D2A6C49862}" type="slidenum">
              <a:rPr lang="en-US" altLang="zh-CN" smtClean="0">
                <a:latin typeface="Arial" charset="0"/>
              </a:rPr>
              <a:pPr eaLnBrk="1" fontAlgn="base" hangingPunct="1">
                <a:spcBef>
                  <a:spcPct val="0"/>
                </a:spcBef>
                <a:spcAft>
                  <a:spcPct val="0"/>
                </a:spcAft>
              </a:pPr>
              <a:t>49</a:t>
            </a:fld>
            <a:endParaRPr lang="en-US" altLang="zh-CN">
              <a:latin typeface="Arial" charset="0"/>
            </a:endParaRPr>
          </a:p>
        </p:txBody>
      </p:sp>
      <p:sp>
        <p:nvSpPr>
          <p:cNvPr id="68611"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8612" name="Rectangle 3"/>
          <p:cNvSpPr>
            <a:spLocks noGrp="1" noChangeArrowheads="1"/>
          </p:cNvSpPr>
          <p:nvPr>
            <p:ph type="body" idx="1"/>
          </p:nvPr>
        </p:nvSpPr>
        <p:spPr bwMode="auto">
          <a:xfrm>
            <a:off x="946574" y="4861441"/>
            <a:ext cx="5206153" cy="460557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Calibri" pitchFamily="34" charset="0"/>
                <a:ea typeface="宋体" charset="-122"/>
              </a:defRPr>
            </a:lvl1pPr>
            <a:lvl2pPr marL="804763" indent="-309524" eaLnBrk="0" hangingPunct="0">
              <a:defRPr>
                <a:solidFill>
                  <a:schemeClr val="tx1"/>
                </a:solidFill>
                <a:latin typeface="Calibri" pitchFamily="34" charset="0"/>
                <a:ea typeface="宋体" charset="-122"/>
              </a:defRPr>
            </a:lvl2pPr>
            <a:lvl3pPr marL="1238098" indent="-247620" eaLnBrk="0" hangingPunct="0">
              <a:defRPr>
                <a:solidFill>
                  <a:schemeClr val="tx1"/>
                </a:solidFill>
                <a:latin typeface="Calibri" pitchFamily="34" charset="0"/>
                <a:ea typeface="宋体" charset="-122"/>
              </a:defRPr>
            </a:lvl3pPr>
            <a:lvl4pPr marL="1733337" indent="-247620" eaLnBrk="0" hangingPunct="0">
              <a:defRPr>
                <a:solidFill>
                  <a:schemeClr val="tx1"/>
                </a:solidFill>
                <a:latin typeface="Calibri" pitchFamily="34" charset="0"/>
                <a:ea typeface="宋体" charset="-122"/>
              </a:defRPr>
            </a:lvl4pPr>
            <a:lvl5pPr marL="2228576" indent="-247620" eaLnBrk="0" hangingPunct="0">
              <a:defRPr>
                <a:solidFill>
                  <a:schemeClr val="tx1"/>
                </a:solidFill>
                <a:latin typeface="Calibri" pitchFamily="34" charset="0"/>
                <a:ea typeface="宋体" charset="-122"/>
              </a:defRPr>
            </a:lvl5pPr>
            <a:lvl6pPr marL="2723815" indent="-247620" eaLnBrk="0" fontAlgn="base" hangingPunct="0">
              <a:spcBef>
                <a:spcPct val="0"/>
              </a:spcBef>
              <a:spcAft>
                <a:spcPct val="0"/>
              </a:spcAft>
              <a:defRPr>
                <a:solidFill>
                  <a:schemeClr val="tx1"/>
                </a:solidFill>
                <a:latin typeface="Calibri" pitchFamily="34" charset="0"/>
                <a:ea typeface="宋体" charset="-122"/>
              </a:defRPr>
            </a:lvl6pPr>
            <a:lvl7pPr marL="3219054" indent="-247620" eaLnBrk="0" fontAlgn="base" hangingPunct="0">
              <a:spcBef>
                <a:spcPct val="0"/>
              </a:spcBef>
              <a:spcAft>
                <a:spcPct val="0"/>
              </a:spcAft>
              <a:defRPr>
                <a:solidFill>
                  <a:schemeClr val="tx1"/>
                </a:solidFill>
                <a:latin typeface="Calibri" pitchFamily="34" charset="0"/>
                <a:ea typeface="宋体" charset="-122"/>
              </a:defRPr>
            </a:lvl7pPr>
            <a:lvl8pPr marL="3714293" indent="-247620" eaLnBrk="0" fontAlgn="base" hangingPunct="0">
              <a:spcBef>
                <a:spcPct val="0"/>
              </a:spcBef>
              <a:spcAft>
                <a:spcPct val="0"/>
              </a:spcAft>
              <a:defRPr>
                <a:solidFill>
                  <a:schemeClr val="tx1"/>
                </a:solidFill>
                <a:latin typeface="Calibri" pitchFamily="34" charset="0"/>
                <a:ea typeface="宋体" charset="-122"/>
              </a:defRPr>
            </a:lvl8pPr>
            <a:lvl9pPr marL="4209532" indent="-247620" eaLnBrk="0" fontAlgn="base" hangingPunct="0">
              <a:spcBef>
                <a:spcPct val="0"/>
              </a:spcBef>
              <a:spcAft>
                <a:spcPct val="0"/>
              </a:spcAft>
              <a:defRPr>
                <a:solidFill>
                  <a:schemeClr val="tx1"/>
                </a:solidFill>
                <a:latin typeface="Calibri" pitchFamily="34" charset="0"/>
                <a:ea typeface="宋体" charset="-122"/>
              </a:defRPr>
            </a:lvl9pPr>
          </a:lstStyle>
          <a:p>
            <a:pPr eaLnBrk="1" fontAlgn="base" hangingPunct="1">
              <a:spcBef>
                <a:spcPct val="0"/>
              </a:spcBef>
              <a:spcAft>
                <a:spcPct val="0"/>
              </a:spcAft>
            </a:pPr>
            <a:fld id="{8F1A5D2A-BBD0-4BD1-AB89-10BB67AF0186}" type="slidenum">
              <a:rPr lang="en-US" altLang="zh-CN" smtClean="0">
                <a:latin typeface="Arial" charset="0"/>
              </a:rPr>
              <a:pPr eaLnBrk="1" fontAlgn="base" hangingPunct="1">
                <a:spcBef>
                  <a:spcPct val="0"/>
                </a:spcBef>
                <a:spcAft>
                  <a:spcPct val="0"/>
                </a:spcAft>
              </a:pPr>
              <a:t>50</a:t>
            </a:fld>
            <a:endParaRPr lang="en-US" altLang="zh-CN">
              <a:latin typeface="Arial" charset="0"/>
            </a:endParaRPr>
          </a:p>
        </p:txBody>
      </p:sp>
      <p:sp>
        <p:nvSpPr>
          <p:cNvPr id="69635"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9636" name="Rectangle 3"/>
          <p:cNvSpPr>
            <a:spLocks noGrp="1" noChangeArrowheads="1"/>
          </p:cNvSpPr>
          <p:nvPr>
            <p:ph type="body" idx="1"/>
          </p:nvPr>
        </p:nvSpPr>
        <p:spPr bwMode="auto">
          <a:xfrm>
            <a:off x="946574" y="4861441"/>
            <a:ext cx="5206153" cy="460557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dirty="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Calibri" pitchFamily="34" charset="0"/>
                <a:ea typeface="宋体" charset="-122"/>
              </a:defRPr>
            </a:lvl1pPr>
            <a:lvl2pPr marL="804763" indent="-309524" eaLnBrk="0" hangingPunct="0">
              <a:defRPr>
                <a:solidFill>
                  <a:schemeClr val="tx1"/>
                </a:solidFill>
                <a:latin typeface="Calibri" pitchFamily="34" charset="0"/>
                <a:ea typeface="宋体" charset="-122"/>
              </a:defRPr>
            </a:lvl2pPr>
            <a:lvl3pPr marL="1238098" indent="-247620" eaLnBrk="0" hangingPunct="0">
              <a:defRPr>
                <a:solidFill>
                  <a:schemeClr val="tx1"/>
                </a:solidFill>
                <a:latin typeface="Calibri" pitchFamily="34" charset="0"/>
                <a:ea typeface="宋体" charset="-122"/>
              </a:defRPr>
            </a:lvl3pPr>
            <a:lvl4pPr marL="1733337" indent="-247620" eaLnBrk="0" hangingPunct="0">
              <a:defRPr>
                <a:solidFill>
                  <a:schemeClr val="tx1"/>
                </a:solidFill>
                <a:latin typeface="Calibri" pitchFamily="34" charset="0"/>
                <a:ea typeface="宋体" charset="-122"/>
              </a:defRPr>
            </a:lvl4pPr>
            <a:lvl5pPr marL="2228576" indent="-247620" eaLnBrk="0" hangingPunct="0">
              <a:defRPr>
                <a:solidFill>
                  <a:schemeClr val="tx1"/>
                </a:solidFill>
                <a:latin typeface="Calibri" pitchFamily="34" charset="0"/>
                <a:ea typeface="宋体" charset="-122"/>
              </a:defRPr>
            </a:lvl5pPr>
            <a:lvl6pPr marL="2723815" indent="-247620" eaLnBrk="0" fontAlgn="base" hangingPunct="0">
              <a:spcBef>
                <a:spcPct val="0"/>
              </a:spcBef>
              <a:spcAft>
                <a:spcPct val="0"/>
              </a:spcAft>
              <a:defRPr>
                <a:solidFill>
                  <a:schemeClr val="tx1"/>
                </a:solidFill>
                <a:latin typeface="Calibri" pitchFamily="34" charset="0"/>
                <a:ea typeface="宋体" charset="-122"/>
              </a:defRPr>
            </a:lvl6pPr>
            <a:lvl7pPr marL="3219054" indent="-247620" eaLnBrk="0" fontAlgn="base" hangingPunct="0">
              <a:spcBef>
                <a:spcPct val="0"/>
              </a:spcBef>
              <a:spcAft>
                <a:spcPct val="0"/>
              </a:spcAft>
              <a:defRPr>
                <a:solidFill>
                  <a:schemeClr val="tx1"/>
                </a:solidFill>
                <a:latin typeface="Calibri" pitchFamily="34" charset="0"/>
                <a:ea typeface="宋体" charset="-122"/>
              </a:defRPr>
            </a:lvl7pPr>
            <a:lvl8pPr marL="3714293" indent="-247620" eaLnBrk="0" fontAlgn="base" hangingPunct="0">
              <a:spcBef>
                <a:spcPct val="0"/>
              </a:spcBef>
              <a:spcAft>
                <a:spcPct val="0"/>
              </a:spcAft>
              <a:defRPr>
                <a:solidFill>
                  <a:schemeClr val="tx1"/>
                </a:solidFill>
                <a:latin typeface="Calibri" pitchFamily="34" charset="0"/>
                <a:ea typeface="宋体" charset="-122"/>
              </a:defRPr>
            </a:lvl8pPr>
            <a:lvl9pPr marL="4209532" indent="-247620" eaLnBrk="0" fontAlgn="base" hangingPunct="0">
              <a:spcBef>
                <a:spcPct val="0"/>
              </a:spcBef>
              <a:spcAft>
                <a:spcPct val="0"/>
              </a:spcAft>
              <a:defRPr>
                <a:solidFill>
                  <a:schemeClr val="tx1"/>
                </a:solidFill>
                <a:latin typeface="Calibri" pitchFamily="34" charset="0"/>
                <a:ea typeface="宋体" charset="-122"/>
              </a:defRPr>
            </a:lvl9pPr>
          </a:lstStyle>
          <a:p>
            <a:pPr eaLnBrk="1" fontAlgn="base" hangingPunct="1">
              <a:spcBef>
                <a:spcPct val="0"/>
              </a:spcBef>
              <a:spcAft>
                <a:spcPct val="0"/>
              </a:spcAft>
            </a:pPr>
            <a:fld id="{7DF002D5-A580-43BF-9BBD-20406E4EBFC5}" type="slidenum">
              <a:rPr lang="en-US" altLang="zh-CN" smtClean="0">
                <a:latin typeface="Arial" charset="0"/>
              </a:rPr>
              <a:pPr eaLnBrk="1" fontAlgn="base" hangingPunct="1">
                <a:spcBef>
                  <a:spcPct val="0"/>
                </a:spcBef>
                <a:spcAft>
                  <a:spcPct val="0"/>
                </a:spcAft>
              </a:pPr>
              <a:t>51</a:t>
            </a:fld>
            <a:endParaRPr lang="en-US" altLang="zh-CN">
              <a:latin typeface="Arial" charset="0"/>
            </a:endParaRPr>
          </a:p>
        </p:txBody>
      </p:sp>
      <p:sp>
        <p:nvSpPr>
          <p:cNvPr id="70659"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0660" name="Rectangle 3"/>
          <p:cNvSpPr>
            <a:spLocks noGrp="1" noChangeArrowheads="1"/>
          </p:cNvSpPr>
          <p:nvPr>
            <p:ph type="body" idx="1"/>
          </p:nvPr>
        </p:nvSpPr>
        <p:spPr bwMode="auto">
          <a:xfrm>
            <a:off x="946574" y="4861441"/>
            <a:ext cx="5206153" cy="460557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Calibri" pitchFamily="34" charset="0"/>
                <a:ea typeface="宋体" charset="-122"/>
              </a:defRPr>
            </a:lvl1pPr>
            <a:lvl2pPr marL="804763" indent="-309524" eaLnBrk="0" hangingPunct="0">
              <a:defRPr>
                <a:solidFill>
                  <a:schemeClr val="tx1"/>
                </a:solidFill>
                <a:latin typeface="Calibri" pitchFamily="34" charset="0"/>
                <a:ea typeface="宋体" charset="-122"/>
              </a:defRPr>
            </a:lvl2pPr>
            <a:lvl3pPr marL="1238098" indent="-247620" eaLnBrk="0" hangingPunct="0">
              <a:defRPr>
                <a:solidFill>
                  <a:schemeClr val="tx1"/>
                </a:solidFill>
                <a:latin typeface="Calibri" pitchFamily="34" charset="0"/>
                <a:ea typeface="宋体" charset="-122"/>
              </a:defRPr>
            </a:lvl3pPr>
            <a:lvl4pPr marL="1733337" indent="-247620" eaLnBrk="0" hangingPunct="0">
              <a:defRPr>
                <a:solidFill>
                  <a:schemeClr val="tx1"/>
                </a:solidFill>
                <a:latin typeface="Calibri" pitchFamily="34" charset="0"/>
                <a:ea typeface="宋体" charset="-122"/>
              </a:defRPr>
            </a:lvl4pPr>
            <a:lvl5pPr marL="2228576" indent="-247620" eaLnBrk="0" hangingPunct="0">
              <a:defRPr>
                <a:solidFill>
                  <a:schemeClr val="tx1"/>
                </a:solidFill>
                <a:latin typeface="Calibri" pitchFamily="34" charset="0"/>
                <a:ea typeface="宋体" charset="-122"/>
              </a:defRPr>
            </a:lvl5pPr>
            <a:lvl6pPr marL="2723815" indent="-247620" eaLnBrk="0" fontAlgn="base" hangingPunct="0">
              <a:spcBef>
                <a:spcPct val="0"/>
              </a:spcBef>
              <a:spcAft>
                <a:spcPct val="0"/>
              </a:spcAft>
              <a:defRPr>
                <a:solidFill>
                  <a:schemeClr val="tx1"/>
                </a:solidFill>
                <a:latin typeface="Calibri" pitchFamily="34" charset="0"/>
                <a:ea typeface="宋体" charset="-122"/>
              </a:defRPr>
            </a:lvl6pPr>
            <a:lvl7pPr marL="3219054" indent="-247620" eaLnBrk="0" fontAlgn="base" hangingPunct="0">
              <a:spcBef>
                <a:spcPct val="0"/>
              </a:spcBef>
              <a:spcAft>
                <a:spcPct val="0"/>
              </a:spcAft>
              <a:defRPr>
                <a:solidFill>
                  <a:schemeClr val="tx1"/>
                </a:solidFill>
                <a:latin typeface="Calibri" pitchFamily="34" charset="0"/>
                <a:ea typeface="宋体" charset="-122"/>
              </a:defRPr>
            </a:lvl7pPr>
            <a:lvl8pPr marL="3714293" indent="-247620" eaLnBrk="0" fontAlgn="base" hangingPunct="0">
              <a:spcBef>
                <a:spcPct val="0"/>
              </a:spcBef>
              <a:spcAft>
                <a:spcPct val="0"/>
              </a:spcAft>
              <a:defRPr>
                <a:solidFill>
                  <a:schemeClr val="tx1"/>
                </a:solidFill>
                <a:latin typeface="Calibri" pitchFamily="34" charset="0"/>
                <a:ea typeface="宋体" charset="-122"/>
              </a:defRPr>
            </a:lvl8pPr>
            <a:lvl9pPr marL="4209532" indent="-247620" eaLnBrk="0" fontAlgn="base" hangingPunct="0">
              <a:spcBef>
                <a:spcPct val="0"/>
              </a:spcBef>
              <a:spcAft>
                <a:spcPct val="0"/>
              </a:spcAft>
              <a:defRPr>
                <a:solidFill>
                  <a:schemeClr val="tx1"/>
                </a:solidFill>
                <a:latin typeface="Calibri" pitchFamily="34" charset="0"/>
                <a:ea typeface="宋体" charset="-122"/>
              </a:defRPr>
            </a:lvl9pPr>
          </a:lstStyle>
          <a:p>
            <a:pPr eaLnBrk="1" fontAlgn="base" hangingPunct="1">
              <a:spcBef>
                <a:spcPct val="0"/>
              </a:spcBef>
              <a:spcAft>
                <a:spcPct val="0"/>
              </a:spcAft>
            </a:pPr>
            <a:fld id="{28D10B8F-B101-4C2B-82B7-2B8F278E5466}" type="slidenum">
              <a:rPr lang="en-US" altLang="zh-CN" smtClean="0">
                <a:latin typeface="Arial" charset="0"/>
              </a:rPr>
              <a:pPr eaLnBrk="1" fontAlgn="base" hangingPunct="1">
                <a:spcBef>
                  <a:spcPct val="0"/>
                </a:spcBef>
                <a:spcAft>
                  <a:spcPct val="0"/>
                </a:spcAft>
              </a:pPr>
              <a:t>52</a:t>
            </a:fld>
            <a:endParaRPr lang="en-US" altLang="zh-CN">
              <a:latin typeface="Arial" charset="0"/>
            </a:endParaRPr>
          </a:p>
        </p:txBody>
      </p:sp>
      <p:sp>
        <p:nvSpPr>
          <p:cNvPr id="71683"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1684" name="Rectangle 3"/>
          <p:cNvSpPr>
            <a:spLocks noGrp="1" noChangeArrowheads="1"/>
          </p:cNvSpPr>
          <p:nvPr>
            <p:ph type="body" idx="1"/>
          </p:nvPr>
        </p:nvSpPr>
        <p:spPr bwMode="auto">
          <a:xfrm>
            <a:off x="946574" y="4861441"/>
            <a:ext cx="5206153" cy="460557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Calibri" pitchFamily="34" charset="0"/>
                <a:ea typeface="宋体" charset="-122"/>
              </a:defRPr>
            </a:lvl1pPr>
            <a:lvl2pPr marL="804763" indent="-309524" eaLnBrk="0" hangingPunct="0">
              <a:defRPr>
                <a:solidFill>
                  <a:schemeClr val="tx1"/>
                </a:solidFill>
                <a:latin typeface="Calibri" pitchFamily="34" charset="0"/>
                <a:ea typeface="宋体" charset="-122"/>
              </a:defRPr>
            </a:lvl2pPr>
            <a:lvl3pPr marL="1238098" indent="-247620" eaLnBrk="0" hangingPunct="0">
              <a:defRPr>
                <a:solidFill>
                  <a:schemeClr val="tx1"/>
                </a:solidFill>
                <a:latin typeface="Calibri" pitchFamily="34" charset="0"/>
                <a:ea typeface="宋体" charset="-122"/>
              </a:defRPr>
            </a:lvl3pPr>
            <a:lvl4pPr marL="1733337" indent="-247620" eaLnBrk="0" hangingPunct="0">
              <a:defRPr>
                <a:solidFill>
                  <a:schemeClr val="tx1"/>
                </a:solidFill>
                <a:latin typeface="Calibri" pitchFamily="34" charset="0"/>
                <a:ea typeface="宋体" charset="-122"/>
              </a:defRPr>
            </a:lvl4pPr>
            <a:lvl5pPr marL="2228576" indent="-247620" eaLnBrk="0" hangingPunct="0">
              <a:defRPr>
                <a:solidFill>
                  <a:schemeClr val="tx1"/>
                </a:solidFill>
                <a:latin typeface="Calibri" pitchFamily="34" charset="0"/>
                <a:ea typeface="宋体" charset="-122"/>
              </a:defRPr>
            </a:lvl5pPr>
            <a:lvl6pPr marL="2723815" indent="-247620" eaLnBrk="0" fontAlgn="base" hangingPunct="0">
              <a:spcBef>
                <a:spcPct val="0"/>
              </a:spcBef>
              <a:spcAft>
                <a:spcPct val="0"/>
              </a:spcAft>
              <a:defRPr>
                <a:solidFill>
                  <a:schemeClr val="tx1"/>
                </a:solidFill>
                <a:latin typeface="Calibri" pitchFamily="34" charset="0"/>
                <a:ea typeface="宋体" charset="-122"/>
              </a:defRPr>
            </a:lvl6pPr>
            <a:lvl7pPr marL="3219054" indent="-247620" eaLnBrk="0" fontAlgn="base" hangingPunct="0">
              <a:spcBef>
                <a:spcPct val="0"/>
              </a:spcBef>
              <a:spcAft>
                <a:spcPct val="0"/>
              </a:spcAft>
              <a:defRPr>
                <a:solidFill>
                  <a:schemeClr val="tx1"/>
                </a:solidFill>
                <a:latin typeface="Calibri" pitchFamily="34" charset="0"/>
                <a:ea typeface="宋体" charset="-122"/>
              </a:defRPr>
            </a:lvl7pPr>
            <a:lvl8pPr marL="3714293" indent="-247620" eaLnBrk="0" fontAlgn="base" hangingPunct="0">
              <a:spcBef>
                <a:spcPct val="0"/>
              </a:spcBef>
              <a:spcAft>
                <a:spcPct val="0"/>
              </a:spcAft>
              <a:defRPr>
                <a:solidFill>
                  <a:schemeClr val="tx1"/>
                </a:solidFill>
                <a:latin typeface="Calibri" pitchFamily="34" charset="0"/>
                <a:ea typeface="宋体" charset="-122"/>
              </a:defRPr>
            </a:lvl8pPr>
            <a:lvl9pPr marL="4209532" indent="-247620" eaLnBrk="0" fontAlgn="base" hangingPunct="0">
              <a:spcBef>
                <a:spcPct val="0"/>
              </a:spcBef>
              <a:spcAft>
                <a:spcPct val="0"/>
              </a:spcAft>
              <a:defRPr>
                <a:solidFill>
                  <a:schemeClr val="tx1"/>
                </a:solidFill>
                <a:latin typeface="Calibri" pitchFamily="34" charset="0"/>
                <a:ea typeface="宋体" charset="-122"/>
              </a:defRPr>
            </a:lvl9pPr>
          </a:lstStyle>
          <a:p>
            <a:pPr eaLnBrk="1" fontAlgn="base" hangingPunct="1">
              <a:spcBef>
                <a:spcPct val="0"/>
              </a:spcBef>
              <a:spcAft>
                <a:spcPct val="0"/>
              </a:spcAft>
            </a:pPr>
            <a:fld id="{468381C0-0227-4E14-AE56-7394D25FD115}" type="slidenum">
              <a:rPr lang="en-US" altLang="zh-CN" smtClean="0">
                <a:latin typeface="Arial" charset="0"/>
              </a:rPr>
              <a:pPr eaLnBrk="1" fontAlgn="base" hangingPunct="1">
                <a:spcBef>
                  <a:spcPct val="0"/>
                </a:spcBef>
                <a:spcAft>
                  <a:spcPct val="0"/>
                </a:spcAft>
              </a:pPr>
              <a:t>54</a:t>
            </a:fld>
            <a:endParaRPr lang="en-US" altLang="zh-CN">
              <a:latin typeface="Arial" charset="0"/>
            </a:endParaRPr>
          </a:p>
        </p:txBody>
      </p:sp>
      <p:sp>
        <p:nvSpPr>
          <p:cNvPr id="72707"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2708" name="Rectangle 3"/>
          <p:cNvSpPr>
            <a:spLocks noGrp="1" noChangeArrowheads="1"/>
          </p:cNvSpPr>
          <p:nvPr>
            <p:ph type="body" idx="1"/>
          </p:nvPr>
        </p:nvSpPr>
        <p:spPr bwMode="auto">
          <a:xfrm>
            <a:off x="946574" y="4861441"/>
            <a:ext cx="5206153" cy="460557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Calibri" pitchFamily="34" charset="0"/>
                <a:ea typeface="宋体" charset="-122"/>
              </a:defRPr>
            </a:lvl1pPr>
            <a:lvl2pPr marL="804763" indent="-309524" eaLnBrk="0" hangingPunct="0">
              <a:defRPr>
                <a:solidFill>
                  <a:schemeClr val="tx1"/>
                </a:solidFill>
                <a:latin typeface="Calibri" pitchFamily="34" charset="0"/>
                <a:ea typeface="宋体" charset="-122"/>
              </a:defRPr>
            </a:lvl2pPr>
            <a:lvl3pPr marL="1238098" indent="-247620" eaLnBrk="0" hangingPunct="0">
              <a:defRPr>
                <a:solidFill>
                  <a:schemeClr val="tx1"/>
                </a:solidFill>
                <a:latin typeface="Calibri" pitchFamily="34" charset="0"/>
                <a:ea typeface="宋体" charset="-122"/>
              </a:defRPr>
            </a:lvl3pPr>
            <a:lvl4pPr marL="1733337" indent="-247620" eaLnBrk="0" hangingPunct="0">
              <a:defRPr>
                <a:solidFill>
                  <a:schemeClr val="tx1"/>
                </a:solidFill>
                <a:latin typeface="Calibri" pitchFamily="34" charset="0"/>
                <a:ea typeface="宋体" charset="-122"/>
              </a:defRPr>
            </a:lvl4pPr>
            <a:lvl5pPr marL="2228576" indent="-247620" eaLnBrk="0" hangingPunct="0">
              <a:defRPr>
                <a:solidFill>
                  <a:schemeClr val="tx1"/>
                </a:solidFill>
                <a:latin typeface="Calibri" pitchFamily="34" charset="0"/>
                <a:ea typeface="宋体" charset="-122"/>
              </a:defRPr>
            </a:lvl5pPr>
            <a:lvl6pPr marL="2723815" indent="-247620" eaLnBrk="0" fontAlgn="base" hangingPunct="0">
              <a:spcBef>
                <a:spcPct val="0"/>
              </a:spcBef>
              <a:spcAft>
                <a:spcPct val="0"/>
              </a:spcAft>
              <a:defRPr>
                <a:solidFill>
                  <a:schemeClr val="tx1"/>
                </a:solidFill>
                <a:latin typeface="Calibri" pitchFamily="34" charset="0"/>
                <a:ea typeface="宋体" charset="-122"/>
              </a:defRPr>
            </a:lvl6pPr>
            <a:lvl7pPr marL="3219054" indent="-247620" eaLnBrk="0" fontAlgn="base" hangingPunct="0">
              <a:spcBef>
                <a:spcPct val="0"/>
              </a:spcBef>
              <a:spcAft>
                <a:spcPct val="0"/>
              </a:spcAft>
              <a:defRPr>
                <a:solidFill>
                  <a:schemeClr val="tx1"/>
                </a:solidFill>
                <a:latin typeface="Calibri" pitchFamily="34" charset="0"/>
                <a:ea typeface="宋体" charset="-122"/>
              </a:defRPr>
            </a:lvl7pPr>
            <a:lvl8pPr marL="3714293" indent="-247620" eaLnBrk="0" fontAlgn="base" hangingPunct="0">
              <a:spcBef>
                <a:spcPct val="0"/>
              </a:spcBef>
              <a:spcAft>
                <a:spcPct val="0"/>
              </a:spcAft>
              <a:defRPr>
                <a:solidFill>
                  <a:schemeClr val="tx1"/>
                </a:solidFill>
                <a:latin typeface="Calibri" pitchFamily="34" charset="0"/>
                <a:ea typeface="宋体" charset="-122"/>
              </a:defRPr>
            </a:lvl8pPr>
            <a:lvl9pPr marL="4209532" indent="-247620" eaLnBrk="0" fontAlgn="base" hangingPunct="0">
              <a:spcBef>
                <a:spcPct val="0"/>
              </a:spcBef>
              <a:spcAft>
                <a:spcPct val="0"/>
              </a:spcAft>
              <a:defRPr>
                <a:solidFill>
                  <a:schemeClr val="tx1"/>
                </a:solidFill>
                <a:latin typeface="Calibri" pitchFamily="34" charset="0"/>
                <a:ea typeface="宋体" charset="-122"/>
              </a:defRPr>
            </a:lvl9pPr>
          </a:lstStyle>
          <a:p>
            <a:pPr eaLnBrk="1" fontAlgn="base" hangingPunct="1">
              <a:spcBef>
                <a:spcPct val="0"/>
              </a:spcBef>
              <a:spcAft>
                <a:spcPct val="0"/>
              </a:spcAft>
            </a:pPr>
            <a:fld id="{C652144F-5AD7-4F60-8FDF-853D7621C75F}" type="slidenum">
              <a:rPr lang="en-US" altLang="zh-CN" smtClean="0">
                <a:latin typeface="Arial" charset="0"/>
              </a:rPr>
              <a:pPr eaLnBrk="1" fontAlgn="base" hangingPunct="1">
                <a:spcBef>
                  <a:spcPct val="0"/>
                </a:spcBef>
                <a:spcAft>
                  <a:spcPct val="0"/>
                </a:spcAft>
              </a:pPr>
              <a:t>55</a:t>
            </a:fld>
            <a:endParaRPr lang="en-US" altLang="zh-CN">
              <a:latin typeface="Arial" charset="0"/>
            </a:endParaRPr>
          </a:p>
        </p:txBody>
      </p:sp>
      <p:sp>
        <p:nvSpPr>
          <p:cNvPr id="73731"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3732" name="Rectangle 3"/>
          <p:cNvSpPr>
            <a:spLocks noGrp="1" noChangeArrowheads="1"/>
          </p:cNvSpPr>
          <p:nvPr>
            <p:ph type="body" idx="1"/>
          </p:nvPr>
        </p:nvSpPr>
        <p:spPr bwMode="auto">
          <a:xfrm>
            <a:off x="946574" y="4861441"/>
            <a:ext cx="5206153" cy="460557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dirty="0"/>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a:extLst>
              <a:ext uri="{FF2B5EF4-FFF2-40B4-BE49-F238E27FC236}">
                <a16:creationId xmlns:a16="http://schemas.microsoft.com/office/drawing/2014/main" id="{97769C53-3284-416F-8E36-13BEB1A2629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fld id="{F4F16BBC-24A6-4F72-A078-C4F4947880C6}" type="slidenum">
              <a:rPr lang="en-US" altLang="zh-CN">
                <a:latin typeface="Arial" panose="020B0604020202020204" pitchFamily="34" charset="0"/>
              </a:rPr>
              <a:pPr eaLnBrk="1" hangingPunct="1"/>
              <a:t>56</a:t>
            </a:fld>
            <a:endParaRPr lang="en-US" altLang="zh-CN">
              <a:latin typeface="Arial" panose="020B0604020202020204" pitchFamily="34" charset="0"/>
            </a:endParaRPr>
          </a:p>
        </p:txBody>
      </p:sp>
      <p:sp>
        <p:nvSpPr>
          <p:cNvPr id="43011" name="Rectangle 2">
            <a:extLst>
              <a:ext uri="{FF2B5EF4-FFF2-40B4-BE49-F238E27FC236}">
                <a16:creationId xmlns:a16="http://schemas.microsoft.com/office/drawing/2014/main" id="{57E07A4F-2EFE-46D5-851D-9DC64EECC999}"/>
              </a:ext>
            </a:extLst>
          </p:cNvPr>
          <p:cNvSpPr>
            <a:spLocks noGrp="1" noRot="1" noChangeAspect="1" noChangeArrowheads="1" noTextEdit="1"/>
          </p:cNvSpPr>
          <p:nvPr>
            <p:ph type="sldImg"/>
          </p:nvPr>
        </p:nvSpPr>
        <p:spPr>
          <a:ln/>
        </p:spPr>
      </p:sp>
      <p:sp>
        <p:nvSpPr>
          <p:cNvPr id="43012" name="Rectangle 3">
            <a:extLst>
              <a:ext uri="{FF2B5EF4-FFF2-40B4-BE49-F238E27FC236}">
                <a16:creationId xmlns:a16="http://schemas.microsoft.com/office/drawing/2014/main" id="{129E4068-2098-489B-9E3B-D1F4371090C9}"/>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a:latin typeface="Arial" panose="020B0604020202020204" pitchFamily="34" charset="0"/>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a:extLst>
              <a:ext uri="{FF2B5EF4-FFF2-40B4-BE49-F238E27FC236}">
                <a16:creationId xmlns:a16="http://schemas.microsoft.com/office/drawing/2014/main" id="{4D1CCF71-4DEC-4BDE-B0B0-50605EF105D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fld id="{1B57D5D5-5AC1-42F3-BCF2-903E46FFBC4A}" type="slidenum">
              <a:rPr lang="en-US" altLang="zh-CN">
                <a:latin typeface="Arial" panose="020B0604020202020204" pitchFamily="34" charset="0"/>
              </a:rPr>
              <a:pPr eaLnBrk="1" hangingPunct="1"/>
              <a:t>57</a:t>
            </a:fld>
            <a:endParaRPr lang="en-US" altLang="zh-CN">
              <a:latin typeface="Arial" panose="020B0604020202020204" pitchFamily="34" charset="0"/>
            </a:endParaRPr>
          </a:p>
        </p:txBody>
      </p:sp>
      <p:sp>
        <p:nvSpPr>
          <p:cNvPr id="44035" name="Rectangle 2">
            <a:extLst>
              <a:ext uri="{FF2B5EF4-FFF2-40B4-BE49-F238E27FC236}">
                <a16:creationId xmlns:a16="http://schemas.microsoft.com/office/drawing/2014/main" id="{EBAF9C75-8D3B-499C-AEDA-AD50AE28465A}"/>
              </a:ext>
            </a:extLst>
          </p:cNvPr>
          <p:cNvSpPr>
            <a:spLocks noGrp="1" noRot="1" noChangeAspect="1" noChangeArrowheads="1" noTextEdit="1"/>
          </p:cNvSpPr>
          <p:nvPr>
            <p:ph type="sldImg"/>
          </p:nvPr>
        </p:nvSpPr>
        <p:spPr>
          <a:ln/>
        </p:spPr>
      </p:sp>
      <p:sp>
        <p:nvSpPr>
          <p:cNvPr id="44036" name="Rectangle 3">
            <a:extLst>
              <a:ext uri="{FF2B5EF4-FFF2-40B4-BE49-F238E27FC236}">
                <a16:creationId xmlns:a16="http://schemas.microsoft.com/office/drawing/2014/main" id="{E0539576-4315-4FDB-8F00-3516CF5BA4BA}"/>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a:latin typeface="Arial" panose="020B0604020202020204" pitchFamily="34" charset="0"/>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a:extLst>
              <a:ext uri="{FF2B5EF4-FFF2-40B4-BE49-F238E27FC236}">
                <a16:creationId xmlns:a16="http://schemas.microsoft.com/office/drawing/2014/main" id="{A0ED2047-E475-4900-90F8-77B3C71FA2E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fld id="{FE02993F-42CE-43E2-A393-6196835AE26C}" type="slidenum">
              <a:rPr lang="en-US" altLang="zh-CN">
                <a:latin typeface="Arial" panose="020B0604020202020204" pitchFamily="34" charset="0"/>
              </a:rPr>
              <a:pPr eaLnBrk="1" hangingPunct="1"/>
              <a:t>58</a:t>
            </a:fld>
            <a:endParaRPr lang="en-US" altLang="zh-CN">
              <a:latin typeface="Arial" panose="020B0604020202020204" pitchFamily="34" charset="0"/>
            </a:endParaRPr>
          </a:p>
        </p:txBody>
      </p:sp>
      <p:sp>
        <p:nvSpPr>
          <p:cNvPr id="45059" name="Rectangle 2">
            <a:extLst>
              <a:ext uri="{FF2B5EF4-FFF2-40B4-BE49-F238E27FC236}">
                <a16:creationId xmlns:a16="http://schemas.microsoft.com/office/drawing/2014/main" id="{8A1D6B32-9696-48B4-B327-49D499A23C77}"/>
              </a:ext>
            </a:extLst>
          </p:cNvPr>
          <p:cNvSpPr>
            <a:spLocks noGrp="1" noRot="1" noChangeAspect="1" noChangeArrowheads="1" noTextEdit="1"/>
          </p:cNvSpPr>
          <p:nvPr>
            <p:ph type="sldImg"/>
          </p:nvPr>
        </p:nvSpPr>
        <p:spPr>
          <a:ln/>
        </p:spPr>
      </p:sp>
      <p:sp>
        <p:nvSpPr>
          <p:cNvPr id="45060" name="Rectangle 3">
            <a:extLst>
              <a:ext uri="{FF2B5EF4-FFF2-40B4-BE49-F238E27FC236}">
                <a16:creationId xmlns:a16="http://schemas.microsoft.com/office/drawing/2014/main" id="{29CFBA8C-52B0-46B4-961A-F67D6EFC213C}"/>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a:latin typeface="Arial" panose="020B0604020202020204" pitchFamily="34" charset="0"/>
              </a:rPr>
              <a:t>缓冲代价很大。</a:t>
            </a: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a:extLst>
              <a:ext uri="{FF2B5EF4-FFF2-40B4-BE49-F238E27FC236}">
                <a16:creationId xmlns:a16="http://schemas.microsoft.com/office/drawing/2014/main" id="{1575E6A9-3122-4AC7-95B6-9A5EECBA738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fld id="{00DE714F-EC5D-48F9-BF90-2397B5FD4F14}" type="slidenum">
              <a:rPr lang="en-US" altLang="zh-CN">
                <a:latin typeface="Arial" panose="020B0604020202020204" pitchFamily="34" charset="0"/>
              </a:rPr>
              <a:pPr eaLnBrk="1" hangingPunct="1"/>
              <a:t>59</a:t>
            </a:fld>
            <a:endParaRPr lang="en-US" altLang="zh-CN">
              <a:latin typeface="Arial" panose="020B0604020202020204" pitchFamily="34" charset="0"/>
            </a:endParaRPr>
          </a:p>
        </p:txBody>
      </p:sp>
      <p:sp>
        <p:nvSpPr>
          <p:cNvPr id="46083" name="Rectangle 2">
            <a:extLst>
              <a:ext uri="{FF2B5EF4-FFF2-40B4-BE49-F238E27FC236}">
                <a16:creationId xmlns:a16="http://schemas.microsoft.com/office/drawing/2014/main" id="{D2F3CA48-1FF5-4CFF-83B9-5A532C0AB96A}"/>
              </a:ext>
            </a:extLst>
          </p:cNvPr>
          <p:cNvSpPr>
            <a:spLocks noGrp="1" noRot="1" noChangeAspect="1" noChangeArrowheads="1" noTextEdit="1"/>
          </p:cNvSpPr>
          <p:nvPr>
            <p:ph type="sldImg"/>
          </p:nvPr>
        </p:nvSpPr>
        <p:spPr>
          <a:ln/>
        </p:spPr>
      </p:sp>
      <p:sp>
        <p:nvSpPr>
          <p:cNvPr id="46084" name="Rectangle 3">
            <a:extLst>
              <a:ext uri="{FF2B5EF4-FFF2-40B4-BE49-F238E27FC236}">
                <a16:creationId xmlns:a16="http://schemas.microsoft.com/office/drawing/2014/main" id="{D9183B62-C6D5-4B14-BE72-0C752FED263B}"/>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a:latin typeface="Arial" panose="020B0604020202020204" pitchFamily="34" charset="0"/>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a:extLst>
              <a:ext uri="{FF2B5EF4-FFF2-40B4-BE49-F238E27FC236}">
                <a16:creationId xmlns:a16="http://schemas.microsoft.com/office/drawing/2014/main" id="{B9DA0339-EC5D-4771-A768-B698AD7EABF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fld id="{00211590-CB5E-4183-B430-EDD1F5B3865B}" type="slidenum">
              <a:rPr lang="en-US" altLang="zh-CN">
                <a:latin typeface="Arial" panose="020B0604020202020204" pitchFamily="34" charset="0"/>
              </a:rPr>
              <a:pPr eaLnBrk="1" hangingPunct="1"/>
              <a:t>60</a:t>
            </a:fld>
            <a:endParaRPr lang="en-US" altLang="zh-CN">
              <a:latin typeface="Arial" panose="020B0604020202020204" pitchFamily="34" charset="0"/>
            </a:endParaRPr>
          </a:p>
        </p:txBody>
      </p:sp>
      <p:sp>
        <p:nvSpPr>
          <p:cNvPr id="47107" name="Rectangle 2">
            <a:extLst>
              <a:ext uri="{FF2B5EF4-FFF2-40B4-BE49-F238E27FC236}">
                <a16:creationId xmlns:a16="http://schemas.microsoft.com/office/drawing/2014/main" id="{BD5FBDE6-47ED-4A48-B1ED-21AB7120DD6A}"/>
              </a:ext>
            </a:extLst>
          </p:cNvPr>
          <p:cNvSpPr>
            <a:spLocks noGrp="1" noRot="1" noChangeAspect="1" noChangeArrowheads="1" noTextEdit="1"/>
          </p:cNvSpPr>
          <p:nvPr>
            <p:ph type="sldImg"/>
          </p:nvPr>
        </p:nvSpPr>
        <p:spPr>
          <a:ln/>
        </p:spPr>
      </p:sp>
      <p:sp>
        <p:nvSpPr>
          <p:cNvPr id="47108" name="Rectangle 3">
            <a:extLst>
              <a:ext uri="{FF2B5EF4-FFF2-40B4-BE49-F238E27FC236}">
                <a16:creationId xmlns:a16="http://schemas.microsoft.com/office/drawing/2014/main" id="{99D9D856-66C1-4944-8EA0-15E95808ADC9}"/>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zh-CN">
                <a:latin typeface="Arial" panose="020B0604020202020204" pitchFamily="34" charset="0"/>
              </a:rPr>
              <a:t>VM</a:t>
            </a:r>
            <a:r>
              <a:rPr lang="zh-CN" altLang="en-US">
                <a:latin typeface="Arial" panose="020B0604020202020204" pitchFamily="34" charset="0"/>
              </a:rPr>
              <a:t>和</a:t>
            </a:r>
            <a:r>
              <a:rPr lang="en-US" altLang="zh-CN">
                <a:latin typeface="Arial" panose="020B0604020202020204" pitchFamily="34" charset="0"/>
              </a:rPr>
              <a:t>VL</a:t>
            </a:r>
            <a:r>
              <a:rPr lang="zh-CN" altLang="en-US">
                <a:latin typeface="Arial" panose="020B0604020202020204" pitchFamily="34" charset="0"/>
              </a:rPr>
              <a:t>各只有一个，是标量寄存器。</a:t>
            </a: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Calibri" pitchFamily="34" charset="0"/>
                <a:ea typeface="宋体" charset="-122"/>
              </a:defRPr>
            </a:lvl1pPr>
            <a:lvl2pPr marL="804763" indent="-309524" eaLnBrk="0" hangingPunct="0">
              <a:defRPr>
                <a:solidFill>
                  <a:schemeClr val="tx1"/>
                </a:solidFill>
                <a:latin typeface="Calibri" pitchFamily="34" charset="0"/>
                <a:ea typeface="宋体" charset="-122"/>
              </a:defRPr>
            </a:lvl2pPr>
            <a:lvl3pPr marL="1238098" indent="-247620" eaLnBrk="0" hangingPunct="0">
              <a:defRPr>
                <a:solidFill>
                  <a:schemeClr val="tx1"/>
                </a:solidFill>
                <a:latin typeface="Calibri" pitchFamily="34" charset="0"/>
                <a:ea typeface="宋体" charset="-122"/>
              </a:defRPr>
            </a:lvl3pPr>
            <a:lvl4pPr marL="1733337" indent="-247620" eaLnBrk="0" hangingPunct="0">
              <a:defRPr>
                <a:solidFill>
                  <a:schemeClr val="tx1"/>
                </a:solidFill>
                <a:latin typeface="Calibri" pitchFamily="34" charset="0"/>
                <a:ea typeface="宋体" charset="-122"/>
              </a:defRPr>
            </a:lvl4pPr>
            <a:lvl5pPr marL="2228576" indent="-247620" eaLnBrk="0" hangingPunct="0">
              <a:defRPr>
                <a:solidFill>
                  <a:schemeClr val="tx1"/>
                </a:solidFill>
                <a:latin typeface="Calibri" pitchFamily="34" charset="0"/>
                <a:ea typeface="宋体" charset="-122"/>
              </a:defRPr>
            </a:lvl5pPr>
            <a:lvl6pPr marL="2723815" indent="-247620" eaLnBrk="0" fontAlgn="base" hangingPunct="0">
              <a:spcBef>
                <a:spcPct val="0"/>
              </a:spcBef>
              <a:spcAft>
                <a:spcPct val="0"/>
              </a:spcAft>
              <a:defRPr>
                <a:solidFill>
                  <a:schemeClr val="tx1"/>
                </a:solidFill>
                <a:latin typeface="Calibri" pitchFamily="34" charset="0"/>
                <a:ea typeface="宋体" charset="-122"/>
              </a:defRPr>
            </a:lvl6pPr>
            <a:lvl7pPr marL="3219054" indent="-247620" eaLnBrk="0" fontAlgn="base" hangingPunct="0">
              <a:spcBef>
                <a:spcPct val="0"/>
              </a:spcBef>
              <a:spcAft>
                <a:spcPct val="0"/>
              </a:spcAft>
              <a:defRPr>
                <a:solidFill>
                  <a:schemeClr val="tx1"/>
                </a:solidFill>
                <a:latin typeface="Calibri" pitchFamily="34" charset="0"/>
                <a:ea typeface="宋体" charset="-122"/>
              </a:defRPr>
            </a:lvl7pPr>
            <a:lvl8pPr marL="3714293" indent="-247620" eaLnBrk="0" fontAlgn="base" hangingPunct="0">
              <a:spcBef>
                <a:spcPct val="0"/>
              </a:spcBef>
              <a:spcAft>
                <a:spcPct val="0"/>
              </a:spcAft>
              <a:defRPr>
                <a:solidFill>
                  <a:schemeClr val="tx1"/>
                </a:solidFill>
                <a:latin typeface="Calibri" pitchFamily="34" charset="0"/>
                <a:ea typeface="宋体" charset="-122"/>
              </a:defRPr>
            </a:lvl8pPr>
            <a:lvl9pPr marL="4209532" indent="-247620" eaLnBrk="0" fontAlgn="base" hangingPunct="0">
              <a:spcBef>
                <a:spcPct val="0"/>
              </a:spcBef>
              <a:spcAft>
                <a:spcPct val="0"/>
              </a:spcAft>
              <a:defRPr>
                <a:solidFill>
                  <a:schemeClr val="tx1"/>
                </a:solidFill>
                <a:latin typeface="Calibri" pitchFamily="34" charset="0"/>
                <a:ea typeface="宋体" charset="-122"/>
              </a:defRPr>
            </a:lvl9pPr>
          </a:lstStyle>
          <a:p>
            <a:pPr eaLnBrk="1" fontAlgn="base" hangingPunct="1">
              <a:spcBef>
                <a:spcPct val="0"/>
              </a:spcBef>
              <a:spcAft>
                <a:spcPct val="0"/>
              </a:spcAft>
            </a:pPr>
            <a:fld id="{31023C63-00D4-484C-9BB5-8CC0224EC9F0}" type="slidenum">
              <a:rPr lang="en-US" altLang="zh-CN" smtClean="0">
                <a:latin typeface="Arial" charset="0"/>
              </a:rPr>
              <a:pPr eaLnBrk="1" fontAlgn="base" hangingPunct="1">
                <a:spcBef>
                  <a:spcPct val="0"/>
                </a:spcBef>
                <a:spcAft>
                  <a:spcPct val="0"/>
                </a:spcAft>
              </a:pPr>
              <a:t>63</a:t>
            </a:fld>
            <a:endParaRPr lang="en-US" altLang="zh-CN">
              <a:latin typeface="Arial" charset="0"/>
            </a:endParaRPr>
          </a:p>
        </p:txBody>
      </p:sp>
      <p:sp>
        <p:nvSpPr>
          <p:cNvPr id="80899"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0900" name="Rectangle 3"/>
          <p:cNvSpPr>
            <a:spLocks noGrp="1" noChangeArrowheads="1"/>
          </p:cNvSpPr>
          <p:nvPr>
            <p:ph type="body" idx="1"/>
          </p:nvPr>
        </p:nvSpPr>
        <p:spPr bwMode="auto">
          <a:xfrm>
            <a:off x="946574" y="4861441"/>
            <a:ext cx="5206153" cy="460557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zh-CN">
              <a:latin typeface="Arial" charset="0"/>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Calibri" pitchFamily="34" charset="0"/>
                <a:ea typeface="宋体" charset="-122"/>
              </a:defRPr>
            </a:lvl1pPr>
            <a:lvl2pPr marL="804763" indent="-309524" eaLnBrk="0" hangingPunct="0">
              <a:defRPr>
                <a:solidFill>
                  <a:schemeClr val="tx1"/>
                </a:solidFill>
                <a:latin typeface="Calibri" pitchFamily="34" charset="0"/>
                <a:ea typeface="宋体" charset="-122"/>
              </a:defRPr>
            </a:lvl2pPr>
            <a:lvl3pPr marL="1238098" indent="-247620" eaLnBrk="0" hangingPunct="0">
              <a:defRPr>
                <a:solidFill>
                  <a:schemeClr val="tx1"/>
                </a:solidFill>
                <a:latin typeface="Calibri" pitchFamily="34" charset="0"/>
                <a:ea typeface="宋体" charset="-122"/>
              </a:defRPr>
            </a:lvl3pPr>
            <a:lvl4pPr marL="1733337" indent="-247620" eaLnBrk="0" hangingPunct="0">
              <a:defRPr>
                <a:solidFill>
                  <a:schemeClr val="tx1"/>
                </a:solidFill>
                <a:latin typeface="Calibri" pitchFamily="34" charset="0"/>
                <a:ea typeface="宋体" charset="-122"/>
              </a:defRPr>
            </a:lvl4pPr>
            <a:lvl5pPr marL="2228576" indent="-247620" eaLnBrk="0" hangingPunct="0">
              <a:defRPr>
                <a:solidFill>
                  <a:schemeClr val="tx1"/>
                </a:solidFill>
                <a:latin typeface="Calibri" pitchFamily="34" charset="0"/>
                <a:ea typeface="宋体" charset="-122"/>
              </a:defRPr>
            </a:lvl5pPr>
            <a:lvl6pPr marL="2723815" indent="-247620" eaLnBrk="0" fontAlgn="base" hangingPunct="0">
              <a:spcBef>
                <a:spcPct val="0"/>
              </a:spcBef>
              <a:spcAft>
                <a:spcPct val="0"/>
              </a:spcAft>
              <a:defRPr>
                <a:solidFill>
                  <a:schemeClr val="tx1"/>
                </a:solidFill>
                <a:latin typeface="Calibri" pitchFamily="34" charset="0"/>
                <a:ea typeface="宋体" charset="-122"/>
              </a:defRPr>
            </a:lvl6pPr>
            <a:lvl7pPr marL="3219054" indent="-247620" eaLnBrk="0" fontAlgn="base" hangingPunct="0">
              <a:spcBef>
                <a:spcPct val="0"/>
              </a:spcBef>
              <a:spcAft>
                <a:spcPct val="0"/>
              </a:spcAft>
              <a:defRPr>
                <a:solidFill>
                  <a:schemeClr val="tx1"/>
                </a:solidFill>
                <a:latin typeface="Calibri" pitchFamily="34" charset="0"/>
                <a:ea typeface="宋体" charset="-122"/>
              </a:defRPr>
            </a:lvl7pPr>
            <a:lvl8pPr marL="3714293" indent="-247620" eaLnBrk="0" fontAlgn="base" hangingPunct="0">
              <a:spcBef>
                <a:spcPct val="0"/>
              </a:spcBef>
              <a:spcAft>
                <a:spcPct val="0"/>
              </a:spcAft>
              <a:defRPr>
                <a:solidFill>
                  <a:schemeClr val="tx1"/>
                </a:solidFill>
                <a:latin typeface="Calibri" pitchFamily="34" charset="0"/>
                <a:ea typeface="宋体" charset="-122"/>
              </a:defRPr>
            </a:lvl8pPr>
            <a:lvl9pPr marL="4209532" indent="-247620" eaLnBrk="0" fontAlgn="base" hangingPunct="0">
              <a:spcBef>
                <a:spcPct val="0"/>
              </a:spcBef>
              <a:spcAft>
                <a:spcPct val="0"/>
              </a:spcAft>
              <a:defRPr>
                <a:solidFill>
                  <a:schemeClr val="tx1"/>
                </a:solidFill>
                <a:latin typeface="Calibri" pitchFamily="34" charset="0"/>
                <a:ea typeface="宋体" charset="-122"/>
              </a:defRPr>
            </a:lvl9pPr>
          </a:lstStyle>
          <a:p>
            <a:pPr eaLnBrk="1" fontAlgn="base" hangingPunct="1">
              <a:spcBef>
                <a:spcPct val="0"/>
              </a:spcBef>
              <a:spcAft>
                <a:spcPct val="0"/>
              </a:spcAft>
            </a:pPr>
            <a:fld id="{D2A3F9CC-A928-4A7A-8250-9CF076A8A00A}" type="slidenum">
              <a:rPr lang="en-US" altLang="zh-CN" smtClean="0">
                <a:latin typeface="Arial" charset="0"/>
              </a:rPr>
              <a:pPr eaLnBrk="1" fontAlgn="base" hangingPunct="1">
                <a:spcBef>
                  <a:spcPct val="0"/>
                </a:spcBef>
                <a:spcAft>
                  <a:spcPct val="0"/>
                </a:spcAft>
              </a:pPr>
              <a:t>64</a:t>
            </a:fld>
            <a:endParaRPr lang="en-US" altLang="zh-CN">
              <a:latin typeface="Arial" charset="0"/>
            </a:endParaRPr>
          </a:p>
        </p:txBody>
      </p:sp>
      <p:sp>
        <p:nvSpPr>
          <p:cNvPr id="81923"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24" name="Rectangle 3"/>
          <p:cNvSpPr>
            <a:spLocks noGrp="1" noChangeArrowheads="1"/>
          </p:cNvSpPr>
          <p:nvPr>
            <p:ph type="body" idx="1"/>
          </p:nvPr>
        </p:nvSpPr>
        <p:spPr bwMode="auto">
          <a:xfrm>
            <a:off x="946574" y="4861441"/>
            <a:ext cx="5206153" cy="460557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zh-CN">
              <a:latin typeface="Arial" charset="0"/>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Calibri" pitchFamily="34" charset="0"/>
                <a:ea typeface="宋体" charset="-122"/>
              </a:defRPr>
            </a:lvl1pPr>
            <a:lvl2pPr marL="804763" indent="-309524" eaLnBrk="0" hangingPunct="0">
              <a:defRPr>
                <a:solidFill>
                  <a:schemeClr val="tx1"/>
                </a:solidFill>
                <a:latin typeface="Calibri" pitchFamily="34" charset="0"/>
                <a:ea typeface="宋体" charset="-122"/>
              </a:defRPr>
            </a:lvl2pPr>
            <a:lvl3pPr marL="1238098" indent="-247620" eaLnBrk="0" hangingPunct="0">
              <a:defRPr>
                <a:solidFill>
                  <a:schemeClr val="tx1"/>
                </a:solidFill>
                <a:latin typeface="Calibri" pitchFamily="34" charset="0"/>
                <a:ea typeface="宋体" charset="-122"/>
              </a:defRPr>
            </a:lvl3pPr>
            <a:lvl4pPr marL="1733337" indent="-247620" eaLnBrk="0" hangingPunct="0">
              <a:defRPr>
                <a:solidFill>
                  <a:schemeClr val="tx1"/>
                </a:solidFill>
                <a:latin typeface="Calibri" pitchFamily="34" charset="0"/>
                <a:ea typeface="宋体" charset="-122"/>
              </a:defRPr>
            </a:lvl4pPr>
            <a:lvl5pPr marL="2228576" indent="-247620" eaLnBrk="0" hangingPunct="0">
              <a:defRPr>
                <a:solidFill>
                  <a:schemeClr val="tx1"/>
                </a:solidFill>
                <a:latin typeface="Calibri" pitchFamily="34" charset="0"/>
                <a:ea typeface="宋体" charset="-122"/>
              </a:defRPr>
            </a:lvl5pPr>
            <a:lvl6pPr marL="2723815" indent="-247620" eaLnBrk="0" fontAlgn="base" hangingPunct="0">
              <a:spcBef>
                <a:spcPct val="0"/>
              </a:spcBef>
              <a:spcAft>
                <a:spcPct val="0"/>
              </a:spcAft>
              <a:defRPr>
                <a:solidFill>
                  <a:schemeClr val="tx1"/>
                </a:solidFill>
                <a:latin typeface="Calibri" pitchFamily="34" charset="0"/>
                <a:ea typeface="宋体" charset="-122"/>
              </a:defRPr>
            </a:lvl6pPr>
            <a:lvl7pPr marL="3219054" indent="-247620" eaLnBrk="0" fontAlgn="base" hangingPunct="0">
              <a:spcBef>
                <a:spcPct val="0"/>
              </a:spcBef>
              <a:spcAft>
                <a:spcPct val="0"/>
              </a:spcAft>
              <a:defRPr>
                <a:solidFill>
                  <a:schemeClr val="tx1"/>
                </a:solidFill>
                <a:latin typeface="Calibri" pitchFamily="34" charset="0"/>
                <a:ea typeface="宋体" charset="-122"/>
              </a:defRPr>
            </a:lvl7pPr>
            <a:lvl8pPr marL="3714293" indent="-247620" eaLnBrk="0" fontAlgn="base" hangingPunct="0">
              <a:spcBef>
                <a:spcPct val="0"/>
              </a:spcBef>
              <a:spcAft>
                <a:spcPct val="0"/>
              </a:spcAft>
              <a:defRPr>
                <a:solidFill>
                  <a:schemeClr val="tx1"/>
                </a:solidFill>
                <a:latin typeface="Calibri" pitchFamily="34" charset="0"/>
                <a:ea typeface="宋体" charset="-122"/>
              </a:defRPr>
            </a:lvl8pPr>
            <a:lvl9pPr marL="4209532" indent="-247620" eaLnBrk="0" fontAlgn="base" hangingPunct="0">
              <a:spcBef>
                <a:spcPct val="0"/>
              </a:spcBef>
              <a:spcAft>
                <a:spcPct val="0"/>
              </a:spcAft>
              <a:defRPr>
                <a:solidFill>
                  <a:schemeClr val="tx1"/>
                </a:solidFill>
                <a:latin typeface="Calibri" pitchFamily="34" charset="0"/>
                <a:ea typeface="宋体" charset="-122"/>
              </a:defRPr>
            </a:lvl9pPr>
          </a:lstStyle>
          <a:p>
            <a:pPr eaLnBrk="1" fontAlgn="base" hangingPunct="1">
              <a:spcBef>
                <a:spcPct val="0"/>
              </a:spcBef>
              <a:spcAft>
                <a:spcPct val="0"/>
              </a:spcAft>
            </a:pPr>
            <a:fld id="{DD707AC5-B67D-4F85-B5BE-BF32423DD25A}" type="slidenum">
              <a:rPr lang="en-US" altLang="zh-CN" smtClean="0">
                <a:latin typeface="Arial" charset="0"/>
              </a:rPr>
              <a:pPr eaLnBrk="1" fontAlgn="base" hangingPunct="1">
                <a:spcBef>
                  <a:spcPct val="0"/>
                </a:spcBef>
                <a:spcAft>
                  <a:spcPct val="0"/>
                </a:spcAft>
              </a:pPr>
              <a:t>65</a:t>
            </a:fld>
            <a:endParaRPr lang="en-US" altLang="zh-CN">
              <a:latin typeface="Arial" charset="0"/>
            </a:endParaRPr>
          </a:p>
        </p:txBody>
      </p:sp>
      <p:sp>
        <p:nvSpPr>
          <p:cNvPr id="82947"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2948" name="Rectangle 3"/>
          <p:cNvSpPr>
            <a:spLocks noGrp="1" noChangeArrowheads="1"/>
          </p:cNvSpPr>
          <p:nvPr>
            <p:ph type="body" idx="1"/>
          </p:nvPr>
        </p:nvSpPr>
        <p:spPr bwMode="auto">
          <a:xfrm>
            <a:off x="946574" y="4861441"/>
            <a:ext cx="5206153" cy="460557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zh-CN" altLang="en-US" dirty="0">
              <a:latin typeface="Arial"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lvl1pPr>
              <a:defRPr/>
            </a:lvl1pPr>
          </a:lstStyle>
          <a:p>
            <a:pPr>
              <a:defRPr/>
            </a:pPr>
            <a:fld id="{7CE4C8D9-E2C8-4689-B081-C68DF366BB81}" type="datetime1">
              <a:rPr lang="zh-CN" altLang="en-US" smtClean="0"/>
              <a:t>2025/10/16</a:t>
            </a:fld>
            <a:endParaRPr lang="en-US" altLang="zh-CN"/>
          </a:p>
        </p:txBody>
      </p:sp>
      <p:sp>
        <p:nvSpPr>
          <p:cNvPr id="5" name="页脚占位符 4"/>
          <p:cNvSpPr>
            <a:spLocks noGrp="1"/>
          </p:cNvSpPr>
          <p:nvPr>
            <p:ph type="ftr" sz="quarter" idx="11"/>
          </p:nvPr>
        </p:nvSpPr>
        <p:spPr/>
        <p:txBody>
          <a:bodyPr/>
          <a:lstStyle>
            <a:lvl1pPr>
              <a:defRPr/>
            </a:lvl1pPr>
          </a:lstStyle>
          <a:p>
            <a:pPr>
              <a:defRPr/>
            </a:pPr>
            <a:r>
              <a:rPr lang="zh-CN" altLang="en-US"/>
              <a:t>计算学部 计算机体系结构 刘宏伟</a:t>
            </a:r>
            <a:endParaRPr lang="en-US" altLang="zh-CN"/>
          </a:p>
        </p:txBody>
      </p:sp>
      <p:sp>
        <p:nvSpPr>
          <p:cNvPr id="6" name="灯片编号占位符 5"/>
          <p:cNvSpPr>
            <a:spLocks noGrp="1"/>
          </p:cNvSpPr>
          <p:nvPr>
            <p:ph type="sldNum" sz="quarter" idx="12"/>
          </p:nvPr>
        </p:nvSpPr>
        <p:spPr/>
        <p:txBody>
          <a:bodyPr/>
          <a:lstStyle>
            <a:lvl1pPr>
              <a:defRPr/>
            </a:lvl1pPr>
          </a:lstStyle>
          <a:p>
            <a:pPr>
              <a:defRPr/>
            </a:pPr>
            <a:fld id="{A5AE633C-541A-4E3F-A22A-3C4C63E8EF5F}" type="slidenum">
              <a:rPr lang="zh-CN" altLang="en-US"/>
              <a:t>‹#›</a:t>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97E7E24F-F4BF-463A-A852-159F7EB88FCB}" type="datetime1">
              <a:rPr lang="zh-CN" altLang="en-US" smtClean="0"/>
              <a:t>2025/10/16</a:t>
            </a:fld>
            <a:endParaRPr lang="en-US" altLang="zh-CN"/>
          </a:p>
        </p:txBody>
      </p:sp>
      <p:sp>
        <p:nvSpPr>
          <p:cNvPr id="5" name="页脚占位符 4"/>
          <p:cNvSpPr>
            <a:spLocks noGrp="1"/>
          </p:cNvSpPr>
          <p:nvPr>
            <p:ph type="ftr" sz="quarter" idx="11"/>
          </p:nvPr>
        </p:nvSpPr>
        <p:spPr/>
        <p:txBody>
          <a:bodyPr/>
          <a:lstStyle>
            <a:lvl1pPr>
              <a:defRPr/>
            </a:lvl1pPr>
          </a:lstStyle>
          <a:p>
            <a:pPr>
              <a:defRPr/>
            </a:pPr>
            <a:r>
              <a:rPr lang="zh-CN" altLang="en-US"/>
              <a:t>计算学部 计算机体系结构 刘宏伟</a:t>
            </a:r>
            <a:endParaRPr lang="en-US" altLang="zh-CN"/>
          </a:p>
        </p:txBody>
      </p:sp>
      <p:sp>
        <p:nvSpPr>
          <p:cNvPr id="6" name="灯片编号占位符 5"/>
          <p:cNvSpPr>
            <a:spLocks noGrp="1"/>
          </p:cNvSpPr>
          <p:nvPr>
            <p:ph type="sldNum" sz="quarter" idx="12"/>
          </p:nvPr>
        </p:nvSpPr>
        <p:spPr/>
        <p:txBody>
          <a:bodyPr/>
          <a:lstStyle>
            <a:lvl1pPr>
              <a:defRPr/>
            </a:lvl1pPr>
          </a:lstStyle>
          <a:p>
            <a:pPr>
              <a:defRPr/>
            </a:pPr>
            <a:fld id="{8BCAC33D-D29A-48B3-BCD6-381D3D720D26}" type="slidenum">
              <a:rPr lang="zh-CN" altLang="en-US"/>
              <a:t>‹#›</a:t>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lvl1pPr>
              <a:defRPr/>
            </a:lvl1pPr>
          </a:lstStyle>
          <a:p>
            <a:pPr>
              <a:defRPr/>
            </a:pPr>
            <a:fld id="{95E80CAA-C5D3-4DAE-9A4A-9E633754E2B6}" type="datetime1">
              <a:rPr lang="zh-CN" altLang="en-US" smtClean="0"/>
              <a:t>2025/10/16</a:t>
            </a:fld>
            <a:endParaRPr lang="en-US" altLang="zh-CN"/>
          </a:p>
        </p:txBody>
      </p:sp>
      <p:sp>
        <p:nvSpPr>
          <p:cNvPr id="5" name="页脚占位符 4"/>
          <p:cNvSpPr>
            <a:spLocks noGrp="1"/>
          </p:cNvSpPr>
          <p:nvPr>
            <p:ph type="ftr" sz="quarter" idx="11"/>
          </p:nvPr>
        </p:nvSpPr>
        <p:spPr/>
        <p:txBody>
          <a:bodyPr/>
          <a:lstStyle>
            <a:lvl1pPr>
              <a:defRPr/>
            </a:lvl1pPr>
          </a:lstStyle>
          <a:p>
            <a:pPr>
              <a:defRPr/>
            </a:pPr>
            <a:r>
              <a:rPr lang="zh-CN" altLang="en-US"/>
              <a:t>计算学部 计算机体系结构 刘宏伟</a:t>
            </a:r>
            <a:endParaRPr lang="en-US" altLang="zh-CN"/>
          </a:p>
        </p:txBody>
      </p:sp>
      <p:sp>
        <p:nvSpPr>
          <p:cNvPr id="6" name="灯片编号占位符 5"/>
          <p:cNvSpPr>
            <a:spLocks noGrp="1"/>
          </p:cNvSpPr>
          <p:nvPr>
            <p:ph type="sldNum" sz="quarter" idx="12"/>
          </p:nvPr>
        </p:nvSpPr>
        <p:spPr/>
        <p:txBody>
          <a:bodyPr/>
          <a:lstStyle>
            <a:lvl1pPr>
              <a:defRPr/>
            </a:lvl1pPr>
          </a:lstStyle>
          <a:p>
            <a:pPr>
              <a:defRPr/>
            </a:pPr>
            <a:fld id="{0836AFD5-B4CE-4309-A85F-E56CFD431173}" type="slidenum">
              <a:rPr lang="zh-CN" altLang="en-US"/>
              <a:t>‹#›</a:t>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3"/>
          <p:cNvSpPr>
            <a:spLocks noGrp="1"/>
          </p:cNvSpPr>
          <p:nvPr>
            <p:ph type="dt" sz="half" idx="10"/>
          </p:nvPr>
        </p:nvSpPr>
        <p:spPr/>
        <p:txBody>
          <a:bodyPr/>
          <a:lstStyle>
            <a:lvl1pPr>
              <a:defRPr/>
            </a:lvl1pPr>
          </a:lstStyle>
          <a:p>
            <a:pPr>
              <a:defRPr/>
            </a:pPr>
            <a:fld id="{6B9AE45C-E7F5-4140-95FB-6B4DEB0A053E}" type="datetime1">
              <a:rPr lang="zh-CN" altLang="en-US" smtClean="0"/>
              <a:t>2025/10/16</a:t>
            </a:fld>
            <a:endParaRPr lang="en-US" altLang="zh-CN"/>
          </a:p>
        </p:txBody>
      </p:sp>
      <p:sp>
        <p:nvSpPr>
          <p:cNvPr id="6" name="页脚占位符 4"/>
          <p:cNvSpPr>
            <a:spLocks noGrp="1"/>
          </p:cNvSpPr>
          <p:nvPr>
            <p:ph type="ftr" sz="quarter" idx="11"/>
          </p:nvPr>
        </p:nvSpPr>
        <p:spPr/>
        <p:txBody>
          <a:bodyPr/>
          <a:lstStyle>
            <a:lvl1pPr>
              <a:defRPr/>
            </a:lvl1pPr>
          </a:lstStyle>
          <a:p>
            <a:pPr>
              <a:defRPr/>
            </a:pPr>
            <a:r>
              <a:rPr lang="zh-CN" altLang="en-US"/>
              <a:t>计算学部 计算机体系结构 刘宏伟</a:t>
            </a:r>
            <a:endParaRPr lang="en-US" altLang="zh-CN"/>
          </a:p>
        </p:txBody>
      </p:sp>
      <p:sp>
        <p:nvSpPr>
          <p:cNvPr id="7" name="灯片编号占位符 5"/>
          <p:cNvSpPr>
            <a:spLocks noGrp="1"/>
          </p:cNvSpPr>
          <p:nvPr>
            <p:ph type="sldNum" sz="quarter" idx="12"/>
          </p:nvPr>
        </p:nvSpPr>
        <p:spPr/>
        <p:txBody>
          <a:bodyPr/>
          <a:lstStyle>
            <a:lvl1pPr>
              <a:defRPr/>
            </a:lvl1pPr>
          </a:lstStyle>
          <a:p>
            <a:pPr>
              <a:defRPr/>
            </a:pPr>
            <a:fld id="{B3CCC3E9-608E-4023-AA79-77ECC6312F57}" type="slidenum">
              <a:rPr lang="zh-CN" altLang="en-US"/>
              <a:t>‹#›</a:t>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p:cNvSpPr>
            <a:spLocks noGrp="1"/>
          </p:cNvSpPr>
          <p:nvPr>
            <p:ph type="dt" sz="half" idx="10"/>
          </p:nvPr>
        </p:nvSpPr>
        <p:spPr/>
        <p:txBody>
          <a:bodyPr/>
          <a:lstStyle>
            <a:lvl1pPr>
              <a:defRPr/>
            </a:lvl1pPr>
          </a:lstStyle>
          <a:p>
            <a:pPr>
              <a:defRPr/>
            </a:pPr>
            <a:fld id="{0B5B06BF-D801-4975-B2CF-4701DE5CAD28}" type="datetime1">
              <a:rPr lang="zh-CN" altLang="en-US" smtClean="0"/>
              <a:t>2025/10/16</a:t>
            </a:fld>
            <a:endParaRPr lang="en-US" altLang="zh-CN"/>
          </a:p>
        </p:txBody>
      </p:sp>
      <p:sp>
        <p:nvSpPr>
          <p:cNvPr id="8" name="页脚占位符 4"/>
          <p:cNvSpPr>
            <a:spLocks noGrp="1"/>
          </p:cNvSpPr>
          <p:nvPr>
            <p:ph type="ftr" sz="quarter" idx="11"/>
          </p:nvPr>
        </p:nvSpPr>
        <p:spPr/>
        <p:txBody>
          <a:bodyPr/>
          <a:lstStyle>
            <a:lvl1pPr>
              <a:defRPr/>
            </a:lvl1pPr>
          </a:lstStyle>
          <a:p>
            <a:pPr>
              <a:defRPr/>
            </a:pPr>
            <a:r>
              <a:rPr lang="zh-CN" altLang="en-US"/>
              <a:t>计算学部 计算机体系结构 刘宏伟</a:t>
            </a:r>
            <a:endParaRPr lang="en-US" altLang="zh-CN"/>
          </a:p>
        </p:txBody>
      </p:sp>
      <p:sp>
        <p:nvSpPr>
          <p:cNvPr id="9" name="灯片编号占位符 5"/>
          <p:cNvSpPr>
            <a:spLocks noGrp="1"/>
          </p:cNvSpPr>
          <p:nvPr>
            <p:ph type="sldNum" sz="quarter" idx="12"/>
          </p:nvPr>
        </p:nvSpPr>
        <p:spPr/>
        <p:txBody>
          <a:bodyPr/>
          <a:lstStyle>
            <a:lvl1pPr>
              <a:defRPr/>
            </a:lvl1pPr>
          </a:lstStyle>
          <a:p>
            <a:pPr>
              <a:defRPr/>
            </a:pPr>
            <a:fld id="{CD980664-B5A2-458D-9781-BDBB3E444617}" type="slidenum">
              <a:rPr lang="zh-CN" altLang="en-US"/>
              <a:t>‹#›</a:t>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3"/>
          <p:cNvSpPr>
            <a:spLocks noGrp="1"/>
          </p:cNvSpPr>
          <p:nvPr>
            <p:ph type="dt" sz="half" idx="10"/>
          </p:nvPr>
        </p:nvSpPr>
        <p:spPr/>
        <p:txBody>
          <a:bodyPr/>
          <a:lstStyle>
            <a:lvl1pPr>
              <a:defRPr/>
            </a:lvl1pPr>
          </a:lstStyle>
          <a:p>
            <a:pPr>
              <a:defRPr/>
            </a:pPr>
            <a:fld id="{0FA6B411-F816-4848-9AFF-77F1EFA70767}" type="datetime1">
              <a:rPr lang="zh-CN" altLang="en-US" smtClean="0"/>
              <a:t>2025/10/16</a:t>
            </a:fld>
            <a:endParaRPr lang="en-US" altLang="zh-CN"/>
          </a:p>
        </p:txBody>
      </p:sp>
      <p:sp>
        <p:nvSpPr>
          <p:cNvPr id="4" name="页脚占位符 4"/>
          <p:cNvSpPr>
            <a:spLocks noGrp="1"/>
          </p:cNvSpPr>
          <p:nvPr>
            <p:ph type="ftr" sz="quarter" idx="11"/>
          </p:nvPr>
        </p:nvSpPr>
        <p:spPr/>
        <p:txBody>
          <a:bodyPr/>
          <a:lstStyle>
            <a:lvl1pPr>
              <a:defRPr/>
            </a:lvl1pPr>
          </a:lstStyle>
          <a:p>
            <a:pPr>
              <a:defRPr/>
            </a:pPr>
            <a:r>
              <a:rPr lang="zh-CN" altLang="en-US"/>
              <a:t>计算学部 计算机体系结构 刘宏伟</a:t>
            </a:r>
            <a:endParaRPr lang="en-US" altLang="zh-CN"/>
          </a:p>
        </p:txBody>
      </p:sp>
      <p:sp>
        <p:nvSpPr>
          <p:cNvPr id="5" name="灯片编号占位符 5"/>
          <p:cNvSpPr>
            <a:spLocks noGrp="1"/>
          </p:cNvSpPr>
          <p:nvPr>
            <p:ph type="sldNum" sz="quarter" idx="12"/>
          </p:nvPr>
        </p:nvSpPr>
        <p:spPr/>
        <p:txBody>
          <a:bodyPr/>
          <a:lstStyle>
            <a:lvl1pPr>
              <a:defRPr/>
            </a:lvl1pPr>
          </a:lstStyle>
          <a:p>
            <a:pPr>
              <a:defRPr/>
            </a:pPr>
            <a:fld id="{3342FEDC-7E89-472C-BFD5-D857A9C78A6E}" type="slidenum">
              <a:rPr lang="zh-CN" altLang="en-US"/>
              <a:t>‹#›</a:t>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fld id="{2BFDBEEF-02FF-4F54-A2E0-6DFAB14EF383}" type="datetime1">
              <a:rPr lang="zh-CN" altLang="en-US" smtClean="0"/>
              <a:t>2025/10/16</a:t>
            </a:fld>
            <a:endParaRPr lang="en-US" altLang="zh-CN"/>
          </a:p>
        </p:txBody>
      </p:sp>
      <p:sp>
        <p:nvSpPr>
          <p:cNvPr id="3" name="页脚占位符 4"/>
          <p:cNvSpPr>
            <a:spLocks noGrp="1"/>
          </p:cNvSpPr>
          <p:nvPr>
            <p:ph type="ftr" sz="quarter" idx="11"/>
          </p:nvPr>
        </p:nvSpPr>
        <p:spPr/>
        <p:txBody>
          <a:bodyPr/>
          <a:lstStyle>
            <a:lvl1pPr>
              <a:defRPr/>
            </a:lvl1pPr>
          </a:lstStyle>
          <a:p>
            <a:pPr>
              <a:defRPr/>
            </a:pPr>
            <a:r>
              <a:rPr lang="zh-CN" altLang="en-US"/>
              <a:t>计算学部 计算机体系结构 刘宏伟</a:t>
            </a:r>
            <a:endParaRPr lang="en-US" altLang="zh-CN"/>
          </a:p>
        </p:txBody>
      </p:sp>
      <p:sp>
        <p:nvSpPr>
          <p:cNvPr id="4" name="灯片编号占位符 5"/>
          <p:cNvSpPr>
            <a:spLocks noGrp="1"/>
          </p:cNvSpPr>
          <p:nvPr>
            <p:ph type="sldNum" sz="quarter" idx="12"/>
          </p:nvPr>
        </p:nvSpPr>
        <p:spPr/>
        <p:txBody>
          <a:bodyPr/>
          <a:lstStyle>
            <a:lvl1pPr>
              <a:defRPr/>
            </a:lvl1pPr>
          </a:lstStyle>
          <a:p>
            <a:pPr>
              <a:defRPr/>
            </a:pPr>
            <a:fld id="{65B7EA61-351E-4105-9AD9-76D38C6E9934}" type="slidenum">
              <a:rPr lang="zh-CN" altLang="en-US"/>
              <a:t>‹#›</a:t>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p:cNvSpPr>
            <a:spLocks noGrp="1"/>
          </p:cNvSpPr>
          <p:nvPr>
            <p:ph type="dt" sz="half" idx="10"/>
          </p:nvPr>
        </p:nvSpPr>
        <p:spPr/>
        <p:txBody>
          <a:bodyPr/>
          <a:lstStyle>
            <a:lvl1pPr>
              <a:defRPr/>
            </a:lvl1pPr>
          </a:lstStyle>
          <a:p>
            <a:pPr>
              <a:defRPr/>
            </a:pPr>
            <a:fld id="{23306F83-ED3C-4F9B-B38B-3764D695B5BA}" type="datetime1">
              <a:rPr lang="zh-CN" altLang="en-US" smtClean="0"/>
              <a:t>2025/10/16</a:t>
            </a:fld>
            <a:endParaRPr lang="en-US" altLang="zh-CN"/>
          </a:p>
        </p:txBody>
      </p:sp>
      <p:sp>
        <p:nvSpPr>
          <p:cNvPr id="6" name="页脚占位符 4"/>
          <p:cNvSpPr>
            <a:spLocks noGrp="1"/>
          </p:cNvSpPr>
          <p:nvPr>
            <p:ph type="ftr" sz="quarter" idx="11"/>
          </p:nvPr>
        </p:nvSpPr>
        <p:spPr/>
        <p:txBody>
          <a:bodyPr/>
          <a:lstStyle>
            <a:lvl1pPr>
              <a:defRPr/>
            </a:lvl1pPr>
          </a:lstStyle>
          <a:p>
            <a:pPr>
              <a:defRPr/>
            </a:pPr>
            <a:r>
              <a:rPr lang="zh-CN" altLang="en-US"/>
              <a:t>计算学部 计算机体系结构 刘宏伟</a:t>
            </a:r>
            <a:endParaRPr lang="en-US" altLang="zh-CN"/>
          </a:p>
        </p:txBody>
      </p:sp>
      <p:sp>
        <p:nvSpPr>
          <p:cNvPr id="7" name="灯片编号占位符 5"/>
          <p:cNvSpPr>
            <a:spLocks noGrp="1"/>
          </p:cNvSpPr>
          <p:nvPr>
            <p:ph type="sldNum" sz="quarter" idx="12"/>
          </p:nvPr>
        </p:nvSpPr>
        <p:spPr/>
        <p:txBody>
          <a:bodyPr/>
          <a:lstStyle>
            <a:lvl1pPr>
              <a:defRPr/>
            </a:lvl1pPr>
          </a:lstStyle>
          <a:p>
            <a:pPr>
              <a:defRPr/>
            </a:pPr>
            <a:fld id="{AFC75736-67D3-4C0D-9AD3-EBB1133B7A15}" type="slidenum">
              <a:rPr lang="zh-CN" altLang="en-US"/>
              <a:t>‹#›</a:t>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p:cNvSpPr>
            <a:spLocks noGrp="1"/>
          </p:cNvSpPr>
          <p:nvPr>
            <p:ph type="dt" sz="half" idx="10"/>
          </p:nvPr>
        </p:nvSpPr>
        <p:spPr/>
        <p:txBody>
          <a:bodyPr/>
          <a:lstStyle>
            <a:lvl1pPr>
              <a:defRPr/>
            </a:lvl1pPr>
          </a:lstStyle>
          <a:p>
            <a:pPr>
              <a:defRPr/>
            </a:pPr>
            <a:fld id="{01DA9D32-8F20-4D5A-A0FC-9DDE2E9F1A82}" type="datetime1">
              <a:rPr lang="zh-CN" altLang="en-US" smtClean="0"/>
              <a:t>2025/10/16</a:t>
            </a:fld>
            <a:endParaRPr lang="en-US" altLang="zh-CN"/>
          </a:p>
        </p:txBody>
      </p:sp>
      <p:sp>
        <p:nvSpPr>
          <p:cNvPr id="6" name="页脚占位符 4"/>
          <p:cNvSpPr>
            <a:spLocks noGrp="1"/>
          </p:cNvSpPr>
          <p:nvPr>
            <p:ph type="ftr" sz="quarter" idx="11"/>
          </p:nvPr>
        </p:nvSpPr>
        <p:spPr/>
        <p:txBody>
          <a:bodyPr/>
          <a:lstStyle>
            <a:lvl1pPr>
              <a:defRPr/>
            </a:lvl1pPr>
          </a:lstStyle>
          <a:p>
            <a:pPr>
              <a:defRPr/>
            </a:pPr>
            <a:r>
              <a:rPr lang="zh-CN" altLang="en-US"/>
              <a:t>计算学部 计算机体系结构 刘宏伟</a:t>
            </a:r>
            <a:endParaRPr lang="en-US" altLang="zh-CN"/>
          </a:p>
        </p:txBody>
      </p:sp>
      <p:sp>
        <p:nvSpPr>
          <p:cNvPr id="7" name="灯片编号占位符 5"/>
          <p:cNvSpPr>
            <a:spLocks noGrp="1"/>
          </p:cNvSpPr>
          <p:nvPr>
            <p:ph type="sldNum" sz="quarter" idx="12"/>
          </p:nvPr>
        </p:nvSpPr>
        <p:spPr/>
        <p:txBody>
          <a:bodyPr/>
          <a:lstStyle>
            <a:lvl1pPr>
              <a:defRPr/>
            </a:lvl1pPr>
          </a:lstStyle>
          <a:p>
            <a:pPr>
              <a:defRPr/>
            </a:pPr>
            <a:fld id="{6B43B5C7-14AB-4EB9-8E35-9962854618D2}" type="slidenum">
              <a:rPr lang="zh-CN" altLang="en-US"/>
              <a:t>‹#›</a:t>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C1B69C07-054F-46F9-8A8E-82AEC1680B5A}" type="datetime1">
              <a:rPr lang="zh-CN" altLang="en-US" smtClean="0"/>
              <a:t>2025/10/16</a:t>
            </a:fld>
            <a:endParaRPr lang="en-US" altLang="zh-CN"/>
          </a:p>
        </p:txBody>
      </p:sp>
      <p:sp>
        <p:nvSpPr>
          <p:cNvPr id="5" name="页脚占位符 4"/>
          <p:cNvSpPr>
            <a:spLocks noGrp="1"/>
          </p:cNvSpPr>
          <p:nvPr>
            <p:ph type="ftr" sz="quarter" idx="11"/>
          </p:nvPr>
        </p:nvSpPr>
        <p:spPr/>
        <p:txBody>
          <a:bodyPr/>
          <a:lstStyle>
            <a:lvl1pPr>
              <a:defRPr/>
            </a:lvl1pPr>
          </a:lstStyle>
          <a:p>
            <a:pPr>
              <a:defRPr/>
            </a:pPr>
            <a:r>
              <a:rPr lang="zh-CN" altLang="en-US"/>
              <a:t>计算学部 计算机体系结构 刘宏伟</a:t>
            </a:r>
            <a:endParaRPr lang="en-US" altLang="zh-CN"/>
          </a:p>
        </p:txBody>
      </p:sp>
      <p:sp>
        <p:nvSpPr>
          <p:cNvPr id="6" name="灯片编号占位符 5"/>
          <p:cNvSpPr>
            <a:spLocks noGrp="1"/>
          </p:cNvSpPr>
          <p:nvPr>
            <p:ph type="sldNum" sz="quarter" idx="12"/>
          </p:nvPr>
        </p:nvSpPr>
        <p:spPr/>
        <p:txBody>
          <a:bodyPr/>
          <a:lstStyle>
            <a:lvl1pPr>
              <a:defRPr/>
            </a:lvl1pPr>
          </a:lstStyle>
          <a:p>
            <a:pPr>
              <a:defRPr/>
            </a:pPr>
            <a:fld id="{C739E446-6F6B-46FF-A641-54E99657CB0F}" type="slidenum">
              <a:rPr lang="zh-CN" altLang="en-US"/>
              <a:t>‹#›</a:t>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0F393456-42B5-43C9-BF07-B330BE0BED7E}" type="datetime1">
              <a:rPr lang="zh-CN" altLang="en-US" smtClean="0"/>
              <a:t>2025/10/16</a:t>
            </a:fld>
            <a:endParaRPr lang="en-US" altLang="zh-CN"/>
          </a:p>
        </p:txBody>
      </p:sp>
      <p:sp>
        <p:nvSpPr>
          <p:cNvPr id="5" name="页脚占位符 4"/>
          <p:cNvSpPr>
            <a:spLocks noGrp="1"/>
          </p:cNvSpPr>
          <p:nvPr>
            <p:ph type="ftr" sz="quarter" idx="11"/>
          </p:nvPr>
        </p:nvSpPr>
        <p:spPr/>
        <p:txBody>
          <a:bodyPr/>
          <a:lstStyle>
            <a:lvl1pPr>
              <a:defRPr/>
            </a:lvl1pPr>
          </a:lstStyle>
          <a:p>
            <a:pPr>
              <a:defRPr/>
            </a:pPr>
            <a:r>
              <a:rPr lang="zh-CN" altLang="en-US"/>
              <a:t>计算学部 计算机体系结构 刘宏伟</a:t>
            </a:r>
            <a:endParaRPr lang="en-US" altLang="zh-CN"/>
          </a:p>
        </p:txBody>
      </p:sp>
      <p:sp>
        <p:nvSpPr>
          <p:cNvPr id="6" name="灯片编号占位符 5"/>
          <p:cNvSpPr>
            <a:spLocks noGrp="1"/>
          </p:cNvSpPr>
          <p:nvPr>
            <p:ph type="sldNum" sz="quarter" idx="12"/>
          </p:nvPr>
        </p:nvSpPr>
        <p:spPr/>
        <p:txBody>
          <a:bodyPr/>
          <a:lstStyle>
            <a:lvl1pPr>
              <a:defRPr/>
            </a:lvl1pPr>
          </a:lstStyle>
          <a:p>
            <a:pPr>
              <a:defRPr/>
            </a:pPr>
            <a:fld id="{C295BA35-14E5-4401-B968-D9FCFD45D966}" type="slidenum">
              <a:rPr lang="zh-CN" altLang="en-US"/>
              <a:t>‹#›</a:t>
            </a:fld>
            <a:endParaRPr lang="en-US" alt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539750" y="188913"/>
            <a:ext cx="8001000" cy="568801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日期占位符 1">
            <a:extLst>
              <a:ext uri="{FF2B5EF4-FFF2-40B4-BE49-F238E27FC236}">
                <a16:creationId xmlns:a16="http://schemas.microsoft.com/office/drawing/2014/main" id="{B3E15570-C58F-76A3-9C65-4767C1355D99}"/>
              </a:ext>
            </a:extLst>
          </p:cNvPr>
          <p:cNvSpPr>
            <a:spLocks noGrp="1"/>
          </p:cNvSpPr>
          <p:nvPr>
            <p:ph type="dt" sz="half" idx="10"/>
          </p:nvPr>
        </p:nvSpPr>
        <p:spPr>
          <a:xfrm>
            <a:off x="457200" y="6356350"/>
            <a:ext cx="2133600" cy="365125"/>
          </a:xfrm>
        </p:spPr>
        <p:txBody>
          <a:bodyPr/>
          <a:lstStyle/>
          <a:p>
            <a:pPr>
              <a:defRPr/>
            </a:pPr>
            <a:fld id="{793374CE-05AD-4B12-8D37-3D6DF14FC43A}" type="datetime1">
              <a:rPr lang="zh-CN" altLang="en-US" smtClean="0"/>
              <a:t>2025/10/16</a:t>
            </a:fld>
            <a:endParaRPr lang="en-US" altLang="zh-CN"/>
          </a:p>
        </p:txBody>
      </p:sp>
      <p:sp>
        <p:nvSpPr>
          <p:cNvPr id="4" name="页脚占位符 2">
            <a:extLst>
              <a:ext uri="{FF2B5EF4-FFF2-40B4-BE49-F238E27FC236}">
                <a16:creationId xmlns:a16="http://schemas.microsoft.com/office/drawing/2014/main" id="{1F228E91-4499-E66A-9343-CEFD3CFABCEB}"/>
              </a:ext>
            </a:extLst>
          </p:cNvPr>
          <p:cNvSpPr>
            <a:spLocks noGrp="1"/>
          </p:cNvSpPr>
          <p:nvPr>
            <p:ph type="ftr" sz="quarter" idx="11"/>
          </p:nvPr>
        </p:nvSpPr>
        <p:spPr>
          <a:xfrm>
            <a:off x="3124200" y="6356350"/>
            <a:ext cx="2895600" cy="365125"/>
          </a:xfrm>
        </p:spPr>
        <p:txBody>
          <a:bodyPr/>
          <a:lstStyle/>
          <a:p>
            <a:pPr>
              <a:defRPr/>
            </a:pPr>
            <a:r>
              <a:rPr lang="zh-CN" altLang="en-US"/>
              <a:t>计算学部 计算机体系结构 刘宏伟</a:t>
            </a:r>
            <a:endParaRPr lang="en-US" altLang="zh-CN"/>
          </a:p>
        </p:txBody>
      </p:sp>
      <p:sp>
        <p:nvSpPr>
          <p:cNvPr id="5" name="灯片编号占位符 3">
            <a:extLst>
              <a:ext uri="{FF2B5EF4-FFF2-40B4-BE49-F238E27FC236}">
                <a16:creationId xmlns:a16="http://schemas.microsoft.com/office/drawing/2014/main" id="{EB827CB1-CB84-5845-9CB9-AE696CF6B083}"/>
              </a:ext>
            </a:extLst>
          </p:cNvPr>
          <p:cNvSpPr>
            <a:spLocks noGrp="1"/>
          </p:cNvSpPr>
          <p:nvPr>
            <p:ph type="sldNum" sz="quarter" idx="12"/>
          </p:nvPr>
        </p:nvSpPr>
        <p:spPr>
          <a:xfrm>
            <a:off x="6553200" y="6356350"/>
            <a:ext cx="2133600" cy="365125"/>
          </a:xfrm>
        </p:spPr>
        <p:txBody>
          <a:bodyPr/>
          <a:lstStyle/>
          <a:p>
            <a:pPr>
              <a:defRPr/>
            </a:pPr>
            <a:fld id="{8BCAC33D-D29A-48B3-BCD6-381D3D720D26}" type="slidenum">
              <a:rPr lang="zh-CN" altLang="en-US" smtClean="0"/>
              <a:t>‹#›</a:t>
            </a:fld>
            <a:endParaRPr lang="en-US" altLang="zh-CN"/>
          </a:p>
        </p:txBody>
      </p:sp>
    </p:spTree>
    <p:extLst>
      <p:ext uri="{BB962C8B-B14F-4D97-AF65-F5344CB8AC3E}">
        <p14:creationId xmlns:p14="http://schemas.microsoft.com/office/powerpoint/2010/main" val="1190975496"/>
      </p:ext>
    </p:extLst>
  </p:cSld>
  <p:clrMapOvr>
    <a:masterClrMapping/>
  </p:clrMapOvr>
  <p:transition>
    <p:pull dir="rd"/>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标题占位符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a:t>单击此处编辑母版标题样式</a:t>
            </a:r>
          </a:p>
        </p:txBody>
      </p:sp>
      <p:sp>
        <p:nvSpPr>
          <p:cNvPr id="1027" name="文本占位符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spcBef>
                <a:spcPct val="20000"/>
              </a:spcBef>
              <a:defRPr sz="1200">
                <a:solidFill>
                  <a:schemeClr val="tx1">
                    <a:tint val="75000"/>
                  </a:schemeClr>
                </a:solidFill>
                <a:latin typeface="宋体" panose="02010600030101010101" pitchFamily="2" charset="-122"/>
                <a:ea typeface="宋体" panose="02010600030101010101" pitchFamily="2" charset="-122"/>
              </a:defRPr>
            </a:lvl1pPr>
          </a:lstStyle>
          <a:p>
            <a:pPr>
              <a:defRPr/>
            </a:pPr>
            <a:fld id="{82E5CC5F-076D-4876-9F9E-2E53B795066D}" type="datetime1">
              <a:rPr lang="zh-CN" altLang="en-US" smtClean="0"/>
              <a:t>2025/10/16</a:t>
            </a:fld>
            <a:endParaRPr lang="en-US" altLang="zh-CN"/>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spcBef>
                <a:spcPct val="20000"/>
              </a:spcBef>
              <a:defRPr sz="1200">
                <a:solidFill>
                  <a:schemeClr val="tx1">
                    <a:tint val="75000"/>
                  </a:schemeClr>
                </a:solidFill>
                <a:latin typeface="宋体" panose="02010600030101010101" pitchFamily="2" charset="-122"/>
                <a:ea typeface="宋体" panose="02010600030101010101" pitchFamily="2" charset="-122"/>
              </a:defRPr>
            </a:lvl1pPr>
          </a:lstStyle>
          <a:p>
            <a:pPr>
              <a:defRPr/>
            </a:pPr>
            <a:r>
              <a:rPr lang="zh-CN" altLang="en-US"/>
              <a:t>计算学部 计算机体系结构 刘宏伟</a:t>
            </a:r>
            <a:endParaRPr lang="en-US" altLang="zh-CN"/>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spcBef>
                <a:spcPct val="20000"/>
              </a:spcBef>
              <a:defRPr sz="1200">
                <a:solidFill>
                  <a:schemeClr val="tx1">
                    <a:tint val="75000"/>
                  </a:schemeClr>
                </a:solidFill>
                <a:latin typeface="宋体" panose="02010600030101010101" pitchFamily="2" charset="-122"/>
                <a:ea typeface="宋体" panose="02010600030101010101" pitchFamily="2" charset="-122"/>
              </a:defRPr>
            </a:lvl1pPr>
          </a:lstStyle>
          <a:p>
            <a:pPr>
              <a:defRPr/>
            </a:pPr>
            <a:fld id="{2CE38698-3FD2-4DD5-AB6F-61E8F41EBC15}" type="slidenum">
              <a:rPr lang="zh-CN" altLang="en-US"/>
              <a:t>‹#›</a:t>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defRPr>
      </a:lvl2pPr>
      <a:lvl3pPr algn="ctr" rtl="0" eaLnBrk="0" fontAlgn="base" hangingPunct="0">
        <a:spcBef>
          <a:spcPct val="0"/>
        </a:spcBef>
        <a:spcAft>
          <a:spcPct val="0"/>
        </a:spcAft>
        <a:defRPr sz="4400">
          <a:solidFill>
            <a:schemeClr val="tx1"/>
          </a:solidFill>
          <a:latin typeface="Calibri" panose="020F0502020204030204" pitchFamily="34" charset="0"/>
        </a:defRPr>
      </a:lvl3pPr>
      <a:lvl4pPr algn="ctr" rtl="0" eaLnBrk="0" fontAlgn="base" hangingPunct="0">
        <a:spcBef>
          <a:spcPct val="0"/>
        </a:spcBef>
        <a:spcAft>
          <a:spcPct val="0"/>
        </a:spcAft>
        <a:defRPr sz="4400">
          <a:solidFill>
            <a:schemeClr val="tx1"/>
          </a:solidFill>
          <a:latin typeface="Calibri" panose="020F0502020204030204" pitchFamily="34" charset="0"/>
        </a:defRPr>
      </a:lvl4pPr>
      <a:lvl5pPr algn="ctr" rtl="0" eaLnBrk="0" fontAlgn="base" hangingPunct="0">
        <a:spcBef>
          <a:spcPct val="0"/>
        </a:spcBef>
        <a:spcAft>
          <a:spcPct val="0"/>
        </a:spcAft>
        <a:defRPr sz="4400">
          <a:solidFill>
            <a:schemeClr val="tx1"/>
          </a:solidFill>
          <a:latin typeface="Calibri" panose="020F0502020204030204" pitchFamily="34" charset="0"/>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slide" Target="slide37.xml"/><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slide" Target="slide38.xml"/></Relationships>
</file>

<file path=ppt/slides/_rels/slide4.xml.rels><?xml version="1.0" encoding="UTF-8" standalone="yes"?>
<Relationships xmlns="http://schemas.openxmlformats.org/package/2006/relationships"><Relationship Id="rId3" Type="http://schemas.openxmlformats.org/officeDocument/2006/relationships/slide" Target="slide39.xml"/><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slide" Target="slide40.xml"/><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slide" Target="slide41.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slide" Target="slide44.xml"/><Relationship Id="rId5" Type="http://schemas.openxmlformats.org/officeDocument/2006/relationships/slide" Target="slide43.xml"/><Relationship Id="rId4" Type="http://schemas.openxmlformats.org/officeDocument/2006/relationships/slide" Target="slide4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slide" Target="slide45.xml"/><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slide" Target="slide46.xml"/></Relationships>
</file>

<file path=ppt/slides/_rels/slide10.xml.rels><?xml version="1.0" encoding="UTF-8" standalone="yes"?>
<Relationships xmlns="http://schemas.openxmlformats.org/package/2006/relationships"><Relationship Id="rId3" Type="http://schemas.openxmlformats.org/officeDocument/2006/relationships/slide" Target="slide47.xm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slide" Target="slide50.xml"/><Relationship Id="rId5" Type="http://schemas.openxmlformats.org/officeDocument/2006/relationships/slide" Target="slide49.xml"/><Relationship Id="rId4" Type="http://schemas.openxmlformats.org/officeDocument/2006/relationships/slide" Target="slide48.xml"/></Relationships>
</file>

<file path=ppt/slides/_rels/slide11.xml.rels><?xml version="1.0" encoding="UTF-8" standalone="yes"?>
<Relationships xmlns="http://schemas.openxmlformats.org/package/2006/relationships"><Relationship Id="rId3" Type="http://schemas.openxmlformats.org/officeDocument/2006/relationships/slide" Target="slide51.xml"/><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slide" Target="slide52.xml"/></Relationships>
</file>

<file path=ppt/slides/_rels/slide12.xml.rels><?xml version="1.0" encoding="UTF-8" standalone="yes"?>
<Relationships xmlns="http://schemas.openxmlformats.org/package/2006/relationships"><Relationship Id="rId3" Type="http://schemas.openxmlformats.org/officeDocument/2006/relationships/slide" Target="slide53.xml"/><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slide" Target="slide56.xml"/><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slide" Target="slide57.xml"/></Relationships>
</file>

<file path=ppt/slides/_rels/slide17.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slide" Target="slide59.xml"/><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slide" Target="slide60.xml"/></Relationships>
</file>

<file path=ppt/slides/_rels/slide19.xml.rels><?xml version="1.0" encoding="UTF-8" standalone="yes"?>
<Relationships xmlns="http://schemas.openxmlformats.org/package/2006/relationships"><Relationship Id="rId3" Type="http://schemas.openxmlformats.org/officeDocument/2006/relationships/slide" Target="slide61.xml"/><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slide" Target="slide6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slide" Target="slide63.xml"/><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2.jpg"/></Relationships>
</file>

<file path=ppt/slides/_rels/slide23.xml.rels><?xml version="1.0" encoding="UTF-8" standalone="yes"?>
<Relationships xmlns="http://schemas.openxmlformats.org/package/2006/relationships"><Relationship Id="rId3" Type="http://schemas.openxmlformats.org/officeDocument/2006/relationships/slide" Target="slide64.xml"/><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slide" Target="slide65.xml"/><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22.xml"/><Relationship Id="rId1" Type="http://schemas.openxmlformats.org/officeDocument/2006/relationships/slideLayout" Target="../slideLayouts/slideLayout12.xml"/><Relationship Id="rId4" Type="http://schemas.openxmlformats.org/officeDocument/2006/relationships/image" Target="../media/image3.wmf"/></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26.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33.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27.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34.xml.rels><?xml version="1.0" encoding="UTF-8" standalone="yes"?>
<Relationships xmlns="http://schemas.openxmlformats.org/package/2006/relationships"><Relationship Id="rId3" Type="http://schemas.openxmlformats.org/officeDocument/2006/relationships/slide" Target="slide6.xml"/><Relationship Id="rId2" Type="http://schemas.openxmlformats.org/officeDocument/2006/relationships/notesSlide" Target="../notesSlides/notesSlide28.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35.xml.rels><?xml version="1.0" encoding="UTF-8" standalone="yes"?>
<Relationships xmlns="http://schemas.openxmlformats.org/package/2006/relationships"><Relationship Id="rId3" Type="http://schemas.openxmlformats.org/officeDocument/2006/relationships/slide" Target="slide6.xml"/><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slide" Target="slide6.xml"/><Relationship Id="rId2" Type="http://schemas.openxmlformats.org/officeDocument/2006/relationships/notesSlide" Target="../notesSlides/notesSlide30.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37.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31.xml"/><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38.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32.xml"/><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39.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notesSlide" Target="../notesSlides/notesSlide33.xml"/><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40.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34.xml"/><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41.xml.rels><?xml version="1.0" encoding="UTF-8" standalone="yes"?>
<Relationships xmlns="http://schemas.openxmlformats.org/package/2006/relationships"><Relationship Id="rId3" Type="http://schemas.openxmlformats.org/officeDocument/2006/relationships/slide" Target="slide6.xml"/><Relationship Id="rId2" Type="http://schemas.openxmlformats.org/officeDocument/2006/relationships/notesSlide" Target="../notesSlides/notesSlide35.xml"/><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42.xml.rels><?xml version="1.0" encoding="UTF-8" standalone="yes"?>
<Relationships xmlns="http://schemas.openxmlformats.org/package/2006/relationships"><Relationship Id="rId3" Type="http://schemas.openxmlformats.org/officeDocument/2006/relationships/slide" Target="slide6.xml"/><Relationship Id="rId2" Type="http://schemas.openxmlformats.org/officeDocument/2006/relationships/notesSlide" Target="../notesSlides/notesSlide36.xml"/><Relationship Id="rId1" Type="http://schemas.openxmlformats.org/officeDocument/2006/relationships/slideLayout" Target="../slideLayouts/slideLayout7.xml"/><Relationship Id="rId5" Type="http://schemas.openxmlformats.org/officeDocument/2006/relationships/image" Target="../media/image14.png"/><Relationship Id="rId4" Type="http://schemas.openxmlformats.org/officeDocument/2006/relationships/image" Target="../media/image13.png"/></Relationships>
</file>

<file path=ppt/slides/_rels/slide43.xml.rels><?xml version="1.0" encoding="UTF-8" standalone="yes"?>
<Relationships xmlns="http://schemas.openxmlformats.org/package/2006/relationships"><Relationship Id="rId3" Type="http://schemas.openxmlformats.org/officeDocument/2006/relationships/slide" Target="slide6.xml"/><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slide" Target="slide6.xml"/><Relationship Id="rId2" Type="http://schemas.openxmlformats.org/officeDocument/2006/relationships/notesSlide" Target="../notesSlides/notesSlide38.xml"/><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4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9.xml"/><Relationship Id="rId1" Type="http://schemas.openxmlformats.org/officeDocument/2006/relationships/slideLayout" Target="../slideLayouts/slideLayout7.xml"/><Relationship Id="rId4" Type="http://schemas.openxmlformats.org/officeDocument/2006/relationships/slide" Target="slide9.xml"/></Relationships>
</file>

<file path=ppt/slides/_rels/slide46.xml.rels><?xml version="1.0" encoding="UTF-8" standalone="yes"?>
<Relationships xmlns="http://schemas.openxmlformats.org/package/2006/relationships"><Relationship Id="rId3" Type="http://schemas.openxmlformats.org/officeDocument/2006/relationships/slide" Target="slide9.xml"/><Relationship Id="rId2" Type="http://schemas.openxmlformats.org/officeDocument/2006/relationships/notesSlide" Target="../notesSlides/notesSlide40.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47.xml.rels><?xml version="1.0" encoding="UTF-8" standalone="yes"?>
<Relationships xmlns="http://schemas.openxmlformats.org/package/2006/relationships"><Relationship Id="rId3" Type="http://schemas.openxmlformats.org/officeDocument/2006/relationships/slide" Target="slide10.xml"/><Relationship Id="rId2" Type="http://schemas.openxmlformats.org/officeDocument/2006/relationships/notesSlide" Target="../notesSlides/notesSlide41.xml"/><Relationship Id="rId1" Type="http://schemas.openxmlformats.org/officeDocument/2006/relationships/slideLayout" Target="../slideLayouts/slideLayout7.xml"/><Relationship Id="rId4" Type="http://schemas.openxmlformats.org/officeDocument/2006/relationships/image" Target="../media/image18.png"/></Relationships>
</file>

<file path=ppt/slides/_rels/slide48.xml.rels><?xml version="1.0" encoding="UTF-8" standalone="yes"?>
<Relationships xmlns="http://schemas.openxmlformats.org/package/2006/relationships"><Relationship Id="rId3" Type="http://schemas.openxmlformats.org/officeDocument/2006/relationships/slide" Target="slide10.xml"/><Relationship Id="rId2" Type="http://schemas.openxmlformats.org/officeDocument/2006/relationships/notesSlide" Target="../notesSlides/notesSlide42.xml"/><Relationship Id="rId1" Type="http://schemas.openxmlformats.org/officeDocument/2006/relationships/slideLayout" Target="../slideLayouts/slideLayout7.xml"/><Relationship Id="rId4" Type="http://schemas.openxmlformats.org/officeDocument/2006/relationships/image" Target="../media/image19.png"/></Relationships>
</file>

<file path=ppt/slides/_rels/slide49.xml.rels><?xml version="1.0" encoding="UTF-8" standalone="yes"?>
<Relationships xmlns="http://schemas.openxmlformats.org/package/2006/relationships"><Relationship Id="rId3" Type="http://schemas.openxmlformats.org/officeDocument/2006/relationships/slide" Target="slide10.xml"/><Relationship Id="rId2" Type="http://schemas.openxmlformats.org/officeDocument/2006/relationships/notesSlide" Target="../notesSlides/notesSlide43.xml"/><Relationship Id="rId1" Type="http://schemas.openxmlformats.org/officeDocument/2006/relationships/slideLayout" Target="../slideLayouts/slideLayout7.xml"/><Relationship Id="rId4" Type="http://schemas.openxmlformats.org/officeDocument/2006/relationships/image" Target="../media/image20.png"/></Relationships>
</file>

<file path=ppt/slides/_rels/slide50.xml.rels><?xml version="1.0" encoding="UTF-8" standalone="yes"?>
<Relationships xmlns="http://schemas.openxmlformats.org/package/2006/relationships"><Relationship Id="rId3" Type="http://schemas.openxmlformats.org/officeDocument/2006/relationships/slide" Target="slide10.xml"/><Relationship Id="rId2" Type="http://schemas.openxmlformats.org/officeDocument/2006/relationships/notesSlide" Target="../notesSlides/notesSlide44.xml"/><Relationship Id="rId1" Type="http://schemas.openxmlformats.org/officeDocument/2006/relationships/slideLayout" Target="../slideLayouts/slideLayout7.xml"/><Relationship Id="rId4" Type="http://schemas.openxmlformats.org/officeDocument/2006/relationships/image" Target="../media/image21.png"/></Relationships>
</file>

<file path=ppt/slides/_rels/slide51.xml.rels><?xml version="1.0" encoding="UTF-8" standalone="yes"?>
<Relationships xmlns="http://schemas.openxmlformats.org/package/2006/relationships"><Relationship Id="rId3" Type="http://schemas.openxmlformats.org/officeDocument/2006/relationships/slide" Target="slide11.xml"/><Relationship Id="rId2" Type="http://schemas.openxmlformats.org/officeDocument/2006/relationships/notesSlide" Target="../notesSlides/notesSlide45.xml"/><Relationship Id="rId1" Type="http://schemas.openxmlformats.org/officeDocument/2006/relationships/slideLayout" Target="../slideLayouts/slideLayout7.xml"/><Relationship Id="rId4" Type="http://schemas.openxmlformats.org/officeDocument/2006/relationships/image" Target="../media/image22.png"/></Relationships>
</file>

<file path=ppt/slides/_rels/slide52.xml.rels><?xml version="1.0" encoding="UTF-8" standalone="yes"?>
<Relationships xmlns="http://schemas.openxmlformats.org/package/2006/relationships"><Relationship Id="rId3" Type="http://schemas.openxmlformats.org/officeDocument/2006/relationships/slide" Target="slide11.xml"/><Relationship Id="rId2" Type="http://schemas.openxmlformats.org/officeDocument/2006/relationships/notesSlide" Target="../notesSlides/notesSlide46.xml"/><Relationship Id="rId1" Type="http://schemas.openxmlformats.org/officeDocument/2006/relationships/slideLayout" Target="../slideLayouts/slideLayout7.xml"/><Relationship Id="rId4" Type="http://schemas.openxmlformats.org/officeDocument/2006/relationships/image" Target="../media/image23.png"/></Relationships>
</file>

<file path=ppt/slides/_rels/slide53.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slide" Target="slide12.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3" Type="http://schemas.openxmlformats.org/officeDocument/2006/relationships/slide" Target="slide12.xml"/><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openxmlformats.org/officeDocument/2006/relationships/slide" Target="slide12.xml"/><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9.xml"/><Relationship Id="rId1" Type="http://schemas.openxmlformats.org/officeDocument/2006/relationships/slideLayout" Target="../slideLayouts/slideLayout7.xml"/><Relationship Id="rId4" Type="http://schemas.openxmlformats.org/officeDocument/2006/relationships/slide" Target="slide16.xml"/></Relationships>
</file>

<file path=ppt/slides/_rels/slide5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50.xml"/><Relationship Id="rId1" Type="http://schemas.openxmlformats.org/officeDocument/2006/relationships/slideLayout" Target="../slideLayouts/slideLayout7.xml"/><Relationship Id="rId4" Type="http://schemas.openxmlformats.org/officeDocument/2006/relationships/slide" Target="slide16.xml"/></Relationships>
</file>

<file path=ppt/slides/_rels/slide5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51.xml"/><Relationship Id="rId1" Type="http://schemas.openxmlformats.org/officeDocument/2006/relationships/slideLayout" Target="../slideLayouts/slideLayout7.xml"/><Relationship Id="rId4" Type="http://schemas.openxmlformats.org/officeDocument/2006/relationships/slide" Target="slide17.xml"/></Relationships>
</file>

<file path=ppt/slides/_rels/slide59.xml.rels><?xml version="1.0" encoding="UTF-8" standalone="yes"?>
<Relationships xmlns="http://schemas.openxmlformats.org/package/2006/relationships"><Relationship Id="rId3" Type="http://schemas.openxmlformats.org/officeDocument/2006/relationships/slide" Target="slide18.xml"/><Relationship Id="rId2" Type="http://schemas.openxmlformats.org/officeDocument/2006/relationships/notesSlide" Target="../notesSlides/notesSlide52.xml"/><Relationship Id="rId1" Type="http://schemas.openxmlformats.org/officeDocument/2006/relationships/slideLayout" Target="../slideLayouts/slideLayout7.xml"/><Relationship Id="rId4" Type="http://schemas.openxmlformats.org/officeDocument/2006/relationships/image" Target="../media/image28.png"/></Relationships>
</file>

<file path=ppt/slides/_rels/slide60.xml.rels><?xml version="1.0" encoding="UTF-8" standalone="yes"?>
<Relationships xmlns="http://schemas.openxmlformats.org/package/2006/relationships"><Relationship Id="rId3" Type="http://schemas.openxmlformats.org/officeDocument/2006/relationships/slide" Target="slide18.xml"/><Relationship Id="rId2" Type="http://schemas.openxmlformats.org/officeDocument/2006/relationships/notesSlide" Target="../notesSlides/notesSlide53.xml"/><Relationship Id="rId1" Type="http://schemas.openxmlformats.org/officeDocument/2006/relationships/slideLayout" Target="../slideLayouts/slideLayout7.xml"/><Relationship Id="rId4" Type="http://schemas.openxmlformats.org/officeDocument/2006/relationships/image" Target="../media/image29.png"/></Relationships>
</file>

<file path=ppt/slides/_rels/slide61.xml.rels><?xml version="1.0" encoding="UTF-8" standalone="yes"?>
<Relationships xmlns="http://schemas.openxmlformats.org/package/2006/relationships"><Relationship Id="rId2" Type="http://schemas.openxmlformats.org/officeDocument/2006/relationships/slide" Target="slide19.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slide" Target="slide19.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slide" Target="slide22.xml"/><Relationship Id="rId2" Type="http://schemas.openxmlformats.org/officeDocument/2006/relationships/notesSlide" Target="../notesSlides/notesSlide54.xml"/><Relationship Id="rId1" Type="http://schemas.openxmlformats.org/officeDocument/2006/relationships/slideLayout" Target="../slideLayouts/slideLayout7.xml"/><Relationship Id="rId4" Type="http://schemas.openxmlformats.org/officeDocument/2006/relationships/image" Target="../media/image30.png"/></Relationships>
</file>

<file path=ppt/slides/_rels/slide64.xml.rels><?xml version="1.0" encoding="UTF-8" standalone="yes"?>
<Relationships xmlns="http://schemas.openxmlformats.org/package/2006/relationships"><Relationship Id="rId3" Type="http://schemas.openxmlformats.org/officeDocument/2006/relationships/slide" Target="slide23.xml"/><Relationship Id="rId2" Type="http://schemas.openxmlformats.org/officeDocument/2006/relationships/notesSlide" Target="../notesSlides/notesSlide55.xml"/><Relationship Id="rId1" Type="http://schemas.openxmlformats.org/officeDocument/2006/relationships/slideLayout" Target="../slideLayouts/slideLayout7.xml"/><Relationship Id="rId4" Type="http://schemas.openxmlformats.org/officeDocument/2006/relationships/image" Target="../media/image31.png"/></Relationships>
</file>

<file path=ppt/slides/_rels/slide65.xml.rels><?xml version="1.0" encoding="UTF-8" standalone="yes"?>
<Relationships xmlns="http://schemas.openxmlformats.org/package/2006/relationships"><Relationship Id="rId3" Type="http://schemas.openxmlformats.org/officeDocument/2006/relationships/slide" Target="slide24.xml"/><Relationship Id="rId2" Type="http://schemas.openxmlformats.org/officeDocument/2006/relationships/notesSlide" Target="../notesSlides/notesSlide56.xml"/><Relationship Id="rId1" Type="http://schemas.openxmlformats.org/officeDocument/2006/relationships/slideLayout" Target="../slideLayouts/slideLayout7.xml"/><Relationship Id="rId4" Type="http://schemas.openxmlformats.org/officeDocument/2006/relationships/image" Target="../media/image3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a:xfrm>
            <a:off x="1618283" y="1333501"/>
            <a:ext cx="6264622" cy="1143000"/>
          </a:xfrm>
        </p:spPr>
        <p:txBody>
          <a:bodyPr/>
          <a:lstStyle/>
          <a:p>
            <a:pPr algn="dist" eaLnBrk="1" hangingPunct="1"/>
            <a:r>
              <a:rPr lang="zh-CN" altLang="en-US" sz="5400" b="1" dirty="0"/>
              <a:t>计算机体系结构</a:t>
            </a:r>
          </a:p>
        </p:txBody>
      </p:sp>
      <p:sp>
        <p:nvSpPr>
          <p:cNvPr id="2051" name="Text Box 7"/>
          <p:cNvSpPr txBox="1">
            <a:spLocks noChangeArrowheads="1"/>
          </p:cNvSpPr>
          <p:nvPr/>
        </p:nvSpPr>
        <p:spPr bwMode="auto">
          <a:xfrm>
            <a:off x="3714750" y="5072063"/>
            <a:ext cx="295116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800" b="1">
                <a:solidFill>
                  <a:schemeClr val="tx1"/>
                </a:solidFill>
                <a:latin typeface="宋体" panose="02010600030101010101" pitchFamily="2" charset="-122"/>
                <a:ea typeface="宋体" panose="02010600030101010101" pitchFamily="2" charset="-122"/>
              </a:defRPr>
            </a:lvl1pPr>
            <a:lvl2pPr marL="742950" indent="-285750" eaLnBrk="0" hangingPunct="0">
              <a:defRPr kumimoji="1" sz="800" b="1">
                <a:solidFill>
                  <a:schemeClr val="tx1"/>
                </a:solidFill>
                <a:latin typeface="宋体" panose="02010600030101010101" pitchFamily="2" charset="-122"/>
                <a:ea typeface="宋体" panose="02010600030101010101" pitchFamily="2" charset="-122"/>
              </a:defRPr>
            </a:lvl2pPr>
            <a:lvl3pPr marL="1143000" indent="-228600" eaLnBrk="0" hangingPunct="0">
              <a:defRPr kumimoji="1" sz="800" b="1">
                <a:solidFill>
                  <a:schemeClr val="tx1"/>
                </a:solidFill>
                <a:latin typeface="宋体" panose="02010600030101010101" pitchFamily="2" charset="-122"/>
                <a:ea typeface="宋体" panose="02010600030101010101" pitchFamily="2" charset="-122"/>
              </a:defRPr>
            </a:lvl3pPr>
            <a:lvl4pPr marL="1600200" indent="-228600" eaLnBrk="0" hangingPunct="0">
              <a:defRPr kumimoji="1" sz="800" b="1">
                <a:solidFill>
                  <a:schemeClr val="tx1"/>
                </a:solidFill>
                <a:latin typeface="宋体" panose="02010600030101010101" pitchFamily="2" charset="-122"/>
                <a:ea typeface="宋体" panose="02010600030101010101" pitchFamily="2" charset="-122"/>
              </a:defRPr>
            </a:lvl4pPr>
            <a:lvl5pPr marL="2057400" indent="-228600" eaLnBrk="0" hangingPunct="0">
              <a:defRPr kumimoji="1" sz="8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9pPr>
          </a:lstStyle>
          <a:p>
            <a:pPr eaLnBrk="1" hangingPunct="1">
              <a:spcBef>
                <a:spcPct val="50000"/>
              </a:spcBef>
            </a:pPr>
            <a:r>
              <a:rPr lang="zh-CN" altLang="en-US" sz="2800" dirty="0"/>
              <a:t> 刘宏伟</a:t>
            </a:r>
          </a:p>
        </p:txBody>
      </p:sp>
      <p:sp>
        <p:nvSpPr>
          <p:cNvPr id="2052" name="Text Box 7"/>
          <p:cNvSpPr txBox="1">
            <a:spLocks noChangeArrowheads="1"/>
          </p:cNvSpPr>
          <p:nvPr/>
        </p:nvSpPr>
        <p:spPr bwMode="auto">
          <a:xfrm>
            <a:off x="2571750" y="4500563"/>
            <a:ext cx="43576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800" b="1">
                <a:solidFill>
                  <a:schemeClr val="tx1"/>
                </a:solidFill>
                <a:latin typeface="宋体" panose="02010600030101010101" pitchFamily="2" charset="-122"/>
                <a:ea typeface="宋体" panose="02010600030101010101" pitchFamily="2" charset="-122"/>
              </a:defRPr>
            </a:lvl1pPr>
            <a:lvl2pPr marL="742950" indent="-285750" eaLnBrk="0" hangingPunct="0">
              <a:defRPr kumimoji="1" sz="800" b="1">
                <a:solidFill>
                  <a:schemeClr val="tx1"/>
                </a:solidFill>
                <a:latin typeface="宋体" panose="02010600030101010101" pitchFamily="2" charset="-122"/>
                <a:ea typeface="宋体" panose="02010600030101010101" pitchFamily="2" charset="-122"/>
              </a:defRPr>
            </a:lvl2pPr>
            <a:lvl3pPr marL="1143000" indent="-228600" eaLnBrk="0" hangingPunct="0">
              <a:defRPr kumimoji="1" sz="800" b="1">
                <a:solidFill>
                  <a:schemeClr val="tx1"/>
                </a:solidFill>
                <a:latin typeface="宋体" panose="02010600030101010101" pitchFamily="2" charset="-122"/>
                <a:ea typeface="宋体" panose="02010600030101010101" pitchFamily="2" charset="-122"/>
              </a:defRPr>
            </a:lvl3pPr>
            <a:lvl4pPr marL="1600200" indent="-228600" eaLnBrk="0" hangingPunct="0">
              <a:defRPr kumimoji="1" sz="800" b="1">
                <a:solidFill>
                  <a:schemeClr val="tx1"/>
                </a:solidFill>
                <a:latin typeface="宋体" panose="02010600030101010101" pitchFamily="2" charset="-122"/>
                <a:ea typeface="宋体" panose="02010600030101010101" pitchFamily="2" charset="-122"/>
              </a:defRPr>
            </a:lvl4pPr>
            <a:lvl5pPr marL="2057400" indent="-228600" eaLnBrk="0" hangingPunct="0">
              <a:defRPr kumimoji="1" sz="8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9pPr>
          </a:lstStyle>
          <a:p>
            <a:pPr eaLnBrk="1" hangingPunct="1">
              <a:spcBef>
                <a:spcPct val="50000"/>
              </a:spcBef>
            </a:pPr>
            <a:r>
              <a:rPr lang="zh-CN" altLang="en-US" sz="2800"/>
              <a:t> 计算机科学与技术学院</a:t>
            </a:r>
          </a:p>
        </p:txBody>
      </p:sp>
      <p:sp>
        <p:nvSpPr>
          <p:cNvPr id="5" name="Rectangle 2"/>
          <p:cNvSpPr txBox="1">
            <a:spLocks noChangeArrowheads="1"/>
          </p:cNvSpPr>
          <p:nvPr/>
        </p:nvSpPr>
        <p:spPr bwMode="auto">
          <a:xfrm>
            <a:off x="1714500" y="3071813"/>
            <a:ext cx="5673725" cy="1143000"/>
          </a:xfrm>
          <a:prstGeom prst="rect">
            <a:avLst/>
          </a:prstGeom>
          <a:noFill/>
          <a:ln w="9525">
            <a:noFill/>
            <a:miter lim="800000"/>
          </a:ln>
          <a:effectLst/>
        </p:spPr>
        <p:txBody>
          <a:bodyPr lIns="92075" tIns="46038" rIns="92075" bIns="46038" anchor="ctr"/>
          <a:lstStyle/>
          <a:p>
            <a:pPr algn="ctr">
              <a:defRPr/>
            </a:pPr>
            <a:r>
              <a:rPr lang="zh-CN" altLang="en-US" sz="4000" kern="0" dirty="0">
                <a:effectLst>
                  <a:outerShdw blurRad="38100" dist="38100" dir="2700000" algn="tl">
                    <a:srgbClr val="000000"/>
                  </a:outerShdw>
                </a:effectLst>
                <a:latin typeface="+mj-lt"/>
                <a:ea typeface="+mj-ea"/>
                <a:cs typeface="+mj-cs"/>
              </a:rPr>
              <a:t>第十讲</a:t>
            </a:r>
          </a:p>
        </p:txBody>
      </p:sp>
      <p:sp>
        <p:nvSpPr>
          <p:cNvPr id="2" name="日期占位符 1">
            <a:extLst>
              <a:ext uri="{FF2B5EF4-FFF2-40B4-BE49-F238E27FC236}">
                <a16:creationId xmlns:a16="http://schemas.microsoft.com/office/drawing/2014/main" id="{AEDE9A31-EA18-23A8-F8FF-DE8D9ECF0364}"/>
              </a:ext>
            </a:extLst>
          </p:cNvPr>
          <p:cNvSpPr>
            <a:spLocks noGrp="1"/>
          </p:cNvSpPr>
          <p:nvPr>
            <p:ph type="dt" sz="half" idx="10"/>
          </p:nvPr>
        </p:nvSpPr>
        <p:spPr/>
        <p:txBody>
          <a:bodyPr/>
          <a:lstStyle/>
          <a:p>
            <a:pPr>
              <a:defRPr/>
            </a:pPr>
            <a:fld id="{793374CE-05AD-4B12-8D37-3D6DF14FC43A}" type="datetime1">
              <a:rPr lang="zh-CN" altLang="en-US" smtClean="0"/>
              <a:t>2025/10/16</a:t>
            </a:fld>
            <a:endParaRPr lang="en-US" altLang="zh-CN"/>
          </a:p>
        </p:txBody>
      </p:sp>
      <p:sp>
        <p:nvSpPr>
          <p:cNvPr id="3" name="页脚占位符 2">
            <a:extLst>
              <a:ext uri="{FF2B5EF4-FFF2-40B4-BE49-F238E27FC236}">
                <a16:creationId xmlns:a16="http://schemas.microsoft.com/office/drawing/2014/main" id="{E9933331-B200-F09D-0DE1-42E966A61301}"/>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BC6CC9BA-0AB6-0239-39AA-EAC6BD7D585F}"/>
              </a:ext>
            </a:extLst>
          </p:cNvPr>
          <p:cNvSpPr>
            <a:spLocks noGrp="1"/>
          </p:cNvSpPr>
          <p:nvPr>
            <p:ph type="sldNum" sz="quarter" idx="12"/>
          </p:nvPr>
        </p:nvSpPr>
        <p:spPr/>
        <p:txBody>
          <a:bodyPr/>
          <a:lstStyle/>
          <a:p>
            <a:pPr>
              <a:defRPr/>
            </a:pPr>
            <a:fld id="{8BCAC33D-D29A-48B3-BCD6-381D3D720D26}" type="slidenum">
              <a:rPr lang="zh-CN" altLang="en-US" smtClean="0"/>
              <a:t>1</a:t>
            </a:fld>
            <a:endParaRPr lang="en-US" altLang="zh-C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标题 1"/>
          <p:cNvSpPr>
            <a:spLocks noGrp="1"/>
          </p:cNvSpPr>
          <p:nvPr>
            <p:ph type="title"/>
          </p:nvPr>
        </p:nvSpPr>
        <p:spPr>
          <a:xfrm>
            <a:off x="685800" y="122907"/>
            <a:ext cx="7772400" cy="785813"/>
          </a:xfrm>
        </p:spPr>
        <p:txBody>
          <a:bodyPr/>
          <a:lstStyle/>
          <a:p>
            <a:pPr eaLnBrk="1" hangingPunct="1"/>
            <a:r>
              <a:rPr lang="en-US" altLang="zh-CN" b="1" dirty="0"/>
              <a:t>Recap</a:t>
            </a:r>
            <a:endParaRPr lang="zh-CN" altLang="en-US" b="1" dirty="0"/>
          </a:p>
        </p:txBody>
      </p:sp>
      <p:sp>
        <p:nvSpPr>
          <p:cNvPr id="3" name="内容占位符 2"/>
          <p:cNvSpPr>
            <a:spLocks noGrp="1"/>
          </p:cNvSpPr>
          <p:nvPr>
            <p:ph idx="1"/>
          </p:nvPr>
        </p:nvSpPr>
        <p:spPr>
          <a:xfrm>
            <a:off x="179512" y="1268760"/>
            <a:ext cx="8352927" cy="5070922"/>
          </a:xfrm>
        </p:spPr>
        <p:txBody>
          <a:bodyPr rtlCol="0">
            <a:noAutofit/>
          </a:bodyPr>
          <a:lstStyle/>
          <a:p>
            <a:pPr lvl="1" eaLnBrk="1" hangingPunct="1">
              <a:defRPr/>
            </a:pPr>
            <a:r>
              <a:rPr lang="zh-CN" altLang="en-US" b="1" dirty="0"/>
              <a:t>流水线数据冲突</a:t>
            </a:r>
            <a:endParaRPr lang="en-US" altLang="zh-CN" b="1" dirty="0"/>
          </a:p>
          <a:p>
            <a:pPr marL="1101600" lvl="1" eaLnBrk="1" hangingPunct="1">
              <a:buFont typeface="Wingdings" panose="05000000000000000000" pitchFamily="2" charset="2"/>
              <a:buChar char="ü"/>
              <a:defRPr/>
            </a:pPr>
            <a:r>
              <a:rPr lang="zh-CN" altLang="en-US" b="1" dirty="0"/>
              <a:t> 数据冲突的分类</a:t>
            </a:r>
            <a:endParaRPr lang="en-US" altLang="zh-CN" b="1" dirty="0"/>
          </a:p>
          <a:p>
            <a:pPr marL="1101600" lvl="1" eaLnBrk="1" hangingPunct="1">
              <a:buFont typeface="Wingdings" panose="05000000000000000000" pitchFamily="2" charset="2"/>
              <a:buChar char="ü"/>
              <a:defRPr/>
            </a:pPr>
            <a:r>
              <a:rPr lang="zh-CN" altLang="en-US" b="1" dirty="0"/>
              <a:t> 需要暂停的数据冲突</a:t>
            </a:r>
            <a:endParaRPr lang="en-US" altLang="zh-CN" b="1" dirty="0"/>
          </a:p>
          <a:p>
            <a:pPr marL="1101600" lvl="1" eaLnBrk="1" hangingPunct="1">
              <a:buFont typeface="Wingdings" panose="05000000000000000000" pitchFamily="2" charset="2"/>
              <a:buChar char="ü"/>
              <a:defRPr/>
            </a:pPr>
            <a:r>
              <a:rPr lang="zh-CN" altLang="en-US" b="1" dirty="0"/>
              <a:t> 通过编译调度解决的数据冲突</a:t>
            </a:r>
            <a:endParaRPr lang="en-US" altLang="zh-CN" b="1" dirty="0"/>
          </a:p>
          <a:p>
            <a:pPr marL="1101600" lvl="1" eaLnBrk="1" hangingPunct="1">
              <a:buFont typeface="Wingdings" panose="05000000000000000000" pitchFamily="2" charset="2"/>
              <a:buChar char="ü"/>
              <a:defRPr/>
            </a:pPr>
            <a:r>
              <a:rPr lang="en-US" altLang="zh-CN" b="1" dirty="0"/>
              <a:t> </a:t>
            </a:r>
            <a:r>
              <a:rPr lang="zh-CN" altLang="en-US" b="1" dirty="0"/>
              <a:t>流水线锁的检测与实现</a:t>
            </a:r>
            <a:endParaRPr lang="en-US" altLang="zh-CN" b="1" dirty="0"/>
          </a:p>
          <a:p>
            <a:pPr marL="1101600" lvl="1" eaLnBrk="1" hangingPunct="1">
              <a:buFont typeface="Wingdings" panose="05000000000000000000" pitchFamily="2" charset="2"/>
              <a:buChar char="ü"/>
              <a:defRPr/>
            </a:pPr>
            <a:r>
              <a:rPr lang="zh-CN" altLang="en-US" b="1" dirty="0"/>
              <a:t> 定向逻辑的实现</a:t>
            </a:r>
            <a:endParaRPr lang="en-US" altLang="zh-CN" b="1" dirty="0"/>
          </a:p>
          <a:p>
            <a:pPr lvl="1" eaLnBrk="1" hangingPunct="1">
              <a:defRPr/>
            </a:pPr>
            <a:r>
              <a:rPr lang="zh-CN" altLang="en-US" b="1" dirty="0"/>
              <a:t>流水线控制冲突</a:t>
            </a:r>
            <a:endParaRPr lang="en-US" altLang="zh-CN" b="1" dirty="0"/>
          </a:p>
          <a:p>
            <a:pPr marL="1101600" lvl="1" eaLnBrk="1" hangingPunct="1">
              <a:buFont typeface="Wingdings" panose="05000000000000000000" pitchFamily="2" charset="2"/>
              <a:buChar char="ü"/>
              <a:defRPr/>
            </a:pPr>
            <a:r>
              <a:rPr lang="zh-CN" altLang="en-US" b="1" dirty="0"/>
              <a:t>减少分支开销的途径（改进、再改进）</a:t>
            </a:r>
            <a:endParaRPr lang="en-US" altLang="zh-CN" b="1" dirty="0"/>
          </a:p>
        </p:txBody>
      </p:sp>
      <p:sp>
        <p:nvSpPr>
          <p:cNvPr id="2" name="日期占位符 1">
            <a:extLst>
              <a:ext uri="{FF2B5EF4-FFF2-40B4-BE49-F238E27FC236}">
                <a16:creationId xmlns:a16="http://schemas.microsoft.com/office/drawing/2014/main" id="{8083F876-718E-3C24-7687-77FFE9EBFFFB}"/>
              </a:ext>
            </a:extLst>
          </p:cNvPr>
          <p:cNvSpPr>
            <a:spLocks noGrp="1"/>
          </p:cNvSpPr>
          <p:nvPr>
            <p:ph type="dt" sz="half" idx="10"/>
          </p:nvPr>
        </p:nvSpPr>
        <p:spPr/>
        <p:txBody>
          <a:bodyPr/>
          <a:lstStyle/>
          <a:p>
            <a:pPr>
              <a:defRPr/>
            </a:pPr>
            <a:fld id="{0A791389-D1CC-477F-99A3-0A7E31717625}" type="datetime1">
              <a:rPr lang="zh-CN" altLang="en-US" smtClean="0"/>
              <a:t>2025/10/16</a:t>
            </a:fld>
            <a:endParaRPr lang="en-US" altLang="zh-CN"/>
          </a:p>
        </p:txBody>
      </p:sp>
      <p:sp>
        <p:nvSpPr>
          <p:cNvPr id="4" name="页脚占位符 3">
            <a:extLst>
              <a:ext uri="{FF2B5EF4-FFF2-40B4-BE49-F238E27FC236}">
                <a16:creationId xmlns:a16="http://schemas.microsoft.com/office/drawing/2014/main" id="{A5AFC282-6EF6-10A6-EA83-3666E0463564}"/>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5" name="灯片编号占位符 4">
            <a:extLst>
              <a:ext uri="{FF2B5EF4-FFF2-40B4-BE49-F238E27FC236}">
                <a16:creationId xmlns:a16="http://schemas.microsoft.com/office/drawing/2014/main" id="{8C8C6039-C00B-B82F-2B22-8FBB51D20DF6}"/>
              </a:ext>
            </a:extLst>
          </p:cNvPr>
          <p:cNvSpPr>
            <a:spLocks noGrp="1"/>
          </p:cNvSpPr>
          <p:nvPr>
            <p:ph type="sldNum" sz="quarter" idx="12"/>
          </p:nvPr>
        </p:nvSpPr>
        <p:spPr/>
        <p:txBody>
          <a:bodyPr/>
          <a:lstStyle/>
          <a:p>
            <a:pPr>
              <a:defRPr/>
            </a:pPr>
            <a:fld id="{8BCAC33D-D29A-48B3-BCD6-381D3D720D26}" type="slidenum">
              <a:rPr lang="zh-CN" altLang="en-US" smtClean="0"/>
              <a:t>2</a:t>
            </a:fld>
            <a:endParaRPr lang="en-US" altLang="zh-C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ext Box 2"/>
          <p:cNvSpPr txBox="1">
            <a:spLocks noChangeArrowheads="1"/>
          </p:cNvSpPr>
          <p:nvPr/>
        </p:nvSpPr>
        <p:spPr bwMode="auto">
          <a:xfrm>
            <a:off x="611188" y="1196975"/>
            <a:ext cx="7488237" cy="451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Calibri" pitchFamily="34" charset="0"/>
                <a:ea typeface="宋体" pitchFamily="2" charset="-122"/>
              </a:defRPr>
            </a:lvl1pPr>
            <a:lvl2pPr marL="800100" indent="-34290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714500" indent="-3429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eaLnBrk="1" hangingPunct="1">
              <a:spcBef>
                <a:spcPct val="80000"/>
              </a:spcBef>
              <a:defRPr/>
            </a:pPr>
            <a:r>
              <a:rPr kumimoji="1" lang="en-US" altLang="zh-CN" sz="2800" b="1" dirty="0">
                <a:latin typeface="Times New Roman" panose="02020603050405020304" pitchFamily="18" charset="0"/>
                <a:ea typeface="+mn-ea"/>
                <a:cs typeface="Times New Roman" panose="02020603050405020304" pitchFamily="18" charset="0"/>
              </a:rPr>
              <a:t>3. </a:t>
            </a:r>
            <a:r>
              <a:rPr kumimoji="1" lang="zh-CN" altLang="en-US" sz="2800" b="1" dirty="0">
                <a:latin typeface="Times New Roman" panose="02020603050405020304" pitchFamily="18" charset="0"/>
                <a:ea typeface="+mn-ea"/>
                <a:cs typeface="Times New Roman" panose="02020603050405020304" pitchFamily="18" charset="0"/>
              </a:rPr>
              <a:t>程序中分支指令的行为特点</a:t>
            </a:r>
          </a:p>
          <a:p>
            <a:pPr eaLnBrk="1" hangingPunct="1">
              <a:spcBef>
                <a:spcPct val="80000"/>
              </a:spcBef>
              <a:defRPr/>
            </a:pPr>
            <a:r>
              <a:rPr kumimoji="1" lang="en-US" altLang="zh-CN" sz="2400" b="1" dirty="0">
                <a:latin typeface="Times New Roman" panose="02020603050405020304" pitchFamily="18" charset="0"/>
                <a:ea typeface="+mn-ea"/>
                <a:cs typeface="Times New Roman" panose="02020603050405020304" pitchFamily="18" charset="0"/>
              </a:rPr>
              <a:t>(1)</a:t>
            </a:r>
            <a:r>
              <a:rPr kumimoji="1" lang="en-US" altLang="zh-CN" sz="2400" b="1" dirty="0">
                <a:solidFill>
                  <a:schemeClr val="folHlink"/>
                </a:solidFill>
                <a:latin typeface="Times New Roman" panose="02020603050405020304" pitchFamily="18" charset="0"/>
                <a:ea typeface="+mn-ea"/>
                <a:cs typeface="Times New Roman" panose="02020603050405020304" pitchFamily="18" charset="0"/>
              </a:rPr>
              <a:t> </a:t>
            </a:r>
            <a:r>
              <a:rPr kumimoji="1" lang="zh-CN" altLang="en-US" sz="2400" b="1" dirty="0">
                <a:solidFill>
                  <a:schemeClr val="folHlink"/>
                </a:solidFill>
                <a:latin typeface="Times New Roman" panose="02020603050405020304" pitchFamily="18" charset="0"/>
                <a:ea typeface="+mn-ea"/>
                <a:cs typeface="Times New Roman" panose="02020603050405020304" pitchFamily="18" charset="0"/>
                <a:hlinkClick r:id="rId3" action="ppaction://hlinksldjump"/>
              </a:rPr>
              <a:t>各种能改变</a:t>
            </a:r>
            <a:r>
              <a:rPr kumimoji="1" lang="en-US" altLang="zh-CN" sz="2400" b="1" dirty="0">
                <a:solidFill>
                  <a:schemeClr val="folHlink"/>
                </a:solidFill>
                <a:latin typeface="Times New Roman" panose="02020603050405020304" pitchFamily="18" charset="0"/>
                <a:ea typeface="+mn-ea"/>
                <a:cs typeface="Times New Roman" panose="02020603050405020304" pitchFamily="18" charset="0"/>
                <a:hlinkClick r:id="rId3" action="ppaction://hlinksldjump"/>
              </a:rPr>
              <a:t>PC</a:t>
            </a:r>
            <a:r>
              <a:rPr kumimoji="1" lang="zh-CN" altLang="en-US" sz="2400" b="1" dirty="0">
                <a:solidFill>
                  <a:schemeClr val="folHlink"/>
                </a:solidFill>
                <a:latin typeface="Times New Roman" panose="02020603050405020304" pitchFamily="18" charset="0"/>
                <a:ea typeface="+mn-ea"/>
                <a:cs typeface="Times New Roman" panose="02020603050405020304" pitchFamily="18" charset="0"/>
                <a:hlinkClick r:id="rId3" action="ppaction://hlinksldjump"/>
              </a:rPr>
              <a:t>值的指令的执行频度</a:t>
            </a:r>
            <a:endParaRPr kumimoji="1" lang="zh-CN" altLang="en-US" sz="2400" b="1" dirty="0">
              <a:solidFill>
                <a:schemeClr val="folHlink"/>
              </a:solidFill>
              <a:latin typeface="Times New Roman" panose="02020603050405020304" pitchFamily="18" charset="0"/>
              <a:ea typeface="+mn-ea"/>
              <a:cs typeface="Times New Roman" panose="02020603050405020304" pitchFamily="18" charset="0"/>
            </a:endParaRPr>
          </a:p>
          <a:p>
            <a:pPr lvl="1" eaLnBrk="1" hangingPunct="1">
              <a:spcBef>
                <a:spcPct val="20000"/>
              </a:spcBef>
              <a:buSzPct val="60000"/>
              <a:buFont typeface="Wingdings" pitchFamily="2" charset="2"/>
              <a:buChar char="u"/>
              <a:defRPr/>
            </a:pPr>
            <a:r>
              <a:rPr kumimoji="1" lang="zh-CN" altLang="en-US" sz="2400" b="1" dirty="0">
                <a:latin typeface="Times New Roman" panose="02020603050405020304" pitchFamily="18" charset="0"/>
                <a:ea typeface="+mn-ea"/>
                <a:cs typeface="Times New Roman" panose="02020603050405020304" pitchFamily="18" charset="0"/>
              </a:rPr>
              <a:t>条件分支：</a:t>
            </a:r>
          </a:p>
          <a:p>
            <a:pPr lvl="3" eaLnBrk="1" hangingPunct="1">
              <a:spcBef>
                <a:spcPct val="20000"/>
              </a:spcBef>
              <a:buFont typeface="楷体_GB2312" pitchFamily="49" charset="-122"/>
              <a:buChar char="-"/>
              <a:defRPr/>
            </a:pPr>
            <a:r>
              <a:rPr kumimoji="1" lang="zh-CN" altLang="en-US" sz="2400" b="1" dirty="0">
                <a:latin typeface="Times New Roman" panose="02020603050405020304" pitchFamily="18" charset="0"/>
                <a:ea typeface="+mn-ea"/>
                <a:cs typeface="Times New Roman" panose="02020603050405020304" pitchFamily="18" charset="0"/>
              </a:rPr>
              <a:t>整数程序：</a:t>
            </a:r>
            <a:r>
              <a:rPr kumimoji="1" lang="en-US" altLang="zh-CN" sz="2400" b="1" dirty="0">
                <a:latin typeface="Times New Roman" panose="02020603050405020304" pitchFamily="18" charset="0"/>
                <a:ea typeface="+mn-ea"/>
                <a:cs typeface="Times New Roman" panose="02020603050405020304" pitchFamily="18" charset="0"/>
              </a:rPr>
              <a:t>14-15%</a:t>
            </a:r>
          </a:p>
          <a:p>
            <a:pPr lvl="3" eaLnBrk="1" hangingPunct="1">
              <a:spcBef>
                <a:spcPct val="20000"/>
              </a:spcBef>
              <a:buFont typeface="楷体_GB2312" pitchFamily="49" charset="-122"/>
              <a:buChar char="-"/>
              <a:defRPr/>
            </a:pPr>
            <a:r>
              <a:rPr kumimoji="1" lang="zh-CN" altLang="en-US" sz="2400" b="1" dirty="0">
                <a:latin typeface="Times New Roman" panose="02020603050405020304" pitchFamily="18" charset="0"/>
                <a:ea typeface="+mn-ea"/>
                <a:cs typeface="Times New Roman" panose="02020603050405020304" pitchFamily="18" charset="0"/>
              </a:rPr>
              <a:t>浮点程序：</a:t>
            </a:r>
            <a:r>
              <a:rPr kumimoji="1" lang="en-US" altLang="zh-CN" sz="2400" b="1" dirty="0">
                <a:latin typeface="Times New Roman" panose="02020603050405020304" pitchFamily="18" charset="0"/>
                <a:ea typeface="+mn-ea"/>
                <a:cs typeface="Times New Roman" panose="02020603050405020304" pitchFamily="18" charset="0"/>
              </a:rPr>
              <a:t>3-12%</a:t>
            </a:r>
          </a:p>
          <a:p>
            <a:pPr lvl="1" eaLnBrk="1" hangingPunct="1">
              <a:spcBef>
                <a:spcPct val="20000"/>
              </a:spcBef>
              <a:defRPr/>
            </a:pPr>
            <a:r>
              <a:rPr kumimoji="1" lang="en-US" altLang="zh-CN" sz="2400" b="1" dirty="0">
                <a:latin typeface="Times New Roman" panose="02020603050405020304" pitchFamily="18" charset="0"/>
                <a:ea typeface="+mn-ea"/>
                <a:cs typeface="Times New Roman" panose="02020603050405020304" pitchFamily="18" charset="0"/>
              </a:rPr>
              <a:t>	</a:t>
            </a:r>
            <a:r>
              <a:rPr kumimoji="1" lang="zh-CN" altLang="en-US" sz="2400" b="1" dirty="0">
                <a:latin typeface="Times New Roman" panose="02020603050405020304" pitchFamily="18" charset="0"/>
                <a:ea typeface="+mn-ea"/>
                <a:cs typeface="Times New Roman" panose="02020603050405020304" pitchFamily="18" charset="0"/>
              </a:rPr>
              <a:t>其中，向前分支与向后分支的比：</a:t>
            </a:r>
            <a:r>
              <a:rPr kumimoji="1" lang="en-US" altLang="zh-CN" sz="2400" b="1" dirty="0">
                <a:latin typeface="Times New Roman" panose="02020603050405020304" pitchFamily="18" charset="0"/>
                <a:ea typeface="+mn-ea"/>
                <a:cs typeface="Times New Roman" panose="02020603050405020304" pitchFamily="18" charset="0"/>
              </a:rPr>
              <a:t>3:1</a:t>
            </a:r>
          </a:p>
          <a:p>
            <a:pPr lvl="1" eaLnBrk="1" hangingPunct="1">
              <a:spcBef>
                <a:spcPct val="20000"/>
              </a:spcBef>
              <a:buSzPct val="60000"/>
              <a:buFont typeface="Wingdings" pitchFamily="2" charset="2"/>
              <a:buChar char="u"/>
              <a:defRPr/>
            </a:pPr>
            <a:r>
              <a:rPr kumimoji="1" lang="zh-CN" altLang="en-US" sz="2400" b="1" dirty="0">
                <a:latin typeface="Times New Roman" panose="02020603050405020304" pitchFamily="18" charset="0"/>
                <a:ea typeface="+mn-ea"/>
                <a:cs typeface="Times New Roman" panose="02020603050405020304" pitchFamily="18" charset="0"/>
              </a:rPr>
              <a:t>无条件分支：≤</a:t>
            </a:r>
            <a:r>
              <a:rPr kumimoji="1" lang="en-US" altLang="zh-CN" sz="2400" b="1" dirty="0">
                <a:latin typeface="Times New Roman" panose="02020603050405020304" pitchFamily="18" charset="0"/>
                <a:ea typeface="+mn-ea"/>
                <a:cs typeface="Times New Roman" panose="02020603050405020304" pitchFamily="18" charset="0"/>
              </a:rPr>
              <a:t>4%</a:t>
            </a:r>
            <a:r>
              <a:rPr kumimoji="1" lang="zh-CN" altLang="en-US" sz="2400" b="1" dirty="0">
                <a:latin typeface="Times New Roman" panose="02020603050405020304" pitchFamily="18" charset="0"/>
                <a:ea typeface="+mn-ea"/>
                <a:cs typeface="Times New Roman" panose="02020603050405020304" pitchFamily="18" charset="0"/>
              </a:rPr>
              <a:t>（绝大多数）</a:t>
            </a:r>
          </a:p>
          <a:p>
            <a:pPr eaLnBrk="1" hangingPunct="1">
              <a:spcBef>
                <a:spcPct val="80000"/>
              </a:spcBef>
              <a:defRPr/>
            </a:pPr>
            <a:r>
              <a:rPr lang="en-US" altLang="zh-CN" sz="2400" b="1" dirty="0">
                <a:latin typeface="Times New Roman" panose="02020603050405020304" pitchFamily="18" charset="0"/>
                <a:ea typeface="+mn-ea"/>
                <a:cs typeface="Times New Roman" panose="02020603050405020304" pitchFamily="18" charset="0"/>
              </a:rPr>
              <a:t>(2)</a:t>
            </a:r>
            <a:r>
              <a:rPr lang="en-US" altLang="zh-CN" sz="2400" b="1" dirty="0">
                <a:solidFill>
                  <a:schemeClr val="folHlink"/>
                </a:solidFill>
                <a:latin typeface="Times New Roman" panose="02020603050405020304" pitchFamily="18" charset="0"/>
                <a:ea typeface="+mn-ea"/>
                <a:cs typeface="Times New Roman" panose="02020603050405020304" pitchFamily="18" charset="0"/>
              </a:rPr>
              <a:t> </a:t>
            </a:r>
            <a:r>
              <a:rPr lang="zh-CN" altLang="en-US" sz="2400" b="1" dirty="0">
                <a:solidFill>
                  <a:schemeClr val="folHlink"/>
                </a:solidFill>
                <a:latin typeface="Times New Roman" panose="02020603050405020304" pitchFamily="18" charset="0"/>
                <a:ea typeface="+mn-ea"/>
                <a:cs typeface="Times New Roman" panose="02020603050405020304" pitchFamily="18" charset="0"/>
                <a:hlinkClick r:id="rId4" action="ppaction://hlinksldjump"/>
              </a:rPr>
              <a:t>条件分支转移成功的概率</a:t>
            </a:r>
            <a:endParaRPr lang="zh-CN" altLang="en-US" sz="2400" b="1" dirty="0">
              <a:solidFill>
                <a:schemeClr val="folHlink"/>
              </a:solidFill>
              <a:latin typeface="Times New Roman" panose="02020603050405020304" pitchFamily="18" charset="0"/>
              <a:ea typeface="+mn-ea"/>
              <a:cs typeface="Times New Roman" panose="02020603050405020304" pitchFamily="18" charset="0"/>
            </a:endParaRPr>
          </a:p>
          <a:p>
            <a:pPr lvl="1" eaLnBrk="1" hangingPunct="1">
              <a:spcBef>
                <a:spcPct val="20000"/>
              </a:spcBef>
              <a:buSzPct val="60000"/>
              <a:buFont typeface="Wingdings" pitchFamily="2" charset="2"/>
              <a:buChar char="u"/>
              <a:defRPr/>
            </a:pPr>
            <a:r>
              <a:rPr lang="zh-CN" altLang="en-US" sz="2400" b="1" dirty="0">
                <a:latin typeface="Times New Roman" panose="02020603050405020304" pitchFamily="18" charset="0"/>
                <a:ea typeface="+mn-ea"/>
                <a:cs typeface="Times New Roman" panose="02020603050405020304" pitchFamily="18" charset="0"/>
              </a:rPr>
              <a:t>向前转移成功</a:t>
            </a:r>
            <a:r>
              <a:rPr lang="zh-CN" altLang="en-US" sz="2400" dirty="0">
                <a:latin typeface="Times New Roman" panose="02020603050405020304" pitchFamily="18" charset="0"/>
                <a:ea typeface="+mn-ea"/>
                <a:cs typeface="Times New Roman" panose="02020603050405020304" pitchFamily="18" charset="0"/>
              </a:rPr>
              <a:t>率</a:t>
            </a:r>
            <a:r>
              <a:rPr lang="zh-CN" altLang="en-US" sz="2400" b="1" dirty="0">
                <a:latin typeface="Times New Roman" panose="02020603050405020304" pitchFamily="18" charset="0"/>
                <a:ea typeface="+mn-ea"/>
                <a:cs typeface="Times New Roman" panose="02020603050405020304" pitchFamily="18" charset="0"/>
              </a:rPr>
              <a:t>：</a:t>
            </a:r>
            <a:r>
              <a:rPr lang="en-US" altLang="zh-CN" sz="2400" b="1" dirty="0">
                <a:latin typeface="Times New Roman" panose="02020603050405020304" pitchFamily="18" charset="0"/>
                <a:ea typeface="+mn-ea"/>
                <a:cs typeface="Times New Roman" panose="02020603050405020304" pitchFamily="18" charset="0"/>
              </a:rPr>
              <a:t>60%</a:t>
            </a:r>
            <a:r>
              <a:rPr lang="zh-CN" altLang="en-US" sz="2400" b="1" dirty="0">
                <a:latin typeface="Times New Roman" panose="02020603050405020304" pitchFamily="18" charset="0"/>
                <a:ea typeface="+mn-ea"/>
                <a:cs typeface="Times New Roman" panose="02020603050405020304" pitchFamily="18" charset="0"/>
              </a:rPr>
              <a:t>；向后转移成功率：</a:t>
            </a:r>
            <a:r>
              <a:rPr lang="en-US" altLang="zh-CN" sz="2400" b="1" dirty="0">
                <a:latin typeface="Times New Roman" panose="02020603050405020304" pitchFamily="18" charset="0"/>
                <a:ea typeface="+mn-ea"/>
                <a:cs typeface="Times New Roman" panose="02020603050405020304" pitchFamily="18" charset="0"/>
              </a:rPr>
              <a:t>85%</a:t>
            </a:r>
          </a:p>
        </p:txBody>
      </p:sp>
      <p:sp>
        <p:nvSpPr>
          <p:cNvPr id="4" name="Rectangle 3"/>
          <p:cNvSpPr>
            <a:spLocks noChangeArrowheads="1"/>
          </p:cNvSpPr>
          <p:nvPr/>
        </p:nvSpPr>
        <p:spPr bwMode="auto">
          <a:xfrm>
            <a:off x="1835150" y="288925"/>
            <a:ext cx="5942013" cy="676275"/>
          </a:xfrm>
          <a:prstGeom prst="rect">
            <a:avLst/>
          </a:prstGeom>
          <a:noFill/>
          <a:ln w="9525" algn="ctr">
            <a:noFill/>
            <a:miter lim="800000"/>
            <a:headEnd/>
            <a:tailEnd/>
          </a:ln>
          <a:effectLst/>
        </p:spPr>
        <p:txBody>
          <a:bodyPr anchor="b"/>
          <a:lstStyle/>
          <a:p>
            <a:pPr fontAlgn="auto">
              <a:spcBef>
                <a:spcPts val="0"/>
              </a:spcBef>
              <a:spcAft>
                <a:spcPts val="0"/>
              </a:spcAft>
              <a:defRPr/>
            </a:pPr>
            <a:r>
              <a:rPr lang="en-US" altLang="zh-CN" sz="3600" b="1" dirty="0">
                <a:latin typeface="Times New Roman" panose="02020603050405020304" pitchFamily="18" charset="0"/>
                <a:ea typeface="+mj-ea"/>
                <a:cs typeface="Times New Roman" panose="02020603050405020304" pitchFamily="18" charset="0"/>
              </a:rPr>
              <a:t>3.3.3 </a:t>
            </a:r>
            <a:r>
              <a:rPr lang="zh-CN" altLang="en-US" sz="3600" b="1" dirty="0">
                <a:latin typeface="Times New Roman" panose="02020603050405020304" pitchFamily="18" charset="0"/>
                <a:ea typeface="+mj-ea"/>
                <a:cs typeface="Times New Roman" panose="02020603050405020304" pitchFamily="18" charset="0"/>
              </a:rPr>
              <a:t>流水线的控制冲突</a:t>
            </a:r>
          </a:p>
        </p:txBody>
      </p:sp>
      <p:sp>
        <p:nvSpPr>
          <p:cNvPr id="2" name="日期占位符 1">
            <a:extLst>
              <a:ext uri="{FF2B5EF4-FFF2-40B4-BE49-F238E27FC236}">
                <a16:creationId xmlns:a16="http://schemas.microsoft.com/office/drawing/2014/main" id="{1B1CCD68-2854-9D7A-E4DB-C5591E8A045B}"/>
              </a:ext>
            </a:extLst>
          </p:cNvPr>
          <p:cNvSpPr>
            <a:spLocks noGrp="1"/>
          </p:cNvSpPr>
          <p:nvPr>
            <p:ph type="dt" sz="half" idx="10"/>
          </p:nvPr>
        </p:nvSpPr>
        <p:spPr/>
        <p:txBody>
          <a:bodyPr/>
          <a:lstStyle/>
          <a:p>
            <a:pPr>
              <a:defRPr/>
            </a:pPr>
            <a:fld id="{797D32DB-7235-42BF-B80B-912C3002406A}" type="datetime1">
              <a:rPr lang="zh-CN" altLang="en-US" smtClean="0"/>
              <a:t>2025/10/16</a:t>
            </a:fld>
            <a:endParaRPr lang="en-US" altLang="zh-CN"/>
          </a:p>
        </p:txBody>
      </p:sp>
      <p:sp>
        <p:nvSpPr>
          <p:cNvPr id="3" name="页脚占位符 2">
            <a:extLst>
              <a:ext uri="{FF2B5EF4-FFF2-40B4-BE49-F238E27FC236}">
                <a16:creationId xmlns:a16="http://schemas.microsoft.com/office/drawing/2014/main" id="{EBD9D146-C17B-CAF3-1E4A-B42EC55E45BA}"/>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5" name="灯片编号占位符 4">
            <a:extLst>
              <a:ext uri="{FF2B5EF4-FFF2-40B4-BE49-F238E27FC236}">
                <a16:creationId xmlns:a16="http://schemas.microsoft.com/office/drawing/2014/main" id="{5CF4D7A3-E262-9518-17C7-C53F6F928479}"/>
              </a:ext>
            </a:extLst>
          </p:cNvPr>
          <p:cNvSpPr>
            <a:spLocks noGrp="1"/>
          </p:cNvSpPr>
          <p:nvPr>
            <p:ph type="sldNum" sz="quarter" idx="12"/>
          </p:nvPr>
        </p:nvSpPr>
        <p:spPr/>
        <p:txBody>
          <a:bodyPr/>
          <a:lstStyle/>
          <a:p>
            <a:pPr>
              <a:defRPr/>
            </a:pPr>
            <a:fld id="{8BCAC33D-D29A-48B3-BCD6-381D3D720D26}" type="slidenum">
              <a:rPr lang="zh-CN" altLang="en-US" smtClean="0"/>
              <a:t>3</a:t>
            </a:fld>
            <a:endParaRPr lang="en-US" altLang="zh-CN"/>
          </a:p>
        </p:txBody>
      </p:sp>
    </p:spTree>
    <p:extLst>
      <p:ext uri="{BB962C8B-B14F-4D97-AF65-F5344CB8AC3E}">
        <p14:creationId xmlns:p14="http://schemas.microsoft.com/office/powerpoint/2010/main" val="4212189097"/>
      </p:ext>
    </p:extLst>
  </p:cSld>
  <p:clrMapOvr>
    <a:masterClrMapping/>
  </p:clrMapOvr>
  <p:transition spd="slow"/>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ext Box 2"/>
          <p:cNvSpPr txBox="1">
            <a:spLocks noChangeArrowheads="1"/>
          </p:cNvSpPr>
          <p:nvPr/>
        </p:nvSpPr>
        <p:spPr bwMode="auto">
          <a:xfrm>
            <a:off x="611188" y="1196975"/>
            <a:ext cx="7632700" cy="473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Calibri" pitchFamily="34" charset="0"/>
                <a:ea typeface="宋体" pitchFamily="2" charset="-122"/>
              </a:defRPr>
            </a:lvl1pPr>
            <a:lvl2pPr marL="800100" indent="-34290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eaLnBrk="1" hangingPunct="1">
              <a:spcBef>
                <a:spcPct val="100000"/>
              </a:spcBef>
              <a:defRPr/>
            </a:pPr>
            <a:r>
              <a:rPr kumimoji="1" lang="en-US" altLang="zh-CN" sz="2800" b="1" dirty="0">
                <a:latin typeface="Times New Roman" panose="02020603050405020304" pitchFamily="18" charset="0"/>
                <a:ea typeface="+mn-ea"/>
                <a:cs typeface="Times New Roman" panose="02020603050405020304" pitchFamily="18" charset="0"/>
              </a:rPr>
              <a:t>4. </a:t>
            </a:r>
            <a:r>
              <a:rPr kumimoji="1" lang="zh-CN" altLang="en-US" sz="2800" b="1" dirty="0">
                <a:latin typeface="Times New Roman" panose="02020603050405020304" pitchFamily="18" charset="0"/>
                <a:ea typeface="+mn-ea"/>
                <a:cs typeface="Times New Roman" panose="02020603050405020304" pitchFamily="18" charset="0"/>
              </a:rPr>
              <a:t>减少流水线分支损失的方法</a:t>
            </a:r>
          </a:p>
          <a:p>
            <a:pPr eaLnBrk="1" hangingPunct="1">
              <a:spcBef>
                <a:spcPct val="80000"/>
              </a:spcBef>
              <a:defRPr/>
            </a:pPr>
            <a:r>
              <a:rPr kumimoji="1" lang="en-US" altLang="zh-CN" sz="2400" b="1" dirty="0">
                <a:latin typeface="Times New Roman" panose="02020603050405020304" pitchFamily="18" charset="0"/>
                <a:ea typeface="+mn-ea"/>
                <a:cs typeface="Times New Roman" panose="02020603050405020304" pitchFamily="18" charset="0"/>
              </a:rPr>
              <a:t>(1) </a:t>
            </a:r>
            <a:r>
              <a:rPr kumimoji="1" lang="zh-CN" altLang="en-US" sz="2400" b="1" dirty="0">
                <a:latin typeface="Times New Roman" panose="02020603050405020304" pitchFamily="18" charset="0"/>
                <a:ea typeface="+mn-ea"/>
                <a:cs typeface="Times New Roman" panose="02020603050405020304" pitchFamily="18" charset="0"/>
              </a:rPr>
              <a:t>冻结或排空流水线</a:t>
            </a:r>
          </a:p>
          <a:p>
            <a:pPr lvl="1" eaLnBrk="1" hangingPunct="1">
              <a:spcBef>
                <a:spcPct val="20000"/>
              </a:spcBef>
              <a:buSzPct val="60000"/>
              <a:buFont typeface="Wingdings" pitchFamily="2" charset="2"/>
              <a:buChar char="u"/>
              <a:defRPr/>
            </a:pPr>
            <a:r>
              <a:rPr kumimoji="1" lang="zh-CN" altLang="en-US" sz="2400" b="1" dirty="0">
                <a:latin typeface="Times New Roman" panose="02020603050405020304" pitchFamily="18" charset="0"/>
                <a:ea typeface="+mn-ea"/>
                <a:cs typeface="Times New Roman" panose="02020603050405020304" pitchFamily="18" charset="0"/>
              </a:rPr>
              <a:t>思路：在流水线中停住或删除分支后的指令，直到知道转移目标地址</a:t>
            </a:r>
          </a:p>
          <a:p>
            <a:pPr lvl="1" eaLnBrk="1" hangingPunct="1">
              <a:spcBef>
                <a:spcPct val="20000"/>
              </a:spcBef>
              <a:buSzPct val="60000"/>
              <a:buFont typeface="Wingdings" pitchFamily="2" charset="2"/>
              <a:buChar char="u"/>
              <a:defRPr/>
            </a:pPr>
            <a:r>
              <a:rPr kumimoji="1" lang="zh-CN" altLang="en-US" sz="2400" b="1" dirty="0">
                <a:latin typeface="Times New Roman" panose="02020603050405020304" pitchFamily="18" charset="0"/>
                <a:ea typeface="+mn-ea"/>
                <a:cs typeface="Times New Roman" panose="02020603050405020304" pitchFamily="18" charset="0"/>
              </a:rPr>
              <a:t>优点：简单</a:t>
            </a:r>
          </a:p>
          <a:p>
            <a:pPr eaLnBrk="1" hangingPunct="1">
              <a:spcBef>
                <a:spcPct val="80000"/>
              </a:spcBef>
              <a:defRPr/>
            </a:pPr>
            <a:r>
              <a:rPr lang="en-US" altLang="zh-CN" sz="2400" b="1" dirty="0">
                <a:latin typeface="Times New Roman" panose="02020603050405020304" pitchFamily="18" charset="0"/>
                <a:ea typeface="+mn-ea"/>
                <a:cs typeface="Times New Roman" panose="02020603050405020304" pitchFamily="18" charset="0"/>
              </a:rPr>
              <a:t>(2) </a:t>
            </a:r>
            <a:r>
              <a:rPr lang="zh-CN" altLang="en-US" sz="2400" b="1" dirty="0">
                <a:latin typeface="Times New Roman" panose="02020603050405020304" pitchFamily="18" charset="0"/>
                <a:ea typeface="+mn-ea"/>
                <a:cs typeface="Times New Roman" panose="02020603050405020304" pitchFamily="18" charset="0"/>
              </a:rPr>
              <a:t>预测分支转移失败</a:t>
            </a:r>
          </a:p>
          <a:p>
            <a:pPr lvl="1" eaLnBrk="1" hangingPunct="1">
              <a:spcBef>
                <a:spcPct val="20000"/>
              </a:spcBef>
              <a:buSzPct val="60000"/>
              <a:buFont typeface="Wingdings" pitchFamily="2" charset="2"/>
              <a:buChar char="u"/>
              <a:defRPr/>
            </a:pPr>
            <a:r>
              <a:rPr lang="zh-CN" altLang="en-US" sz="2400" b="1" dirty="0">
                <a:latin typeface="Times New Roman" panose="02020603050405020304" pitchFamily="18" charset="0"/>
                <a:ea typeface="+mn-ea"/>
                <a:cs typeface="Times New Roman" panose="02020603050405020304" pitchFamily="18" charset="0"/>
              </a:rPr>
              <a:t>思路：流水线继续照常流动，如果分支转移成功，将分支指令后的指令转换为空操作，并从分支目标处开始取指令执行；否则照常执行</a:t>
            </a:r>
          </a:p>
          <a:p>
            <a:pPr lvl="1" eaLnBrk="1" hangingPunct="1">
              <a:spcBef>
                <a:spcPct val="20000"/>
              </a:spcBef>
              <a:buSzPct val="60000"/>
              <a:buFont typeface="Wingdings" pitchFamily="2" charset="2"/>
              <a:buChar char="u"/>
              <a:defRPr/>
            </a:pPr>
            <a:r>
              <a:rPr lang="en-US" altLang="zh-CN" sz="2400" b="1" dirty="0">
                <a:latin typeface="Times New Roman" panose="02020603050405020304" pitchFamily="18" charset="0"/>
                <a:ea typeface="+mn-ea"/>
                <a:cs typeface="Times New Roman" panose="02020603050405020304" pitchFamily="18" charset="0"/>
                <a:hlinkClick r:id="rId3" action="ppaction://hlinksldjump"/>
              </a:rPr>
              <a:t>MIPS</a:t>
            </a:r>
            <a:r>
              <a:rPr lang="zh-CN" altLang="en-US" sz="2400" b="1" dirty="0">
                <a:latin typeface="Times New Roman" panose="02020603050405020304" pitchFamily="18" charset="0"/>
                <a:ea typeface="+mn-ea"/>
                <a:cs typeface="Times New Roman" panose="02020603050405020304" pitchFamily="18" charset="0"/>
                <a:hlinkClick r:id="rId3" action="ppaction://hlinksldjump"/>
              </a:rPr>
              <a:t>流水线的处理过程</a:t>
            </a:r>
            <a:endParaRPr lang="zh-CN" altLang="en-US" sz="2400" b="1" dirty="0">
              <a:latin typeface="Times New Roman" panose="02020603050405020304" pitchFamily="18" charset="0"/>
              <a:ea typeface="+mn-ea"/>
              <a:cs typeface="Times New Roman" panose="02020603050405020304" pitchFamily="18" charset="0"/>
            </a:endParaRPr>
          </a:p>
        </p:txBody>
      </p:sp>
      <p:sp>
        <p:nvSpPr>
          <p:cNvPr id="4" name="Rectangle 3"/>
          <p:cNvSpPr>
            <a:spLocks noChangeArrowheads="1"/>
          </p:cNvSpPr>
          <p:nvPr/>
        </p:nvSpPr>
        <p:spPr bwMode="auto">
          <a:xfrm>
            <a:off x="1835150" y="288925"/>
            <a:ext cx="5942013" cy="676275"/>
          </a:xfrm>
          <a:prstGeom prst="rect">
            <a:avLst/>
          </a:prstGeom>
          <a:noFill/>
          <a:ln w="9525" algn="ctr">
            <a:noFill/>
            <a:miter lim="800000"/>
            <a:headEnd/>
            <a:tailEnd/>
          </a:ln>
          <a:effectLst/>
        </p:spPr>
        <p:txBody>
          <a:bodyPr anchor="b"/>
          <a:lstStyle/>
          <a:p>
            <a:pPr fontAlgn="auto">
              <a:spcBef>
                <a:spcPts val="0"/>
              </a:spcBef>
              <a:spcAft>
                <a:spcPts val="0"/>
              </a:spcAft>
              <a:defRPr/>
            </a:pPr>
            <a:r>
              <a:rPr lang="en-US" altLang="zh-CN" sz="3600" b="1" dirty="0">
                <a:latin typeface="Times New Roman" panose="02020603050405020304" pitchFamily="18" charset="0"/>
                <a:ea typeface="+mj-ea"/>
                <a:cs typeface="Times New Roman" panose="02020603050405020304" pitchFamily="18" charset="0"/>
              </a:rPr>
              <a:t>3.3.3 </a:t>
            </a:r>
            <a:r>
              <a:rPr lang="zh-CN" altLang="en-US" sz="3600" b="1" dirty="0">
                <a:latin typeface="Times New Roman" panose="02020603050405020304" pitchFamily="18" charset="0"/>
                <a:ea typeface="+mj-ea"/>
                <a:cs typeface="Times New Roman" panose="02020603050405020304" pitchFamily="18" charset="0"/>
              </a:rPr>
              <a:t>流水线的控制冲突</a:t>
            </a:r>
          </a:p>
        </p:txBody>
      </p:sp>
      <p:sp>
        <p:nvSpPr>
          <p:cNvPr id="2" name="日期占位符 1">
            <a:extLst>
              <a:ext uri="{FF2B5EF4-FFF2-40B4-BE49-F238E27FC236}">
                <a16:creationId xmlns:a16="http://schemas.microsoft.com/office/drawing/2014/main" id="{27A282EF-2FA2-AFC0-3187-0026BD244732}"/>
              </a:ext>
            </a:extLst>
          </p:cNvPr>
          <p:cNvSpPr>
            <a:spLocks noGrp="1"/>
          </p:cNvSpPr>
          <p:nvPr>
            <p:ph type="dt" sz="half" idx="10"/>
          </p:nvPr>
        </p:nvSpPr>
        <p:spPr/>
        <p:txBody>
          <a:bodyPr/>
          <a:lstStyle/>
          <a:p>
            <a:pPr>
              <a:defRPr/>
            </a:pPr>
            <a:fld id="{9D21564F-F5E8-42CF-BBDA-0E011CC5B332}" type="datetime1">
              <a:rPr lang="zh-CN" altLang="en-US" smtClean="0"/>
              <a:t>2025/10/16</a:t>
            </a:fld>
            <a:endParaRPr lang="en-US" altLang="zh-CN"/>
          </a:p>
        </p:txBody>
      </p:sp>
      <p:sp>
        <p:nvSpPr>
          <p:cNvPr id="3" name="页脚占位符 2">
            <a:extLst>
              <a:ext uri="{FF2B5EF4-FFF2-40B4-BE49-F238E27FC236}">
                <a16:creationId xmlns:a16="http://schemas.microsoft.com/office/drawing/2014/main" id="{6DD58170-9867-53FF-A901-B78DF493B78C}"/>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5" name="灯片编号占位符 4">
            <a:extLst>
              <a:ext uri="{FF2B5EF4-FFF2-40B4-BE49-F238E27FC236}">
                <a16:creationId xmlns:a16="http://schemas.microsoft.com/office/drawing/2014/main" id="{FB7223AA-8B0A-27D7-473A-68E033F850BE}"/>
              </a:ext>
            </a:extLst>
          </p:cNvPr>
          <p:cNvSpPr>
            <a:spLocks noGrp="1"/>
          </p:cNvSpPr>
          <p:nvPr>
            <p:ph type="sldNum" sz="quarter" idx="12"/>
          </p:nvPr>
        </p:nvSpPr>
        <p:spPr/>
        <p:txBody>
          <a:bodyPr/>
          <a:lstStyle/>
          <a:p>
            <a:pPr>
              <a:defRPr/>
            </a:pPr>
            <a:fld id="{8BCAC33D-D29A-48B3-BCD6-381D3D720D26}" type="slidenum">
              <a:rPr lang="zh-CN" altLang="en-US" smtClean="0"/>
              <a:t>4</a:t>
            </a:fld>
            <a:endParaRPr lang="en-US" altLang="zh-CN"/>
          </a:p>
        </p:txBody>
      </p:sp>
    </p:spTree>
    <p:extLst>
      <p:ext uri="{BB962C8B-B14F-4D97-AF65-F5344CB8AC3E}">
        <p14:creationId xmlns:p14="http://schemas.microsoft.com/office/powerpoint/2010/main" val="3746558834"/>
      </p:ext>
    </p:extLst>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ext Box 2"/>
          <p:cNvSpPr txBox="1">
            <a:spLocks noChangeArrowheads="1"/>
          </p:cNvSpPr>
          <p:nvPr/>
        </p:nvSpPr>
        <p:spPr bwMode="auto">
          <a:xfrm>
            <a:off x="611188" y="1196975"/>
            <a:ext cx="7488237" cy="4806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Calibri" pitchFamily="34" charset="0"/>
                <a:ea typeface="宋体" pitchFamily="2" charset="-122"/>
              </a:defRPr>
            </a:lvl1pPr>
            <a:lvl2pPr marL="800100" indent="-34290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eaLnBrk="1" hangingPunct="1">
              <a:spcBef>
                <a:spcPct val="100000"/>
              </a:spcBef>
              <a:defRPr/>
            </a:pPr>
            <a:r>
              <a:rPr kumimoji="1" lang="en-US" altLang="zh-CN" sz="2800" b="1" dirty="0">
                <a:latin typeface="Times New Roman" panose="02020603050405020304" pitchFamily="18" charset="0"/>
                <a:ea typeface="+mn-ea"/>
                <a:cs typeface="Times New Roman" panose="02020603050405020304" pitchFamily="18" charset="0"/>
              </a:rPr>
              <a:t>4. </a:t>
            </a:r>
            <a:r>
              <a:rPr kumimoji="1" lang="zh-CN" altLang="en-US" sz="2800" b="1" dirty="0">
                <a:latin typeface="Times New Roman" panose="02020603050405020304" pitchFamily="18" charset="0"/>
                <a:ea typeface="+mn-ea"/>
                <a:cs typeface="Times New Roman" panose="02020603050405020304" pitchFamily="18" charset="0"/>
              </a:rPr>
              <a:t>减少流水线分支损失的方法</a:t>
            </a:r>
          </a:p>
          <a:p>
            <a:pPr eaLnBrk="1" hangingPunct="1">
              <a:spcBef>
                <a:spcPct val="80000"/>
              </a:spcBef>
              <a:defRPr/>
            </a:pPr>
            <a:r>
              <a:rPr lang="en-US" altLang="zh-CN" sz="2400" b="1" dirty="0">
                <a:latin typeface="Times New Roman" panose="02020603050405020304" pitchFamily="18" charset="0"/>
                <a:ea typeface="+mn-ea"/>
                <a:cs typeface="Times New Roman" panose="02020603050405020304" pitchFamily="18" charset="0"/>
              </a:rPr>
              <a:t>(3) </a:t>
            </a:r>
            <a:r>
              <a:rPr lang="zh-CN" altLang="en-US" sz="2400" b="1" dirty="0">
                <a:latin typeface="Times New Roman" panose="02020603050405020304" pitchFamily="18" charset="0"/>
                <a:ea typeface="+mn-ea"/>
                <a:cs typeface="Times New Roman" panose="02020603050405020304" pitchFamily="18" charset="0"/>
              </a:rPr>
              <a:t>预测分支转移成功</a:t>
            </a:r>
          </a:p>
          <a:p>
            <a:pPr lvl="1" eaLnBrk="1" hangingPunct="1">
              <a:spcBef>
                <a:spcPct val="20000"/>
              </a:spcBef>
              <a:buSzPct val="60000"/>
              <a:buFont typeface="Wingdings" pitchFamily="2" charset="2"/>
              <a:buChar char="u"/>
              <a:defRPr/>
            </a:pPr>
            <a:r>
              <a:rPr lang="zh-CN" altLang="en-US" sz="2400" b="1" dirty="0">
                <a:latin typeface="Times New Roman" panose="02020603050405020304" pitchFamily="18" charset="0"/>
                <a:ea typeface="+mn-ea"/>
                <a:cs typeface="Times New Roman" panose="02020603050405020304" pitchFamily="18" charset="0"/>
              </a:rPr>
              <a:t>思路：始终假设分支成功，直接从分支目标处取指令执行</a:t>
            </a:r>
          </a:p>
          <a:p>
            <a:pPr lvl="1" eaLnBrk="1" hangingPunct="1">
              <a:spcBef>
                <a:spcPct val="20000"/>
              </a:spcBef>
              <a:buSzPct val="60000"/>
              <a:buFont typeface="Wingdings" pitchFamily="2" charset="2"/>
              <a:buChar char="u"/>
              <a:defRPr/>
            </a:pPr>
            <a:r>
              <a:rPr lang="zh-CN" altLang="en-US" sz="2400" b="1" dirty="0">
                <a:latin typeface="Times New Roman" panose="02020603050405020304" pitchFamily="18" charset="0"/>
                <a:ea typeface="+mn-ea"/>
                <a:cs typeface="Times New Roman" panose="02020603050405020304" pitchFamily="18" charset="0"/>
              </a:rPr>
              <a:t>对</a:t>
            </a:r>
            <a:r>
              <a:rPr lang="en-US" altLang="zh-CN" sz="2400" b="1" dirty="0">
                <a:latin typeface="Times New Roman" panose="02020603050405020304" pitchFamily="18" charset="0"/>
                <a:ea typeface="+mn-ea"/>
                <a:cs typeface="Times New Roman" panose="02020603050405020304" pitchFamily="18" charset="0"/>
              </a:rPr>
              <a:t>MIPS</a:t>
            </a:r>
            <a:r>
              <a:rPr lang="zh-CN" altLang="en-US" sz="2400" b="1" dirty="0">
                <a:latin typeface="Times New Roman" panose="02020603050405020304" pitchFamily="18" charset="0"/>
                <a:ea typeface="+mn-ea"/>
                <a:cs typeface="Times New Roman" panose="02020603050405020304" pitchFamily="18" charset="0"/>
              </a:rPr>
              <a:t>流水线没有任何好处！</a:t>
            </a:r>
          </a:p>
          <a:p>
            <a:pPr eaLnBrk="1" hangingPunct="1">
              <a:spcBef>
                <a:spcPct val="100000"/>
              </a:spcBef>
              <a:defRPr/>
            </a:pPr>
            <a:r>
              <a:rPr lang="en-US" altLang="zh-CN" sz="2400" b="1" dirty="0">
                <a:latin typeface="Times New Roman" panose="02020603050405020304" pitchFamily="18" charset="0"/>
                <a:ea typeface="+mn-ea"/>
                <a:cs typeface="Times New Roman" panose="02020603050405020304" pitchFamily="18" charset="0"/>
              </a:rPr>
              <a:t>(4) </a:t>
            </a:r>
            <a:r>
              <a:rPr lang="zh-CN" altLang="en-US" sz="2400" b="1" dirty="0">
                <a:latin typeface="Times New Roman" panose="02020603050405020304" pitchFamily="18" charset="0"/>
                <a:ea typeface="+mn-ea"/>
                <a:cs typeface="Times New Roman" panose="02020603050405020304" pitchFamily="18" charset="0"/>
              </a:rPr>
              <a:t>延迟分支（</a:t>
            </a:r>
            <a:r>
              <a:rPr lang="en-US" altLang="zh-CN" sz="2400" b="1" dirty="0">
                <a:latin typeface="Times New Roman" panose="02020603050405020304" pitchFamily="18" charset="0"/>
                <a:ea typeface="+mn-ea"/>
                <a:cs typeface="Times New Roman" panose="02020603050405020304" pitchFamily="18" charset="0"/>
              </a:rPr>
              <a:t>delayed branch</a:t>
            </a:r>
            <a:r>
              <a:rPr lang="zh-CN" altLang="en-US" sz="2400" b="1" dirty="0">
                <a:latin typeface="Times New Roman" panose="02020603050405020304" pitchFamily="18" charset="0"/>
                <a:ea typeface="+mn-ea"/>
                <a:cs typeface="Times New Roman" panose="02020603050405020304" pitchFamily="18" charset="0"/>
              </a:rPr>
              <a:t>）</a:t>
            </a:r>
          </a:p>
          <a:p>
            <a:pPr lvl="1" eaLnBrk="1" hangingPunct="1">
              <a:spcBef>
                <a:spcPct val="20000"/>
              </a:spcBef>
              <a:buSzPct val="60000"/>
              <a:buFont typeface="Wingdings" pitchFamily="2" charset="2"/>
              <a:buChar char="u"/>
              <a:defRPr/>
            </a:pPr>
            <a:r>
              <a:rPr lang="zh-CN" altLang="en-US" sz="2400" b="1" dirty="0">
                <a:latin typeface="Times New Roman" panose="02020603050405020304" pitchFamily="18" charset="0"/>
                <a:ea typeface="+mn-ea"/>
                <a:cs typeface="Times New Roman" panose="02020603050405020304" pitchFamily="18" charset="0"/>
              </a:rPr>
              <a:t>思路：</a:t>
            </a:r>
            <a:r>
              <a:rPr kumimoji="1" lang="zh-CN" altLang="en-US" sz="2400" b="1" dirty="0">
                <a:latin typeface="Times New Roman" panose="02020603050405020304" pitchFamily="18" charset="0"/>
                <a:ea typeface="+mn-ea"/>
                <a:cs typeface="Times New Roman" panose="02020603050405020304" pitchFamily="18" charset="0"/>
              </a:rPr>
              <a:t>分支开销为</a:t>
            </a:r>
            <a:r>
              <a:rPr kumimoji="1" lang="en-US" altLang="zh-CN" sz="2400" b="1" dirty="0">
                <a:latin typeface="Times New Roman" panose="02020603050405020304" pitchFamily="18" charset="0"/>
                <a:ea typeface="+mn-ea"/>
                <a:cs typeface="Times New Roman" panose="02020603050405020304" pitchFamily="18" charset="0"/>
              </a:rPr>
              <a:t>n</a:t>
            </a:r>
            <a:r>
              <a:rPr kumimoji="1" lang="zh-CN" altLang="en-US" sz="2400" b="1" dirty="0">
                <a:latin typeface="Times New Roman" panose="02020603050405020304" pitchFamily="18" charset="0"/>
                <a:ea typeface="+mn-ea"/>
                <a:cs typeface="Times New Roman" panose="02020603050405020304" pitchFamily="18" charset="0"/>
              </a:rPr>
              <a:t>的分支指令后紧跟有</a:t>
            </a:r>
            <a:r>
              <a:rPr kumimoji="1" lang="en-US" altLang="zh-CN" sz="2400" b="1" dirty="0">
                <a:latin typeface="Times New Roman" panose="02020603050405020304" pitchFamily="18" charset="0"/>
                <a:ea typeface="+mn-ea"/>
                <a:cs typeface="Times New Roman" panose="02020603050405020304" pitchFamily="18" charset="0"/>
              </a:rPr>
              <a:t>n</a:t>
            </a:r>
            <a:r>
              <a:rPr kumimoji="1" lang="zh-CN" altLang="en-US" sz="2400" b="1" dirty="0">
                <a:latin typeface="Times New Roman" panose="02020603050405020304" pitchFamily="18" charset="0"/>
                <a:ea typeface="+mn-ea"/>
                <a:cs typeface="Times New Roman" panose="02020603050405020304" pitchFamily="18" charset="0"/>
              </a:rPr>
              <a:t>个延迟槽，</a:t>
            </a:r>
            <a:r>
              <a:rPr kumimoji="1" lang="zh-CN" altLang="en-US" sz="2400" b="1" dirty="0">
                <a:solidFill>
                  <a:schemeClr val="accent2"/>
                </a:solidFill>
                <a:latin typeface="Times New Roman" panose="02020603050405020304" pitchFamily="18" charset="0"/>
                <a:ea typeface="+mn-ea"/>
                <a:cs typeface="Times New Roman" panose="02020603050405020304" pitchFamily="18" charset="0"/>
              </a:rPr>
              <a:t>流水线遇到分支指令时，按正常方式处理</a:t>
            </a:r>
            <a:r>
              <a:rPr kumimoji="1" lang="zh-CN" altLang="en-US" sz="2400" b="1" dirty="0">
                <a:latin typeface="Times New Roman" panose="02020603050405020304" pitchFamily="18" charset="0"/>
                <a:ea typeface="+mn-ea"/>
                <a:cs typeface="Times New Roman" panose="02020603050405020304" pitchFamily="18" charset="0"/>
              </a:rPr>
              <a:t>，顺带执行延迟槽中的指令，从而减少分支开销。</a:t>
            </a:r>
          </a:p>
          <a:p>
            <a:pPr lvl="1" eaLnBrk="1" hangingPunct="1">
              <a:spcBef>
                <a:spcPct val="20000"/>
              </a:spcBef>
              <a:defRPr/>
            </a:pPr>
            <a:r>
              <a:rPr kumimoji="1" lang="zh-CN" altLang="en-US" sz="2400" b="1" dirty="0">
                <a:latin typeface="Times New Roman" panose="02020603050405020304" pitchFamily="18" charset="0"/>
                <a:ea typeface="+mn-ea"/>
                <a:cs typeface="Times New Roman" panose="02020603050405020304" pitchFamily="18" charset="0"/>
              </a:rPr>
              <a:t>	</a:t>
            </a:r>
            <a:r>
              <a:rPr kumimoji="1" lang="zh-CN" altLang="en-US" sz="2400" b="1" dirty="0">
                <a:latin typeface="Times New Roman" panose="02020603050405020304" pitchFamily="18" charset="0"/>
                <a:ea typeface="+mn-ea"/>
                <a:cs typeface="Times New Roman" panose="02020603050405020304" pitchFamily="18" charset="0"/>
                <a:hlinkClick r:id="rId3" action="ppaction://hlinksldjump"/>
              </a:rPr>
              <a:t>延迟分支及指令的执行顺序</a:t>
            </a:r>
            <a:endParaRPr kumimoji="1" lang="zh-CN" altLang="en-US" sz="2400" b="1" dirty="0">
              <a:latin typeface="Times New Roman" panose="02020603050405020304" pitchFamily="18" charset="0"/>
              <a:ea typeface="+mn-ea"/>
              <a:cs typeface="Times New Roman" panose="02020603050405020304" pitchFamily="18" charset="0"/>
            </a:endParaRPr>
          </a:p>
        </p:txBody>
      </p:sp>
      <p:sp>
        <p:nvSpPr>
          <p:cNvPr id="3" name="Rectangle 3"/>
          <p:cNvSpPr>
            <a:spLocks noChangeArrowheads="1"/>
          </p:cNvSpPr>
          <p:nvPr/>
        </p:nvSpPr>
        <p:spPr bwMode="auto">
          <a:xfrm>
            <a:off x="1835150" y="260350"/>
            <a:ext cx="5942013" cy="676275"/>
          </a:xfrm>
          <a:prstGeom prst="rect">
            <a:avLst/>
          </a:prstGeom>
          <a:noFill/>
          <a:ln w="9525" algn="ctr">
            <a:noFill/>
            <a:miter lim="800000"/>
            <a:headEnd/>
            <a:tailEnd/>
          </a:ln>
          <a:effectLst/>
        </p:spPr>
        <p:txBody>
          <a:bodyPr anchor="b"/>
          <a:lstStyle/>
          <a:p>
            <a:pPr fontAlgn="auto">
              <a:spcBef>
                <a:spcPts val="0"/>
              </a:spcBef>
              <a:spcAft>
                <a:spcPts val="0"/>
              </a:spcAft>
              <a:defRPr/>
            </a:pPr>
            <a:r>
              <a:rPr lang="en-US" altLang="zh-CN" sz="3600" b="1" dirty="0">
                <a:latin typeface="Times New Roman" panose="02020603050405020304" pitchFamily="18" charset="0"/>
                <a:ea typeface="+mj-ea"/>
                <a:cs typeface="Times New Roman" panose="02020603050405020304" pitchFamily="18" charset="0"/>
              </a:rPr>
              <a:t>3.3.3 </a:t>
            </a:r>
            <a:r>
              <a:rPr lang="zh-CN" altLang="en-US" sz="3600" b="1" dirty="0">
                <a:latin typeface="Times New Roman" panose="02020603050405020304" pitchFamily="18" charset="0"/>
                <a:ea typeface="+mj-ea"/>
                <a:cs typeface="Times New Roman" panose="02020603050405020304" pitchFamily="18" charset="0"/>
              </a:rPr>
              <a:t>流水线的控制冲突</a:t>
            </a:r>
          </a:p>
        </p:txBody>
      </p:sp>
      <p:sp>
        <p:nvSpPr>
          <p:cNvPr id="2" name="日期占位符 1">
            <a:extLst>
              <a:ext uri="{FF2B5EF4-FFF2-40B4-BE49-F238E27FC236}">
                <a16:creationId xmlns:a16="http://schemas.microsoft.com/office/drawing/2014/main" id="{FDD3687D-8CA3-61DC-F15E-B144542D8A2D}"/>
              </a:ext>
            </a:extLst>
          </p:cNvPr>
          <p:cNvSpPr>
            <a:spLocks noGrp="1"/>
          </p:cNvSpPr>
          <p:nvPr>
            <p:ph type="dt" sz="half" idx="10"/>
          </p:nvPr>
        </p:nvSpPr>
        <p:spPr/>
        <p:txBody>
          <a:bodyPr/>
          <a:lstStyle/>
          <a:p>
            <a:pPr>
              <a:defRPr/>
            </a:pPr>
            <a:fld id="{C87FE63A-8454-4DAD-81CE-31A783AFF868}" type="datetime1">
              <a:rPr lang="zh-CN" altLang="en-US" smtClean="0"/>
              <a:t>2025/10/16</a:t>
            </a:fld>
            <a:endParaRPr lang="en-US" altLang="zh-CN"/>
          </a:p>
        </p:txBody>
      </p:sp>
      <p:sp>
        <p:nvSpPr>
          <p:cNvPr id="4" name="页脚占位符 3">
            <a:extLst>
              <a:ext uri="{FF2B5EF4-FFF2-40B4-BE49-F238E27FC236}">
                <a16:creationId xmlns:a16="http://schemas.microsoft.com/office/drawing/2014/main" id="{E477B80E-0A60-AE82-7999-B94D7D483254}"/>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5" name="灯片编号占位符 4">
            <a:extLst>
              <a:ext uri="{FF2B5EF4-FFF2-40B4-BE49-F238E27FC236}">
                <a16:creationId xmlns:a16="http://schemas.microsoft.com/office/drawing/2014/main" id="{8AA53214-F447-9E8A-12B3-514E4A78ADB6}"/>
              </a:ext>
            </a:extLst>
          </p:cNvPr>
          <p:cNvSpPr>
            <a:spLocks noGrp="1"/>
          </p:cNvSpPr>
          <p:nvPr>
            <p:ph type="sldNum" sz="quarter" idx="12"/>
          </p:nvPr>
        </p:nvSpPr>
        <p:spPr/>
        <p:txBody>
          <a:bodyPr/>
          <a:lstStyle/>
          <a:p>
            <a:pPr>
              <a:defRPr/>
            </a:pPr>
            <a:fld id="{8BCAC33D-D29A-48B3-BCD6-381D3D720D26}" type="slidenum">
              <a:rPr lang="zh-CN" altLang="en-US" smtClean="0"/>
              <a:t>5</a:t>
            </a:fld>
            <a:endParaRPr lang="en-US" altLang="zh-CN"/>
          </a:p>
        </p:txBody>
      </p:sp>
    </p:spTree>
    <p:extLst>
      <p:ext uri="{BB962C8B-B14F-4D97-AF65-F5344CB8AC3E}">
        <p14:creationId xmlns:p14="http://schemas.microsoft.com/office/powerpoint/2010/main" val="857381795"/>
      </p:ext>
    </p:extLst>
  </p:cSld>
  <p:clrMapOvr>
    <a:masterClrMapping/>
  </p:clrMapOvr>
  <p:transition spd="slow"/>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ext Box 2"/>
          <p:cNvSpPr txBox="1">
            <a:spLocks noChangeArrowheads="1"/>
          </p:cNvSpPr>
          <p:nvPr/>
        </p:nvSpPr>
        <p:spPr bwMode="auto">
          <a:xfrm>
            <a:off x="611188" y="1196975"/>
            <a:ext cx="7848600" cy="4708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Calibri" pitchFamily="34" charset="0"/>
                <a:ea typeface="宋体" pitchFamily="2" charset="-122"/>
              </a:defRPr>
            </a:lvl1pPr>
            <a:lvl2pPr marL="800100" indent="-342900" eaLnBrk="0" hangingPunct="0">
              <a:defRPr>
                <a:solidFill>
                  <a:schemeClr val="tx1"/>
                </a:solidFill>
                <a:latin typeface="Calibri" pitchFamily="34" charset="0"/>
                <a:ea typeface="宋体" pitchFamily="2" charset="-122"/>
              </a:defRPr>
            </a:lvl2pPr>
            <a:lvl3pPr marL="1257300" indent="-342900" eaLnBrk="0" hangingPunct="0">
              <a:defRPr>
                <a:solidFill>
                  <a:schemeClr val="tx1"/>
                </a:solidFill>
                <a:latin typeface="Calibri" pitchFamily="34" charset="0"/>
                <a:ea typeface="宋体" pitchFamily="2" charset="-122"/>
              </a:defRPr>
            </a:lvl3pPr>
            <a:lvl4pPr marL="1714500" indent="-3429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eaLnBrk="1" hangingPunct="1">
              <a:spcBef>
                <a:spcPct val="100000"/>
              </a:spcBef>
              <a:defRPr/>
            </a:pPr>
            <a:r>
              <a:rPr kumimoji="1" lang="en-US" altLang="zh-CN" sz="2800" b="1" dirty="0">
                <a:latin typeface="Times New Roman" panose="02020603050405020304" pitchFamily="18" charset="0"/>
                <a:ea typeface="+mn-ea"/>
                <a:cs typeface="Times New Roman" panose="02020603050405020304" pitchFamily="18" charset="0"/>
              </a:rPr>
              <a:t>4. </a:t>
            </a:r>
            <a:r>
              <a:rPr kumimoji="1" lang="zh-CN" altLang="en-US" sz="2800" b="1" dirty="0">
                <a:latin typeface="Times New Roman" panose="02020603050405020304" pitchFamily="18" charset="0"/>
                <a:ea typeface="+mn-ea"/>
                <a:cs typeface="Times New Roman" panose="02020603050405020304" pitchFamily="18" charset="0"/>
              </a:rPr>
              <a:t>减少流水线分支损失的方法</a:t>
            </a:r>
          </a:p>
          <a:p>
            <a:pPr marL="457200" lvl="1" indent="0" eaLnBrk="1" hangingPunct="1">
              <a:spcBef>
                <a:spcPct val="50000"/>
              </a:spcBef>
              <a:buSzPct val="60000"/>
              <a:defRPr/>
            </a:pPr>
            <a:r>
              <a:rPr kumimoji="1" lang="zh-CN" altLang="en-US" sz="2400" b="1" dirty="0">
                <a:latin typeface="Times New Roman" panose="02020603050405020304" pitchFamily="18" charset="0"/>
                <a:ea typeface="+mn-ea"/>
                <a:cs typeface="Times New Roman" panose="02020603050405020304" pitchFamily="18" charset="0"/>
              </a:rPr>
              <a:t>（</a:t>
            </a:r>
            <a:r>
              <a:rPr kumimoji="1" lang="en-US" altLang="zh-CN" sz="2400" b="1" dirty="0">
                <a:latin typeface="Times New Roman" panose="02020603050405020304" pitchFamily="18" charset="0"/>
                <a:ea typeface="+mn-ea"/>
                <a:cs typeface="Times New Roman" panose="02020603050405020304" pitchFamily="18" charset="0"/>
              </a:rPr>
              <a:t>1</a:t>
            </a:r>
            <a:r>
              <a:rPr kumimoji="1" lang="zh-CN" altLang="en-US" sz="2400" b="1" dirty="0">
                <a:latin typeface="Times New Roman" panose="02020603050405020304" pitchFamily="18" charset="0"/>
                <a:ea typeface="+mn-ea"/>
                <a:cs typeface="Times New Roman" panose="02020603050405020304" pitchFamily="18" charset="0"/>
              </a:rPr>
              <a:t>）具有一个分支延迟槽的</a:t>
            </a:r>
            <a:r>
              <a:rPr kumimoji="1" lang="en-US" altLang="zh-CN" sz="2400" b="1" dirty="0">
                <a:latin typeface="Times New Roman" panose="02020603050405020304" pitchFamily="18" charset="0"/>
                <a:ea typeface="+mn-ea"/>
                <a:cs typeface="Times New Roman" panose="02020603050405020304" pitchFamily="18" charset="0"/>
              </a:rPr>
              <a:t>MIPS</a:t>
            </a:r>
            <a:r>
              <a:rPr kumimoji="1" lang="zh-CN" altLang="en-US" sz="2400" b="1" dirty="0">
                <a:latin typeface="Times New Roman" panose="02020603050405020304" pitchFamily="18" charset="0"/>
                <a:ea typeface="+mn-ea"/>
                <a:cs typeface="Times New Roman" panose="02020603050405020304" pitchFamily="18" charset="0"/>
              </a:rPr>
              <a:t>流水线的</a:t>
            </a:r>
            <a:r>
              <a:rPr kumimoji="1" lang="zh-CN" altLang="en-US" sz="2400" b="1" dirty="0">
                <a:latin typeface="Times New Roman" panose="02020603050405020304" pitchFamily="18" charset="0"/>
                <a:ea typeface="+mn-ea"/>
                <a:cs typeface="Times New Roman" panose="02020603050405020304" pitchFamily="18" charset="0"/>
                <a:hlinkClick r:id="rId3" action="ppaction://hlinksldjump"/>
              </a:rPr>
              <a:t>执行过程</a:t>
            </a:r>
            <a:endParaRPr kumimoji="1" lang="zh-CN" altLang="en-US" sz="2400" b="1" dirty="0">
              <a:latin typeface="Times New Roman" panose="02020603050405020304" pitchFamily="18" charset="0"/>
              <a:ea typeface="+mn-ea"/>
              <a:cs typeface="Times New Roman" panose="02020603050405020304" pitchFamily="18" charset="0"/>
            </a:endParaRPr>
          </a:p>
          <a:p>
            <a:pPr marL="457200" lvl="1" indent="0" eaLnBrk="1" hangingPunct="1">
              <a:spcBef>
                <a:spcPct val="50000"/>
              </a:spcBef>
              <a:buSzPct val="60000"/>
              <a:defRPr/>
            </a:pPr>
            <a:r>
              <a:rPr lang="zh-CN" altLang="en-US" sz="2400" b="1" dirty="0">
                <a:latin typeface="Times New Roman" panose="02020603050405020304" pitchFamily="18" charset="0"/>
                <a:ea typeface="+mn-ea"/>
                <a:cs typeface="Times New Roman" panose="02020603050405020304" pitchFamily="18" charset="0"/>
              </a:rPr>
              <a:t>（</a:t>
            </a:r>
            <a:r>
              <a:rPr lang="en-US" altLang="zh-CN" sz="2400" b="1" dirty="0">
                <a:latin typeface="Times New Roman" panose="02020603050405020304" pitchFamily="18" charset="0"/>
                <a:ea typeface="+mn-ea"/>
                <a:cs typeface="Times New Roman" panose="02020603050405020304" pitchFamily="18" charset="0"/>
              </a:rPr>
              <a:t>2</a:t>
            </a:r>
            <a:r>
              <a:rPr lang="zh-CN" altLang="en-US" sz="2400" b="1" dirty="0">
                <a:latin typeface="Times New Roman" panose="02020603050405020304" pitchFamily="18" charset="0"/>
                <a:ea typeface="+mn-ea"/>
                <a:cs typeface="Times New Roman" panose="02020603050405020304" pitchFamily="18" charset="0"/>
              </a:rPr>
              <a:t>）什么样的指令能否放入分支延迟槽？</a:t>
            </a:r>
          </a:p>
          <a:p>
            <a:pPr lvl="2" eaLnBrk="1" hangingPunct="1">
              <a:spcBef>
                <a:spcPct val="50000"/>
              </a:spcBef>
              <a:buFont typeface="楷体_GB2312" pitchFamily="49" charset="-122"/>
              <a:buChar char="-"/>
              <a:defRPr/>
            </a:pPr>
            <a:r>
              <a:rPr lang="zh-CN" altLang="en-US" sz="2000" b="1" dirty="0">
                <a:latin typeface="Times New Roman" panose="02020603050405020304" pitchFamily="18" charset="0"/>
                <a:ea typeface="+mn-ea"/>
                <a:cs typeface="Times New Roman" panose="02020603050405020304" pitchFamily="18" charset="0"/>
                <a:hlinkClick r:id="rId4" action="ppaction://hlinksldjump"/>
              </a:rPr>
              <a:t>三种调度方法</a:t>
            </a:r>
            <a:r>
              <a:rPr lang="zh-CN" altLang="en-US" sz="2000" b="1" dirty="0">
                <a:latin typeface="Times New Roman" panose="02020603050405020304" pitchFamily="18" charset="0"/>
                <a:ea typeface="+mn-ea"/>
                <a:cs typeface="Times New Roman" panose="02020603050405020304" pitchFamily="18" charset="0"/>
              </a:rPr>
              <a:t>：从前调度；从目标处调度；从失败处调度</a:t>
            </a:r>
          </a:p>
          <a:p>
            <a:pPr lvl="2" eaLnBrk="1" hangingPunct="1">
              <a:spcBef>
                <a:spcPct val="50000"/>
              </a:spcBef>
              <a:buFont typeface="楷体_GB2312" pitchFamily="49" charset="-122"/>
              <a:buChar char="-"/>
              <a:defRPr/>
            </a:pPr>
            <a:r>
              <a:rPr lang="zh-CN" altLang="en-US" sz="2000" b="1" dirty="0">
                <a:latin typeface="Times New Roman" panose="02020603050405020304" pitchFamily="18" charset="0"/>
                <a:ea typeface="+mn-ea"/>
                <a:cs typeface="Times New Roman" panose="02020603050405020304" pitchFamily="18" charset="0"/>
                <a:hlinkClick r:id="rId5" action="ppaction://hlinksldjump"/>
              </a:rPr>
              <a:t>三种方法的要求与效果</a:t>
            </a:r>
            <a:r>
              <a:rPr lang="zh-CN" altLang="en-US" sz="2000" b="1" dirty="0">
                <a:latin typeface="Times New Roman" panose="02020603050405020304" pitchFamily="18" charset="0"/>
                <a:ea typeface="+mn-ea"/>
                <a:cs typeface="Times New Roman" panose="02020603050405020304" pitchFamily="18" charset="0"/>
              </a:rPr>
              <a:t>，存在限制因素</a:t>
            </a:r>
          </a:p>
          <a:p>
            <a:pPr lvl="3" eaLnBrk="1" hangingPunct="1">
              <a:spcBef>
                <a:spcPct val="50000"/>
              </a:spcBef>
              <a:buFont typeface="Wingdings" pitchFamily="2" charset="2"/>
              <a:buChar char="ü"/>
              <a:defRPr/>
            </a:pPr>
            <a:r>
              <a:rPr lang="zh-CN" altLang="en-US" sz="2000" b="1" dirty="0">
                <a:latin typeface="Times New Roman" panose="02020603050405020304" pitchFamily="18" charset="0"/>
                <a:ea typeface="+mn-ea"/>
                <a:cs typeface="Times New Roman" panose="02020603050405020304" pitchFamily="18" charset="0"/>
              </a:rPr>
              <a:t>编译器预测分支是否成功的能力</a:t>
            </a:r>
          </a:p>
          <a:p>
            <a:pPr lvl="3" eaLnBrk="1" hangingPunct="1">
              <a:spcBef>
                <a:spcPct val="50000"/>
              </a:spcBef>
              <a:buFont typeface="Wingdings" pitchFamily="2" charset="2"/>
              <a:buChar char="ü"/>
              <a:defRPr/>
            </a:pPr>
            <a:r>
              <a:rPr lang="zh-CN" altLang="en-US" sz="2000" b="1" dirty="0">
                <a:latin typeface="Times New Roman" panose="02020603050405020304" pitchFamily="18" charset="0"/>
                <a:ea typeface="+mn-ea"/>
                <a:cs typeface="Times New Roman" panose="02020603050405020304" pitchFamily="18" charset="0"/>
              </a:rPr>
              <a:t>放入延迟槽中的指令</a:t>
            </a:r>
          </a:p>
          <a:p>
            <a:pPr lvl="2" eaLnBrk="1" hangingPunct="1">
              <a:spcBef>
                <a:spcPct val="50000"/>
              </a:spcBef>
              <a:buFont typeface="楷体_GB2312" pitchFamily="49" charset="-122"/>
              <a:buChar char="-"/>
              <a:defRPr/>
            </a:pPr>
            <a:r>
              <a:rPr lang="zh-CN" altLang="en-US" sz="2000" b="1" dirty="0">
                <a:latin typeface="Times New Roman" panose="02020603050405020304" pitchFamily="18" charset="0"/>
                <a:ea typeface="+mn-ea"/>
                <a:cs typeface="Times New Roman" panose="02020603050405020304" pitchFamily="18" charset="0"/>
              </a:rPr>
              <a:t>取消分支	（</a:t>
            </a:r>
            <a:r>
              <a:rPr lang="zh-CN" altLang="en-US" sz="2000" b="1" dirty="0">
                <a:latin typeface="Times New Roman" panose="02020603050405020304" pitchFamily="18" charset="0"/>
                <a:ea typeface="+mn-ea"/>
                <a:cs typeface="Times New Roman" panose="02020603050405020304" pitchFamily="18" charset="0"/>
                <a:hlinkClick r:id="rId6" action="ppaction://hlinksldjump"/>
              </a:rPr>
              <a:t>举例</a:t>
            </a:r>
            <a:r>
              <a:rPr lang="zh-CN" altLang="en-US" sz="2000" b="1" dirty="0">
                <a:latin typeface="Times New Roman" panose="02020603050405020304" pitchFamily="18" charset="0"/>
                <a:ea typeface="+mn-ea"/>
                <a:cs typeface="Times New Roman" panose="02020603050405020304" pitchFamily="18" charset="0"/>
              </a:rPr>
              <a:t>）</a:t>
            </a:r>
          </a:p>
          <a:p>
            <a:pPr lvl="2" eaLnBrk="1" hangingPunct="1">
              <a:spcBef>
                <a:spcPct val="50000"/>
              </a:spcBef>
              <a:defRPr/>
            </a:pPr>
            <a:r>
              <a:rPr lang="zh-CN" altLang="en-US" sz="2000" b="1" dirty="0">
                <a:latin typeface="Times New Roman" panose="02020603050405020304" pitchFamily="18" charset="0"/>
                <a:ea typeface="+mn-ea"/>
                <a:cs typeface="Times New Roman" panose="02020603050405020304" pitchFamily="18" charset="0"/>
              </a:rPr>
              <a:t>	思路：分支指令中包含预测方向，若预测正确，正常执行延迟槽中的指令，否则将其转换为空操作</a:t>
            </a:r>
          </a:p>
        </p:txBody>
      </p:sp>
      <p:sp>
        <p:nvSpPr>
          <p:cNvPr id="4" name="Rectangle 3"/>
          <p:cNvSpPr>
            <a:spLocks noChangeArrowheads="1"/>
          </p:cNvSpPr>
          <p:nvPr/>
        </p:nvSpPr>
        <p:spPr bwMode="auto">
          <a:xfrm>
            <a:off x="1835150" y="260350"/>
            <a:ext cx="5942013" cy="676275"/>
          </a:xfrm>
          <a:prstGeom prst="rect">
            <a:avLst/>
          </a:prstGeom>
          <a:noFill/>
          <a:ln w="9525" algn="ctr">
            <a:noFill/>
            <a:miter lim="800000"/>
            <a:headEnd/>
            <a:tailEnd/>
          </a:ln>
          <a:effectLst/>
        </p:spPr>
        <p:txBody>
          <a:bodyPr anchor="b"/>
          <a:lstStyle/>
          <a:p>
            <a:pPr fontAlgn="auto">
              <a:spcBef>
                <a:spcPts val="0"/>
              </a:spcBef>
              <a:spcAft>
                <a:spcPts val="0"/>
              </a:spcAft>
              <a:defRPr/>
            </a:pPr>
            <a:r>
              <a:rPr lang="en-US" altLang="zh-CN" sz="3600" b="1" dirty="0">
                <a:latin typeface="Times New Roman" panose="02020603050405020304" pitchFamily="18" charset="0"/>
                <a:ea typeface="+mj-ea"/>
                <a:cs typeface="Times New Roman" panose="02020603050405020304" pitchFamily="18" charset="0"/>
              </a:rPr>
              <a:t>3.3.3 </a:t>
            </a:r>
            <a:r>
              <a:rPr lang="zh-CN" altLang="en-US" sz="3600" b="1" dirty="0">
                <a:latin typeface="Times New Roman" panose="02020603050405020304" pitchFamily="18" charset="0"/>
                <a:ea typeface="+mj-ea"/>
                <a:cs typeface="Times New Roman" panose="02020603050405020304" pitchFamily="18" charset="0"/>
              </a:rPr>
              <a:t>流水线的控制冲突</a:t>
            </a:r>
          </a:p>
        </p:txBody>
      </p:sp>
      <p:sp>
        <p:nvSpPr>
          <p:cNvPr id="2" name="日期占位符 1">
            <a:extLst>
              <a:ext uri="{FF2B5EF4-FFF2-40B4-BE49-F238E27FC236}">
                <a16:creationId xmlns:a16="http://schemas.microsoft.com/office/drawing/2014/main" id="{6FC89EDC-470F-D947-FF40-ECA0E01B667A}"/>
              </a:ext>
            </a:extLst>
          </p:cNvPr>
          <p:cNvSpPr>
            <a:spLocks noGrp="1"/>
          </p:cNvSpPr>
          <p:nvPr>
            <p:ph type="dt" sz="half" idx="10"/>
          </p:nvPr>
        </p:nvSpPr>
        <p:spPr/>
        <p:txBody>
          <a:bodyPr/>
          <a:lstStyle/>
          <a:p>
            <a:pPr>
              <a:defRPr/>
            </a:pPr>
            <a:fld id="{B9FA4FCA-7D98-4394-9942-1129C15CCF75}" type="datetime1">
              <a:rPr lang="zh-CN" altLang="en-US" smtClean="0"/>
              <a:t>2025/10/16</a:t>
            </a:fld>
            <a:endParaRPr lang="en-US" altLang="zh-CN"/>
          </a:p>
        </p:txBody>
      </p:sp>
      <p:sp>
        <p:nvSpPr>
          <p:cNvPr id="3" name="页脚占位符 2">
            <a:extLst>
              <a:ext uri="{FF2B5EF4-FFF2-40B4-BE49-F238E27FC236}">
                <a16:creationId xmlns:a16="http://schemas.microsoft.com/office/drawing/2014/main" id="{516172A6-E5DC-8762-80E4-A0C052C69CD1}"/>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5" name="灯片编号占位符 4">
            <a:extLst>
              <a:ext uri="{FF2B5EF4-FFF2-40B4-BE49-F238E27FC236}">
                <a16:creationId xmlns:a16="http://schemas.microsoft.com/office/drawing/2014/main" id="{8C75425D-919D-EE81-55AD-7EFF7C58BDF7}"/>
              </a:ext>
            </a:extLst>
          </p:cNvPr>
          <p:cNvSpPr>
            <a:spLocks noGrp="1"/>
          </p:cNvSpPr>
          <p:nvPr>
            <p:ph type="sldNum" sz="quarter" idx="12"/>
          </p:nvPr>
        </p:nvSpPr>
        <p:spPr/>
        <p:txBody>
          <a:bodyPr/>
          <a:lstStyle/>
          <a:p>
            <a:pPr>
              <a:defRPr/>
            </a:pPr>
            <a:fld id="{8BCAC33D-D29A-48B3-BCD6-381D3D720D26}" type="slidenum">
              <a:rPr lang="zh-CN" altLang="en-US" smtClean="0"/>
              <a:t>6</a:t>
            </a:fld>
            <a:endParaRPr lang="en-US" altLang="zh-CN"/>
          </a:p>
        </p:txBody>
      </p:sp>
    </p:spTree>
    <p:extLst>
      <p:ext uri="{BB962C8B-B14F-4D97-AF65-F5344CB8AC3E}">
        <p14:creationId xmlns:p14="http://schemas.microsoft.com/office/powerpoint/2010/main" val="635382285"/>
      </p:ext>
    </p:extLst>
  </p:cSld>
  <p:clrMapOvr>
    <a:masterClrMapping/>
  </p:clrMapOvr>
  <p:transition spd="slow"/>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ext Box 2"/>
          <p:cNvSpPr txBox="1">
            <a:spLocks noChangeArrowheads="1"/>
          </p:cNvSpPr>
          <p:nvPr/>
        </p:nvSpPr>
        <p:spPr bwMode="auto">
          <a:xfrm>
            <a:off x="611188" y="1268413"/>
            <a:ext cx="7488237" cy="41426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Calibri" pitchFamily="34" charset="0"/>
                <a:ea typeface="宋体" pitchFamily="2" charset="-122"/>
              </a:defRPr>
            </a:lvl1pPr>
            <a:lvl2pPr marL="800100" indent="-34290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eaLnBrk="1" hangingPunct="1">
              <a:spcBef>
                <a:spcPct val="100000"/>
              </a:spcBef>
              <a:defRPr/>
            </a:pPr>
            <a:r>
              <a:rPr kumimoji="1" lang="en-US" altLang="zh-CN" sz="2800" b="1" dirty="0">
                <a:latin typeface="Times New Roman" panose="02020603050405020304" pitchFamily="18" charset="0"/>
                <a:ea typeface="+mj-ea"/>
                <a:cs typeface="Times New Roman" panose="02020603050405020304" pitchFamily="18" charset="0"/>
              </a:rPr>
              <a:t>5. </a:t>
            </a:r>
            <a:r>
              <a:rPr kumimoji="1" lang="zh-CN" altLang="en-US" sz="2800" b="1" dirty="0">
                <a:latin typeface="Times New Roman" panose="02020603050405020304" pitchFamily="18" charset="0"/>
                <a:ea typeface="+mj-ea"/>
                <a:cs typeface="Times New Roman" panose="02020603050405020304" pitchFamily="18" charset="0"/>
              </a:rPr>
              <a:t>各种分支处理方法的性能</a:t>
            </a:r>
          </a:p>
          <a:p>
            <a:pPr eaLnBrk="1" hangingPunct="1">
              <a:spcBef>
                <a:spcPct val="80000"/>
              </a:spcBef>
              <a:defRPr/>
            </a:pPr>
            <a:r>
              <a:rPr kumimoji="1" lang="zh-CN" altLang="en-US" sz="2400" b="1" dirty="0">
                <a:latin typeface="Times New Roman" panose="02020603050405020304" pitchFamily="18" charset="0"/>
                <a:ea typeface="+mj-ea"/>
                <a:cs typeface="Times New Roman" panose="02020603050405020304" pitchFamily="18" charset="0"/>
              </a:rPr>
              <a:t>假设理想</a:t>
            </a:r>
            <a:r>
              <a:rPr kumimoji="1" lang="en-US" altLang="zh-CN" sz="2400" b="1" dirty="0">
                <a:latin typeface="Times New Roman" panose="02020603050405020304" pitchFamily="18" charset="0"/>
                <a:ea typeface="+mj-ea"/>
                <a:cs typeface="Times New Roman" panose="02020603050405020304" pitchFamily="18" charset="0"/>
              </a:rPr>
              <a:t>CPI=1</a:t>
            </a:r>
            <a:r>
              <a:rPr kumimoji="1" lang="zh-CN" altLang="en-US" sz="2400" b="1" dirty="0">
                <a:latin typeface="Times New Roman" panose="02020603050405020304" pitchFamily="18" charset="0"/>
                <a:ea typeface="+mj-ea"/>
                <a:cs typeface="Times New Roman" panose="02020603050405020304" pitchFamily="18" charset="0"/>
              </a:rPr>
              <a:t>，则加速比</a:t>
            </a:r>
          </a:p>
          <a:p>
            <a:pPr algn="ctr" eaLnBrk="1" hangingPunct="1">
              <a:spcBef>
                <a:spcPct val="80000"/>
              </a:spcBef>
              <a:defRPr/>
            </a:pPr>
            <a:r>
              <a:rPr kumimoji="1" lang="en-US" altLang="zh-CN" sz="2400" b="1" dirty="0">
                <a:latin typeface="Times New Roman" panose="02020603050405020304" pitchFamily="18" charset="0"/>
                <a:ea typeface="+mj-ea"/>
                <a:cs typeface="Times New Roman" panose="02020603050405020304" pitchFamily="18" charset="0"/>
              </a:rPr>
              <a:t>S=D/(1+C)=D/(1+f</a:t>
            </a:r>
            <a:r>
              <a:rPr kumimoji="1" lang="en-US" altLang="en-US" sz="2400" b="1" dirty="0">
                <a:latin typeface="Times New Roman" panose="02020603050405020304" pitchFamily="18" charset="0"/>
                <a:ea typeface="+mj-ea"/>
                <a:cs typeface="Times New Roman" panose="02020603050405020304" pitchFamily="18" charset="0"/>
              </a:rPr>
              <a:t>×</a:t>
            </a:r>
            <a:r>
              <a:rPr kumimoji="1" lang="en-US" altLang="zh-CN" sz="2400" b="1" dirty="0">
                <a:latin typeface="Times New Roman" panose="02020603050405020304" pitchFamily="18" charset="0"/>
                <a:ea typeface="+mj-ea"/>
                <a:cs typeface="Times New Roman" panose="02020603050405020304" pitchFamily="18" charset="0"/>
              </a:rPr>
              <a:t>p</a:t>
            </a:r>
            <a:r>
              <a:rPr kumimoji="1" lang="zh-CN" altLang="en-US" sz="2400" b="1" baseline="-25000" dirty="0">
                <a:latin typeface="Times New Roman" panose="02020603050405020304" pitchFamily="18" charset="0"/>
                <a:ea typeface="+mj-ea"/>
                <a:cs typeface="Times New Roman" panose="02020603050405020304" pitchFamily="18" charset="0"/>
              </a:rPr>
              <a:t>分支</a:t>
            </a:r>
            <a:r>
              <a:rPr kumimoji="1" lang="en-US" altLang="zh-CN" sz="2400" b="1" dirty="0">
                <a:latin typeface="Times New Roman" panose="02020603050405020304" pitchFamily="18" charset="0"/>
                <a:ea typeface="+mj-ea"/>
                <a:cs typeface="Times New Roman" panose="02020603050405020304" pitchFamily="18" charset="0"/>
              </a:rPr>
              <a:t>)</a:t>
            </a:r>
          </a:p>
          <a:p>
            <a:pPr lvl="1" eaLnBrk="1" hangingPunct="1">
              <a:lnSpc>
                <a:spcPct val="120000"/>
              </a:lnSpc>
              <a:spcBef>
                <a:spcPct val="80000"/>
              </a:spcBef>
              <a:defRPr/>
            </a:pPr>
            <a:r>
              <a:rPr kumimoji="1" lang="en-US" altLang="zh-CN" sz="2400" b="1" dirty="0">
                <a:latin typeface="Times New Roman" panose="02020603050405020304" pitchFamily="18" charset="0"/>
                <a:ea typeface="+mj-ea"/>
                <a:cs typeface="Times New Roman" panose="02020603050405020304" pitchFamily="18" charset="0"/>
              </a:rPr>
              <a:t>	</a:t>
            </a:r>
            <a:r>
              <a:rPr kumimoji="1" lang="zh-CN" altLang="en-US" sz="2400" b="1" dirty="0">
                <a:latin typeface="Times New Roman" panose="02020603050405020304" pitchFamily="18" charset="0"/>
                <a:ea typeface="+mj-ea"/>
                <a:cs typeface="Times New Roman" panose="02020603050405020304" pitchFamily="18" charset="0"/>
              </a:rPr>
              <a:t>这里，</a:t>
            </a:r>
            <a:r>
              <a:rPr kumimoji="1" lang="en-US" altLang="zh-CN" sz="2400" b="1" dirty="0">
                <a:latin typeface="Times New Roman" panose="02020603050405020304" pitchFamily="18" charset="0"/>
                <a:ea typeface="+mj-ea"/>
                <a:cs typeface="Times New Roman" panose="02020603050405020304" pitchFamily="18" charset="0"/>
              </a:rPr>
              <a:t>D</a:t>
            </a:r>
            <a:r>
              <a:rPr kumimoji="1" lang="zh-CN" altLang="en-US" sz="2400" b="1" dirty="0">
                <a:latin typeface="Times New Roman" panose="02020603050405020304" pitchFamily="18" charset="0"/>
                <a:ea typeface="+mj-ea"/>
                <a:cs typeface="Times New Roman" panose="02020603050405020304" pitchFamily="18" charset="0"/>
              </a:rPr>
              <a:t>为流水线的深度，</a:t>
            </a:r>
            <a:r>
              <a:rPr kumimoji="1" lang="en-US" altLang="zh-CN" sz="2400" b="1" dirty="0">
                <a:latin typeface="Times New Roman" panose="02020603050405020304" pitchFamily="18" charset="0"/>
                <a:ea typeface="+mj-ea"/>
                <a:cs typeface="Times New Roman" panose="02020603050405020304" pitchFamily="18" charset="0"/>
              </a:rPr>
              <a:t>p</a:t>
            </a:r>
            <a:r>
              <a:rPr kumimoji="1" lang="zh-CN" altLang="en-US" sz="2400" b="1" baseline="-25000" dirty="0">
                <a:latin typeface="Times New Roman" panose="02020603050405020304" pitchFamily="18" charset="0"/>
                <a:ea typeface="+mj-ea"/>
                <a:cs typeface="Times New Roman" panose="02020603050405020304" pitchFamily="18" charset="0"/>
              </a:rPr>
              <a:t>分支</a:t>
            </a:r>
            <a:r>
              <a:rPr kumimoji="1" lang="zh-CN" altLang="en-US" sz="2400" b="1" dirty="0">
                <a:latin typeface="Times New Roman" panose="02020603050405020304" pitchFamily="18" charset="0"/>
                <a:ea typeface="+mj-ea"/>
                <a:cs typeface="Times New Roman" panose="02020603050405020304" pitchFamily="18" charset="0"/>
              </a:rPr>
              <a:t>为分支开销，</a:t>
            </a:r>
            <a:r>
              <a:rPr kumimoji="1" lang="en-US" altLang="zh-CN" sz="2400" b="1" dirty="0">
                <a:latin typeface="Times New Roman" panose="02020603050405020304" pitchFamily="18" charset="0"/>
                <a:ea typeface="+mj-ea"/>
                <a:cs typeface="Times New Roman" panose="02020603050405020304" pitchFamily="18" charset="0"/>
              </a:rPr>
              <a:t>C</a:t>
            </a:r>
            <a:r>
              <a:rPr kumimoji="1" lang="zh-CN" altLang="en-US" sz="2400" b="1" dirty="0">
                <a:latin typeface="Times New Roman" panose="02020603050405020304" pitchFamily="18" charset="0"/>
                <a:ea typeface="+mj-ea"/>
                <a:cs typeface="Times New Roman" panose="02020603050405020304" pitchFamily="18" charset="0"/>
              </a:rPr>
              <a:t>为分支引起的流水线暂停时钟周期数</a:t>
            </a:r>
            <a:r>
              <a:rPr kumimoji="1" lang="en-US" altLang="zh-CN" sz="2400" b="1" dirty="0">
                <a:latin typeface="Times New Roman" panose="02020603050405020304" pitchFamily="18" charset="0"/>
                <a:ea typeface="+mj-ea"/>
                <a:cs typeface="Times New Roman" panose="02020603050405020304" pitchFamily="18" charset="0"/>
              </a:rPr>
              <a:t>(</a:t>
            </a:r>
            <a:r>
              <a:rPr kumimoji="1" lang="zh-CN" altLang="en-US" sz="2400" b="1" dirty="0">
                <a:latin typeface="Times New Roman" panose="02020603050405020304" pitchFamily="18" charset="0"/>
                <a:ea typeface="+mj-ea"/>
                <a:cs typeface="Times New Roman" panose="02020603050405020304" pitchFamily="18" charset="0"/>
              </a:rPr>
              <a:t>每条指令的平均值</a:t>
            </a:r>
            <a:r>
              <a:rPr kumimoji="1" lang="en-US" altLang="zh-CN" sz="2400" b="1" dirty="0">
                <a:latin typeface="Times New Roman" panose="02020603050405020304" pitchFamily="18" charset="0"/>
                <a:ea typeface="+mj-ea"/>
                <a:cs typeface="Times New Roman" panose="02020603050405020304" pitchFamily="18" charset="0"/>
              </a:rPr>
              <a:t>)</a:t>
            </a:r>
            <a:r>
              <a:rPr kumimoji="1" lang="zh-CN" altLang="en-US" sz="2400" b="1" dirty="0">
                <a:latin typeface="Times New Roman" panose="02020603050405020304" pitchFamily="18" charset="0"/>
                <a:ea typeface="+mj-ea"/>
                <a:cs typeface="Times New Roman" panose="02020603050405020304" pitchFamily="18" charset="0"/>
              </a:rPr>
              <a:t>，</a:t>
            </a:r>
            <a:r>
              <a:rPr kumimoji="1" lang="en-US" altLang="zh-CN" sz="2400" b="1" dirty="0">
                <a:latin typeface="Times New Roman" panose="02020603050405020304" pitchFamily="18" charset="0"/>
                <a:ea typeface="+mj-ea"/>
                <a:cs typeface="Times New Roman" panose="02020603050405020304" pitchFamily="18" charset="0"/>
              </a:rPr>
              <a:t>f</a:t>
            </a:r>
            <a:r>
              <a:rPr kumimoji="1" lang="zh-CN" altLang="en-US" sz="2400" b="1" dirty="0">
                <a:latin typeface="Times New Roman" panose="02020603050405020304" pitchFamily="18" charset="0"/>
                <a:ea typeface="+mj-ea"/>
                <a:cs typeface="Times New Roman" panose="02020603050405020304" pitchFamily="18" charset="0"/>
              </a:rPr>
              <a:t>为分支的出现频度。</a:t>
            </a:r>
          </a:p>
          <a:p>
            <a:pPr eaLnBrk="1" hangingPunct="1">
              <a:spcBef>
                <a:spcPct val="80000"/>
              </a:spcBef>
              <a:defRPr/>
            </a:pPr>
            <a:endParaRPr lang="zh-CN" altLang="en-US" sz="2400" b="1" dirty="0">
              <a:latin typeface="Times New Roman" panose="02020603050405020304" pitchFamily="18" charset="0"/>
              <a:ea typeface="+mj-ea"/>
              <a:cs typeface="Times New Roman" panose="02020603050405020304" pitchFamily="18" charset="0"/>
            </a:endParaRPr>
          </a:p>
        </p:txBody>
      </p:sp>
      <p:sp>
        <p:nvSpPr>
          <p:cNvPr id="5" name="Rectangle 3"/>
          <p:cNvSpPr>
            <a:spLocks noChangeArrowheads="1"/>
          </p:cNvSpPr>
          <p:nvPr/>
        </p:nvSpPr>
        <p:spPr bwMode="auto">
          <a:xfrm>
            <a:off x="1835150" y="260350"/>
            <a:ext cx="5942013" cy="676275"/>
          </a:xfrm>
          <a:prstGeom prst="rect">
            <a:avLst/>
          </a:prstGeom>
          <a:noFill/>
          <a:ln w="9525" algn="ctr">
            <a:noFill/>
            <a:miter lim="800000"/>
            <a:headEnd/>
            <a:tailEnd/>
          </a:ln>
          <a:effectLst/>
        </p:spPr>
        <p:txBody>
          <a:bodyPr anchor="b"/>
          <a:lstStyle/>
          <a:p>
            <a:pPr fontAlgn="auto">
              <a:spcBef>
                <a:spcPts val="0"/>
              </a:spcBef>
              <a:spcAft>
                <a:spcPts val="0"/>
              </a:spcAft>
              <a:defRPr/>
            </a:pPr>
            <a:r>
              <a:rPr lang="en-US" altLang="zh-CN" sz="3600" b="1" dirty="0">
                <a:latin typeface="Times New Roman" panose="02020603050405020304" pitchFamily="18" charset="0"/>
                <a:ea typeface="+mj-ea"/>
                <a:cs typeface="Times New Roman" panose="02020603050405020304" pitchFamily="18" charset="0"/>
              </a:rPr>
              <a:t>3.3.3 </a:t>
            </a:r>
            <a:r>
              <a:rPr lang="zh-CN" altLang="en-US" sz="3600" b="1" dirty="0">
                <a:latin typeface="Times New Roman" panose="02020603050405020304" pitchFamily="18" charset="0"/>
                <a:ea typeface="+mj-ea"/>
                <a:cs typeface="Times New Roman" panose="02020603050405020304" pitchFamily="18" charset="0"/>
              </a:rPr>
              <a:t>流水线的控制冲突</a:t>
            </a:r>
          </a:p>
        </p:txBody>
      </p:sp>
      <p:sp>
        <p:nvSpPr>
          <p:cNvPr id="2" name="日期占位符 1">
            <a:extLst>
              <a:ext uri="{FF2B5EF4-FFF2-40B4-BE49-F238E27FC236}">
                <a16:creationId xmlns:a16="http://schemas.microsoft.com/office/drawing/2014/main" id="{8B42A37B-3E06-057F-A8FE-34F0ADDAF32D}"/>
              </a:ext>
            </a:extLst>
          </p:cNvPr>
          <p:cNvSpPr>
            <a:spLocks noGrp="1"/>
          </p:cNvSpPr>
          <p:nvPr>
            <p:ph type="dt" sz="half" idx="10"/>
          </p:nvPr>
        </p:nvSpPr>
        <p:spPr/>
        <p:txBody>
          <a:bodyPr/>
          <a:lstStyle/>
          <a:p>
            <a:pPr>
              <a:defRPr/>
            </a:pPr>
            <a:fld id="{A82B1E7C-C987-44B6-BF13-00061EC1709B}" type="datetime1">
              <a:rPr lang="zh-CN" altLang="en-US" smtClean="0"/>
              <a:t>2025/10/16</a:t>
            </a:fld>
            <a:endParaRPr lang="en-US" altLang="zh-CN"/>
          </a:p>
        </p:txBody>
      </p:sp>
      <p:sp>
        <p:nvSpPr>
          <p:cNvPr id="3" name="页脚占位符 2">
            <a:extLst>
              <a:ext uri="{FF2B5EF4-FFF2-40B4-BE49-F238E27FC236}">
                <a16:creationId xmlns:a16="http://schemas.microsoft.com/office/drawing/2014/main" id="{48EA23BD-850C-E3DF-AFDD-31B4DAACA34E}"/>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3EECDF50-F988-65DE-79AE-4D8C5EDD225D}"/>
              </a:ext>
            </a:extLst>
          </p:cNvPr>
          <p:cNvSpPr>
            <a:spLocks noGrp="1"/>
          </p:cNvSpPr>
          <p:nvPr>
            <p:ph type="sldNum" sz="quarter" idx="12"/>
          </p:nvPr>
        </p:nvSpPr>
        <p:spPr/>
        <p:txBody>
          <a:bodyPr/>
          <a:lstStyle/>
          <a:p>
            <a:pPr>
              <a:defRPr/>
            </a:pPr>
            <a:fld id="{8BCAC33D-D29A-48B3-BCD6-381D3D720D26}" type="slidenum">
              <a:rPr lang="zh-CN" altLang="en-US" smtClean="0"/>
              <a:t>7</a:t>
            </a:fld>
            <a:endParaRPr lang="en-US" altLang="zh-CN"/>
          </a:p>
        </p:txBody>
      </p:sp>
    </p:spTree>
    <p:extLst>
      <p:ext uri="{BB962C8B-B14F-4D97-AF65-F5344CB8AC3E}">
        <p14:creationId xmlns:p14="http://schemas.microsoft.com/office/powerpoint/2010/main" val="1296768131"/>
      </p:ext>
    </p:extLst>
  </p:cSld>
  <p:clrMapOvr>
    <a:masterClrMapping/>
  </p:clrMapOvr>
  <p:transition spd="slow"/>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标题 1"/>
          <p:cNvSpPr>
            <a:spLocks noGrp="1"/>
          </p:cNvSpPr>
          <p:nvPr>
            <p:ph type="title"/>
          </p:nvPr>
        </p:nvSpPr>
        <p:spPr>
          <a:xfrm>
            <a:off x="539750" y="333375"/>
            <a:ext cx="7453313" cy="676275"/>
          </a:xfrm>
        </p:spPr>
        <p:txBody>
          <a:bodyPr/>
          <a:lstStyle/>
          <a:p>
            <a:pPr marL="342900" indent="-342900" eaLnBrk="1" hangingPunct="1"/>
            <a:r>
              <a:rPr lang="en-US" altLang="zh-CN" sz="3600" b="1" dirty="0">
                <a:latin typeface="Times New Roman" panose="02020603050405020304" pitchFamily="18" charset="0"/>
                <a:cs typeface="Times New Roman" panose="02020603050405020304" pitchFamily="18" charset="0"/>
              </a:rPr>
              <a:t>3.4  </a:t>
            </a:r>
            <a:r>
              <a:rPr lang="zh-CN" altLang="en-US" sz="3600" b="1" dirty="0">
                <a:latin typeface="Times New Roman" panose="02020603050405020304" pitchFamily="18" charset="0"/>
                <a:cs typeface="Times New Roman" panose="02020603050405020304" pitchFamily="18" charset="0"/>
              </a:rPr>
              <a:t>实例分析：</a:t>
            </a:r>
            <a:r>
              <a:rPr lang="en-US" altLang="zh-CN" sz="3600" b="1" dirty="0">
                <a:latin typeface="Times New Roman" panose="02020603050405020304" pitchFamily="18" charset="0"/>
                <a:cs typeface="Times New Roman" panose="02020603050405020304" pitchFamily="18" charset="0"/>
              </a:rPr>
              <a:t>MIPS R4000</a:t>
            </a:r>
            <a:endParaRPr lang="zh-CN" altLang="en-US" sz="3600" b="1" dirty="0">
              <a:latin typeface="Times New Roman" panose="02020603050405020304" pitchFamily="18" charset="0"/>
              <a:cs typeface="Times New Roman" panose="02020603050405020304" pitchFamily="18" charset="0"/>
            </a:endParaRPr>
          </a:p>
        </p:txBody>
      </p:sp>
      <p:sp>
        <p:nvSpPr>
          <p:cNvPr id="5123" name="内容占位符 2"/>
          <p:cNvSpPr>
            <a:spLocks noGrp="1"/>
          </p:cNvSpPr>
          <p:nvPr>
            <p:ph idx="1"/>
          </p:nvPr>
        </p:nvSpPr>
        <p:spPr/>
        <p:txBody>
          <a:bodyPr/>
          <a:lstStyle/>
          <a:p>
            <a:pPr eaLnBrk="1" hangingPunct="1">
              <a:buFont typeface="Wingdings" pitchFamily="2" charset="2"/>
              <a:buNone/>
              <a:defRPr/>
            </a:pPr>
            <a:r>
              <a:rPr lang="en-US" altLang="zh-CN" b="1" dirty="0">
                <a:latin typeface="Times New Roman" panose="02020603050405020304" pitchFamily="18" charset="0"/>
                <a:ea typeface="+mj-ea"/>
                <a:cs typeface="Times New Roman" panose="02020603050405020304" pitchFamily="18" charset="0"/>
              </a:rPr>
              <a:t>3.4.1 MIPS R4000</a:t>
            </a:r>
            <a:r>
              <a:rPr lang="zh-CN" altLang="en-US" b="1" dirty="0">
                <a:latin typeface="Times New Roman" panose="02020603050405020304" pitchFamily="18" charset="0"/>
                <a:ea typeface="+mj-ea"/>
                <a:cs typeface="Times New Roman" panose="02020603050405020304" pitchFamily="18" charset="0"/>
              </a:rPr>
              <a:t>的整型流水线</a:t>
            </a:r>
            <a:endParaRPr lang="en-US" altLang="zh-CN" b="1" dirty="0">
              <a:latin typeface="Times New Roman" panose="02020603050405020304" pitchFamily="18" charset="0"/>
              <a:ea typeface="+mj-ea"/>
              <a:cs typeface="Times New Roman" panose="02020603050405020304" pitchFamily="18" charset="0"/>
            </a:endParaRPr>
          </a:p>
          <a:p>
            <a:pPr eaLnBrk="1" hangingPunct="1">
              <a:buFont typeface="Wingdings" pitchFamily="2" charset="2"/>
              <a:buNone/>
              <a:defRPr/>
            </a:pPr>
            <a:endParaRPr lang="en-US" altLang="zh-CN" b="1" dirty="0">
              <a:latin typeface="Times New Roman" panose="02020603050405020304" pitchFamily="18" charset="0"/>
              <a:ea typeface="+mj-ea"/>
              <a:cs typeface="Times New Roman" panose="02020603050405020304" pitchFamily="18" charset="0"/>
            </a:endParaRPr>
          </a:p>
          <a:p>
            <a:pPr eaLnBrk="1" hangingPunct="1">
              <a:buFont typeface="Wingdings" pitchFamily="2" charset="2"/>
              <a:buNone/>
              <a:defRPr/>
            </a:pPr>
            <a:r>
              <a:rPr lang="en-US" altLang="zh-CN" b="1" dirty="0">
                <a:latin typeface="Times New Roman" panose="02020603050405020304" pitchFamily="18" charset="0"/>
                <a:ea typeface="+mj-ea"/>
                <a:cs typeface="Times New Roman" panose="02020603050405020304" pitchFamily="18" charset="0"/>
              </a:rPr>
              <a:t>3.4.2 MIPS R4000</a:t>
            </a:r>
            <a:r>
              <a:rPr lang="zh-CN" altLang="en-US" b="1" dirty="0">
                <a:latin typeface="Times New Roman" panose="02020603050405020304" pitchFamily="18" charset="0"/>
                <a:ea typeface="+mj-ea"/>
                <a:cs typeface="Times New Roman" panose="02020603050405020304" pitchFamily="18" charset="0"/>
              </a:rPr>
              <a:t>的浮点流水线</a:t>
            </a:r>
            <a:endParaRPr lang="en-US" altLang="zh-CN" b="1" dirty="0">
              <a:latin typeface="Times New Roman" panose="02020603050405020304" pitchFamily="18" charset="0"/>
              <a:ea typeface="+mj-ea"/>
              <a:cs typeface="Times New Roman" panose="02020603050405020304" pitchFamily="18" charset="0"/>
            </a:endParaRPr>
          </a:p>
          <a:p>
            <a:pPr eaLnBrk="1" hangingPunct="1">
              <a:buFont typeface="Wingdings" pitchFamily="2" charset="2"/>
              <a:buNone/>
              <a:defRPr/>
            </a:pPr>
            <a:endParaRPr lang="en-US" altLang="zh-CN" b="1" dirty="0">
              <a:latin typeface="Times New Roman" panose="02020603050405020304" pitchFamily="18" charset="0"/>
              <a:ea typeface="+mj-ea"/>
              <a:cs typeface="Times New Roman" panose="02020603050405020304" pitchFamily="18" charset="0"/>
            </a:endParaRPr>
          </a:p>
          <a:p>
            <a:pPr eaLnBrk="1" hangingPunct="1">
              <a:buFont typeface="Wingdings" pitchFamily="2" charset="2"/>
              <a:buNone/>
              <a:defRPr/>
            </a:pPr>
            <a:r>
              <a:rPr lang="en-US" altLang="zh-CN" b="1" dirty="0">
                <a:latin typeface="Times New Roman" panose="02020603050405020304" pitchFamily="18" charset="0"/>
                <a:ea typeface="+mj-ea"/>
                <a:cs typeface="Times New Roman" panose="02020603050405020304" pitchFamily="18" charset="0"/>
              </a:rPr>
              <a:t>3.4.3 MIPS R4000</a:t>
            </a:r>
            <a:r>
              <a:rPr lang="zh-CN" altLang="en-US" b="1" dirty="0">
                <a:latin typeface="Times New Roman" panose="02020603050405020304" pitchFamily="18" charset="0"/>
                <a:ea typeface="+mj-ea"/>
                <a:cs typeface="Times New Roman" panose="02020603050405020304" pitchFamily="18" charset="0"/>
              </a:rPr>
              <a:t>流水线性能分析</a:t>
            </a:r>
            <a:endParaRPr lang="en-US" altLang="zh-CN" b="1" dirty="0">
              <a:latin typeface="Times New Roman" panose="02020603050405020304" pitchFamily="18" charset="0"/>
              <a:ea typeface="+mj-ea"/>
              <a:cs typeface="Times New Roman" panose="02020603050405020304" pitchFamily="18" charset="0"/>
            </a:endParaRPr>
          </a:p>
          <a:p>
            <a:pPr eaLnBrk="1" hangingPunct="1">
              <a:defRPr/>
            </a:pPr>
            <a:endParaRPr lang="zh-CN" altLang="en-US" b="1" dirty="0">
              <a:latin typeface="Times New Roman" panose="02020603050405020304" pitchFamily="18" charset="0"/>
              <a:ea typeface="+mj-ea"/>
              <a:cs typeface="Times New Roman" panose="02020603050405020304" pitchFamily="18" charset="0"/>
            </a:endParaRPr>
          </a:p>
        </p:txBody>
      </p:sp>
      <p:sp>
        <p:nvSpPr>
          <p:cNvPr id="2" name="日期占位符 1">
            <a:extLst>
              <a:ext uri="{FF2B5EF4-FFF2-40B4-BE49-F238E27FC236}">
                <a16:creationId xmlns:a16="http://schemas.microsoft.com/office/drawing/2014/main" id="{FDEC5EA3-D2EE-5AFE-08AD-3D85DBCA3282}"/>
              </a:ext>
            </a:extLst>
          </p:cNvPr>
          <p:cNvSpPr>
            <a:spLocks noGrp="1"/>
          </p:cNvSpPr>
          <p:nvPr>
            <p:ph type="dt" sz="half" idx="10"/>
          </p:nvPr>
        </p:nvSpPr>
        <p:spPr/>
        <p:txBody>
          <a:bodyPr/>
          <a:lstStyle/>
          <a:p>
            <a:pPr>
              <a:defRPr/>
            </a:pPr>
            <a:fld id="{AAC1E91D-7B44-4BCD-8ADB-7CCDBD5B79CE}" type="datetime1">
              <a:rPr lang="zh-CN" altLang="en-US" smtClean="0"/>
              <a:t>2025/10/16</a:t>
            </a:fld>
            <a:endParaRPr lang="en-US" altLang="zh-CN"/>
          </a:p>
        </p:txBody>
      </p:sp>
      <p:sp>
        <p:nvSpPr>
          <p:cNvPr id="3" name="页脚占位符 2">
            <a:extLst>
              <a:ext uri="{FF2B5EF4-FFF2-40B4-BE49-F238E27FC236}">
                <a16:creationId xmlns:a16="http://schemas.microsoft.com/office/drawing/2014/main" id="{35C2FFC3-388A-868A-3AA7-C932A703E56D}"/>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5DB58148-E4DB-AC93-B606-DECC34E799E0}"/>
              </a:ext>
            </a:extLst>
          </p:cNvPr>
          <p:cNvSpPr>
            <a:spLocks noGrp="1"/>
          </p:cNvSpPr>
          <p:nvPr>
            <p:ph type="sldNum" sz="quarter" idx="12"/>
          </p:nvPr>
        </p:nvSpPr>
        <p:spPr/>
        <p:txBody>
          <a:bodyPr/>
          <a:lstStyle/>
          <a:p>
            <a:pPr>
              <a:defRPr/>
            </a:pPr>
            <a:fld id="{8BCAC33D-D29A-48B3-BCD6-381D3D720D26}" type="slidenum">
              <a:rPr lang="zh-CN" altLang="en-US" smtClean="0"/>
              <a:t>8</a:t>
            </a:fld>
            <a:endParaRPr lang="en-US" altLang="zh-CN"/>
          </a:p>
        </p:txBody>
      </p:sp>
    </p:spTree>
    <p:extLst>
      <p:ext uri="{BB962C8B-B14F-4D97-AF65-F5344CB8AC3E}">
        <p14:creationId xmlns:p14="http://schemas.microsoft.com/office/powerpoint/2010/main" val="3788046933"/>
      </p:ext>
    </p:extLst>
  </p:cSld>
  <p:clrMapOvr>
    <a:masterClrMapping/>
  </p:clrMapOvr>
  <p:transition spd="slow"/>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ext Box 2"/>
          <p:cNvSpPr txBox="1">
            <a:spLocks noChangeArrowheads="1"/>
          </p:cNvSpPr>
          <p:nvPr/>
        </p:nvSpPr>
        <p:spPr bwMode="auto">
          <a:xfrm>
            <a:off x="611188" y="1397000"/>
            <a:ext cx="7488237" cy="312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Calibri" pitchFamily="34" charset="0"/>
                <a:ea typeface="宋体" charset="-122"/>
              </a:defRPr>
            </a:lvl1pPr>
            <a:lvl2pPr marL="800100" indent="-342900" eaLnBrk="0" hangingPunct="0">
              <a:defRPr>
                <a:solidFill>
                  <a:schemeClr val="tx1"/>
                </a:solidFill>
                <a:latin typeface="Calibri" pitchFamily="34" charset="0"/>
                <a:ea typeface="宋体" charset="-122"/>
              </a:defRPr>
            </a:lvl2pPr>
            <a:lvl3pPr marL="1143000" indent="-228600" eaLnBrk="0" hangingPunct="0">
              <a:defRPr>
                <a:solidFill>
                  <a:schemeClr val="tx1"/>
                </a:solidFill>
                <a:latin typeface="Calibri" pitchFamily="34" charset="0"/>
                <a:ea typeface="宋体" charset="-122"/>
              </a:defRPr>
            </a:lvl3pPr>
            <a:lvl4pPr marL="1600200" indent="-228600" eaLnBrk="0" hangingPunct="0">
              <a:defRPr>
                <a:solidFill>
                  <a:schemeClr val="tx1"/>
                </a:solidFill>
                <a:latin typeface="Calibri" pitchFamily="34" charset="0"/>
                <a:ea typeface="宋体" charset="-122"/>
              </a:defRPr>
            </a:lvl4pPr>
            <a:lvl5pPr marL="2057400" indent="-228600" eaLnBrk="0" hangingPunct="0">
              <a:defRPr>
                <a:solidFill>
                  <a:schemeClr val="tx1"/>
                </a:solidFill>
                <a:latin typeface="Calibri" pitchFamily="34" charset="0"/>
                <a:ea typeface="宋体" charset="-122"/>
              </a:defRPr>
            </a:lvl5pPr>
            <a:lvl6pPr marL="2514600" indent="-228600" eaLnBrk="0" fontAlgn="base" hangingPunct="0">
              <a:spcBef>
                <a:spcPct val="0"/>
              </a:spcBef>
              <a:spcAft>
                <a:spcPct val="0"/>
              </a:spcAft>
              <a:defRPr>
                <a:solidFill>
                  <a:schemeClr val="tx1"/>
                </a:solidFill>
                <a:latin typeface="Calibri" pitchFamily="34" charset="0"/>
                <a:ea typeface="宋体" charset="-122"/>
              </a:defRPr>
            </a:lvl6pPr>
            <a:lvl7pPr marL="2971800" indent="-228600" eaLnBrk="0" fontAlgn="base" hangingPunct="0">
              <a:spcBef>
                <a:spcPct val="0"/>
              </a:spcBef>
              <a:spcAft>
                <a:spcPct val="0"/>
              </a:spcAft>
              <a:defRPr>
                <a:solidFill>
                  <a:schemeClr val="tx1"/>
                </a:solidFill>
                <a:latin typeface="Calibri" pitchFamily="34" charset="0"/>
                <a:ea typeface="宋体" charset="-122"/>
              </a:defRPr>
            </a:lvl7pPr>
            <a:lvl8pPr marL="3429000" indent="-228600" eaLnBrk="0" fontAlgn="base" hangingPunct="0">
              <a:spcBef>
                <a:spcPct val="0"/>
              </a:spcBef>
              <a:spcAft>
                <a:spcPct val="0"/>
              </a:spcAft>
              <a:defRPr>
                <a:solidFill>
                  <a:schemeClr val="tx1"/>
                </a:solidFill>
                <a:latin typeface="Calibri" pitchFamily="34" charset="0"/>
                <a:ea typeface="宋体" charset="-122"/>
              </a:defRPr>
            </a:lvl8pPr>
            <a:lvl9pPr marL="3886200" indent="-228600" eaLnBrk="0" fontAlgn="base" hangingPunct="0">
              <a:spcBef>
                <a:spcPct val="0"/>
              </a:spcBef>
              <a:spcAft>
                <a:spcPct val="0"/>
              </a:spcAft>
              <a:defRPr>
                <a:solidFill>
                  <a:schemeClr val="tx1"/>
                </a:solidFill>
                <a:latin typeface="Calibri" pitchFamily="34" charset="0"/>
                <a:ea typeface="宋体" charset="-122"/>
              </a:defRPr>
            </a:lvl9pPr>
          </a:lstStyle>
          <a:p>
            <a:pPr eaLnBrk="1" hangingPunct="1">
              <a:spcBef>
                <a:spcPct val="80000"/>
              </a:spcBef>
            </a:pPr>
            <a:r>
              <a:rPr lang="en-US" altLang="zh-CN" sz="2400" b="1" dirty="0">
                <a:latin typeface="华文中宋" pitchFamily="2" charset="-122"/>
                <a:ea typeface="华文中宋" pitchFamily="2" charset="-122"/>
              </a:rPr>
              <a:t>1. </a:t>
            </a:r>
            <a:r>
              <a:rPr lang="zh-CN" altLang="en-US" sz="2400" b="1" dirty="0">
                <a:latin typeface="华文中宋" pitchFamily="2" charset="-122"/>
                <a:ea typeface="华文中宋" pitchFamily="2" charset="-122"/>
              </a:rPr>
              <a:t>指令集：</a:t>
            </a:r>
            <a:r>
              <a:rPr lang="en-US" altLang="zh-CN" sz="2400" b="1" dirty="0">
                <a:latin typeface="华文中宋" pitchFamily="2" charset="-122"/>
                <a:ea typeface="华文中宋" pitchFamily="2" charset="-122"/>
              </a:rPr>
              <a:t>64</a:t>
            </a:r>
            <a:r>
              <a:rPr lang="zh-CN" altLang="en-US" sz="2400" b="1" dirty="0">
                <a:latin typeface="华文中宋" pitchFamily="2" charset="-122"/>
                <a:ea typeface="华文中宋" pitchFamily="2" charset="-122"/>
              </a:rPr>
              <a:t>位</a:t>
            </a:r>
            <a:r>
              <a:rPr lang="en-US" altLang="zh-CN" sz="2400" b="1" dirty="0">
                <a:latin typeface="华文中宋" pitchFamily="2" charset="-122"/>
                <a:ea typeface="华文中宋" pitchFamily="2" charset="-122"/>
              </a:rPr>
              <a:t>MIPS-3</a:t>
            </a:r>
            <a:r>
              <a:rPr lang="zh-CN" altLang="en-US" sz="2400" b="1" dirty="0">
                <a:latin typeface="华文中宋" pitchFamily="2" charset="-122"/>
                <a:ea typeface="华文中宋" pitchFamily="2" charset="-122"/>
              </a:rPr>
              <a:t>指令集</a:t>
            </a:r>
          </a:p>
          <a:p>
            <a:pPr eaLnBrk="1" hangingPunct="1">
              <a:spcBef>
                <a:spcPct val="80000"/>
              </a:spcBef>
            </a:pPr>
            <a:r>
              <a:rPr lang="en-US" altLang="zh-CN" sz="2400" b="1" dirty="0">
                <a:latin typeface="华文中宋" pitchFamily="2" charset="-122"/>
                <a:ea typeface="华文中宋" pitchFamily="2" charset="-122"/>
              </a:rPr>
              <a:t>2. </a:t>
            </a:r>
            <a:r>
              <a:rPr lang="en-US" altLang="zh-CN" sz="2400" b="1" dirty="0">
                <a:latin typeface="华文中宋" pitchFamily="2" charset="-122"/>
                <a:ea typeface="华文中宋" pitchFamily="2" charset="-122"/>
                <a:hlinkClick r:id="rId3" action="ppaction://hlinksldjump"/>
              </a:rPr>
              <a:t>MIPS R4000</a:t>
            </a:r>
            <a:r>
              <a:rPr lang="zh-CN" altLang="en-US" sz="2400" b="1" dirty="0">
                <a:latin typeface="华文中宋" pitchFamily="2" charset="-122"/>
                <a:ea typeface="华文中宋" pitchFamily="2" charset="-122"/>
                <a:hlinkClick r:id="rId3" action="ppaction://hlinksldjump"/>
              </a:rPr>
              <a:t>流水线结构</a:t>
            </a:r>
            <a:endParaRPr lang="zh-CN" altLang="en-US" sz="2400" b="1" dirty="0">
              <a:latin typeface="华文中宋" pitchFamily="2" charset="-122"/>
              <a:ea typeface="华文中宋" pitchFamily="2" charset="-122"/>
            </a:endParaRPr>
          </a:p>
          <a:p>
            <a:pPr lvl="1" eaLnBrk="1" hangingPunct="1">
              <a:spcBef>
                <a:spcPct val="80000"/>
              </a:spcBef>
              <a:buSzPct val="60000"/>
              <a:buFont typeface="Wingdings" pitchFamily="2" charset="2"/>
              <a:buChar char="u"/>
            </a:pPr>
            <a:r>
              <a:rPr lang="zh-CN" altLang="en-US" sz="2400" b="1" dirty="0">
                <a:latin typeface="华文中宋" pitchFamily="2" charset="-122"/>
                <a:ea typeface="华文中宋" pitchFamily="2" charset="-122"/>
              </a:rPr>
              <a:t>超流水结构（</a:t>
            </a:r>
            <a:r>
              <a:rPr lang="en-US" altLang="zh-CN" sz="2400" b="1" dirty="0" err="1">
                <a:latin typeface="华文中宋" pitchFamily="2" charset="-122"/>
                <a:ea typeface="华文中宋" pitchFamily="2" charset="-122"/>
              </a:rPr>
              <a:t>Superpipeling</a:t>
            </a:r>
            <a:r>
              <a:rPr lang="zh-CN" altLang="en-US" sz="2400" b="1" dirty="0">
                <a:latin typeface="华文中宋" pitchFamily="2" charset="-122"/>
                <a:ea typeface="华文中宋" pitchFamily="2" charset="-122"/>
              </a:rPr>
              <a:t>）</a:t>
            </a:r>
          </a:p>
          <a:p>
            <a:pPr lvl="1" eaLnBrk="1" hangingPunct="1">
              <a:spcBef>
                <a:spcPct val="80000"/>
              </a:spcBef>
              <a:buSzPct val="60000"/>
              <a:buFont typeface="Wingdings" pitchFamily="2" charset="2"/>
              <a:buChar char="u"/>
            </a:pPr>
            <a:r>
              <a:rPr lang="zh-CN" altLang="en-US" sz="2400" b="1" dirty="0">
                <a:latin typeface="华文中宋" pitchFamily="2" charset="-122"/>
                <a:ea typeface="华文中宋" pitchFamily="2" charset="-122"/>
              </a:rPr>
              <a:t>访存操作流水化</a:t>
            </a:r>
          </a:p>
          <a:p>
            <a:pPr eaLnBrk="1" hangingPunct="1">
              <a:spcBef>
                <a:spcPct val="80000"/>
              </a:spcBef>
            </a:pPr>
            <a:r>
              <a:rPr lang="en-US" altLang="zh-CN" sz="2400" b="1" dirty="0">
                <a:latin typeface="华文中宋" pitchFamily="2" charset="-122"/>
                <a:ea typeface="华文中宋" pitchFamily="2" charset="-122"/>
              </a:rPr>
              <a:t>3. </a:t>
            </a:r>
            <a:r>
              <a:rPr lang="zh-CN" altLang="en-US" sz="2400" b="1" dirty="0">
                <a:latin typeface="华文中宋" pitchFamily="2" charset="-122"/>
                <a:ea typeface="华文中宋" pitchFamily="2" charset="-122"/>
                <a:hlinkClick r:id="rId4" action="ppaction://hlinksldjump"/>
              </a:rPr>
              <a:t>流水线各段的功能</a:t>
            </a:r>
            <a:endParaRPr lang="zh-CN" altLang="en-US" sz="2400" b="1" dirty="0">
              <a:latin typeface="华文中宋" pitchFamily="2" charset="-122"/>
              <a:ea typeface="华文中宋" pitchFamily="2" charset="-122"/>
            </a:endParaRPr>
          </a:p>
        </p:txBody>
      </p:sp>
      <p:sp>
        <p:nvSpPr>
          <p:cNvPr id="105475" name="Rectangle 3"/>
          <p:cNvSpPr>
            <a:spLocks noChangeArrowheads="1"/>
          </p:cNvSpPr>
          <p:nvPr/>
        </p:nvSpPr>
        <p:spPr bwMode="auto">
          <a:xfrm>
            <a:off x="755650" y="260350"/>
            <a:ext cx="7704138" cy="676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342900" indent="-342900" algn="ctr">
              <a:defRPr/>
            </a:pPr>
            <a:r>
              <a:rPr lang="en-US" altLang="zh-CN" sz="3600" dirty="0">
                <a:latin typeface="Times New Roman" panose="02020603050405020304" pitchFamily="18" charset="0"/>
                <a:ea typeface="+mj-ea"/>
                <a:cs typeface="Times New Roman" panose="02020603050405020304" pitchFamily="18" charset="0"/>
              </a:rPr>
              <a:t>3.4.1</a:t>
            </a:r>
            <a:r>
              <a:rPr lang="en-US" altLang="zh-CN" sz="4000" b="1" dirty="0">
                <a:latin typeface="+mj-ea"/>
                <a:ea typeface="+mj-ea"/>
                <a:cs typeface="+mj-cs"/>
              </a:rPr>
              <a:t> </a:t>
            </a:r>
            <a:r>
              <a:rPr lang="en-US" altLang="zh-CN" sz="3600" dirty="0">
                <a:latin typeface="Times New Roman" panose="02020603050405020304" pitchFamily="18" charset="0"/>
                <a:ea typeface="+mj-ea"/>
                <a:cs typeface="Times New Roman" panose="02020603050405020304" pitchFamily="18" charset="0"/>
              </a:rPr>
              <a:t>MIPS R4000</a:t>
            </a:r>
            <a:r>
              <a:rPr lang="zh-CN" altLang="en-US" sz="4000" b="1" dirty="0">
                <a:latin typeface="+mj-ea"/>
                <a:ea typeface="+mj-ea"/>
                <a:cs typeface="+mj-cs"/>
              </a:rPr>
              <a:t>的整型流水线</a:t>
            </a:r>
          </a:p>
        </p:txBody>
      </p:sp>
      <p:sp>
        <p:nvSpPr>
          <p:cNvPr id="2" name="日期占位符 1">
            <a:extLst>
              <a:ext uri="{FF2B5EF4-FFF2-40B4-BE49-F238E27FC236}">
                <a16:creationId xmlns:a16="http://schemas.microsoft.com/office/drawing/2014/main" id="{8357D2BD-5657-A002-DDAD-A27C5599943E}"/>
              </a:ext>
            </a:extLst>
          </p:cNvPr>
          <p:cNvSpPr>
            <a:spLocks noGrp="1"/>
          </p:cNvSpPr>
          <p:nvPr>
            <p:ph type="dt" sz="half" idx="10"/>
          </p:nvPr>
        </p:nvSpPr>
        <p:spPr/>
        <p:txBody>
          <a:bodyPr/>
          <a:lstStyle/>
          <a:p>
            <a:pPr>
              <a:defRPr/>
            </a:pPr>
            <a:fld id="{D5513A0A-3C11-4D97-B6AF-2EDE3C2BA172}" type="datetime1">
              <a:rPr lang="zh-CN" altLang="en-US" smtClean="0"/>
              <a:t>2025/10/16</a:t>
            </a:fld>
            <a:endParaRPr lang="en-US" altLang="zh-CN"/>
          </a:p>
        </p:txBody>
      </p:sp>
      <p:sp>
        <p:nvSpPr>
          <p:cNvPr id="3" name="页脚占位符 2">
            <a:extLst>
              <a:ext uri="{FF2B5EF4-FFF2-40B4-BE49-F238E27FC236}">
                <a16:creationId xmlns:a16="http://schemas.microsoft.com/office/drawing/2014/main" id="{228E2DCD-B824-18DA-C964-BC5B4845F53E}"/>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330A7834-8130-43C6-741F-301B3F435213}"/>
              </a:ext>
            </a:extLst>
          </p:cNvPr>
          <p:cNvSpPr>
            <a:spLocks noGrp="1"/>
          </p:cNvSpPr>
          <p:nvPr>
            <p:ph type="sldNum" sz="quarter" idx="12"/>
          </p:nvPr>
        </p:nvSpPr>
        <p:spPr/>
        <p:txBody>
          <a:bodyPr/>
          <a:lstStyle/>
          <a:p>
            <a:pPr>
              <a:defRPr/>
            </a:pPr>
            <a:fld id="{8BCAC33D-D29A-48B3-BCD6-381D3D720D26}" type="slidenum">
              <a:rPr lang="zh-CN" altLang="en-US" smtClean="0"/>
              <a:t>9</a:t>
            </a:fld>
            <a:endParaRPr lang="en-US" altLang="zh-CN"/>
          </a:p>
        </p:txBody>
      </p:sp>
    </p:spTree>
    <p:extLst>
      <p:ext uri="{BB962C8B-B14F-4D97-AF65-F5344CB8AC3E}">
        <p14:creationId xmlns:p14="http://schemas.microsoft.com/office/powerpoint/2010/main" val="2117724876"/>
      </p:ext>
    </p:extLst>
  </p:cSld>
  <p:clrMapOvr>
    <a:masterClrMapping/>
  </p:clrMapOvr>
  <p:transition spd="slow"/>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ext Box 2"/>
          <p:cNvSpPr txBox="1">
            <a:spLocks noChangeArrowheads="1"/>
          </p:cNvSpPr>
          <p:nvPr/>
        </p:nvSpPr>
        <p:spPr bwMode="auto">
          <a:xfrm>
            <a:off x="612775" y="1268413"/>
            <a:ext cx="7488238" cy="452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342900" indent="-342900" eaLnBrk="0" hangingPunct="0">
              <a:defRPr>
                <a:solidFill>
                  <a:schemeClr val="tx1"/>
                </a:solidFill>
                <a:latin typeface="Calibri" pitchFamily="34" charset="0"/>
                <a:ea typeface="宋体" charset="-122"/>
              </a:defRPr>
            </a:lvl1pPr>
            <a:lvl2pPr marL="742950" indent="-285750" eaLnBrk="0" hangingPunct="0">
              <a:defRPr>
                <a:solidFill>
                  <a:schemeClr val="tx1"/>
                </a:solidFill>
                <a:latin typeface="Calibri" pitchFamily="34" charset="0"/>
                <a:ea typeface="宋体" charset="-122"/>
              </a:defRPr>
            </a:lvl2pPr>
            <a:lvl3pPr marL="1143000" indent="-228600" eaLnBrk="0" hangingPunct="0">
              <a:defRPr>
                <a:solidFill>
                  <a:schemeClr val="tx1"/>
                </a:solidFill>
                <a:latin typeface="Calibri" pitchFamily="34" charset="0"/>
                <a:ea typeface="宋体" charset="-122"/>
              </a:defRPr>
            </a:lvl3pPr>
            <a:lvl4pPr marL="1600200" indent="-228600" eaLnBrk="0" hangingPunct="0">
              <a:defRPr>
                <a:solidFill>
                  <a:schemeClr val="tx1"/>
                </a:solidFill>
                <a:latin typeface="Calibri" pitchFamily="34" charset="0"/>
                <a:ea typeface="宋体" charset="-122"/>
              </a:defRPr>
            </a:lvl4pPr>
            <a:lvl5pPr marL="2057400" indent="-228600" eaLnBrk="0" hangingPunct="0">
              <a:defRPr>
                <a:solidFill>
                  <a:schemeClr val="tx1"/>
                </a:solidFill>
                <a:latin typeface="Calibri" pitchFamily="34" charset="0"/>
                <a:ea typeface="宋体" charset="-122"/>
              </a:defRPr>
            </a:lvl5pPr>
            <a:lvl6pPr marL="2514600" indent="-228600" eaLnBrk="0" fontAlgn="base" hangingPunct="0">
              <a:spcBef>
                <a:spcPct val="0"/>
              </a:spcBef>
              <a:spcAft>
                <a:spcPct val="0"/>
              </a:spcAft>
              <a:defRPr>
                <a:solidFill>
                  <a:schemeClr val="tx1"/>
                </a:solidFill>
                <a:latin typeface="Calibri" pitchFamily="34" charset="0"/>
                <a:ea typeface="宋体" charset="-122"/>
              </a:defRPr>
            </a:lvl6pPr>
            <a:lvl7pPr marL="2971800" indent="-228600" eaLnBrk="0" fontAlgn="base" hangingPunct="0">
              <a:spcBef>
                <a:spcPct val="0"/>
              </a:spcBef>
              <a:spcAft>
                <a:spcPct val="0"/>
              </a:spcAft>
              <a:defRPr>
                <a:solidFill>
                  <a:schemeClr val="tx1"/>
                </a:solidFill>
                <a:latin typeface="Calibri" pitchFamily="34" charset="0"/>
                <a:ea typeface="宋体" charset="-122"/>
              </a:defRPr>
            </a:lvl7pPr>
            <a:lvl8pPr marL="3429000" indent="-228600" eaLnBrk="0" fontAlgn="base" hangingPunct="0">
              <a:spcBef>
                <a:spcPct val="0"/>
              </a:spcBef>
              <a:spcAft>
                <a:spcPct val="0"/>
              </a:spcAft>
              <a:defRPr>
                <a:solidFill>
                  <a:schemeClr val="tx1"/>
                </a:solidFill>
                <a:latin typeface="Calibri" pitchFamily="34" charset="0"/>
                <a:ea typeface="宋体" charset="-122"/>
              </a:defRPr>
            </a:lvl8pPr>
            <a:lvl9pPr marL="3886200" indent="-228600" eaLnBrk="0" fontAlgn="base" hangingPunct="0">
              <a:spcBef>
                <a:spcPct val="0"/>
              </a:spcBef>
              <a:spcAft>
                <a:spcPct val="0"/>
              </a:spcAft>
              <a:defRPr>
                <a:solidFill>
                  <a:schemeClr val="tx1"/>
                </a:solidFill>
                <a:latin typeface="Calibri" pitchFamily="34" charset="0"/>
                <a:ea typeface="宋体" charset="-122"/>
              </a:defRPr>
            </a:lvl9pPr>
          </a:lstStyle>
          <a:p>
            <a:pPr eaLnBrk="1" hangingPunct="1">
              <a:spcBef>
                <a:spcPct val="100000"/>
              </a:spcBef>
            </a:pPr>
            <a:r>
              <a:rPr lang="en-US" altLang="zh-CN" sz="2400" b="1" dirty="0">
                <a:latin typeface="华文中宋" pitchFamily="2" charset="-122"/>
                <a:ea typeface="华文中宋" pitchFamily="2" charset="-122"/>
              </a:rPr>
              <a:t>4. </a:t>
            </a:r>
            <a:r>
              <a:rPr lang="zh-CN" altLang="en-US" sz="2400" b="1" dirty="0">
                <a:latin typeface="华文中宋" pitchFamily="2" charset="-122"/>
                <a:ea typeface="华文中宋" pitchFamily="2" charset="-122"/>
                <a:hlinkClick r:id="rId3" action="ppaction://hlinksldjump"/>
              </a:rPr>
              <a:t>指令序列在流水线中的重叠执行过程</a:t>
            </a:r>
            <a:endParaRPr lang="zh-CN" altLang="en-US" sz="2400" b="1" dirty="0">
              <a:latin typeface="华文中宋" pitchFamily="2" charset="-122"/>
              <a:ea typeface="华文中宋" pitchFamily="2" charset="-122"/>
            </a:endParaRPr>
          </a:p>
          <a:p>
            <a:pPr algn="ctr" eaLnBrk="1" hangingPunct="1">
              <a:spcBef>
                <a:spcPct val="100000"/>
              </a:spcBef>
            </a:pPr>
            <a:r>
              <a:rPr lang="zh-CN" altLang="en-US" sz="2400" b="1" dirty="0">
                <a:latin typeface="华文中宋" pitchFamily="2" charset="-122"/>
                <a:ea typeface="华文中宋" pitchFamily="2" charset="-122"/>
              </a:rPr>
              <a:t>定向</a:t>
            </a:r>
            <a:r>
              <a:rPr lang="en-US" altLang="zh-CN" sz="2400" b="1" dirty="0">
                <a:latin typeface="华文中宋" pitchFamily="2" charset="-122"/>
                <a:ea typeface="华文中宋" pitchFamily="2" charset="-122"/>
              </a:rPr>
              <a:t>+</a:t>
            </a:r>
            <a:r>
              <a:rPr lang="zh-CN" altLang="en-US" sz="2400" b="1" dirty="0">
                <a:latin typeface="华文中宋" pitchFamily="2" charset="-122"/>
                <a:ea typeface="华文中宋" pitchFamily="2" charset="-122"/>
              </a:rPr>
              <a:t>插入暂停周期</a:t>
            </a:r>
          </a:p>
          <a:p>
            <a:pPr eaLnBrk="1" hangingPunct="1">
              <a:spcBef>
                <a:spcPct val="100000"/>
              </a:spcBef>
            </a:pPr>
            <a:r>
              <a:rPr lang="en-US" altLang="zh-CN" sz="2400" b="1" dirty="0">
                <a:latin typeface="华文中宋" pitchFamily="2" charset="-122"/>
                <a:ea typeface="华文中宋" pitchFamily="2" charset="-122"/>
              </a:rPr>
              <a:t>5. </a:t>
            </a:r>
            <a:r>
              <a:rPr lang="zh-CN" altLang="en-US" sz="2400" b="1" dirty="0">
                <a:latin typeface="华文中宋" pitchFamily="2" charset="-122"/>
                <a:ea typeface="华文中宋" pitchFamily="2" charset="-122"/>
                <a:hlinkClick r:id="rId4" action="ppaction://hlinksldjump"/>
              </a:rPr>
              <a:t>载入延迟为两个时钟周期</a:t>
            </a:r>
            <a:endParaRPr lang="zh-CN" altLang="en-US" sz="2400" b="1" dirty="0">
              <a:latin typeface="华文中宋" pitchFamily="2" charset="-122"/>
              <a:ea typeface="华文中宋" pitchFamily="2" charset="-122"/>
            </a:endParaRPr>
          </a:p>
          <a:p>
            <a:pPr eaLnBrk="1" hangingPunct="1">
              <a:spcBef>
                <a:spcPct val="100000"/>
              </a:spcBef>
            </a:pPr>
            <a:r>
              <a:rPr lang="en-US" altLang="zh-CN" sz="2400" b="1" dirty="0">
                <a:latin typeface="华文中宋" pitchFamily="2" charset="-122"/>
                <a:ea typeface="华文中宋" pitchFamily="2" charset="-122"/>
              </a:rPr>
              <a:t>6. </a:t>
            </a:r>
            <a:r>
              <a:rPr lang="zh-CN" altLang="en-US" sz="2400" b="1" dirty="0">
                <a:latin typeface="华文中宋" pitchFamily="2" charset="-122"/>
                <a:ea typeface="华文中宋" pitchFamily="2" charset="-122"/>
              </a:rPr>
              <a:t>指令序列在流水线中的</a:t>
            </a:r>
            <a:r>
              <a:rPr lang="zh-CN" altLang="en-US" sz="2400" b="1" dirty="0">
                <a:latin typeface="华文中宋" pitchFamily="2" charset="-122"/>
                <a:ea typeface="华文中宋" pitchFamily="2" charset="-122"/>
                <a:hlinkClick r:id="rId5" action="ppaction://hlinksldjump"/>
              </a:rPr>
              <a:t>执行时空图</a:t>
            </a:r>
            <a:endParaRPr lang="zh-CN" altLang="en-US" sz="2400" b="1" dirty="0">
              <a:latin typeface="华文中宋" pitchFamily="2" charset="-122"/>
              <a:ea typeface="华文中宋" pitchFamily="2" charset="-122"/>
            </a:endParaRPr>
          </a:p>
          <a:p>
            <a:pPr eaLnBrk="1" hangingPunct="1">
              <a:spcBef>
                <a:spcPct val="100000"/>
              </a:spcBef>
            </a:pPr>
            <a:r>
              <a:rPr lang="en-US" altLang="zh-CN" sz="2400" b="1" dirty="0">
                <a:latin typeface="华文中宋" pitchFamily="2" charset="-122"/>
                <a:ea typeface="华文中宋" pitchFamily="2" charset="-122"/>
              </a:rPr>
              <a:t>7. R4000</a:t>
            </a:r>
            <a:r>
              <a:rPr lang="zh-CN" altLang="en-US" sz="2400" b="1" dirty="0">
                <a:latin typeface="华文中宋" pitchFamily="2" charset="-122"/>
                <a:ea typeface="华文中宋" pitchFamily="2" charset="-122"/>
              </a:rPr>
              <a:t>流水线的定向路径远多于</a:t>
            </a:r>
            <a:r>
              <a:rPr lang="en-US" altLang="zh-CN" sz="2400" b="1" dirty="0">
                <a:latin typeface="华文中宋" pitchFamily="2" charset="-122"/>
                <a:ea typeface="华文中宋" pitchFamily="2" charset="-122"/>
              </a:rPr>
              <a:t>MIPS</a:t>
            </a:r>
            <a:r>
              <a:rPr lang="zh-CN" altLang="en-US" sz="2400" b="1" dirty="0">
                <a:latin typeface="华文中宋" pitchFamily="2" charset="-122"/>
                <a:ea typeface="华文中宋" pitchFamily="2" charset="-122"/>
              </a:rPr>
              <a:t>流水线</a:t>
            </a:r>
          </a:p>
          <a:p>
            <a:pPr eaLnBrk="1" hangingPunct="1">
              <a:spcBef>
                <a:spcPct val="100000"/>
              </a:spcBef>
            </a:pPr>
            <a:r>
              <a:rPr lang="zh-CN" altLang="en-US" sz="2400" b="1" dirty="0">
                <a:latin typeface="华文中宋" pitchFamily="2" charset="-122"/>
                <a:ea typeface="华文中宋" pitchFamily="2" charset="-122"/>
              </a:rPr>
              <a:t>	</a:t>
            </a:r>
            <a:r>
              <a:rPr lang="en-US" altLang="zh-CN" sz="2400" b="1" dirty="0">
                <a:latin typeface="华文中宋" pitchFamily="2" charset="-122"/>
                <a:ea typeface="华文中宋" pitchFamily="2" charset="-122"/>
                <a:hlinkClick r:id="rId6" action="ppaction://hlinksldjump"/>
              </a:rPr>
              <a:t>ALU</a:t>
            </a:r>
            <a:r>
              <a:rPr lang="zh-CN" altLang="en-US" sz="2400" b="1" dirty="0">
                <a:latin typeface="华文中宋" pitchFamily="2" charset="-122"/>
                <a:ea typeface="华文中宋" pitchFamily="2" charset="-122"/>
                <a:hlinkClick r:id="rId6" action="ppaction://hlinksldjump"/>
              </a:rPr>
              <a:t>输入端的定向源有</a:t>
            </a:r>
            <a:r>
              <a:rPr lang="en-US" altLang="zh-CN" sz="2400" b="1" dirty="0">
                <a:latin typeface="华文中宋" pitchFamily="2" charset="-122"/>
                <a:ea typeface="华文中宋" pitchFamily="2" charset="-122"/>
                <a:hlinkClick r:id="rId6" action="ppaction://hlinksldjump"/>
              </a:rPr>
              <a:t>4</a:t>
            </a:r>
            <a:r>
              <a:rPr lang="zh-CN" altLang="en-US" sz="2400" b="1" dirty="0">
                <a:latin typeface="华文中宋" pitchFamily="2" charset="-122"/>
                <a:ea typeface="华文中宋" pitchFamily="2" charset="-122"/>
                <a:hlinkClick r:id="rId6" action="ppaction://hlinksldjump"/>
              </a:rPr>
              <a:t>个</a:t>
            </a:r>
            <a:r>
              <a:rPr lang="zh-CN" altLang="en-US" sz="2400" b="1" dirty="0">
                <a:latin typeface="华文中宋" pitchFamily="2" charset="-122"/>
                <a:ea typeface="华文中宋" pitchFamily="2" charset="-122"/>
              </a:rPr>
              <a:t>：</a:t>
            </a:r>
            <a:r>
              <a:rPr lang="en-US" altLang="zh-CN" sz="2400" b="1" dirty="0">
                <a:latin typeface="华文中宋" pitchFamily="2" charset="-122"/>
                <a:ea typeface="华文中宋" pitchFamily="2" charset="-122"/>
              </a:rPr>
              <a:t>EX/DF</a:t>
            </a:r>
            <a:r>
              <a:rPr lang="zh-CN" altLang="en-US" sz="2400" b="1" dirty="0">
                <a:latin typeface="华文中宋" pitchFamily="2" charset="-122"/>
                <a:ea typeface="华文中宋" pitchFamily="2" charset="-122"/>
              </a:rPr>
              <a:t>，</a:t>
            </a:r>
            <a:r>
              <a:rPr lang="en-US" altLang="zh-CN" sz="2400" b="1" dirty="0">
                <a:latin typeface="华文中宋" pitchFamily="2" charset="-122"/>
                <a:ea typeface="华文中宋" pitchFamily="2" charset="-122"/>
              </a:rPr>
              <a:t>DF/DS</a:t>
            </a:r>
            <a:r>
              <a:rPr lang="zh-CN" altLang="en-US" sz="2400" b="1" dirty="0">
                <a:latin typeface="华文中宋" pitchFamily="2" charset="-122"/>
                <a:ea typeface="华文中宋" pitchFamily="2" charset="-122"/>
              </a:rPr>
              <a:t>，</a:t>
            </a:r>
            <a:r>
              <a:rPr lang="en-US" altLang="zh-CN" sz="2400" b="1" dirty="0">
                <a:latin typeface="华文中宋" pitchFamily="2" charset="-122"/>
                <a:ea typeface="华文中宋" pitchFamily="2" charset="-122"/>
              </a:rPr>
              <a:t>DS/TC</a:t>
            </a:r>
            <a:r>
              <a:rPr lang="zh-CN" altLang="en-US" sz="2400" b="1" dirty="0">
                <a:latin typeface="华文中宋" pitchFamily="2" charset="-122"/>
                <a:ea typeface="华文中宋" pitchFamily="2" charset="-122"/>
              </a:rPr>
              <a:t>，</a:t>
            </a:r>
            <a:r>
              <a:rPr lang="en-US" altLang="zh-CN" sz="2400" b="1" dirty="0">
                <a:latin typeface="华文中宋" pitchFamily="2" charset="-122"/>
                <a:ea typeface="华文中宋" pitchFamily="2" charset="-122"/>
              </a:rPr>
              <a:t>TC/WB</a:t>
            </a:r>
          </a:p>
        </p:txBody>
      </p:sp>
      <p:sp>
        <p:nvSpPr>
          <p:cNvPr id="3" name="Rectangle 3"/>
          <p:cNvSpPr>
            <a:spLocks noChangeArrowheads="1"/>
          </p:cNvSpPr>
          <p:nvPr/>
        </p:nvSpPr>
        <p:spPr bwMode="auto">
          <a:xfrm>
            <a:off x="755650" y="260350"/>
            <a:ext cx="7704138" cy="676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342900" indent="-342900" algn="ctr">
              <a:defRPr/>
            </a:pPr>
            <a:r>
              <a:rPr lang="en-US" altLang="zh-CN" sz="3600" b="1" dirty="0">
                <a:latin typeface="Times New Roman" panose="02020603050405020304" pitchFamily="18" charset="0"/>
                <a:ea typeface="+mj-ea"/>
                <a:cs typeface="Times New Roman" panose="02020603050405020304" pitchFamily="18" charset="0"/>
              </a:rPr>
              <a:t>3.4.1 MIPS R4000</a:t>
            </a:r>
            <a:r>
              <a:rPr lang="zh-CN" altLang="en-US" sz="3600" b="1" dirty="0">
                <a:latin typeface="Times New Roman" panose="02020603050405020304" pitchFamily="18" charset="0"/>
                <a:ea typeface="+mj-ea"/>
                <a:cs typeface="Times New Roman" panose="02020603050405020304" pitchFamily="18" charset="0"/>
              </a:rPr>
              <a:t>的整型流水线</a:t>
            </a:r>
          </a:p>
        </p:txBody>
      </p:sp>
      <p:sp>
        <p:nvSpPr>
          <p:cNvPr id="2" name="日期占位符 1">
            <a:extLst>
              <a:ext uri="{FF2B5EF4-FFF2-40B4-BE49-F238E27FC236}">
                <a16:creationId xmlns:a16="http://schemas.microsoft.com/office/drawing/2014/main" id="{0602B83B-9E2C-17CC-6A91-3054D7EC1F02}"/>
              </a:ext>
            </a:extLst>
          </p:cNvPr>
          <p:cNvSpPr>
            <a:spLocks noGrp="1"/>
          </p:cNvSpPr>
          <p:nvPr>
            <p:ph type="dt" sz="half" idx="10"/>
          </p:nvPr>
        </p:nvSpPr>
        <p:spPr/>
        <p:txBody>
          <a:bodyPr/>
          <a:lstStyle/>
          <a:p>
            <a:pPr>
              <a:defRPr/>
            </a:pPr>
            <a:fld id="{F7D15945-A06A-43CD-B409-2A22966A4480}" type="datetime1">
              <a:rPr lang="zh-CN" altLang="en-US" smtClean="0"/>
              <a:t>2025/10/16</a:t>
            </a:fld>
            <a:endParaRPr lang="en-US" altLang="zh-CN"/>
          </a:p>
        </p:txBody>
      </p:sp>
      <p:sp>
        <p:nvSpPr>
          <p:cNvPr id="4" name="页脚占位符 3">
            <a:extLst>
              <a:ext uri="{FF2B5EF4-FFF2-40B4-BE49-F238E27FC236}">
                <a16:creationId xmlns:a16="http://schemas.microsoft.com/office/drawing/2014/main" id="{05564224-94F2-A401-4CA0-3750A2F60EB1}"/>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5" name="灯片编号占位符 4">
            <a:extLst>
              <a:ext uri="{FF2B5EF4-FFF2-40B4-BE49-F238E27FC236}">
                <a16:creationId xmlns:a16="http://schemas.microsoft.com/office/drawing/2014/main" id="{89068D55-7165-09E6-2324-AEFD842679A1}"/>
              </a:ext>
            </a:extLst>
          </p:cNvPr>
          <p:cNvSpPr>
            <a:spLocks noGrp="1"/>
          </p:cNvSpPr>
          <p:nvPr>
            <p:ph type="sldNum" sz="quarter" idx="12"/>
          </p:nvPr>
        </p:nvSpPr>
        <p:spPr/>
        <p:txBody>
          <a:bodyPr/>
          <a:lstStyle/>
          <a:p>
            <a:pPr>
              <a:defRPr/>
            </a:pPr>
            <a:fld id="{8BCAC33D-D29A-48B3-BCD6-381D3D720D26}" type="slidenum">
              <a:rPr lang="zh-CN" altLang="en-US" smtClean="0"/>
              <a:t>10</a:t>
            </a:fld>
            <a:endParaRPr lang="en-US" altLang="zh-CN"/>
          </a:p>
        </p:txBody>
      </p:sp>
    </p:spTree>
    <p:extLst>
      <p:ext uri="{BB962C8B-B14F-4D97-AF65-F5344CB8AC3E}">
        <p14:creationId xmlns:p14="http://schemas.microsoft.com/office/powerpoint/2010/main" val="1236186301"/>
      </p:ext>
    </p:extLst>
  </p:cSld>
  <p:clrMapOvr>
    <a:masterClrMapping/>
  </p:clrMapOvr>
  <p:transition spd="slow"/>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 Box 2"/>
          <p:cNvSpPr txBox="1">
            <a:spLocks noChangeArrowheads="1"/>
          </p:cNvSpPr>
          <p:nvPr/>
        </p:nvSpPr>
        <p:spPr bwMode="auto">
          <a:xfrm>
            <a:off x="611188" y="1268413"/>
            <a:ext cx="7273925" cy="3341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Calibri" pitchFamily="34" charset="0"/>
                <a:ea typeface="宋体" charset="-122"/>
              </a:defRPr>
            </a:lvl1pPr>
            <a:lvl2pPr marL="800100" indent="-342900" eaLnBrk="0" hangingPunct="0">
              <a:defRPr>
                <a:solidFill>
                  <a:schemeClr val="tx1"/>
                </a:solidFill>
                <a:latin typeface="Calibri" pitchFamily="34" charset="0"/>
                <a:ea typeface="宋体" charset="-122"/>
              </a:defRPr>
            </a:lvl2pPr>
            <a:lvl3pPr marL="1257300" indent="-342900" eaLnBrk="0" hangingPunct="0">
              <a:defRPr>
                <a:solidFill>
                  <a:schemeClr val="tx1"/>
                </a:solidFill>
                <a:latin typeface="Calibri" pitchFamily="34" charset="0"/>
                <a:ea typeface="宋体" charset="-122"/>
              </a:defRPr>
            </a:lvl3pPr>
            <a:lvl4pPr marL="1600200" indent="-228600" eaLnBrk="0" hangingPunct="0">
              <a:defRPr>
                <a:solidFill>
                  <a:schemeClr val="tx1"/>
                </a:solidFill>
                <a:latin typeface="Calibri" pitchFamily="34" charset="0"/>
                <a:ea typeface="宋体" charset="-122"/>
              </a:defRPr>
            </a:lvl4pPr>
            <a:lvl5pPr marL="2057400" indent="-228600" eaLnBrk="0" hangingPunct="0">
              <a:defRPr>
                <a:solidFill>
                  <a:schemeClr val="tx1"/>
                </a:solidFill>
                <a:latin typeface="Calibri" pitchFamily="34" charset="0"/>
                <a:ea typeface="宋体" charset="-122"/>
              </a:defRPr>
            </a:lvl5pPr>
            <a:lvl6pPr marL="2514600" indent="-228600" eaLnBrk="0" fontAlgn="base" hangingPunct="0">
              <a:spcBef>
                <a:spcPct val="0"/>
              </a:spcBef>
              <a:spcAft>
                <a:spcPct val="0"/>
              </a:spcAft>
              <a:defRPr>
                <a:solidFill>
                  <a:schemeClr val="tx1"/>
                </a:solidFill>
                <a:latin typeface="Calibri" pitchFamily="34" charset="0"/>
                <a:ea typeface="宋体" charset="-122"/>
              </a:defRPr>
            </a:lvl6pPr>
            <a:lvl7pPr marL="2971800" indent="-228600" eaLnBrk="0" fontAlgn="base" hangingPunct="0">
              <a:spcBef>
                <a:spcPct val="0"/>
              </a:spcBef>
              <a:spcAft>
                <a:spcPct val="0"/>
              </a:spcAft>
              <a:defRPr>
                <a:solidFill>
                  <a:schemeClr val="tx1"/>
                </a:solidFill>
                <a:latin typeface="Calibri" pitchFamily="34" charset="0"/>
                <a:ea typeface="宋体" charset="-122"/>
              </a:defRPr>
            </a:lvl7pPr>
            <a:lvl8pPr marL="3429000" indent="-228600" eaLnBrk="0" fontAlgn="base" hangingPunct="0">
              <a:spcBef>
                <a:spcPct val="0"/>
              </a:spcBef>
              <a:spcAft>
                <a:spcPct val="0"/>
              </a:spcAft>
              <a:defRPr>
                <a:solidFill>
                  <a:schemeClr val="tx1"/>
                </a:solidFill>
                <a:latin typeface="Calibri" pitchFamily="34" charset="0"/>
                <a:ea typeface="宋体" charset="-122"/>
              </a:defRPr>
            </a:lvl8pPr>
            <a:lvl9pPr marL="3886200" indent="-228600" eaLnBrk="0" fontAlgn="base" hangingPunct="0">
              <a:spcBef>
                <a:spcPct val="0"/>
              </a:spcBef>
              <a:spcAft>
                <a:spcPct val="0"/>
              </a:spcAft>
              <a:defRPr>
                <a:solidFill>
                  <a:schemeClr val="tx1"/>
                </a:solidFill>
                <a:latin typeface="Calibri" pitchFamily="34" charset="0"/>
                <a:ea typeface="宋体" charset="-122"/>
              </a:defRPr>
            </a:lvl9pPr>
          </a:lstStyle>
          <a:p>
            <a:pPr eaLnBrk="1" hangingPunct="1">
              <a:spcBef>
                <a:spcPct val="100000"/>
              </a:spcBef>
            </a:pPr>
            <a:r>
              <a:rPr lang="en-US" altLang="zh-CN" sz="2400" b="1" dirty="0">
                <a:latin typeface="华文中宋" pitchFamily="2" charset="-122"/>
                <a:ea typeface="华文中宋" pitchFamily="2" charset="-122"/>
              </a:rPr>
              <a:t>8. </a:t>
            </a:r>
            <a:r>
              <a:rPr kumimoji="1" lang="zh-CN" altLang="en-US" sz="2400" b="1" dirty="0">
                <a:latin typeface="华文中宋" pitchFamily="2" charset="-122"/>
                <a:ea typeface="华文中宋" pitchFamily="2" charset="-122"/>
              </a:rPr>
              <a:t>分支处理</a:t>
            </a:r>
          </a:p>
          <a:p>
            <a:pPr lvl="1" eaLnBrk="1" hangingPunct="1">
              <a:spcBef>
                <a:spcPct val="100000"/>
              </a:spcBef>
              <a:buSzPct val="60000"/>
              <a:buFont typeface="Wingdings" pitchFamily="2" charset="2"/>
              <a:buChar char="u"/>
            </a:pPr>
            <a:r>
              <a:rPr kumimoji="1" lang="zh-CN" altLang="en-US" sz="2400" b="1" dirty="0">
                <a:latin typeface="华文中宋" pitchFamily="2" charset="-122"/>
                <a:ea typeface="华文中宋" pitchFamily="2" charset="-122"/>
              </a:rPr>
              <a:t>在</a:t>
            </a:r>
            <a:r>
              <a:rPr kumimoji="1" lang="en-US" altLang="zh-CN" sz="2400" b="1" dirty="0">
                <a:latin typeface="华文中宋" pitchFamily="2" charset="-122"/>
                <a:ea typeface="华文中宋" pitchFamily="2" charset="-122"/>
              </a:rPr>
              <a:t>EX</a:t>
            </a:r>
            <a:r>
              <a:rPr kumimoji="1" lang="zh-CN" altLang="en-US" sz="2400" b="1" dirty="0">
                <a:latin typeface="华文中宋" pitchFamily="2" charset="-122"/>
                <a:ea typeface="华文中宋" pitchFamily="2" charset="-122"/>
              </a:rPr>
              <a:t>段完成分支条件的计算，基本分支延迟为</a:t>
            </a:r>
            <a:r>
              <a:rPr kumimoji="1" lang="en-US" altLang="zh-CN" sz="2400" b="1" dirty="0">
                <a:latin typeface="华文中宋" pitchFamily="2" charset="-122"/>
                <a:ea typeface="华文中宋" pitchFamily="2" charset="-122"/>
                <a:hlinkClick r:id="rId3" action="ppaction://hlinksldjump"/>
              </a:rPr>
              <a:t>3</a:t>
            </a:r>
            <a:r>
              <a:rPr kumimoji="1" lang="zh-CN" altLang="en-US" sz="2400" b="1" dirty="0">
                <a:latin typeface="华文中宋" pitchFamily="2" charset="-122"/>
                <a:ea typeface="华文中宋" pitchFamily="2" charset="-122"/>
                <a:hlinkClick r:id="rId3" action="ppaction://hlinksldjump"/>
              </a:rPr>
              <a:t>个时钟周期</a:t>
            </a:r>
            <a:endParaRPr kumimoji="1" lang="zh-CN" altLang="en-US" sz="2400" b="1" dirty="0">
              <a:latin typeface="华文中宋" pitchFamily="2" charset="-122"/>
              <a:ea typeface="华文中宋" pitchFamily="2" charset="-122"/>
            </a:endParaRPr>
          </a:p>
          <a:p>
            <a:pPr lvl="1" eaLnBrk="1" hangingPunct="1">
              <a:spcBef>
                <a:spcPct val="100000"/>
              </a:spcBef>
              <a:buSzPct val="60000"/>
              <a:buFont typeface="Wingdings" pitchFamily="2" charset="2"/>
              <a:buChar char="u"/>
            </a:pPr>
            <a:r>
              <a:rPr kumimoji="1" lang="zh-CN" altLang="en-US" sz="2400" b="1" dirty="0">
                <a:latin typeface="华文中宋" pitchFamily="2" charset="-122"/>
                <a:ea typeface="华文中宋" pitchFamily="2" charset="-122"/>
              </a:rPr>
              <a:t>分支处理策略</a:t>
            </a:r>
          </a:p>
          <a:p>
            <a:pPr lvl="2" eaLnBrk="1" hangingPunct="1">
              <a:spcBef>
                <a:spcPct val="40000"/>
              </a:spcBef>
              <a:buFont typeface="楷体_GB2312" pitchFamily="49" charset="-122"/>
              <a:buChar char="-"/>
            </a:pPr>
            <a:r>
              <a:rPr kumimoji="1" lang="zh-CN" altLang="en-US" sz="2400" b="1" dirty="0">
                <a:latin typeface="华文中宋" pitchFamily="2" charset="-122"/>
                <a:ea typeface="华文中宋" pitchFamily="2" charset="-122"/>
              </a:rPr>
              <a:t>单周期延迟分支</a:t>
            </a:r>
          </a:p>
          <a:p>
            <a:pPr lvl="2" eaLnBrk="1" hangingPunct="1">
              <a:spcBef>
                <a:spcPct val="40000"/>
              </a:spcBef>
              <a:buFont typeface="楷体_GB2312" pitchFamily="49" charset="-122"/>
              <a:buChar char="-"/>
            </a:pPr>
            <a:r>
              <a:rPr kumimoji="1" lang="zh-CN" altLang="en-US" sz="2400" b="1" dirty="0">
                <a:latin typeface="华文中宋" pitchFamily="2" charset="-122"/>
                <a:ea typeface="华文中宋" pitchFamily="2" charset="-122"/>
              </a:rPr>
              <a:t>从失败处调度     </a:t>
            </a:r>
            <a:r>
              <a:rPr kumimoji="1" lang="zh-CN" altLang="en-US" sz="2400" b="1" dirty="0">
                <a:latin typeface="华文中宋" pitchFamily="2" charset="-122"/>
                <a:ea typeface="华文中宋" pitchFamily="2" charset="-122"/>
                <a:hlinkClick r:id="rId4" action="ppaction://hlinksldjump"/>
              </a:rPr>
              <a:t>时</a:t>
            </a:r>
            <a:r>
              <a:rPr kumimoji="1" lang="en-US" altLang="zh-CN" sz="2400" b="1" dirty="0">
                <a:latin typeface="华文中宋" pitchFamily="2" charset="-122"/>
                <a:ea typeface="华文中宋" pitchFamily="2" charset="-122"/>
                <a:hlinkClick r:id="rId4" action="ppaction://hlinksldjump"/>
              </a:rPr>
              <a:t>-</a:t>
            </a:r>
            <a:r>
              <a:rPr kumimoji="1" lang="zh-CN" altLang="en-US" sz="2400" b="1" dirty="0">
                <a:latin typeface="华文中宋" pitchFamily="2" charset="-122"/>
                <a:ea typeface="华文中宋" pitchFamily="2" charset="-122"/>
                <a:hlinkClick r:id="rId4" action="ppaction://hlinksldjump"/>
              </a:rPr>
              <a:t>空图</a:t>
            </a:r>
            <a:endParaRPr kumimoji="1" lang="zh-CN" altLang="en-US" sz="2400" b="1" dirty="0">
              <a:latin typeface="华文中宋" pitchFamily="2" charset="-122"/>
              <a:ea typeface="华文中宋" pitchFamily="2" charset="-122"/>
            </a:endParaRPr>
          </a:p>
        </p:txBody>
      </p:sp>
      <p:sp>
        <p:nvSpPr>
          <p:cNvPr id="3" name="Rectangle 3"/>
          <p:cNvSpPr>
            <a:spLocks noChangeArrowheads="1"/>
          </p:cNvSpPr>
          <p:nvPr/>
        </p:nvSpPr>
        <p:spPr bwMode="auto">
          <a:xfrm>
            <a:off x="755650" y="260350"/>
            <a:ext cx="7704138" cy="676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342900" indent="-342900" algn="ctr">
              <a:defRPr/>
            </a:pPr>
            <a:r>
              <a:rPr lang="en-US" altLang="zh-CN" sz="3600" b="1" dirty="0">
                <a:latin typeface="Times New Roman" panose="02020603050405020304" pitchFamily="18" charset="0"/>
                <a:ea typeface="+mj-ea"/>
                <a:cs typeface="Times New Roman" panose="02020603050405020304" pitchFamily="18" charset="0"/>
              </a:rPr>
              <a:t>3.4.1 MIPS R4000</a:t>
            </a:r>
            <a:r>
              <a:rPr lang="zh-CN" altLang="en-US" sz="3600" b="1" dirty="0">
                <a:latin typeface="Times New Roman" panose="02020603050405020304" pitchFamily="18" charset="0"/>
                <a:ea typeface="+mj-ea"/>
                <a:cs typeface="Times New Roman" panose="02020603050405020304" pitchFamily="18" charset="0"/>
              </a:rPr>
              <a:t>的整型流水线</a:t>
            </a:r>
          </a:p>
        </p:txBody>
      </p:sp>
      <p:sp>
        <p:nvSpPr>
          <p:cNvPr id="2" name="日期占位符 1">
            <a:extLst>
              <a:ext uri="{FF2B5EF4-FFF2-40B4-BE49-F238E27FC236}">
                <a16:creationId xmlns:a16="http://schemas.microsoft.com/office/drawing/2014/main" id="{8E93DFF6-75E9-CCDB-DF35-D5F375A1F057}"/>
              </a:ext>
            </a:extLst>
          </p:cNvPr>
          <p:cNvSpPr>
            <a:spLocks noGrp="1"/>
          </p:cNvSpPr>
          <p:nvPr>
            <p:ph type="dt" sz="half" idx="10"/>
          </p:nvPr>
        </p:nvSpPr>
        <p:spPr/>
        <p:txBody>
          <a:bodyPr/>
          <a:lstStyle/>
          <a:p>
            <a:pPr>
              <a:defRPr/>
            </a:pPr>
            <a:fld id="{4416CE6E-BA05-43AD-A8C9-644EA38D1507}" type="datetime1">
              <a:rPr lang="zh-CN" altLang="en-US" smtClean="0"/>
              <a:t>2025/10/16</a:t>
            </a:fld>
            <a:endParaRPr lang="en-US" altLang="zh-CN"/>
          </a:p>
        </p:txBody>
      </p:sp>
      <p:sp>
        <p:nvSpPr>
          <p:cNvPr id="4" name="页脚占位符 3">
            <a:extLst>
              <a:ext uri="{FF2B5EF4-FFF2-40B4-BE49-F238E27FC236}">
                <a16:creationId xmlns:a16="http://schemas.microsoft.com/office/drawing/2014/main" id="{5963CF83-28EE-771D-6C64-A61E06BF1A64}"/>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5" name="灯片编号占位符 4">
            <a:extLst>
              <a:ext uri="{FF2B5EF4-FFF2-40B4-BE49-F238E27FC236}">
                <a16:creationId xmlns:a16="http://schemas.microsoft.com/office/drawing/2014/main" id="{497540B8-725A-6A01-DC1B-183774A73425}"/>
              </a:ext>
            </a:extLst>
          </p:cNvPr>
          <p:cNvSpPr>
            <a:spLocks noGrp="1"/>
          </p:cNvSpPr>
          <p:nvPr>
            <p:ph type="sldNum" sz="quarter" idx="12"/>
          </p:nvPr>
        </p:nvSpPr>
        <p:spPr/>
        <p:txBody>
          <a:bodyPr/>
          <a:lstStyle/>
          <a:p>
            <a:pPr>
              <a:defRPr/>
            </a:pPr>
            <a:fld id="{8BCAC33D-D29A-48B3-BCD6-381D3D720D26}" type="slidenum">
              <a:rPr lang="zh-CN" altLang="en-US" smtClean="0"/>
              <a:t>11</a:t>
            </a:fld>
            <a:endParaRPr lang="en-US" altLang="zh-CN"/>
          </a:p>
        </p:txBody>
      </p:sp>
    </p:spTree>
    <p:extLst>
      <p:ext uri="{BB962C8B-B14F-4D97-AF65-F5344CB8AC3E}">
        <p14:creationId xmlns:p14="http://schemas.microsoft.com/office/powerpoint/2010/main" val="1085089904"/>
      </p:ext>
    </p:extLst>
  </p:cSld>
  <p:clrMapOvr>
    <a:masterClrMapping/>
  </p:clrMapOvr>
  <p:transition spd="slow"/>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ext Box 2"/>
          <p:cNvSpPr txBox="1">
            <a:spLocks noChangeArrowheads="1"/>
          </p:cNvSpPr>
          <p:nvPr/>
        </p:nvSpPr>
        <p:spPr bwMode="auto">
          <a:xfrm>
            <a:off x="575468" y="1700808"/>
            <a:ext cx="7704138" cy="3416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Calibri" pitchFamily="34" charset="0"/>
                <a:ea typeface="宋体" charset="-122"/>
              </a:defRPr>
            </a:lvl1pPr>
            <a:lvl2pPr marL="800100" indent="-342900" eaLnBrk="0" hangingPunct="0">
              <a:defRPr>
                <a:solidFill>
                  <a:schemeClr val="tx1"/>
                </a:solidFill>
                <a:latin typeface="Calibri" pitchFamily="34" charset="0"/>
                <a:ea typeface="宋体" charset="-122"/>
              </a:defRPr>
            </a:lvl2pPr>
            <a:lvl3pPr marL="1143000" indent="-228600" eaLnBrk="0" hangingPunct="0">
              <a:defRPr>
                <a:solidFill>
                  <a:schemeClr val="tx1"/>
                </a:solidFill>
                <a:latin typeface="Calibri" pitchFamily="34" charset="0"/>
                <a:ea typeface="宋体" charset="-122"/>
              </a:defRPr>
            </a:lvl3pPr>
            <a:lvl4pPr marL="1600200" indent="-228600" eaLnBrk="0" hangingPunct="0">
              <a:defRPr>
                <a:solidFill>
                  <a:schemeClr val="tx1"/>
                </a:solidFill>
                <a:latin typeface="Calibri" pitchFamily="34" charset="0"/>
                <a:ea typeface="宋体" charset="-122"/>
              </a:defRPr>
            </a:lvl4pPr>
            <a:lvl5pPr marL="2057400" indent="-228600" eaLnBrk="0" hangingPunct="0">
              <a:defRPr>
                <a:solidFill>
                  <a:schemeClr val="tx1"/>
                </a:solidFill>
                <a:latin typeface="Calibri" pitchFamily="34" charset="0"/>
                <a:ea typeface="宋体" charset="-122"/>
              </a:defRPr>
            </a:lvl5pPr>
            <a:lvl6pPr marL="2514600" indent="-228600" eaLnBrk="0" fontAlgn="base" hangingPunct="0">
              <a:spcBef>
                <a:spcPct val="0"/>
              </a:spcBef>
              <a:spcAft>
                <a:spcPct val="0"/>
              </a:spcAft>
              <a:defRPr>
                <a:solidFill>
                  <a:schemeClr val="tx1"/>
                </a:solidFill>
                <a:latin typeface="Calibri" pitchFamily="34" charset="0"/>
                <a:ea typeface="宋体" charset="-122"/>
              </a:defRPr>
            </a:lvl6pPr>
            <a:lvl7pPr marL="2971800" indent="-228600" eaLnBrk="0" fontAlgn="base" hangingPunct="0">
              <a:spcBef>
                <a:spcPct val="0"/>
              </a:spcBef>
              <a:spcAft>
                <a:spcPct val="0"/>
              </a:spcAft>
              <a:defRPr>
                <a:solidFill>
                  <a:schemeClr val="tx1"/>
                </a:solidFill>
                <a:latin typeface="Calibri" pitchFamily="34" charset="0"/>
                <a:ea typeface="宋体" charset="-122"/>
              </a:defRPr>
            </a:lvl7pPr>
            <a:lvl8pPr marL="3429000" indent="-228600" eaLnBrk="0" fontAlgn="base" hangingPunct="0">
              <a:spcBef>
                <a:spcPct val="0"/>
              </a:spcBef>
              <a:spcAft>
                <a:spcPct val="0"/>
              </a:spcAft>
              <a:defRPr>
                <a:solidFill>
                  <a:schemeClr val="tx1"/>
                </a:solidFill>
                <a:latin typeface="Calibri" pitchFamily="34" charset="0"/>
                <a:ea typeface="宋体" charset="-122"/>
              </a:defRPr>
            </a:lvl8pPr>
            <a:lvl9pPr marL="3886200" indent="-228600" eaLnBrk="0" fontAlgn="base" hangingPunct="0">
              <a:spcBef>
                <a:spcPct val="0"/>
              </a:spcBef>
              <a:spcAft>
                <a:spcPct val="0"/>
              </a:spcAft>
              <a:defRPr>
                <a:solidFill>
                  <a:schemeClr val="tx1"/>
                </a:solidFill>
                <a:latin typeface="Calibri" pitchFamily="34" charset="0"/>
                <a:ea typeface="宋体" charset="-122"/>
              </a:defRPr>
            </a:lvl9pPr>
          </a:lstStyle>
          <a:p>
            <a:pPr lvl="1" eaLnBrk="1" hangingPunct="1">
              <a:spcBef>
                <a:spcPct val="50000"/>
              </a:spcBef>
              <a:buSzPct val="60000"/>
              <a:buFont typeface="Wingdings" pitchFamily="2" charset="2"/>
              <a:buChar char="u"/>
            </a:pPr>
            <a:r>
              <a:rPr lang="en-US" altLang="zh-CN" sz="2400" b="1" dirty="0">
                <a:latin typeface="华文中宋" pitchFamily="2" charset="-122"/>
                <a:ea typeface="华文中宋" pitchFamily="2" charset="-122"/>
                <a:hlinkClick r:id="rId3" action="ppaction://hlinksldjump"/>
              </a:rPr>
              <a:t>MIPS R4000 FPU</a:t>
            </a:r>
            <a:r>
              <a:rPr lang="zh-CN" altLang="en-US" sz="2400" b="1" dirty="0">
                <a:latin typeface="华文中宋" pitchFamily="2" charset="-122"/>
                <a:ea typeface="华文中宋" pitchFamily="2" charset="-122"/>
              </a:rPr>
              <a:t>包括浮点除法器、浮点乘法器和浮点加法器各</a:t>
            </a:r>
            <a:r>
              <a:rPr lang="en-US" altLang="zh-CN" sz="2400" b="1" dirty="0">
                <a:latin typeface="华文中宋" pitchFamily="2" charset="-122"/>
                <a:ea typeface="华文中宋" pitchFamily="2" charset="-122"/>
              </a:rPr>
              <a:t>1</a:t>
            </a:r>
            <a:r>
              <a:rPr lang="zh-CN" altLang="en-US" sz="2400" b="1" dirty="0">
                <a:latin typeface="华文中宋" pitchFamily="2" charset="-122"/>
                <a:ea typeface="华文中宋" pitchFamily="2" charset="-122"/>
              </a:rPr>
              <a:t>个</a:t>
            </a:r>
          </a:p>
          <a:p>
            <a:pPr lvl="1" eaLnBrk="1" hangingPunct="1">
              <a:spcBef>
                <a:spcPct val="100000"/>
              </a:spcBef>
              <a:buSzPct val="60000"/>
              <a:buFont typeface="Wingdings" pitchFamily="2" charset="2"/>
              <a:buChar char="u"/>
            </a:pPr>
            <a:r>
              <a:rPr lang="zh-CN" altLang="en-US" sz="2400" b="1" dirty="0">
                <a:latin typeface="华文中宋" pitchFamily="2" charset="-122"/>
                <a:ea typeface="华文中宋" pitchFamily="2" charset="-122"/>
              </a:rPr>
              <a:t>分为</a:t>
            </a:r>
            <a:r>
              <a:rPr lang="en-US" altLang="zh-CN" sz="2400" b="1" dirty="0">
                <a:latin typeface="华文中宋" pitchFamily="2" charset="-122"/>
                <a:ea typeface="华文中宋" pitchFamily="2" charset="-122"/>
              </a:rPr>
              <a:t>8</a:t>
            </a:r>
            <a:r>
              <a:rPr lang="zh-CN" altLang="en-US" sz="2400" b="1" dirty="0">
                <a:latin typeface="华文中宋" pitchFamily="2" charset="-122"/>
                <a:ea typeface="华文中宋" pitchFamily="2" charset="-122"/>
              </a:rPr>
              <a:t>段（</a:t>
            </a:r>
            <a:r>
              <a:rPr lang="en-US" altLang="zh-CN" sz="2400" b="1" dirty="0">
                <a:latin typeface="华文中宋" pitchFamily="2" charset="-122"/>
                <a:ea typeface="华文中宋" pitchFamily="2" charset="-122"/>
              </a:rPr>
              <a:t> R4000</a:t>
            </a:r>
            <a:r>
              <a:rPr lang="zh-CN" altLang="en-US" sz="2400" b="1" dirty="0">
                <a:latin typeface="华文中宋" pitchFamily="2" charset="-122"/>
                <a:ea typeface="华文中宋" pitchFamily="2" charset="-122"/>
              </a:rPr>
              <a:t>流水线 </a:t>
            </a:r>
            <a:r>
              <a:rPr lang="en-US" altLang="zh-CN" sz="2400" b="1" dirty="0">
                <a:latin typeface="华文中宋" pitchFamily="2" charset="-122"/>
                <a:ea typeface="华文中宋" pitchFamily="2" charset="-122"/>
              </a:rPr>
              <a:t>FPU</a:t>
            </a:r>
            <a:r>
              <a:rPr lang="zh-CN" altLang="en-US" sz="2400" b="1" dirty="0">
                <a:latin typeface="华文中宋" pitchFamily="2" charset="-122"/>
                <a:ea typeface="华文中宋" pitchFamily="2" charset="-122"/>
              </a:rPr>
              <a:t>的</a:t>
            </a:r>
            <a:r>
              <a:rPr lang="en-US" altLang="zh-CN" sz="2400" b="1" dirty="0">
                <a:latin typeface="华文中宋" pitchFamily="2" charset="-122"/>
                <a:ea typeface="华文中宋" pitchFamily="2" charset="-122"/>
              </a:rPr>
              <a:t>8</a:t>
            </a:r>
            <a:r>
              <a:rPr lang="zh-CN" altLang="en-US" sz="2400" b="1" dirty="0">
                <a:latin typeface="华文中宋" pitchFamily="2" charset="-122"/>
                <a:ea typeface="华文中宋" pitchFamily="2" charset="-122"/>
              </a:rPr>
              <a:t>个段）</a:t>
            </a:r>
          </a:p>
          <a:p>
            <a:pPr lvl="1" eaLnBrk="1" hangingPunct="1">
              <a:spcBef>
                <a:spcPct val="100000"/>
              </a:spcBef>
              <a:buSzPct val="60000"/>
              <a:buFont typeface="Wingdings" pitchFamily="2" charset="2"/>
              <a:buChar char="u"/>
            </a:pPr>
            <a:r>
              <a:rPr lang="zh-CN" altLang="en-US" sz="2400" b="1" dirty="0">
                <a:latin typeface="华文中宋" pitchFamily="2" charset="-122"/>
                <a:ea typeface="华文中宋" pitchFamily="2" charset="-122"/>
              </a:rPr>
              <a:t>多功能非线性流水线</a:t>
            </a:r>
          </a:p>
          <a:p>
            <a:pPr lvl="1" eaLnBrk="1" hangingPunct="1">
              <a:spcBef>
                <a:spcPct val="100000"/>
              </a:spcBef>
              <a:buSzPct val="60000"/>
              <a:buFont typeface="Wingdings" pitchFamily="2" charset="2"/>
              <a:buChar char="u"/>
            </a:pPr>
            <a:r>
              <a:rPr lang="zh-CN" altLang="en-US" sz="2400" b="1" dirty="0">
                <a:latin typeface="华文中宋" pitchFamily="2" charset="-122"/>
                <a:ea typeface="华文中宋" pitchFamily="2" charset="-122"/>
              </a:rPr>
              <a:t>双精度浮点操作指令延迟、初始化间隔和流水段的使用情况（</a:t>
            </a:r>
            <a:r>
              <a:rPr lang="en-US" altLang="zh-CN" sz="2400" b="1" dirty="0">
                <a:latin typeface="华文中宋" pitchFamily="2" charset="-122"/>
                <a:ea typeface="华文中宋" pitchFamily="2" charset="-122"/>
              </a:rPr>
              <a:t> </a:t>
            </a:r>
            <a:r>
              <a:rPr lang="zh-CN" altLang="en-US" sz="2400" b="1" dirty="0">
                <a:latin typeface="华文中宋" pitchFamily="2" charset="-122"/>
                <a:ea typeface="华文中宋" pitchFamily="2" charset="-122"/>
              </a:rPr>
              <a:t>使用情况）</a:t>
            </a:r>
          </a:p>
        </p:txBody>
      </p:sp>
      <p:sp>
        <p:nvSpPr>
          <p:cNvPr id="115715" name="Rectangle 3"/>
          <p:cNvSpPr>
            <a:spLocks noChangeArrowheads="1"/>
          </p:cNvSpPr>
          <p:nvPr/>
        </p:nvSpPr>
        <p:spPr bwMode="auto">
          <a:xfrm>
            <a:off x="755650" y="260350"/>
            <a:ext cx="7343775" cy="676275"/>
          </a:xfrm>
          <a:prstGeom prst="rect">
            <a:avLst/>
          </a:prstGeom>
          <a:noFill/>
          <a:ln w="9525" algn="ctr">
            <a:noFill/>
            <a:miter lim="800000"/>
            <a:headEnd/>
            <a:tailEnd/>
          </a:ln>
          <a:effectLst/>
        </p:spPr>
        <p:txBody>
          <a:bodyPr anchor="b"/>
          <a:lstStyle/>
          <a:p>
            <a:pPr algn="ctr" fontAlgn="auto">
              <a:spcBef>
                <a:spcPts val="0"/>
              </a:spcBef>
              <a:spcAft>
                <a:spcPts val="0"/>
              </a:spcAft>
              <a:defRPr/>
            </a:pPr>
            <a:r>
              <a:rPr lang="en-US" altLang="zh-CN" sz="3600" dirty="0">
                <a:latin typeface="Times New Roman" panose="02020603050405020304" pitchFamily="18" charset="0"/>
                <a:ea typeface="+mj-ea"/>
                <a:cs typeface="Times New Roman" panose="02020603050405020304" pitchFamily="18" charset="0"/>
              </a:rPr>
              <a:t>3.4.2 MIPS R4000</a:t>
            </a:r>
            <a:r>
              <a:rPr lang="zh-CN" altLang="en-US" sz="3600" dirty="0">
                <a:latin typeface="Times New Roman" panose="02020603050405020304" pitchFamily="18" charset="0"/>
                <a:ea typeface="+mj-ea"/>
                <a:cs typeface="Times New Roman" panose="02020603050405020304" pitchFamily="18" charset="0"/>
              </a:rPr>
              <a:t>的浮点流水线</a:t>
            </a:r>
          </a:p>
        </p:txBody>
      </p:sp>
      <p:sp>
        <p:nvSpPr>
          <p:cNvPr id="2" name="日期占位符 1">
            <a:extLst>
              <a:ext uri="{FF2B5EF4-FFF2-40B4-BE49-F238E27FC236}">
                <a16:creationId xmlns:a16="http://schemas.microsoft.com/office/drawing/2014/main" id="{1E3651E0-AF86-8C5A-EF50-6D867A377AF2}"/>
              </a:ext>
            </a:extLst>
          </p:cNvPr>
          <p:cNvSpPr>
            <a:spLocks noGrp="1"/>
          </p:cNvSpPr>
          <p:nvPr>
            <p:ph type="dt" sz="half" idx="10"/>
          </p:nvPr>
        </p:nvSpPr>
        <p:spPr/>
        <p:txBody>
          <a:bodyPr/>
          <a:lstStyle/>
          <a:p>
            <a:pPr>
              <a:defRPr/>
            </a:pPr>
            <a:fld id="{DA654116-A34F-4F43-AAB5-5CB4EF260FFB}" type="datetime1">
              <a:rPr lang="zh-CN" altLang="en-US" smtClean="0"/>
              <a:t>2025/10/16</a:t>
            </a:fld>
            <a:endParaRPr lang="en-US" altLang="zh-CN"/>
          </a:p>
        </p:txBody>
      </p:sp>
      <p:sp>
        <p:nvSpPr>
          <p:cNvPr id="3" name="页脚占位符 2">
            <a:extLst>
              <a:ext uri="{FF2B5EF4-FFF2-40B4-BE49-F238E27FC236}">
                <a16:creationId xmlns:a16="http://schemas.microsoft.com/office/drawing/2014/main" id="{A85DE00D-CC43-908E-5856-AE02D3868025}"/>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708431E8-C72B-C975-2F90-BADD2E83A849}"/>
              </a:ext>
            </a:extLst>
          </p:cNvPr>
          <p:cNvSpPr>
            <a:spLocks noGrp="1"/>
          </p:cNvSpPr>
          <p:nvPr>
            <p:ph type="sldNum" sz="quarter" idx="12"/>
          </p:nvPr>
        </p:nvSpPr>
        <p:spPr/>
        <p:txBody>
          <a:bodyPr/>
          <a:lstStyle/>
          <a:p>
            <a:pPr>
              <a:defRPr/>
            </a:pPr>
            <a:fld id="{8BCAC33D-D29A-48B3-BCD6-381D3D720D26}" type="slidenum">
              <a:rPr lang="zh-CN" altLang="en-US" smtClean="0"/>
              <a:t>12</a:t>
            </a:fld>
            <a:endParaRPr lang="en-US" altLang="zh-CN"/>
          </a:p>
        </p:txBody>
      </p:sp>
    </p:spTree>
    <p:extLst>
      <p:ext uri="{BB962C8B-B14F-4D97-AF65-F5344CB8AC3E}">
        <p14:creationId xmlns:p14="http://schemas.microsoft.com/office/powerpoint/2010/main" val="1957771356"/>
      </p:ext>
    </p:extLst>
  </p:cSld>
  <p:clrMapOvr>
    <a:masterClrMapping/>
  </p:clrMapOvr>
  <p:transition spd="slow"/>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ext Box 2"/>
          <p:cNvSpPr txBox="1">
            <a:spLocks noChangeArrowheads="1"/>
          </p:cNvSpPr>
          <p:nvPr/>
        </p:nvSpPr>
        <p:spPr bwMode="auto">
          <a:xfrm>
            <a:off x="612775" y="1268413"/>
            <a:ext cx="7488238" cy="36009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Calibri" pitchFamily="34" charset="0"/>
                <a:ea typeface="宋体" charset="-122"/>
              </a:defRPr>
            </a:lvl1pPr>
            <a:lvl2pPr marL="800100" indent="-342900" eaLnBrk="0" hangingPunct="0">
              <a:defRPr>
                <a:solidFill>
                  <a:schemeClr val="tx1"/>
                </a:solidFill>
                <a:latin typeface="Calibri" pitchFamily="34" charset="0"/>
                <a:ea typeface="宋体" charset="-122"/>
              </a:defRPr>
            </a:lvl2pPr>
            <a:lvl3pPr marL="1143000" indent="-228600" eaLnBrk="0" hangingPunct="0">
              <a:defRPr>
                <a:solidFill>
                  <a:schemeClr val="tx1"/>
                </a:solidFill>
                <a:latin typeface="Calibri" pitchFamily="34" charset="0"/>
                <a:ea typeface="宋体" charset="-122"/>
              </a:defRPr>
            </a:lvl3pPr>
            <a:lvl4pPr marL="1600200" indent="-228600" eaLnBrk="0" hangingPunct="0">
              <a:defRPr>
                <a:solidFill>
                  <a:schemeClr val="tx1"/>
                </a:solidFill>
                <a:latin typeface="Calibri" pitchFamily="34" charset="0"/>
                <a:ea typeface="宋体" charset="-122"/>
              </a:defRPr>
            </a:lvl4pPr>
            <a:lvl5pPr marL="2057400" indent="-228600" eaLnBrk="0" hangingPunct="0">
              <a:defRPr>
                <a:solidFill>
                  <a:schemeClr val="tx1"/>
                </a:solidFill>
                <a:latin typeface="Calibri" pitchFamily="34" charset="0"/>
                <a:ea typeface="宋体" charset="-122"/>
              </a:defRPr>
            </a:lvl5pPr>
            <a:lvl6pPr marL="2514600" indent="-228600" eaLnBrk="0" fontAlgn="base" hangingPunct="0">
              <a:spcBef>
                <a:spcPct val="0"/>
              </a:spcBef>
              <a:spcAft>
                <a:spcPct val="0"/>
              </a:spcAft>
              <a:defRPr>
                <a:solidFill>
                  <a:schemeClr val="tx1"/>
                </a:solidFill>
                <a:latin typeface="Calibri" pitchFamily="34" charset="0"/>
                <a:ea typeface="宋体" charset="-122"/>
              </a:defRPr>
            </a:lvl6pPr>
            <a:lvl7pPr marL="2971800" indent="-228600" eaLnBrk="0" fontAlgn="base" hangingPunct="0">
              <a:spcBef>
                <a:spcPct val="0"/>
              </a:spcBef>
              <a:spcAft>
                <a:spcPct val="0"/>
              </a:spcAft>
              <a:defRPr>
                <a:solidFill>
                  <a:schemeClr val="tx1"/>
                </a:solidFill>
                <a:latin typeface="Calibri" pitchFamily="34" charset="0"/>
                <a:ea typeface="宋体" charset="-122"/>
              </a:defRPr>
            </a:lvl7pPr>
            <a:lvl8pPr marL="3429000" indent="-228600" eaLnBrk="0" fontAlgn="base" hangingPunct="0">
              <a:spcBef>
                <a:spcPct val="0"/>
              </a:spcBef>
              <a:spcAft>
                <a:spcPct val="0"/>
              </a:spcAft>
              <a:defRPr>
                <a:solidFill>
                  <a:schemeClr val="tx1"/>
                </a:solidFill>
                <a:latin typeface="Calibri" pitchFamily="34" charset="0"/>
                <a:ea typeface="宋体" charset="-122"/>
              </a:defRPr>
            </a:lvl8pPr>
            <a:lvl9pPr marL="3886200" indent="-228600" eaLnBrk="0" fontAlgn="base" hangingPunct="0">
              <a:spcBef>
                <a:spcPct val="0"/>
              </a:spcBef>
              <a:spcAft>
                <a:spcPct val="0"/>
              </a:spcAft>
              <a:defRPr>
                <a:solidFill>
                  <a:schemeClr val="tx1"/>
                </a:solidFill>
                <a:latin typeface="Calibri" pitchFamily="34" charset="0"/>
                <a:ea typeface="宋体" charset="-122"/>
              </a:defRPr>
            </a:lvl9pPr>
          </a:lstStyle>
          <a:p>
            <a:pPr eaLnBrk="1" hangingPunct="1">
              <a:spcBef>
                <a:spcPct val="100000"/>
              </a:spcBef>
            </a:pPr>
            <a:r>
              <a:rPr lang="en-US" altLang="zh-CN" sz="2800" b="1" dirty="0">
                <a:latin typeface="华文中宋" pitchFamily="2" charset="-122"/>
                <a:ea typeface="华文中宋" pitchFamily="2" charset="-122"/>
              </a:rPr>
              <a:t>1. </a:t>
            </a:r>
            <a:r>
              <a:rPr lang="zh-CN" altLang="en-US" sz="2800" b="1" dirty="0">
                <a:latin typeface="华文中宋" pitchFamily="2" charset="-122"/>
                <a:ea typeface="华文中宋" pitchFamily="2" charset="-122"/>
              </a:rPr>
              <a:t>引起流水线暂停的四个主要原因</a:t>
            </a:r>
          </a:p>
          <a:p>
            <a:pPr lvl="1" eaLnBrk="1" hangingPunct="1">
              <a:spcBef>
                <a:spcPct val="50000"/>
              </a:spcBef>
              <a:buSzPct val="60000"/>
              <a:buFont typeface="Wingdings" pitchFamily="2" charset="2"/>
              <a:buChar char="u"/>
            </a:pPr>
            <a:r>
              <a:rPr lang="zh-CN" altLang="en-US" sz="2400" b="1" dirty="0">
                <a:latin typeface="华文中宋" pitchFamily="2" charset="-122"/>
                <a:ea typeface="华文中宋" pitchFamily="2" charset="-122"/>
              </a:rPr>
              <a:t>载入暂停</a:t>
            </a:r>
          </a:p>
          <a:p>
            <a:pPr lvl="1" eaLnBrk="1" hangingPunct="1">
              <a:spcBef>
                <a:spcPct val="50000"/>
              </a:spcBef>
              <a:buSzPct val="60000"/>
              <a:buFont typeface="Wingdings" pitchFamily="2" charset="2"/>
              <a:buChar char="u"/>
            </a:pPr>
            <a:r>
              <a:rPr lang="zh-CN" altLang="en-US" sz="2400" b="1" dirty="0">
                <a:latin typeface="华文中宋" pitchFamily="2" charset="-122"/>
                <a:ea typeface="华文中宋" pitchFamily="2" charset="-122"/>
              </a:rPr>
              <a:t>分支暂停</a:t>
            </a:r>
          </a:p>
          <a:p>
            <a:pPr lvl="1" eaLnBrk="1" hangingPunct="1">
              <a:spcBef>
                <a:spcPct val="50000"/>
              </a:spcBef>
              <a:buSzPct val="60000"/>
              <a:buFont typeface="Wingdings" pitchFamily="2" charset="2"/>
              <a:buChar char="u"/>
            </a:pPr>
            <a:r>
              <a:rPr lang="zh-CN" altLang="en-US" sz="2400" b="1" dirty="0">
                <a:latin typeface="华文中宋" pitchFamily="2" charset="-122"/>
                <a:ea typeface="华文中宋" pitchFamily="2" charset="-122"/>
              </a:rPr>
              <a:t>浮点结果暂停</a:t>
            </a:r>
          </a:p>
          <a:p>
            <a:pPr lvl="1" eaLnBrk="1" hangingPunct="1">
              <a:spcBef>
                <a:spcPct val="50000"/>
              </a:spcBef>
              <a:buSzPct val="60000"/>
              <a:buFont typeface="Wingdings" pitchFamily="2" charset="2"/>
              <a:buChar char="u"/>
            </a:pPr>
            <a:r>
              <a:rPr lang="zh-CN" altLang="en-US" sz="2400" b="1" dirty="0">
                <a:latin typeface="华文中宋" pitchFamily="2" charset="-122"/>
                <a:ea typeface="华文中宋" pitchFamily="2" charset="-122"/>
              </a:rPr>
              <a:t>浮点结构性暂停</a:t>
            </a:r>
          </a:p>
          <a:p>
            <a:pPr eaLnBrk="1" hangingPunct="1">
              <a:spcBef>
                <a:spcPct val="100000"/>
              </a:spcBef>
            </a:pPr>
            <a:r>
              <a:rPr lang="en-US" altLang="zh-CN" sz="2800" b="1" dirty="0">
                <a:latin typeface="华文中宋" pitchFamily="2" charset="-122"/>
                <a:ea typeface="华文中宋" pitchFamily="2" charset="-122"/>
              </a:rPr>
              <a:t>2. </a:t>
            </a:r>
            <a:r>
              <a:rPr lang="zh-CN" altLang="en-US" sz="2800" b="1" dirty="0">
                <a:latin typeface="华文中宋" pitchFamily="2" charset="-122"/>
                <a:ea typeface="华文中宋" pitchFamily="2" charset="-122"/>
              </a:rPr>
              <a:t>暂停对</a:t>
            </a:r>
            <a:r>
              <a:rPr lang="en-US" altLang="zh-CN" sz="2800" b="1" dirty="0">
                <a:latin typeface="华文中宋" pitchFamily="2" charset="-122"/>
                <a:ea typeface="华文中宋" pitchFamily="2" charset="-122"/>
              </a:rPr>
              <a:t>MIPS R4000</a:t>
            </a:r>
            <a:r>
              <a:rPr lang="zh-CN" altLang="en-US" sz="2800" b="1" dirty="0">
                <a:latin typeface="华文中宋" pitchFamily="2" charset="-122"/>
                <a:ea typeface="华文中宋" pitchFamily="2" charset="-122"/>
              </a:rPr>
              <a:t>流水线</a:t>
            </a:r>
            <a:r>
              <a:rPr lang="en-US" altLang="zh-CN" sz="2800" b="1" dirty="0">
                <a:latin typeface="华文中宋" pitchFamily="2" charset="-122"/>
                <a:ea typeface="华文中宋" pitchFamily="2" charset="-122"/>
              </a:rPr>
              <a:t>CPI</a:t>
            </a:r>
            <a:r>
              <a:rPr lang="zh-CN" altLang="en-US" sz="2800" b="1" dirty="0">
                <a:latin typeface="华文中宋" pitchFamily="2" charset="-122"/>
                <a:ea typeface="华文中宋" pitchFamily="2" charset="-122"/>
              </a:rPr>
              <a:t>的影响</a:t>
            </a:r>
          </a:p>
        </p:txBody>
      </p:sp>
      <p:sp>
        <p:nvSpPr>
          <p:cNvPr id="116740" name="Rectangle 4"/>
          <p:cNvSpPr>
            <a:spLocks noChangeArrowheads="1"/>
          </p:cNvSpPr>
          <p:nvPr/>
        </p:nvSpPr>
        <p:spPr bwMode="auto">
          <a:xfrm>
            <a:off x="539750" y="260350"/>
            <a:ext cx="8135938" cy="676275"/>
          </a:xfrm>
          <a:prstGeom prst="rect">
            <a:avLst/>
          </a:prstGeom>
          <a:noFill/>
          <a:ln w="9525" algn="ctr">
            <a:noFill/>
            <a:miter lim="800000"/>
            <a:headEnd/>
            <a:tailEnd/>
          </a:ln>
          <a:effectLst/>
        </p:spPr>
        <p:txBody>
          <a:bodyPr anchor="b"/>
          <a:lstStyle/>
          <a:p>
            <a:pPr algn="ctr" fontAlgn="auto">
              <a:spcBef>
                <a:spcPts val="0"/>
              </a:spcBef>
              <a:spcAft>
                <a:spcPts val="0"/>
              </a:spcAft>
              <a:defRPr/>
            </a:pPr>
            <a:r>
              <a:rPr lang="en-US" altLang="zh-CN" sz="3600" b="1" dirty="0">
                <a:latin typeface="Times New Roman" panose="02020603050405020304" pitchFamily="18" charset="0"/>
                <a:ea typeface="+mj-ea"/>
                <a:cs typeface="Times New Roman" panose="02020603050405020304" pitchFamily="18" charset="0"/>
              </a:rPr>
              <a:t>3.4.3 MIPS R4000</a:t>
            </a:r>
            <a:r>
              <a:rPr lang="zh-CN" altLang="en-US" sz="3600" b="1" dirty="0">
                <a:latin typeface="Times New Roman" panose="02020603050405020304" pitchFamily="18" charset="0"/>
                <a:ea typeface="+mj-ea"/>
                <a:cs typeface="Times New Roman" panose="02020603050405020304" pitchFamily="18" charset="0"/>
              </a:rPr>
              <a:t>流水线性能分析</a:t>
            </a:r>
          </a:p>
        </p:txBody>
      </p:sp>
      <p:sp>
        <p:nvSpPr>
          <p:cNvPr id="2" name="日期占位符 1">
            <a:extLst>
              <a:ext uri="{FF2B5EF4-FFF2-40B4-BE49-F238E27FC236}">
                <a16:creationId xmlns:a16="http://schemas.microsoft.com/office/drawing/2014/main" id="{A50709A3-3FF1-F68D-A908-48D62ADAA2F7}"/>
              </a:ext>
            </a:extLst>
          </p:cNvPr>
          <p:cNvSpPr>
            <a:spLocks noGrp="1"/>
          </p:cNvSpPr>
          <p:nvPr>
            <p:ph type="dt" sz="half" idx="10"/>
          </p:nvPr>
        </p:nvSpPr>
        <p:spPr/>
        <p:txBody>
          <a:bodyPr/>
          <a:lstStyle/>
          <a:p>
            <a:pPr>
              <a:defRPr/>
            </a:pPr>
            <a:fld id="{2C074FE7-F7AD-428E-AFC5-5F1A081A8032}" type="datetime1">
              <a:rPr lang="zh-CN" altLang="en-US" smtClean="0"/>
              <a:t>2025/10/16</a:t>
            </a:fld>
            <a:endParaRPr lang="en-US" altLang="zh-CN"/>
          </a:p>
        </p:txBody>
      </p:sp>
      <p:sp>
        <p:nvSpPr>
          <p:cNvPr id="3" name="页脚占位符 2">
            <a:extLst>
              <a:ext uri="{FF2B5EF4-FFF2-40B4-BE49-F238E27FC236}">
                <a16:creationId xmlns:a16="http://schemas.microsoft.com/office/drawing/2014/main" id="{BA646A64-2EDD-FD61-FE7A-A35B600504E5}"/>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963274BF-652C-9AB4-07C8-BEA20220E232}"/>
              </a:ext>
            </a:extLst>
          </p:cNvPr>
          <p:cNvSpPr>
            <a:spLocks noGrp="1"/>
          </p:cNvSpPr>
          <p:nvPr>
            <p:ph type="sldNum" sz="quarter" idx="12"/>
          </p:nvPr>
        </p:nvSpPr>
        <p:spPr/>
        <p:txBody>
          <a:bodyPr/>
          <a:lstStyle/>
          <a:p>
            <a:pPr>
              <a:defRPr/>
            </a:pPr>
            <a:fld id="{8BCAC33D-D29A-48B3-BCD6-381D3D720D26}" type="slidenum">
              <a:rPr lang="zh-CN" altLang="en-US" smtClean="0"/>
              <a:t>13</a:t>
            </a:fld>
            <a:endParaRPr lang="en-US" altLang="zh-CN"/>
          </a:p>
        </p:txBody>
      </p:sp>
    </p:spTree>
    <p:extLst>
      <p:ext uri="{BB962C8B-B14F-4D97-AF65-F5344CB8AC3E}">
        <p14:creationId xmlns:p14="http://schemas.microsoft.com/office/powerpoint/2010/main" val="3154040827"/>
      </p:ext>
    </p:extLst>
  </p:cSld>
  <p:clrMapOvr>
    <a:masterClrMapping/>
  </p:clrMapOvr>
  <p:transition spd="slow"/>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Text Box 3"/>
          <p:cNvSpPr txBox="1">
            <a:spLocks noChangeArrowheads="1"/>
          </p:cNvSpPr>
          <p:nvPr/>
        </p:nvSpPr>
        <p:spPr bwMode="auto">
          <a:xfrm>
            <a:off x="1476375" y="549275"/>
            <a:ext cx="64801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itchFamily="34" charset="0"/>
                <a:ea typeface="宋体" charset="-122"/>
              </a:defRPr>
            </a:lvl1pPr>
            <a:lvl2pPr marL="742950" indent="-285750" eaLnBrk="0" hangingPunct="0">
              <a:defRPr>
                <a:solidFill>
                  <a:schemeClr val="tx1"/>
                </a:solidFill>
                <a:latin typeface="Calibri" pitchFamily="34" charset="0"/>
                <a:ea typeface="宋体" charset="-122"/>
              </a:defRPr>
            </a:lvl2pPr>
            <a:lvl3pPr marL="1143000" indent="-228600" eaLnBrk="0" hangingPunct="0">
              <a:defRPr>
                <a:solidFill>
                  <a:schemeClr val="tx1"/>
                </a:solidFill>
                <a:latin typeface="Calibri" pitchFamily="34" charset="0"/>
                <a:ea typeface="宋体" charset="-122"/>
              </a:defRPr>
            </a:lvl3pPr>
            <a:lvl4pPr marL="1600200" indent="-228600" eaLnBrk="0" hangingPunct="0">
              <a:defRPr>
                <a:solidFill>
                  <a:schemeClr val="tx1"/>
                </a:solidFill>
                <a:latin typeface="Calibri" pitchFamily="34" charset="0"/>
                <a:ea typeface="宋体" charset="-122"/>
              </a:defRPr>
            </a:lvl4pPr>
            <a:lvl5pPr marL="2057400" indent="-228600" eaLnBrk="0" hangingPunct="0">
              <a:defRPr>
                <a:solidFill>
                  <a:schemeClr val="tx1"/>
                </a:solidFill>
                <a:latin typeface="Calibri" pitchFamily="34" charset="0"/>
                <a:ea typeface="宋体" charset="-122"/>
              </a:defRPr>
            </a:lvl5pPr>
            <a:lvl6pPr marL="2514600" indent="-228600" eaLnBrk="0" fontAlgn="base" hangingPunct="0">
              <a:spcBef>
                <a:spcPct val="0"/>
              </a:spcBef>
              <a:spcAft>
                <a:spcPct val="0"/>
              </a:spcAft>
              <a:defRPr>
                <a:solidFill>
                  <a:schemeClr val="tx1"/>
                </a:solidFill>
                <a:latin typeface="Calibri" pitchFamily="34" charset="0"/>
                <a:ea typeface="宋体" charset="-122"/>
              </a:defRPr>
            </a:lvl6pPr>
            <a:lvl7pPr marL="2971800" indent="-228600" eaLnBrk="0" fontAlgn="base" hangingPunct="0">
              <a:spcBef>
                <a:spcPct val="0"/>
              </a:spcBef>
              <a:spcAft>
                <a:spcPct val="0"/>
              </a:spcAft>
              <a:defRPr>
                <a:solidFill>
                  <a:schemeClr val="tx1"/>
                </a:solidFill>
                <a:latin typeface="Calibri" pitchFamily="34" charset="0"/>
                <a:ea typeface="宋体" charset="-122"/>
              </a:defRPr>
            </a:lvl7pPr>
            <a:lvl8pPr marL="3429000" indent="-228600" eaLnBrk="0" fontAlgn="base" hangingPunct="0">
              <a:spcBef>
                <a:spcPct val="0"/>
              </a:spcBef>
              <a:spcAft>
                <a:spcPct val="0"/>
              </a:spcAft>
              <a:defRPr>
                <a:solidFill>
                  <a:schemeClr val="tx1"/>
                </a:solidFill>
                <a:latin typeface="Calibri" pitchFamily="34" charset="0"/>
                <a:ea typeface="宋体" charset="-122"/>
              </a:defRPr>
            </a:lvl8pPr>
            <a:lvl9pPr marL="3886200" indent="-228600" eaLnBrk="0" fontAlgn="base" hangingPunct="0">
              <a:spcBef>
                <a:spcPct val="0"/>
              </a:spcBef>
              <a:spcAft>
                <a:spcPct val="0"/>
              </a:spcAft>
              <a:defRPr>
                <a:solidFill>
                  <a:schemeClr val="tx1"/>
                </a:solidFill>
                <a:latin typeface="Calibri" pitchFamily="34" charset="0"/>
                <a:ea typeface="宋体" charset="-122"/>
              </a:defRPr>
            </a:lvl9pPr>
          </a:lstStyle>
          <a:p>
            <a:pPr algn="ctr" eaLnBrk="1" hangingPunct="1">
              <a:spcBef>
                <a:spcPct val="50000"/>
              </a:spcBef>
            </a:pPr>
            <a:r>
              <a:rPr kumimoji="1" lang="en-US" altLang="zh-CN" sz="2800" b="1" dirty="0">
                <a:latin typeface="华文中宋" pitchFamily="2" charset="-122"/>
                <a:ea typeface="华文中宋" pitchFamily="2" charset="-122"/>
              </a:rPr>
              <a:t> </a:t>
            </a:r>
            <a:r>
              <a:rPr kumimoji="1" lang="zh-CN" altLang="en-US" sz="2800" b="1" dirty="0">
                <a:latin typeface="华文中宋" pitchFamily="2" charset="-122"/>
                <a:ea typeface="华文中宋" pitchFamily="2" charset="-122"/>
              </a:rPr>
              <a:t>暂停对</a:t>
            </a:r>
            <a:r>
              <a:rPr kumimoji="1" lang="en-US" altLang="zh-CN" sz="2800" b="1" dirty="0">
                <a:latin typeface="华文中宋" pitchFamily="2" charset="-122"/>
                <a:ea typeface="华文中宋" pitchFamily="2" charset="-122"/>
              </a:rPr>
              <a:t>R4000</a:t>
            </a:r>
            <a:r>
              <a:rPr kumimoji="1" lang="zh-CN" altLang="en-US" sz="2800" b="1" dirty="0">
                <a:latin typeface="华文中宋" pitchFamily="2" charset="-122"/>
                <a:ea typeface="华文中宋" pitchFamily="2" charset="-122"/>
              </a:rPr>
              <a:t>流水线</a:t>
            </a:r>
            <a:r>
              <a:rPr kumimoji="1" lang="en-US" altLang="zh-CN" sz="2800" b="1" dirty="0">
                <a:latin typeface="华文中宋" pitchFamily="2" charset="-122"/>
                <a:ea typeface="华文中宋" pitchFamily="2" charset="-122"/>
              </a:rPr>
              <a:t>CPI</a:t>
            </a:r>
            <a:r>
              <a:rPr kumimoji="1" lang="zh-CN" altLang="en-US" sz="2800" b="1" dirty="0">
                <a:latin typeface="华文中宋" pitchFamily="2" charset="-122"/>
                <a:ea typeface="华文中宋" pitchFamily="2" charset="-122"/>
              </a:rPr>
              <a:t>的影响</a:t>
            </a:r>
          </a:p>
        </p:txBody>
      </p:sp>
      <p:sp>
        <p:nvSpPr>
          <p:cNvPr id="35844" name="Text Box 97"/>
          <p:cNvSpPr txBox="1">
            <a:spLocks noChangeArrowheads="1"/>
          </p:cNvSpPr>
          <p:nvPr/>
        </p:nvSpPr>
        <p:spPr bwMode="auto">
          <a:xfrm>
            <a:off x="827088" y="1484313"/>
            <a:ext cx="7653337" cy="4146550"/>
          </a:xfrm>
          <a:prstGeom prst="rect">
            <a:avLst/>
          </a:prstGeom>
          <a:noFill/>
          <a:ln w="38100">
            <a:solidFill>
              <a:srgbClr val="36F28B"/>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a:solidFill>
                  <a:schemeClr val="tx1"/>
                </a:solidFill>
                <a:latin typeface="Calibri" pitchFamily="34" charset="0"/>
                <a:ea typeface="宋体" charset="-122"/>
              </a:defRPr>
            </a:lvl1pPr>
            <a:lvl2pPr marL="742950" indent="-285750" eaLnBrk="0" hangingPunct="0">
              <a:defRPr>
                <a:solidFill>
                  <a:schemeClr val="tx1"/>
                </a:solidFill>
                <a:latin typeface="Calibri" pitchFamily="34" charset="0"/>
                <a:ea typeface="宋体" charset="-122"/>
              </a:defRPr>
            </a:lvl2pPr>
            <a:lvl3pPr marL="1143000" indent="-228600" eaLnBrk="0" hangingPunct="0">
              <a:defRPr>
                <a:solidFill>
                  <a:schemeClr val="tx1"/>
                </a:solidFill>
                <a:latin typeface="Calibri" pitchFamily="34" charset="0"/>
                <a:ea typeface="宋体" charset="-122"/>
              </a:defRPr>
            </a:lvl3pPr>
            <a:lvl4pPr marL="1600200" indent="-228600" eaLnBrk="0" hangingPunct="0">
              <a:defRPr>
                <a:solidFill>
                  <a:schemeClr val="tx1"/>
                </a:solidFill>
                <a:latin typeface="Calibri" pitchFamily="34" charset="0"/>
                <a:ea typeface="宋体" charset="-122"/>
              </a:defRPr>
            </a:lvl4pPr>
            <a:lvl5pPr marL="2057400" indent="-228600" eaLnBrk="0" hangingPunct="0">
              <a:defRPr>
                <a:solidFill>
                  <a:schemeClr val="tx1"/>
                </a:solidFill>
                <a:latin typeface="Calibri" pitchFamily="34" charset="0"/>
                <a:ea typeface="宋体" charset="-122"/>
              </a:defRPr>
            </a:lvl5pPr>
            <a:lvl6pPr marL="2514600" indent="-228600" eaLnBrk="0" fontAlgn="base" hangingPunct="0">
              <a:spcBef>
                <a:spcPct val="0"/>
              </a:spcBef>
              <a:spcAft>
                <a:spcPct val="0"/>
              </a:spcAft>
              <a:defRPr>
                <a:solidFill>
                  <a:schemeClr val="tx1"/>
                </a:solidFill>
                <a:latin typeface="Calibri" pitchFamily="34" charset="0"/>
                <a:ea typeface="宋体" charset="-122"/>
              </a:defRPr>
            </a:lvl6pPr>
            <a:lvl7pPr marL="2971800" indent="-228600" eaLnBrk="0" fontAlgn="base" hangingPunct="0">
              <a:spcBef>
                <a:spcPct val="0"/>
              </a:spcBef>
              <a:spcAft>
                <a:spcPct val="0"/>
              </a:spcAft>
              <a:defRPr>
                <a:solidFill>
                  <a:schemeClr val="tx1"/>
                </a:solidFill>
                <a:latin typeface="Calibri" pitchFamily="34" charset="0"/>
                <a:ea typeface="宋体" charset="-122"/>
              </a:defRPr>
            </a:lvl7pPr>
            <a:lvl8pPr marL="3429000" indent="-228600" eaLnBrk="0" fontAlgn="base" hangingPunct="0">
              <a:spcBef>
                <a:spcPct val="0"/>
              </a:spcBef>
              <a:spcAft>
                <a:spcPct val="0"/>
              </a:spcAft>
              <a:defRPr>
                <a:solidFill>
                  <a:schemeClr val="tx1"/>
                </a:solidFill>
                <a:latin typeface="Calibri" pitchFamily="34" charset="0"/>
                <a:ea typeface="宋体" charset="-122"/>
              </a:defRPr>
            </a:lvl8pPr>
            <a:lvl9pPr marL="3886200" indent="-228600" eaLnBrk="0" fontAlgn="base" hangingPunct="0">
              <a:spcBef>
                <a:spcPct val="0"/>
              </a:spcBef>
              <a:spcAft>
                <a:spcPct val="0"/>
              </a:spcAft>
              <a:defRPr>
                <a:solidFill>
                  <a:schemeClr val="tx1"/>
                </a:solidFill>
                <a:latin typeface="Calibri" pitchFamily="34" charset="0"/>
                <a:ea typeface="宋体" charset="-122"/>
              </a:defRPr>
            </a:lvl9pPr>
          </a:lstStyle>
          <a:p>
            <a:pPr eaLnBrk="1" hangingPunct="1"/>
            <a:r>
              <a:rPr lang="zh-CN" altLang="en-US" sz="2400" b="1">
                <a:latin typeface="华文中宋" pitchFamily="2" charset="-122"/>
                <a:ea typeface="华文中宋" pitchFamily="2" charset="-122"/>
              </a:rPr>
              <a:t>整数平均：		流水线</a:t>
            </a:r>
            <a:r>
              <a:rPr lang="en-US" altLang="zh-CN" sz="2400" b="1">
                <a:latin typeface="华文中宋" pitchFamily="2" charset="-122"/>
                <a:ea typeface="华文中宋" pitchFamily="2" charset="-122"/>
              </a:rPr>
              <a:t>CPI		         1.54    </a:t>
            </a:r>
          </a:p>
          <a:p>
            <a:pPr eaLnBrk="1" hangingPunct="1"/>
            <a:r>
              <a:rPr lang="en-US" altLang="zh-CN" sz="2400" b="1">
                <a:latin typeface="华文中宋" pitchFamily="2" charset="-122"/>
                <a:ea typeface="华文中宋" pitchFamily="2" charset="-122"/>
              </a:rPr>
              <a:t>		</a:t>
            </a:r>
            <a:r>
              <a:rPr lang="zh-CN" altLang="en-US" sz="2400" b="1">
                <a:latin typeface="华文中宋" pitchFamily="2" charset="-122"/>
                <a:ea typeface="华文中宋" pitchFamily="2" charset="-122"/>
              </a:rPr>
              <a:t>载入暂停时钟周期数		</a:t>
            </a:r>
            <a:r>
              <a:rPr lang="en-US" altLang="zh-CN" sz="2400" b="1">
                <a:latin typeface="华文中宋" pitchFamily="2" charset="-122"/>
                <a:ea typeface="华文中宋" pitchFamily="2" charset="-122"/>
              </a:rPr>
              <a:t>0.16</a:t>
            </a:r>
          </a:p>
          <a:p>
            <a:pPr eaLnBrk="1" hangingPunct="1"/>
            <a:r>
              <a:rPr lang="en-US" altLang="zh-CN" sz="2400" b="1">
                <a:latin typeface="华文中宋" pitchFamily="2" charset="-122"/>
                <a:ea typeface="华文中宋" pitchFamily="2" charset="-122"/>
              </a:rPr>
              <a:t>		</a:t>
            </a:r>
            <a:r>
              <a:rPr lang="zh-CN" altLang="en-US" sz="2400" b="1">
                <a:latin typeface="华文中宋" pitchFamily="2" charset="-122"/>
                <a:ea typeface="华文中宋" pitchFamily="2" charset="-122"/>
              </a:rPr>
              <a:t>分支暂停时钟周期数		</a:t>
            </a:r>
            <a:r>
              <a:rPr lang="en-US" altLang="zh-CN" sz="2400" b="1">
                <a:latin typeface="华文中宋" pitchFamily="2" charset="-122"/>
                <a:ea typeface="华文中宋" pitchFamily="2" charset="-122"/>
              </a:rPr>
              <a:t>0.38</a:t>
            </a:r>
          </a:p>
          <a:p>
            <a:pPr eaLnBrk="1" hangingPunct="1"/>
            <a:r>
              <a:rPr lang="en-US" altLang="zh-CN" sz="2400" b="1">
                <a:latin typeface="华文中宋" pitchFamily="2" charset="-122"/>
                <a:ea typeface="华文中宋" pitchFamily="2" charset="-122"/>
              </a:rPr>
              <a:t>		</a:t>
            </a:r>
            <a:r>
              <a:rPr lang="zh-CN" altLang="en-US" sz="2400" b="1">
                <a:latin typeface="华文中宋" pitchFamily="2" charset="-122"/>
                <a:ea typeface="华文中宋" pitchFamily="2" charset="-122"/>
              </a:rPr>
              <a:t>浮点结果暂停时钟周期数	         </a:t>
            </a:r>
            <a:r>
              <a:rPr lang="en-US" altLang="zh-CN" sz="2400" b="1">
                <a:latin typeface="华文中宋" pitchFamily="2" charset="-122"/>
                <a:ea typeface="华文中宋" pitchFamily="2" charset="-122"/>
              </a:rPr>
              <a:t>0.00</a:t>
            </a:r>
          </a:p>
          <a:p>
            <a:pPr eaLnBrk="1" hangingPunct="1"/>
            <a:r>
              <a:rPr lang="en-US" altLang="zh-CN" sz="2400" b="1">
                <a:latin typeface="华文中宋" pitchFamily="2" charset="-122"/>
                <a:ea typeface="华文中宋" pitchFamily="2" charset="-122"/>
              </a:rPr>
              <a:t>		</a:t>
            </a:r>
            <a:r>
              <a:rPr lang="zh-CN" altLang="en-US" sz="2400" b="1">
                <a:latin typeface="华文中宋" pitchFamily="2" charset="-122"/>
                <a:ea typeface="华文中宋" pitchFamily="2" charset="-122"/>
              </a:rPr>
              <a:t>浮点结构性暂停时钟周期数	</a:t>
            </a:r>
            <a:r>
              <a:rPr lang="en-US" altLang="zh-CN" sz="2400" b="1">
                <a:latin typeface="华文中宋" pitchFamily="2" charset="-122"/>
                <a:ea typeface="华文中宋" pitchFamily="2" charset="-122"/>
              </a:rPr>
              <a:t>0.00</a:t>
            </a:r>
          </a:p>
          <a:p>
            <a:pPr eaLnBrk="1" hangingPunct="1"/>
            <a:endParaRPr lang="en-US" altLang="zh-CN" sz="2400" b="1">
              <a:latin typeface="华文中宋" pitchFamily="2" charset="-122"/>
              <a:ea typeface="华文中宋" pitchFamily="2" charset="-122"/>
            </a:endParaRPr>
          </a:p>
          <a:p>
            <a:pPr eaLnBrk="1" hangingPunct="1"/>
            <a:r>
              <a:rPr lang="zh-CN" altLang="en-US" sz="2400" b="1">
                <a:latin typeface="华文中宋" pitchFamily="2" charset="-122"/>
                <a:ea typeface="华文中宋" pitchFamily="2" charset="-122"/>
              </a:rPr>
              <a:t>浮点平均：		流水线</a:t>
            </a:r>
            <a:r>
              <a:rPr lang="en-US" altLang="zh-CN" sz="2400" b="1">
                <a:latin typeface="华文中宋" pitchFamily="2" charset="-122"/>
                <a:ea typeface="华文中宋" pitchFamily="2" charset="-122"/>
              </a:rPr>
              <a:t>CPI		         2.48</a:t>
            </a:r>
          </a:p>
          <a:p>
            <a:pPr eaLnBrk="1" hangingPunct="1"/>
            <a:r>
              <a:rPr lang="en-US" altLang="zh-CN" sz="2400" b="1">
                <a:latin typeface="华文中宋" pitchFamily="2" charset="-122"/>
                <a:ea typeface="华文中宋" pitchFamily="2" charset="-122"/>
              </a:rPr>
              <a:t>		</a:t>
            </a:r>
            <a:r>
              <a:rPr lang="zh-CN" altLang="en-US" sz="2400" b="1">
                <a:latin typeface="华文中宋" pitchFamily="2" charset="-122"/>
                <a:ea typeface="华文中宋" pitchFamily="2" charset="-122"/>
              </a:rPr>
              <a:t>载入暂停时钟周期数		</a:t>
            </a:r>
            <a:r>
              <a:rPr lang="en-US" altLang="zh-CN" sz="2400" b="1">
                <a:latin typeface="华文中宋" pitchFamily="2" charset="-122"/>
                <a:ea typeface="华文中宋" pitchFamily="2" charset="-122"/>
              </a:rPr>
              <a:t>0.10</a:t>
            </a:r>
          </a:p>
          <a:p>
            <a:pPr eaLnBrk="1" hangingPunct="1"/>
            <a:r>
              <a:rPr lang="en-US" altLang="zh-CN" sz="2400" b="1">
                <a:latin typeface="华文中宋" pitchFamily="2" charset="-122"/>
                <a:ea typeface="华文中宋" pitchFamily="2" charset="-122"/>
              </a:rPr>
              <a:t>		</a:t>
            </a:r>
            <a:r>
              <a:rPr lang="zh-CN" altLang="en-US" sz="2400" b="1">
                <a:latin typeface="华文中宋" pitchFamily="2" charset="-122"/>
                <a:ea typeface="华文中宋" pitchFamily="2" charset="-122"/>
              </a:rPr>
              <a:t>分支暂停时钟周期数		</a:t>
            </a:r>
            <a:r>
              <a:rPr lang="en-US" altLang="zh-CN" sz="2400" b="1">
                <a:latin typeface="华文中宋" pitchFamily="2" charset="-122"/>
                <a:ea typeface="华文中宋" pitchFamily="2" charset="-122"/>
              </a:rPr>
              <a:t>0.33</a:t>
            </a:r>
          </a:p>
          <a:p>
            <a:pPr eaLnBrk="1" hangingPunct="1"/>
            <a:r>
              <a:rPr lang="en-US" altLang="zh-CN" sz="2400" b="1">
                <a:latin typeface="华文中宋" pitchFamily="2" charset="-122"/>
                <a:ea typeface="华文中宋" pitchFamily="2" charset="-122"/>
              </a:rPr>
              <a:t>		</a:t>
            </a:r>
            <a:r>
              <a:rPr lang="zh-CN" altLang="en-US" sz="2400" b="1">
                <a:latin typeface="华文中宋" pitchFamily="2" charset="-122"/>
                <a:ea typeface="华文中宋" pitchFamily="2" charset="-122"/>
              </a:rPr>
              <a:t>浮点结果暂停时钟周期数	         </a:t>
            </a:r>
            <a:r>
              <a:rPr lang="en-US" altLang="zh-CN" sz="2400" b="1">
                <a:latin typeface="华文中宋" pitchFamily="2" charset="-122"/>
                <a:ea typeface="华文中宋" pitchFamily="2" charset="-122"/>
              </a:rPr>
              <a:t>0.95</a:t>
            </a:r>
          </a:p>
          <a:p>
            <a:pPr eaLnBrk="1" hangingPunct="1"/>
            <a:r>
              <a:rPr lang="en-US" altLang="zh-CN" sz="2400" b="1">
                <a:latin typeface="华文中宋" pitchFamily="2" charset="-122"/>
                <a:ea typeface="华文中宋" pitchFamily="2" charset="-122"/>
              </a:rPr>
              <a:t>		</a:t>
            </a:r>
            <a:r>
              <a:rPr lang="zh-CN" altLang="en-US" sz="2400" b="1">
                <a:latin typeface="华文中宋" pitchFamily="2" charset="-122"/>
                <a:ea typeface="华文中宋" pitchFamily="2" charset="-122"/>
              </a:rPr>
              <a:t>浮点结构性暂停时钟周期数	</a:t>
            </a:r>
            <a:r>
              <a:rPr lang="en-US" altLang="zh-CN" sz="2400" b="1">
                <a:latin typeface="华文中宋" pitchFamily="2" charset="-122"/>
                <a:ea typeface="华文中宋" pitchFamily="2" charset="-122"/>
              </a:rPr>
              <a:t>0.18</a:t>
            </a:r>
          </a:p>
        </p:txBody>
      </p:sp>
      <p:sp>
        <p:nvSpPr>
          <p:cNvPr id="35845" name="Line 98"/>
          <p:cNvSpPr>
            <a:spLocks noChangeShapeType="1"/>
          </p:cNvSpPr>
          <p:nvPr/>
        </p:nvSpPr>
        <p:spPr bwMode="auto">
          <a:xfrm>
            <a:off x="828675" y="3573463"/>
            <a:ext cx="7631113" cy="0"/>
          </a:xfrm>
          <a:prstGeom prst="line">
            <a:avLst/>
          </a:prstGeom>
          <a:noFill/>
          <a:ln w="38100">
            <a:solidFill>
              <a:srgbClr val="36F28B"/>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 name="日期占位符 1">
            <a:extLst>
              <a:ext uri="{FF2B5EF4-FFF2-40B4-BE49-F238E27FC236}">
                <a16:creationId xmlns:a16="http://schemas.microsoft.com/office/drawing/2014/main" id="{935B7A2F-8DDE-248A-D38B-0A3FCE97DC8D}"/>
              </a:ext>
            </a:extLst>
          </p:cNvPr>
          <p:cNvSpPr>
            <a:spLocks noGrp="1"/>
          </p:cNvSpPr>
          <p:nvPr>
            <p:ph type="dt" sz="half" idx="10"/>
          </p:nvPr>
        </p:nvSpPr>
        <p:spPr/>
        <p:txBody>
          <a:bodyPr/>
          <a:lstStyle/>
          <a:p>
            <a:pPr>
              <a:defRPr/>
            </a:pPr>
            <a:fld id="{41DE8063-74AE-4375-BDFB-98B9D94A3277}" type="datetime1">
              <a:rPr lang="zh-CN" altLang="en-US" smtClean="0"/>
              <a:t>2025/10/16</a:t>
            </a:fld>
            <a:endParaRPr lang="en-US" altLang="zh-CN"/>
          </a:p>
        </p:txBody>
      </p:sp>
      <p:sp>
        <p:nvSpPr>
          <p:cNvPr id="3" name="页脚占位符 2">
            <a:extLst>
              <a:ext uri="{FF2B5EF4-FFF2-40B4-BE49-F238E27FC236}">
                <a16:creationId xmlns:a16="http://schemas.microsoft.com/office/drawing/2014/main" id="{F2B1CA85-CE7A-7ABE-54A3-F3E37EF9D3ED}"/>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346B0396-F1E3-1F03-AC70-22F5BC62A5DE}"/>
              </a:ext>
            </a:extLst>
          </p:cNvPr>
          <p:cNvSpPr>
            <a:spLocks noGrp="1"/>
          </p:cNvSpPr>
          <p:nvPr>
            <p:ph type="sldNum" sz="quarter" idx="12"/>
          </p:nvPr>
        </p:nvSpPr>
        <p:spPr/>
        <p:txBody>
          <a:bodyPr/>
          <a:lstStyle/>
          <a:p>
            <a:pPr>
              <a:defRPr/>
            </a:pPr>
            <a:fld id="{65B7EA61-351E-4105-9AD9-76D38C6E9934}" type="slidenum">
              <a:rPr lang="zh-CN" altLang="en-US" smtClean="0"/>
              <a:t>14</a:t>
            </a:fld>
            <a:endParaRPr lang="en-US" altLang="zh-CN"/>
          </a:p>
        </p:txBody>
      </p:sp>
    </p:spTree>
    <p:extLst>
      <p:ext uri="{BB962C8B-B14F-4D97-AF65-F5344CB8AC3E}">
        <p14:creationId xmlns:p14="http://schemas.microsoft.com/office/powerpoint/2010/main" val="1130625032"/>
      </p:ext>
    </p:extLst>
  </p:cSld>
  <p:clrMapOvr>
    <a:masterClrMapping/>
  </p:clrMapOvr>
  <p:transition spd="slow"/>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ext Box 2"/>
          <p:cNvSpPr txBox="1">
            <a:spLocks noChangeArrowheads="1"/>
          </p:cNvSpPr>
          <p:nvPr/>
        </p:nvSpPr>
        <p:spPr bwMode="auto">
          <a:xfrm>
            <a:off x="611188" y="1268413"/>
            <a:ext cx="7488237" cy="452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Calibri" pitchFamily="34" charset="0"/>
                <a:ea typeface="宋体" charset="-122"/>
              </a:defRPr>
            </a:lvl1pPr>
            <a:lvl2pPr marL="742950" indent="-285750" eaLnBrk="0" hangingPunct="0">
              <a:defRPr>
                <a:solidFill>
                  <a:schemeClr val="tx1"/>
                </a:solidFill>
                <a:latin typeface="Calibri" pitchFamily="34" charset="0"/>
                <a:ea typeface="宋体" charset="-122"/>
              </a:defRPr>
            </a:lvl2pPr>
            <a:lvl3pPr marL="1143000" indent="-228600" eaLnBrk="0" hangingPunct="0">
              <a:defRPr>
                <a:solidFill>
                  <a:schemeClr val="tx1"/>
                </a:solidFill>
                <a:latin typeface="Calibri" pitchFamily="34" charset="0"/>
                <a:ea typeface="宋体" charset="-122"/>
              </a:defRPr>
            </a:lvl3pPr>
            <a:lvl4pPr marL="1600200" indent="-228600" eaLnBrk="0" hangingPunct="0">
              <a:defRPr>
                <a:solidFill>
                  <a:schemeClr val="tx1"/>
                </a:solidFill>
                <a:latin typeface="Calibri" pitchFamily="34" charset="0"/>
                <a:ea typeface="宋体" charset="-122"/>
              </a:defRPr>
            </a:lvl4pPr>
            <a:lvl5pPr marL="2057400" indent="-228600" eaLnBrk="0" hangingPunct="0">
              <a:defRPr>
                <a:solidFill>
                  <a:schemeClr val="tx1"/>
                </a:solidFill>
                <a:latin typeface="Calibri" pitchFamily="34" charset="0"/>
                <a:ea typeface="宋体" charset="-122"/>
              </a:defRPr>
            </a:lvl5pPr>
            <a:lvl6pPr marL="2514600" indent="-228600" eaLnBrk="0" fontAlgn="base" hangingPunct="0">
              <a:spcBef>
                <a:spcPct val="0"/>
              </a:spcBef>
              <a:spcAft>
                <a:spcPct val="0"/>
              </a:spcAft>
              <a:defRPr>
                <a:solidFill>
                  <a:schemeClr val="tx1"/>
                </a:solidFill>
                <a:latin typeface="Calibri" pitchFamily="34" charset="0"/>
                <a:ea typeface="宋体" charset="-122"/>
              </a:defRPr>
            </a:lvl6pPr>
            <a:lvl7pPr marL="2971800" indent="-228600" eaLnBrk="0" fontAlgn="base" hangingPunct="0">
              <a:spcBef>
                <a:spcPct val="0"/>
              </a:spcBef>
              <a:spcAft>
                <a:spcPct val="0"/>
              </a:spcAft>
              <a:defRPr>
                <a:solidFill>
                  <a:schemeClr val="tx1"/>
                </a:solidFill>
                <a:latin typeface="Calibri" pitchFamily="34" charset="0"/>
                <a:ea typeface="宋体" charset="-122"/>
              </a:defRPr>
            </a:lvl7pPr>
            <a:lvl8pPr marL="3429000" indent="-228600" eaLnBrk="0" fontAlgn="base" hangingPunct="0">
              <a:spcBef>
                <a:spcPct val="0"/>
              </a:spcBef>
              <a:spcAft>
                <a:spcPct val="0"/>
              </a:spcAft>
              <a:defRPr>
                <a:solidFill>
                  <a:schemeClr val="tx1"/>
                </a:solidFill>
                <a:latin typeface="Calibri" pitchFamily="34" charset="0"/>
                <a:ea typeface="宋体" charset="-122"/>
              </a:defRPr>
            </a:lvl8pPr>
            <a:lvl9pPr marL="3886200" indent="-228600" eaLnBrk="0" fontAlgn="base" hangingPunct="0">
              <a:spcBef>
                <a:spcPct val="0"/>
              </a:spcBef>
              <a:spcAft>
                <a:spcPct val="0"/>
              </a:spcAft>
              <a:defRPr>
                <a:solidFill>
                  <a:schemeClr val="tx1"/>
                </a:solidFill>
                <a:latin typeface="Calibri" pitchFamily="34" charset="0"/>
                <a:ea typeface="宋体" charset="-122"/>
              </a:defRPr>
            </a:lvl9pPr>
          </a:lstStyle>
          <a:p>
            <a:pPr eaLnBrk="1" hangingPunct="1">
              <a:spcBef>
                <a:spcPct val="100000"/>
              </a:spcBef>
              <a:buFont typeface="Wingdings" panose="05000000000000000000" pitchFamily="2" charset="2"/>
              <a:buChar char="n"/>
            </a:pPr>
            <a:r>
              <a:rPr lang="zh-CN" altLang="en-US" sz="2400" b="1" dirty="0">
                <a:latin typeface="Times New Roman" panose="02020603050405020304" pitchFamily="18" charset="0"/>
                <a:ea typeface="+mn-ea"/>
                <a:cs typeface="Times New Roman" panose="02020603050405020304" pitchFamily="18" charset="0"/>
              </a:rPr>
              <a:t>什么是向量机？</a:t>
            </a:r>
          </a:p>
          <a:p>
            <a:pPr eaLnBrk="1" hangingPunct="1">
              <a:spcBef>
                <a:spcPct val="100000"/>
              </a:spcBef>
            </a:pPr>
            <a:r>
              <a:rPr lang="zh-CN" altLang="en-US" sz="2400" b="1" dirty="0">
                <a:latin typeface="Times New Roman" panose="02020603050405020304" pitchFamily="18" charset="0"/>
                <a:ea typeface="+mn-ea"/>
                <a:cs typeface="Times New Roman" panose="02020603050405020304" pitchFamily="18" charset="0"/>
              </a:rPr>
              <a:t>	具有向量数据表示和相应向量指令的流水线处理机称为</a:t>
            </a:r>
            <a:r>
              <a:rPr lang="zh-CN" altLang="en-US" sz="2400" b="1" dirty="0">
                <a:solidFill>
                  <a:schemeClr val="accent2"/>
                </a:solidFill>
                <a:latin typeface="Times New Roman" panose="02020603050405020304" pitchFamily="18" charset="0"/>
                <a:ea typeface="+mn-ea"/>
                <a:cs typeface="Times New Roman" panose="02020603050405020304" pitchFamily="18" charset="0"/>
              </a:rPr>
              <a:t>向量流水线处理机</a:t>
            </a:r>
            <a:r>
              <a:rPr lang="zh-CN" altLang="en-US" sz="2400" b="1" dirty="0">
                <a:latin typeface="Times New Roman" panose="02020603050405020304" pitchFamily="18" charset="0"/>
                <a:ea typeface="+mn-ea"/>
                <a:cs typeface="Times New Roman" panose="02020603050405020304" pitchFamily="18" charset="0"/>
              </a:rPr>
              <a:t>，也称</a:t>
            </a:r>
            <a:r>
              <a:rPr lang="zh-CN" altLang="en-US" sz="2400" b="1" dirty="0">
                <a:solidFill>
                  <a:schemeClr val="accent2"/>
                </a:solidFill>
                <a:latin typeface="Times New Roman" panose="02020603050405020304" pitchFamily="18" charset="0"/>
                <a:ea typeface="+mn-ea"/>
                <a:cs typeface="Times New Roman" panose="02020603050405020304" pitchFamily="18" charset="0"/>
              </a:rPr>
              <a:t>向量处理机</a:t>
            </a:r>
            <a:r>
              <a:rPr lang="zh-CN" altLang="en-US" sz="2400" b="1" dirty="0">
                <a:latin typeface="Times New Roman" panose="02020603050405020304" pitchFamily="18" charset="0"/>
                <a:ea typeface="+mn-ea"/>
                <a:cs typeface="Times New Roman" panose="02020603050405020304" pitchFamily="18" charset="0"/>
              </a:rPr>
              <a:t>。</a:t>
            </a:r>
          </a:p>
          <a:p>
            <a:pPr eaLnBrk="1" hangingPunct="1">
              <a:spcBef>
                <a:spcPct val="100000"/>
              </a:spcBef>
            </a:pPr>
            <a:r>
              <a:rPr lang="zh-CN" altLang="en-US" sz="2400" b="1" dirty="0">
                <a:latin typeface="Times New Roman" panose="02020603050405020304" pitchFamily="18" charset="0"/>
                <a:ea typeface="+mn-ea"/>
                <a:cs typeface="Times New Roman" panose="02020603050405020304" pitchFamily="18" charset="0"/>
              </a:rPr>
              <a:t>	与之对应的是标量处理机，不支持向量数据表示，没有提供向量指令。</a:t>
            </a:r>
          </a:p>
          <a:p>
            <a:pPr eaLnBrk="1" hangingPunct="1">
              <a:spcBef>
                <a:spcPct val="100000"/>
              </a:spcBef>
              <a:buFont typeface="Wingdings" panose="05000000000000000000" pitchFamily="2" charset="2"/>
              <a:buChar char="n"/>
            </a:pPr>
            <a:r>
              <a:rPr lang="zh-CN" altLang="en-US" sz="2400" b="1" dirty="0">
                <a:latin typeface="Times New Roman" panose="02020603050405020304" pitchFamily="18" charset="0"/>
                <a:ea typeface="+mn-ea"/>
                <a:cs typeface="Times New Roman" panose="02020603050405020304" pitchFamily="18" charset="0"/>
              </a:rPr>
              <a:t>一个简单的</a:t>
            </a:r>
            <a:r>
              <a:rPr lang="en-US" altLang="zh-CN" sz="2400" b="1" dirty="0">
                <a:latin typeface="Times New Roman" panose="02020603050405020304" pitchFamily="18" charset="0"/>
                <a:ea typeface="+mn-ea"/>
                <a:cs typeface="Times New Roman" panose="02020603050405020304" pitchFamily="18" charset="0"/>
              </a:rPr>
              <a:t>FORTRAN</a:t>
            </a:r>
            <a:r>
              <a:rPr lang="zh-CN" altLang="en-US" sz="2400" b="1" dirty="0">
                <a:latin typeface="Times New Roman" panose="02020603050405020304" pitchFamily="18" charset="0"/>
                <a:ea typeface="+mn-ea"/>
                <a:cs typeface="Times New Roman" panose="02020603050405020304" pitchFamily="18" charset="0"/>
              </a:rPr>
              <a:t>循环程序</a:t>
            </a:r>
          </a:p>
          <a:p>
            <a:pPr eaLnBrk="1" hangingPunct="1">
              <a:spcBef>
                <a:spcPct val="100000"/>
              </a:spcBef>
            </a:pPr>
            <a:r>
              <a:rPr lang="zh-CN" altLang="en-US" sz="2400" b="1" dirty="0">
                <a:latin typeface="Times New Roman" panose="02020603050405020304" pitchFamily="18" charset="0"/>
                <a:ea typeface="+mn-ea"/>
                <a:cs typeface="Times New Roman" panose="02020603050405020304" pitchFamily="18" charset="0"/>
              </a:rPr>
              <a:t>			</a:t>
            </a:r>
            <a:r>
              <a:rPr lang="en-US" altLang="zh-CN" sz="2400" b="1" dirty="0">
                <a:latin typeface="Times New Roman" panose="02020603050405020304" pitchFamily="18" charset="0"/>
                <a:ea typeface="+mn-ea"/>
                <a:cs typeface="Times New Roman" panose="02020603050405020304" pitchFamily="18" charset="0"/>
              </a:rPr>
              <a:t>DO 10 i=1,N</a:t>
            </a:r>
          </a:p>
          <a:p>
            <a:pPr eaLnBrk="1" hangingPunct="1"/>
            <a:r>
              <a:rPr lang="en-US" altLang="zh-CN" sz="2400" b="1" dirty="0">
                <a:latin typeface="Times New Roman" panose="02020603050405020304" pitchFamily="18" charset="0"/>
                <a:ea typeface="+mn-ea"/>
                <a:cs typeface="Times New Roman" panose="02020603050405020304" pitchFamily="18" charset="0"/>
              </a:rPr>
              <a:t>		10	d[i] = a[i]*(b[i]+c[i])</a:t>
            </a:r>
          </a:p>
        </p:txBody>
      </p:sp>
      <p:sp>
        <p:nvSpPr>
          <p:cNvPr id="121859" name="Rectangle 3"/>
          <p:cNvSpPr>
            <a:spLocks noChangeArrowheads="1"/>
          </p:cNvSpPr>
          <p:nvPr/>
        </p:nvSpPr>
        <p:spPr bwMode="auto">
          <a:xfrm>
            <a:off x="1043608" y="260350"/>
            <a:ext cx="7200900" cy="676275"/>
          </a:xfrm>
          <a:prstGeom prst="rect">
            <a:avLst/>
          </a:prstGeom>
          <a:noFill/>
          <a:ln w="9525" algn="ctr">
            <a:noFill/>
            <a:miter lim="800000"/>
            <a:headEnd/>
            <a:tailEnd/>
          </a:ln>
          <a:effectLst/>
        </p:spPr>
        <p:txBody>
          <a:bodyPr anchor="b"/>
          <a:lstStyle/>
          <a:p>
            <a:pPr algn="ctr">
              <a:defRPr/>
            </a:pPr>
            <a:r>
              <a:rPr lang="en-US" altLang="zh-CN" sz="3600" dirty="0">
                <a:latin typeface="Times New Roman" panose="02020603050405020304" pitchFamily="18" charset="0"/>
                <a:cs typeface="Times New Roman" panose="02020603050405020304" pitchFamily="18" charset="0"/>
              </a:rPr>
              <a:t>3.5 </a:t>
            </a:r>
            <a:r>
              <a:rPr lang="zh-CN" altLang="en-US" sz="3600" dirty="0">
                <a:latin typeface="Times New Roman" panose="02020603050405020304" pitchFamily="18" charset="0"/>
                <a:cs typeface="Times New Roman" panose="02020603050405020304" pitchFamily="18" charset="0"/>
              </a:rPr>
              <a:t>向量处理机实例：</a:t>
            </a:r>
            <a:r>
              <a:rPr lang="en-US" altLang="zh-CN" sz="3600" dirty="0">
                <a:latin typeface="Times New Roman" panose="02020603050405020304" pitchFamily="18" charset="0"/>
                <a:cs typeface="Times New Roman" panose="02020603050405020304" pitchFamily="18" charset="0"/>
              </a:rPr>
              <a:t>Cray-I</a:t>
            </a:r>
          </a:p>
        </p:txBody>
      </p:sp>
      <p:sp>
        <p:nvSpPr>
          <p:cNvPr id="2" name="日期占位符 1">
            <a:extLst>
              <a:ext uri="{FF2B5EF4-FFF2-40B4-BE49-F238E27FC236}">
                <a16:creationId xmlns:a16="http://schemas.microsoft.com/office/drawing/2014/main" id="{AE617772-9ABD-E8B7-0E1A-90804E078C9E}"/>
              </a:ext>
            </a:extLst>
          </p:cNvPr>
          <p:cNvSpPr>
            <a:spLocks noGrp="1"/>
          </p:cNvSpPr>
          <p:nvPr>
            <p:ph type="dt" sz="half" idx="10"/>
          </p:nvPr>
        </p:nvSpPr>
        <p:spPr/>
        <p:txBody>
          <a:bodyPr/>
          <a:lstStyle/>
          <a:p>
            <a:pPr>
              <a:defRPr/>
            </a:pPr>
            <a:fld id="{6AF608CD-EC81-426F-86F9-84D7FB3C2F13}" type="datetime1">
              <a:rPr lang="zh-CN" altLang="en-US" smtClean="0"/>
              <a:t>2025/10/16</a:t>
            </a:fld>
            <a:endParaRPr lang="en-US" altLang="zh-CN"/>
          </a:p>
        </p:txBody>
      </p:sp>
      <p:sp>
        <p:nvSpPr>
          <p:cNvPr id="3" name="页脚占位符 2">
            <a:extLst>
              <a:ext uri="{FF2B5EF4-FFF2-40B4-BE49-F238E27FC236}">
                <a16:creationId xmlns:a16="http://schemas.microsoft.com/office/drawing/2014/main" id="{4932A79B-B373-8575-0214-499804D7B41B}"/>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48DBAB0D-4B09-3DD2-D228-D7F51D49AAF8}"/>
              </a:ext>
            </a:extLst>
          </p:cNvPr>
          <p:cNvSpPr>
            <a:spLocks noGrp="1"/>
          </p:cNvSpPr>
          <p:nvPr>
            <p:ph type="sldNum" sz="quarter" idx="12"/>
          </p:nvPr>
        </p:nvSpPr>
        <p:spPr/>
        <p:txBody>
          <a:bodyPr/>
          <a:lstStyle/>
          <a:p>
            <a:pPr>
              <a:defRPr/>
            </a:pPr>
            <a:fld id="{8BCAC33D-D29A-48B3-BCD6-381D3D720D26}" type="slidenum">
              <a:rPr lang="zh-CN" altLang="en-US" smtClean="0"/>
              <a:t>15</a:t>
            </a:fld>
            <a:endParaRPr lang="en-US" altLang="zh-CN"/>
          </a:p>
        </p:txBody>
      </p:sp>
    </p:spTree>
    <p:extLst>
      <p:ext uri="{BB962C8B-B14F-4D97-AF65-F5344CB8AC3E}">
        <p14:creationId xmlns:p14="http://schemas.microsoft.com/office/powerpoint/2010/main" val="1608183492"/>
      </p:ext>
    </p:extLst>
  </p:cSld>
  <p:clrMapOvr>
    <a:masterClrMapping/>
  </p:clrMapOvr>
  <p:transition spd="slow"/>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 Box 2">
            <a:extLst>
              <a:ext uri="{FF2B5EF4-FFF2-40B4-BE49-F238E27FC236}">
                <a16:creationId xmlns:a16="http://schemas.microsoft.com/office/drawing/2014/main" id="{439980AE-76EF-4AA0-9535-4FEC81751596}"/>
              </a:ext>
            </a:extLst>
          </p:cNvPr>
          <p:cNvSpPr txBox="1">
            <a:spLocks noChangeArrowheads="1"/>
          </p:cNvSpPr>
          <p:nvPr/>
        </p:nvSpPr>
        <p:spPr bwMode="auto">
          <a:xfrm>
            <a:off x="611560" y="620688"/>
            <a:ext cx="7560840" cy="48320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a:solidFill>
                  <a:schemeClr val="tx1"/>
                </a:solidFill>
                <a:latin typeface="Verdana" panose="020B0604030504040204" pitchFamily="34" charset="0"/>
                <a:ea typeface="宋体" panose="02010600030101010101" pitchFamily="2" charset="-122"/>
              </a:defRPr>
            </a:lvl1pPr>
            <a:lvl2pPr marL="800100" indent="-342900" eaLnBrk="0" hangingPunct="0">
              <a:defRPr>
                <a:solidFill>
                  <a:schemeClr val="tx1"/>
                </a:solidFill>
                <a:latin typeface="Verdana" panose="020B0604030504040204" pitchFamily="34" charset="0"/>
                <a:ea typeface="宋体" panose="02010600030101010101" pitchFamily="2" charset="-122"/>
              </a:defRPr>
            </a:lvl2pPr>
            <a:lvl3pPr marL="1257300" indent="-3429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spcBef>
                <a:spcPct val="50000"/>
              </a:spcBef>
            </a:pPr>
            <a:r>
              <a:rPr lang="en-US" altLang="zh-CN" sz="2400" b="1" dirty="0">
                <a:solidFill>
                  <a:srgbClr val="003366"/>
                </a:solidFill>
                <a:latin typeface="华文中宋" panose="02010600040101010101" pitchFamily="2" charset="-122"/>
                <a:ea typeface="华文中宋" panose="02010600040101010101" pitchFamily="2" charset="-122"/>
                <a:hlinkClick r:id="rId3" action="ppaction://hlinksldjump"/>
              </a:rPr>
              <a:t>A</a:t>
            </a:r>
            <a:r>
              <a:rPr lang="zh-CN" altLang="en-US" sz="2400" b="1" dirty="0">
                <a:solidFill>
                  <a:srgbClr val="003366"/>
                </a:solidFill>
                <a:latin typeface="华文中宋" panose="02010600040101010101" pitchFamily="2" charset="-122"/>
                <a:ea typeface="华文中宋" panose="02010600040101010101" pitchFamily="2" charset="-122"/>
                <a:hlinkClick r:id="rId3" action="ppaction://hlinksldjump"/>
              </a:rPr>
              <a:t>、</a:t>
            </a:r>
            <a:r>
              <a:rPr lang="en-US" altLang="zh-CN" sz="2400" b="1" dirty="0">
                <a:solidFill>
                  <a:srgbClr val="003366"/>
                </a:solidFill>
                <a:latin typeface="华文中宋" panose="02010600040101010101" pitchFamily="2" charset="-122"/>
                <a:ea typeface="华文中宋" panose="02010600040101010101" pitchFamily="2" charset="-122"/>
                <a:hlinkClick r:id="rId3" action="ppaction://hlinksldjump"/>
              </a:rPr>
              <a:t>B</a:t>
            </a:r>
            <a:r>
              <a:rPr lang="zh-CN" altLang="en-US" sz="2400" b="1" dirty="0">
                <a:solidFill>
                  <a:srgbClr val="003366"/>
                </a:solidFill>
                <a:latin typeface="华文中宋" panose="02010600040101010101" pitchFamily="2" charset="-122"/>
                <a:ea typeface="华文中宋" panose="02010600040101010101" pitchFamily="2" charset="-122"/>
                <a:hlinkClick r:id="rId3" action="ppaction://hlinksldjump"/>
              </a:rPr>
              <a:t>、</a:t>
            </a:r>
            <a:r>
              <a:rPr lang="en-US" altLang="zh-CN" sz="2400" b="1" dirty="0">
                <a:solidFill>
                  <a:srgbClr val="003366"/>
                </a:solidFill>
                <a:latin typeface="华文中宋" panose="02010600040101010101" pitchFamily="2" charset="-122"/>
                <a:ea typeface="华文中宋" panose="02010600040101010101" pitchFamily="2" charset="-122"/>
                <a:hlinkClick r:id="rId3" action="ppaction://hlinksldjump"/>
              </a:rPr>
              <a:t>C</a:t>
            </a:r>
            <a:r>
              <a:rPr lang="zh-CN" altLang="en-US" sz="2400" b="1" dirty="0">
                <a:solidFill>
                  <a:srgbClr val="003366"/>
                </a:solidFill>
                <a:latin typeface="华文中宋" panose="02010600040101010101" pitchFamily="2" charset="-122"/>
                <a:ea typeface="华文中宋" panose="02010600040101010101" pitchFamily="2" charset="-122"/>
                <a:hlinkClick r:id="rId3" action="ppaction://hlinksldjump"/>
              </a:rPr>
              <a:t>、</a:t>
            </a:r>
            <a:r>
              <a:rPr lang="en-US" altLang="zh-CN" sz="2400" b="1" dirty="0">
                <a:solidFill>
                  <a:srgbClr val="003366"/>
                </a:solidFill>
                <a:latin typeface="华文中宋" panose="02010600040101010101" pitchFamily="2" charset="-122"/>
                <a:ea typeface="华文中宋" panose="02010600040101010101" pitchFamily="2" charset="-122"/>
                <a:hlinkClick r:id="rId3" action="ppaction://hlinksldjump"/>
              </a:rPr>
              <a:t>D</a:t>
            </a:r>
            <a:r>
              <a:rPr lang="zh-CN" altLang="en-US" sz="2400" b="1" dirty="0">
                <a:solidFill>
                  <a:srgbClr val="003366"/>
                </a:solidFill>
                <a:latin typeface="华文中宋" panose="02010600040101010101" pitchFamily="2" charset="-122"/>
                <a:ea typeface="华文中宋" panose="02010600040101010101" pitchFamily="2" charset="-122"/>
                <a:hlinkClick r:id="rId3" action="ppaction://hlinksldjump"/>
              </a:rPr>
              <a:t>四个向量</a:t>
            </a:r>
            <a:endParaRPr lang="zh-CN" altLang="en-US" sz="2400" b="1" dirty="0">
              <a:solidFill>
                <a:srgbClr val="003366"/>
              </a:solidFill>
              <a:latin typeface="华文中宋" panose="02010600040101010101" pitchFamily="2" charset="-122"/>
              <a:ea typeface="华文中宋" panose="02010600040101010101" pitchFamily="2" charset="-122"/>
            </a:endParaRPr>
          </a:p>
          <a:p>
            <a:pPr eaLnBrk="1" hangingPunct="1">
              <a:spcBef>
                <a:spcPct val="100000"/>
              </a:spcBef>
            </a:pPr>
            <a:r>
              <a:rPr lang="zh-CN" altLang="en-US" sz="2400" b="1" dirty="0">
                <a:solidFill>
                  <a:srgbClr val="003366"/>
                </a:solidFill>
                <a:latin typeface="华文中宋" panose="02010600040101010101" pitchFamily="2" charset="-122"/>
                <a:ea typeface="华文中宋" panose="02010600040101010101" pitchFamily="2" charset="-122"/>
                <a:hlinkClick r:id="rId4" action="ppaction://hlinksldjump"/>
              </a:rPr>
              <a:t>水平（横向）处理方式</a:t>
            </a:r>
            <a:endParaRPr lang="zh-CN" altLang="en-US" sz="2400" b="1" dirty="0">
              <a:solidFill>
                <a:srgbClr val="003366"/>
              </a:solidFill>
              <a:latin typeface="华文中宋" panose="02010600040101010101" pitchFamily="2" charset="-122"/>
              <a:ea typeface="华文中宋" panose="02010600040101010101" pitchFamily="2" charset="-122"/>
            </a:endParaRPr>
          </a:p>
          <a:p>
            <a:pPr lvl="1" eaLnBrk="1" hangingPunct="1">
              <a:spcBef>
                <a:spcPct val="100000"/>
              </a:spcBef>
              <a:buSzPct val="60000"/>
              <a:buFont typeface="Wingdings" panose="05000000000000000000" pitchFamily="2" charset="2"/>
              <a:buChar char="u"/>
            </a:pPr>
            <a:r>
              <a:rPr lang="zh-CN" altLang="en-US" sz="2400" b="1" dirty="0">
                <a:solidFill>
                  <a:srgbClr val="003366"/>
                </a:solidFill>
                <a:latin typeface="华文中宋" panose="02010600040101010101" pitchFamily="2" charset="-122"/>
                <a:ea typeface="华文中宋" panose="02010600040101010101" pitchFamily="2" charset="-122"/>
              </a:rPr>
              <a:t>依次计算向量</a:t>
            </a:r>
            <a:r>
              <a:rPr lang="en-US" altLang="zh-CN" sz="2400" b="1" dirty="0">
                <a:solidFill>
                  <a:srgbClr val="003366"/>
                </a:solidFill>
                <a:latin typeface="华文中宋" panose="02010600040101010101" pitchFamily="2" charset="-122"/>
                <a:ea typeface="华文中宋" panose="02010600040101010101" pitchFamily="2" charset="-122"/>
              </a:rPr>
              <a:t>k</a:t>
            </a:r>
            <a:r>
              <a:rPr lang="zh-CN" altLang="en-US" sz="2400" b="1" dirty="0">
                <a:solidFill>
                  <a:srgbClr val="003366"/>
                </a:solidFill>
                <a:latin typeface="华文中宋" panose="02010600040101010101" pitchFamily="2" charset="-122"/>
                <a:ea typeface="华文中宋" panose="02010600040101010101" pitchFamily="2" charset="-122"/>
              </a:rPr>
              <a:t>和</a:t>
            </a:r>
            <a:r>
              <a:rPr lang="en-US" altLang="zh-CN" sz="2400" b="1" dirty="0">
                <a:solidFill>
                  <a:srgbClr val="003366"/>
                </a:solidFill>
                <a:latin typeface="华文中宋" panose="02010600040101010101" pitchFamily="2" charset="-122"/>
                <a:ea typeface="华文中宋" panose="02010600040101010101" pitchFamily="2" charset="-122"/>
              </a:rPr>
              <a:t>d</a:t>
            </a:r>
            <a:r>
              <a:rPr lang="zh-CN" altLang="en-US" sz="2400" b="1" dirty="0">
                <a:solidFill>
                  <a:srgbClr val="003366"/>
                </a:solidFill>
                <a:latin typeface="华文中宋" panose="02010600040101010101" pitchFamily="2" charset="-122"/>
                <a:ea typeface="华文中宋" panose="02010600040101010101" pitchFamily="2" charset="-122"/>
              </a:rPr>
              <a:t>的每个元素</a:t>
            </a:r>
          </a:p>
          <a:p>
            <a:pPr lvl="2" eaLnBrk="1" hangingPunct="1"/>
            <a:r>
              <a:rPr lang="en-US" altLang="zh-CN" sz="2400" b="1" dirty="0">
                <a:solidFill>
                  <a:srgbClr val="003366"/>
                </a:solidFill>
                <a:latin typeface="华文中宋" panose="02010600040101010101" pitchFamily="2" charset="-122"/>
                <a:ea typeface="华文中宋" panose="02010600040101010101" pitchFamily="2" charset="-122"/>
              </a:rPr>
              <a:t>… …</a:t>
            </a:r>
          </a:p>
          <a:p>
            <a:pPr lvl="2" eaLnBrk="1" hangingPunct="1"/>
            <a:r>
              <a:rPr lang="en-US" altLang="zh-CN" sz="2800" b="1" dirty="0" err="1">
                <a:solidFill>
                  <a:srgbClr val="003366"/>
                </a:solidFill>
                <a:latin typeface="华文中宋" panose="02010600040101010101" pitchFamily="2" charset="-122"/>
                <a:ea typeface="华文中宋" panose="02010600040101010101" pitchFamily="2" charset="-122"/>
              </a:rPr>
              <a:t>k</a:t>
            </a:r>
            <a:r>
              <a:rPr lang="en-US" altLang="zh-CN" sz="2800" b="1" baseline="-25000" dirty="0" err="1">
                <a:solidFill>
                  <a:srgbClr val="003366"/>
                </a:solidFill>
                <a:latin typeface="华文中宋" panose="02010600040101010101" pitchFamily="2" charset="-122"/>
                <a:ea typeface="华文中宋" panose="02010600040101010101" pitchFamily="2" charset="-122"/>
              </a:rPr>
              <a:t>i</a:t>
            </a:r>
            <a:r>
              <a:rPr lang="en-US" altLang="zh-CN" sz="2800" b="1" dirty="0">
                <a:solidFill>
                  <a:srgbClr val="003366"/>
                </a:solidFill>
                <a:latin typeface="华文中宋" panose="02010600040101010101" pitchFamily="2" charset="-122"/>
                <a:ea typeface="华文中宋" panose="02010600040101010101" pitchFamily="2" charset="-122"/>
              </a:rPr>
              <a:t> = b</a:t>
            </a:r>
            <a:r>
              <a:rPr lang="en-US" altLang="zh-CN" sz="2800" b="1" baseline="-25000" dirty="0">
                <a:solidFill>
                  <a:srgbClr val="003366"/>
                </a:solidFill>
                <a:latin typeface="华文中宋" panose="02010600040101010101" pitchFamily="2" charset="-122"/>
                <a:ea typeface="华文中宋" panose="02010600040101010101" pitchFamily="2" charset="-122"/>
              </a:rPr>
              <a:t>i</a:t>
            </a:r>
            <a:r>
              <a:rPr lang="en-US" altLang="zh-CN" sz="2800" b="1" dirty="0">
                <a:solidFill>
                  <a:srgbClr val="003366"/>
                </a:solidFill>
                <a:latin typeface="华文中宋" panose="02010600040101010101" pitchFamily="2" charset="-122"/>
                <a:ea typeface="华文中宋" panose="02010600040101010101" pitchFamily="2" charset="-122"/>
              </a:rPr>
              <a:t> + c</a:t>
            </a:r>
            <a:r>
              <a:rPr lang="en-US" altLang="zh-CN" sz="2800" b="1" baseline="-25000" dirty="0">
                <a:solidFill>
                  <a:srgbClr val="003366"/>
                </a:solidFill>
                <a:latin typeface="华文中宋" panose="02010600040101010101" pitchFamily="2" charset="-122"/>
                <a:ea typeface="华文中宋" panose="02010600040101010101" pitchFamily="2" charset="-122"/>
              </a:rPr>
              <a:t>i</a:t>
            </a:r>
          </a:p>
          <a:p>
            <a:pPr lvl="2" eaLnBrk="1" hangingPunct="1"/>
            <a:r>
              <a:rPr lang="en-US" altLang="zh-CN" sz="2800" b="1" dirty="0">
                <a:solidFill>
                  <a:srgbClr val="003366"/>
                </a:solidFill>
                <a:latin typeface="华文中宋" panose="02010600040101010101" pitchFamily="2" charset="-122"/>
                <a:ea typeface="华文中宋" panose="02010600040101010101" pitchFamily="2" charset="-122"/>
              </a:rPr>
              <a:t>d</a:t>
            </a:r>
            <a:r>
              <a:rPr lang="en-US" altLang="zh-CN" sz="2800" b="1" baseline="-25000" dirty="0">
                <a:solidFill>
                  <a:srgbClr val="003366"/>
                </a:solidFill>
                <a:latin typeface="华文中宋" panose="02010600040101010101" pitchFamily="2" charset="-122"/>
                <a:ea typeface="华文中宋" panose="02010600040101010101" pitchFamily="2" charset="-122"/>
              </a:rPr>
              <a:t>i</a:t>
            </a:r>
            <a:r>
              <a:rPr lang="en-US" altLang="zh-CN" sz="2800" b="1" dirty="0">
                <a:solidFill>
                  <a:srgbClr val="003366"/>
                </a:solidFill>
                <a:latin typeface="华文中宋" panose="02010600040101010101" pitchFamily="2" charset="-122"/>
                <a:ea typeface="华文中宋" panose="02010600040101010101" pitchFamily="2" charset="-122"/>
              </a:rPr>
              <a:t> = </a:t>
            </a:r>
            <a:r>
              <a:rPr lang="en-US" altLang="zh-CN" sz="2800" b="1" dirty="0" err="1">
                <a:solidFill>
                  <a:srgbClr val="003366"/>
                </a:solidFill>
                <a:latin typeface="华文中宋" panose="02010600040101010101" pitchFamily="2" charset="-122"/>
                <a:ea typeface="华文中宋" panose="02010600040101010101" pitchFamily="2" charset="-122"/>
              </a:rPr>
              <a:t>k</a:t>
            </a:r>
            <a:r>
              <a:rPr lang="en-US" altLang="zh-CN" sz="2800" b="1" baseline="-25000" dirty="0" err="1">
                <a:solidFill>
                  <a:srgbClr val="003366"/>
                </a:solidFill>
                <a:latin typeface="华文中宋" panose="02010600040101010101" pitchFamily="2" charset="-122"/>
                <a:ea typeface="华文中宋" panose="02010600040101010101" pitchFamily="2" charset="-122"/>
              </a:rPr>
              <a:t>i</a:t>
            </a:r>
            <a:r>
              <a:rPr lang="en-US" altLang="zh-CN" sz="2800" b="1" dirty="0">
                <a:solidFill>
                  <a:srgbClr val="003366"/>
                </a:solidFill>
                <a:latin typeface="华文中宋" panose="02010600040101010101" pitchFamily="2" charset="-122"/>
                <a:ea typeface="华文中宋" panose="02010600040101010101" pitchFamily="2" charset="-122"/>
              </a:rPr>
              <a:t> * a</a:t>
            </a:r>
            <a:r>
              <a:rPr lang="en-US" altLang="zh-CN" sz="2800" b="1" baseline="-25000" dirty="0">
                <a:solidFill>
                  <a:srgbClr val="003366"/>
                </a:solidFill>
                <a:latin typeface="华文中宋" panose="02010600040101010101" pitchFamily="2" charset="-122"/>
                <a:ea typeface="华文中宋" panose="02010600040101010101" pitchFamily="2" charset="-122"/>
              </a:rPr>
              <a:t>i</a:t>
            </a:r>
          </a:p>
          <a:p>
            <a:pPr lvl="2" eaLnBrk="1" hangingPunct="1"/>
            <a:r>
              <a:rPr lang="zh-CN" altLang="en-US" sz="2400" dirty="0">
                <a:solidFill>
                  <a:srgbClr val="003366"/>
                </a:solidFill>
                <a:latin typeface="华文中宋" panose="02010600040101010101" pitchFamily="2" charset="-122"/>
                <a:ea typeface="华文中宋" panose="02010600040101010101" pitchFamily="2" charset="-122"/>
              </a:rPr>
              <a:t>分支 </a:t>
            </a:r>
            <a:r>
              <a:rPr lang="en-US" altLang="zh-CN" sz="2400" dirty="0" err="1">
                <a:solidFill>
                  <a:srgbClr val="003366"/>
                </a:solidFill>
                <a:latin typeface="华文中宋" panose="02010600040101010101" pitchFamily="2" charset="-122"/>
                <a:ea typeface="华文中宋" panose="02010600040101010101" pitchFamily="2" charset="-122"/>
              </a:rPr>
              <a:t>i</a:t>
            </a:r>
            <a:r>
              <a:rPr lang="en-US" altLang="zh-CN" sz="2400" b="1" dirty="0">
                <a:solidFill>
                  <a:srgbClr val="003366"/>
                </a:solidFill>
                <a:latin typeface="华文中宋" panose="02010600040101010101" pitchFamily="2" charset="-122"/>
                <a:ea typeface="华文中宋" panose="02010600040101010101" pitchFamily="2" charset="-122"/>
              </a:rPr>
              <a:t> </a:t>
            </a:r>
            <a:r>
              <a:rPr lang="en-US" altLang="zh-CN" sz="2400" b="1" dirty="0">
                <a:solidFill>
                  <a:srgbClr val="003366"/>
                </a:solidFill>
                <a:latin typeface="华文中宋" panose="02010600040101010101" pitchFamily="2" charset="-122"/>
                <a:ea typeface="华文中宋" panose="02010600040101010101" pitchFamily="2" charset="-122"/>
                <a:sym typeface="Symbol" panose="05050102010706020507" pitchFamily="18" charset="2"/>
              </a:rPr>
              <a:t> N </a:t>
            </a:r>
            <a:r>
              <a:rPr lang="zh-CN" altLang="en-US" sz="2400" b="1" dirty="0">
                <a:solidFill>
                  <a:srgbClr val="003366"/>
                </a:solidFill>
                <a:latin typeface="华文中宋" panose="02010600040101010101" pitchFamily="2" charset="-122"/>
                <a:ea typeface="华文中宋" panose="02010600040101010101" pitchFamily="2" charset="-122"/>
                <a:sym typeface="Symbol" panose="05050102010706020507" pitchFamily="18" charset="2"/>
              </a:rPr>
              <a:t>？</a:t>
            </a:r>
            <a:endParaRPr lang="en-US" altLang="zh-CN" sz="2400" b="1" dirty="0">
              <a:solidFill>
                <a:srgbClr val="003366"/>
              </a:solidFill>
              <a:latin typeface="华文中宋" panose="02010600040101010101" pitchFamily="2" charset="-122"/>
              <a:ea typeface="华文中宋" panose="02010600040101010101" pitchFamily="2" charset="-122"/>
            </a:endParaRPr>
          </a:p>
          <a:p>
            <a:pPr lvl="2" eaLnBrk="1" hangingPunct="1"/>
            <a:r>
              <a:rPr lang="en-US" altLang="zh-CN" sz="2400" b="1" dirty="0">
                <a:solidFill>
                  <a:srgbClr val="003366"/>
                </a:solidFill>
                <a:latin typeface="华文中宋" panose="02010600040101010101" pitchFamily="2" charset="-122"/>
                <a:ea typeface="华文中宋" panose="02010600040101010101" pitchFamily="2" charset="-122"/>
              </a:rPr>
              <a:t>… …</a:t>
            </a:r>
            <a:endParaRPr lang="en-US" altLang="zh-CN" sz="2400" b="1" baseline="-25000" dirty="0">
              <a:solidFill>
                <a:srgbClr val="003366"/>
              </a:solidFill>
              <a:latin typeface="华文中宋" panose="02010600040101010101" pitchFamily="2" charset="-122"/>
              <a:ea typeface="华文中宋" panose="02010600040101010101" pitchFamily="2" charset="-122"/>
            </a:endParaRPr>
          </a:p>
          <a:p>
            <a:pPr lvl="1" eaLnBrk="1" hangingPunct="1">
              <a:spcBef>
                <a:spcPct val="50000"/>
              </a:spcBef>
              <a:buSzPct val="60000"/>
              <a:buFont typeface="Wingdings" panose="05000000000000000000" pitchFamily="2" charset="2"/>
              <a:buChar char="u"/>
            </a:pPr>
            <a:r>
              <a:rPr lang="zh-CN" altLang="en-US" sz="2400" b="1" dirty="0">
                <a:solidFill>
                  <a:srgbClr val="003366"/>
                </a:solidFill>
                <a:latin typeface="华文中宋" panose="02010600040101010101" pitchFamily="2" charset="-122"/>
                <a:ea typeface="华文中宋" panose="02010600040101010101" pitchFamily="2" charset="-122"/>
              </a:rPr>
              <a:t>循环的每个迭代</a:t>
            </a:r>
            <a:r>
              <a:rPr lang="en-US" altLang="zh-CN" sz="2400" b="1" dirty="0">
                <a:solidFill>
                  <a:srgbClr val="003366"/>
                </a:solidFill>
                <a:latin typeface="华文中宋" panose="02010600040101010101" pitchFamily="2" charset="-122"/>
                <a:ea typeface="华文中宋" panose="02010600040101010101" pitchFamily="2" charset="-122"/>
              </a:rPr>
              <a:t>(iteration)</a:t>
            </a:r>
            <a:r>
              <a:rPr lang="zh-CN" altLang="en-US" sz="2400" b="1" dirty="0">
                <a:solidFill>
                  <a:srgbClr val="003366"/>
                </a:solidFill>
                <a:latin typeface="华文中宋" panose="02010600040101010101" pitchFamily="2" charset="-122"/>
                <a:ea typeface="华文中宋" panose="02010600040101010101" pitchFamily="2" charset="-122"/>
              </a:rPr>
              <a:t>中有</a:t>
            </a:r>
            <a:r>
              <a:rPr lang="en-US" altLang="zh-CN" sz="2400" b="1" dirty="0">
                <a:solidFill>
                  <a:srgbClr val="003366"/>
                </a:solidFill>
                <a:latin typeface="华文中宋" panose="02010600040101010101" pitchFamily="2" charset="-122"/>
                <a:ea typeface="华文中宋" panose="02010600040101010101" pitchFamily="2" charset="-122"/>
              </a:rPr>
              <a:t>1</a:t>
            </a:r>
            <a:r>
              <a:rPr lang="zh-CN" altLang="en-US" sz="2400" b="1" dirty="0">
                <a:solidFill>
                  <a:srgbClr val="003366"/>
                </a:solidFill>
                <a:latin typeface="华文中宋" panose="02010600040101010101" pitchFamily="2" charset="-122"/>
                <a:ea typeface="华文中宋" panose="02010600040101010101" pitchFamily="2" charset="-122"/>
              </a:rPr>
              <a:t>次数据相关，</a:t>
            </a:r>
            <a:r>
              <a:rPr lang="en-US" altLang="zh-CN" sz="2400" b="1" dirty="0">
                <a:solidFill>
                  <a:srgbClr val="003366"/>
                </a:solidFill>
                <a:latin typeface="华文中宋" panose="02010600040101010101" pitchFamily="2" charset="-122"/>
                <a:ea typeface="华文中宋" panose="02010600040101010101" pitchFamily="2" charset="-122"/>
              </a:rPr>
              <a:t>1</a:t>
            </a:r>
            <a:r>
              <a:rPr lang="zh-CN" altLang="en-US" sz="2400" b="1" dirty="0">
                <a:solidFill>
                  <a:srgbClr val="003366"/>
                </a:solidFill>
                <a:latin typeface="华文中宋" panose="02010600040101010101" pitchFamily="2" charset="-122"/>
                <a:ea typeface="华文中宋" panose="02010600040101010101" pitchFamily="2" charset="-122"/>
              </a:rPr>
              <a:t>次控制相关，需要</a:t>
            </a:r>
            <a:r>
              <a:rPr lang="en-US" altLang="zh-CN" sz="2400" b="1" dirty="0">
                <a:solidFill>
                  <a:srgbClr val="003366"/>
                </a:solidFill>
                <a:latin typeface="华文中宋" panose="02010600040101010101" pitchFamily="2" charset="-122"/>
                <a:ea typeface="华文中宋" panose="02010600040101010101" pitchFamily="2" charset="-122"/>
              </a:rPr>
              <a:t>2</a:t>
            </a:r>
            <a:r>
              <a:rPr lang="zh-CN" altLang="en-US" sz="2400" b="1" dirty="0">
                <a:solidFill>
                  <a:srgbClr val="003366"/>
                </a:solidFill>
                <a:latin typeface="华文中宋" panose="02010600040101010101" pitchFamily="2" charset="-122"/>
                <a:ea typeface="华文中宋" panose="02010600040101010101" pitchFamily="2" charset="-122"/>
              </a:rPr>
              <a:t>次功能切换</a:t>
            </a:r>
          </a:p>
        </p:txBody>
      </p:sp>
      <p:sp>
        <p:nvSpPr>
          <p:cNvPr id="2" name="日期占位符 1">
            <a:extLst>
              <a:ext uri="{FF2B5EF4-FFF2-40B4-BE49-F238E27FC236}">
                <a16:creationId xmlns:a16="http://schemas.microsoft.com/office/drawing/2014/main" id="{D00A57F9-DDA0-A643-1835-2FFEEA0DC200}"/>
              </a:ext>
            </a:extLst>
          </p:cNvPr>
          <p:cNvSpPr>
            <a:spLocks noGrp="1"/>
          </p:cNvSpPr>
          <p:nvPr>
            <p:ph type="dt" sz="half" idx="10"/>
          </p:nvPr>
        </p:nvSpPr>
        <p:spPr/>
        <p:txBody>
          <a:bodyPr/>
          <a:lstStyle/>
          <a:p>
            <a:pPr>
              <a:defRPr/>
            </a:pPr>
            <a:fld id="{410F5996-20AA-4858-8EB7-E289620E14A6}" type="datetime1">
              <a:rPr lang="zh-CN" altLang="en-US" smtClean="0"/>
              <a:t>2025/10/16</a:t>
            </a:fld>
            <a:endParaRPr lang="en-US" altLang="zh-CN"/>
          </a:p>
        </p:txBody>
      </p:sp>
      <p:sp>
        <p:nvSpPr>
          <p:cNvPr id="3" name="页脚占位符 2">
            <a:extLst>
              <a:ext uri="{FF2B5EF4-FFF2-40B4-BE49-F238E27FC236}">
                <a16:creationId xmlns:a16="http://schemas.microsoft.com/office/drawing/2014/main" id="{5DD84D7A-C441-6A2C-4A1C-8D359C93AC1E}"/>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C3E05370-48C1-657B-F53C-FC49CE6C210B}"/>
              </a:ext>
            </a:extLst>
          </p:cNvPr>
          <p:cNvSpPr>
            <a:spLocks noGrp="1"/>
          </p:cNvSpPr>
          <p:nvPr>
            <p:ph type="sldNum" sz="quarter" idx="12"/>
          </p:nvPr>
        </p:nvSpPr>
        <p:spPr/>
        <p:txBody>
          <a:bodyPr/>
          <a:lstStyle/>
          <a:p>
            <a:pPr>
              <a:defRPr/>
            </a:pPr>
            <a:fld id="{8BCAC33D-D29A-48B3-BCD6-381D3D720D26}" type="slidenum">
              <a:rPr lang="zh-CN" altLang="en-US" smtClean="0"/>
              <a:t>16</a:t>
            </a:fld>
            <a:endParaRPr lang="en-US" altLang="zh-CN"/>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ext Box 2">
            <a:extLst>
              <a:ext uri="{FF2B5EF4-FFF2-40B4-BE49-F238E27FC236}">
                <a16:creationId xmlns:a16="http://schemas.microsoft.com/office/drawing/2014/main" id="{3FE19706-5277-4AFF-85B5-0B64EC2A8E87}"/>
              </a:ext>
            </a:extLst>
          </p:cNvPr>
          <p:cNvSpPr txBox="1">
            <a:spLocks noChangeArrowheads="1"/>
          </p:cNvSpPr>
          <p:nvPr/>
        </p:nvSpPr>
        <p:spPr bwMode="auto">
          <a:xfrm>
            <a:off x="467544" y="409244"/>
            <a:ext cx="7777162" cy="3933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Verdana" panose="020B0604030504040204" pitchFamily="34" charset="0"/>
                <a:ea typeface="宋体" panose="02010600030101010101" pitchFamily="2" charset="-122"/>
              </a:defRPr>
            </a:lvl1pPr>
            <a:lvl2pPr marL="800100" indent="-34290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171700" indent="-342900" eaLnBrk="0" hangingPunct="0">
              <a:defRPr>
                <a:solidFill>
                  <a:schemeClr val="tx1"/>
                </a:solidFill>
                <a:latin typeface="Verdana" panose="020B0604030504040204" pitchFamily="34" charset="0"/>
                <a:ea typeface="宋体" panose="02010600030101010101" pitchFamily="2" charset="-122"/>
              </a:defRPr>
            </a:lvl5pPr>
            <a:lvl6pPr marL="2628900" indent="-3429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3086100" indent="-3429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543300" indent="-3429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4000500" indent="-3429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spcBef>
                <a:spcPct val="100000"/>
              </a:spcBef>
            </a:pPr>
            <a:r>
              <a:rPr lang="zh-CN" altLang="en-US" sz="2400" b="1" dirty="0">
                <a:solidFill>
                  <a:srgbClr val="003366"/>
                </a:solidFill>
                <a:latin typeface="华文中宋" panose="02010600040101010101" pitchFamily="2" charset="-122"/>
                <a:ea typeface="华文中宋" panose="02010600040101010101" pitchFamily="2" charset="-122"/>
              </a:rPr>
              <a:t>垂直（纵向）处理方式</a:t>
            </a:r>
          </a:p>
          <a:p>
            <a:pPr lvl="1" eaLnBrk="1" hangingPunct="1">
              <a:spcBef>
                <a:spcPct val="100000"/>
              </a:spcBef>
              <a:buSzPct val="60000"/>
              <a:buFont typeface="Wingdings" panose="05000000000000000000" pitchFamily="2" charset="2"/>
              <a:buChar char="u"/>
            </a:pPr>
            <a:r>
              <a:rPr lang="zh-CN" altLang="en-US" sz="2400" b="1" dirty="0">
                <a:solidFill>
                  <a:srgbClr val="003366"/>
                </a:solidFill>
                <a:latin typeface="华文中宋" panose="02010600040101010101" pitchFamily="2" charset="-122"/>
                <a:ea typeface="华文中宋" panose="02010600040101010101" pitchFamily="2" charset="-122"/>
              </a:rPr>
              <a:t>计算向量</a:t>
            </a:r>
            <a:r>
              <a:rPr lang="en-US" altLang="zh-CN" sz="2400" b="1" dirty="0">
                <a:solidFill>
                  <a:srgbClr val="003366"/>
                </a:solidFill>
                <a:latin typeface="华文中宋" panose="02010600040101010101" pitchFamily="2" charset="-122"/>
                <a:ea typeface="华文中宋" panose="02010600040101010101" pitchFamily="2" charset="-122"/>
              </a:rPr>
              <a:t>k</a:t>
            </a:r>
            <a:r>
              <a:rPr lang="zh-CN" altLang="en-US" sz="2400" b="1" dirty="0">
                <a:solidFill>
                  <a:srgbClr val="003366"/>
                </a:solidFill>
                <a:latin typeface="华文中宋" panose="02010600040101010101" pitchFamily="2" charset="-122"/>
                <a:ea typeface="华文中宋" panose="02010600040101010101" pitchFamily="2" charset="-122"/>
              </a:rPr>
              <a:t>的每个元素之后，再计算向量</a:t>
            </a:r>
            <a:r>
              <a:rPr lang="en-US" altLang="zh-CN" sz="2400" b="1" dirty="0">
                <a:solidFill>
                  <a:srgbClr val="003366"/>
                </a:solidFill>
                <a:latin typeface="华文中宋" panose="02010600040101010101" pitchFamily="2" charset="-122"/>
                <a:ea typeface="华文中宋" panose="02010600040101010101" pitchFamily="2" charset="-122"/>
              </a:rPr>
              <a:t>d</a:t>
            </a:r>
            <a:r>
              <a:rPr lang="zh-CN" altLang="en-US" sz="2400" b="1" dirty="0">
                <a:solidFill>
                  <a:srgbClr val="003366"/>
                </a:solidFill>
                <a:latin typeface="华文中宋" panose="02010600040101010101" pitchFamily="2" charset="-122"/>
                <a:ea typeface="华文中宋" panose="02010600040101010101" pitchFamily="2" charset="-122"/>
              </a:rPr>
              <a:t>的每个元素，需要向量数据类型和向量指令的支持</a:t>
            </a:r>
          </a:p>
          <a:p>
            <a:pPr lvl="4" eaLnBrk="1" hangingPunct="1">
              <a:spcBef>
                <a:spcPct val="20000"/>
              </a:spcBef>
            </a:pPr>
            <a:r>
              <a:rPr lang="en-US" altLang="zh-CN" sz="2400" b="1" dirty="0">
                <a:solidFill>
                  <a:srgbClr val="003366"/>
                </a:solidFill>
                <a:latin typeface="华文中宋" panose="02010600040101010101" pitchFamily="2" charset="-122"/>
                <a:ea typeface="华文中宋" panose="02010600040101010101" pitchFamily="2" charset="-122"/>
              </a:rPr>
              <a:t>K = B + C</a:t>
            </a:r>
            <a:endParaRPr lang="en-US" altLang="zh-CN" sz="2400" b="1" baseline="-25000" dirty="0">
              <a:solidFill>
                <a:srgbClr val="003366"/>
              </a:solidFill>
              <a:latin typeface="华文中宋" panose="02010600040101010101" pitchFamily="2" charset="-122"/>
              <a:ea typeface="华文中宋" panose="02010600040101010101" pitchFamily="2" charset="-122"/>
            </a:endParaRPr>
          </a:p>
          <a:p>
            <a:pPr lvl="4" eaLnBrk="1" hangingPunct="1">
              <a:spcBef>
                <a:spcPct val="20000"/>
              </a:spcBef>
            </a:pPr>
            <a:r>
              <a:rPr lang="en-US" altLang="zh-CN" sz="2400" b="1" dirty="0">
                <a:solidFill>
                  <a:srgbClr val="003366"/>
                </a:solidFill>
                <a:latin typeface="华文中宋" panose="02010600040101010101" pitchFamily="2" charset="-122"/>
                <a:ea typeface="华文中宋" panose="02010600040101010101" pitchFamily="2" charset="-122"/>
              </a:rPr>
              <a:t>D = K * A</a:t>
            </a:r>
            <a:endParaRPr lang="en-US" altLang="zh-CN" sz="2400" b="1" baseline="-25000" dirty="0">
              <a:solidFill>
                <a:srgbClr val="003366"/>
              </a:solidFill>
              <a:latin typeface="华文中宋" panose="02010600040101010101" pitchFamily="2" charset="-122"/>
              <a:ea typeface="华文中宋" panose="02010600040101010101" pitchFamily="2" charset="-122"/>
            </a:endParaRPr>
          </a:p>
          <a:p>
            <a:pPr lvl="1" eaLnBrk="1" hangingPunct="1">
              <a:spcBef>
                <a:spcPct val="100000"/>
              </a:spcBef>
              <a:buSzPct val="60000"/>
              <a:buFont typeface="Wingdings" panose="05000000000000000000" pitchFamily="2" charset="2"/>
              <a:buChar char="u"/>
            </a:pPr>
            <a:r>
              <a:rPr lang="zh-CN" altLang="en-US" sz="2400" b="1" dirty="0">
                <a:solidFill>
                  <a:srgbClr val="003366"/>
                </a:solidFill>
                <a:latin typeface="华文中宋" panose="02010600040101010101" pitchFamily="2" charset="-122"/>
                <a:ea typeface="华文中宋" panose="02010600040101010101" pitchFamily="2" charset="-122"/>
              </a:rPr>
              <a:t>没有分支；仅有</a:t>
            </a:r>
            <a:r>
              <a:rPr lang="en-US" altLang="zh-CN" sz="2400" b="1" dirty="0">
                <a:solidFill>
                  <a:srgbClr val="003366"/>
                </a:solidFill>
                <a:latin typeface="华文中宋" panose="02010600040101010101" pitchFamily="2" charset="-122"/>
                <a:ea typeface="华文中宋" panose="02010600040101010101" pitchFamily="2" charset="-122"/>
              </a:rPr>
              <a:t>1</a:t>
            </a:r>
            <a:r>
              <a:rPr lang="zh-CN" altLang="en-US" sz="2400" b="1" dirty="0">
                <a:solidFill>
                  <a:srgbClr val="003366"/>
                </a:solidFill>
                <a:latin typeface="华文中宋" panose="02010600040101010101" pitchFamily="2" charset="-122"/>
                <a:ea typeface="华文中宋" panose="02010600040101010101" pitchFamily="2" charset="-122"/>
              </a:rPr>
              <a:t>次数据相关；仅需要</a:t>
            </a:r>
            <a:r>
              <a:rPr lang="en-US" altLang="zh-CN" sz="2400" b="1" dirty="0">
                <a:solidFill>
                  <a:srgbClr val="003366"/>
                </a:solidFill>
                <a:latin typeface="华文中宋" panose="02010600040101010101" pitchFamily="2" charset="-122"/>
                <a:ea typeface="华文中宋" panose="02010600040101010101" pitchFamily="2" charset="-122"/>
              </a:rPr>
              <a:t>1</a:t>
            </a:r>
            <a:r>
              <a:rPr lang="zh-CN" altLang="en-US" sz="2400" b="1" dirty="0">
                <a:solidFill>
                  <a:srgbClr val="003366"/>
                </a:solidFill>
                <a:latin typeface="华文中宋" panose="02010600040101010101" pitchFamily="2" charset="-122"/>
                <a:ea typeface="华文中宋" panose="02010600040101010101" pitchFamily="2" charset="-122"/>
              </a:rPr>
              <a:t>次功能切换</a:t>
            </a:r>
          </a:p>
          <a:p>
            <a:pPr lvl="1" eaLnBrk="1" hangingPunct="1">
              <a:spcBef>
                <a:spcPct val="100000"/>
              </a:spcBef>
              <a:buSzPct val="60000"/>
              <a:buFont typeface="Wingdings" panose="05000000000000000000" pitchFamily="2" charset="2"/>
              <a:buChar char="u"/>
            </a:pPr>
            <a:r>
              <a:rPr lang="zh-CN" altLang="en-US" sz="2400" b="1" dirty="0">
                <a:solidFill>
                  <a:srgbClr val="003366"/>
                </a:solidFill>
                <a:latin typeface="华文中宋" panose="02010600040101010101" pitchFamily="2" charset="-122"/>
                <a:ea typeface="华文中宋" panose="02010600040101010101" pitchFamily="2" charset="-122"/>
              </a:rPr>
              <a:t>需要</a:t>
            </a:r>
            <a:r>
              <a:rPr lang="zh-CN" altLang="en-US" sz="2400" b="1" dirty="0">
                <a:solidFill>
                  <a:srgbClr val="003366"/>
                </a:solidFill>
                <a:latin typeface="华文中宋" panose="02010600040101010101" pitchFamily="2" charset="-122"/>
                <a:ea typeface="华文中宋" panose="02010600040101010101" pitchFamily="2" charset="-122"/>
                <a:hlinkClick r:id="" action="ppaction://noaction"/>
              </a:rPr>
              <a:t>存储器</a:t>
            </a:r>
            <a:r>
              <a:rPr lang="en-US" altLang="zh-CN" sz="2400" b="1" dirty="0">
                <a:solidFill>
                  <a:srgbClr val="003366"/>
                </a:solidFill>
                <a:latin typeface="华文中宋" panose="02010600040101010101" pitchFamily="2" charset="-122"/>
                <a:ea typeface="华文中宋" panose="02010600040101010101" pitchFamily="2" charset="-122"/>
                <a:hlinkClick r:id="" action="ppaction://noaction"/>
              </a:rPr>
              <a:t>-</a:t>
            </a:r>
            <a:r>
              <a:rPr lang="zh-CN" altLang="en-US" sz="2400" b="1" dirty="0">
                <a:solidFill>
                  <a:srgbClr val="003366"/>
                </a:solidFill>
                <a:latin typeface="华文中宋" panose="02010600040101010101" pitchFamily="2" charset="-122"/>
                <a:ea typeface="华文中宋" panose="02010600040101010101" pitchFamily="2" charset="-122"/>
                <a:hlinkClick r:id="" action="ppaction://noaction"/>
              </a:rPr>
              <a:t>存储器型操作的运算流水线</a:t>
            </a:r>
            <a:endParaRPr lang="zh-CN" altLang="en-US" sz="2400" b="1" dirty="0">
              <a:solidFill>
                <a:srgbClr val="003366"/>
              </a:solidFill>
              <a:latin typeface="华文中宋" panose="02010600040101010101" pitchFamily="2" charset="-122"/>
              <a:ea typeface="华文中宋" panose="02010600040101010101" pitchFamily="2" charset="-122"/>
            </a:endParaRPr>
          </a:p>
        </p:txBody>
      </p:sp>
      <p:graphicFrame>
        <p:nvGraphicFramePr>
          <p:cNvPr id="3" name="Object 4">
            <a:extLst>
              <a:ext uri="{FF2B5EF4-FFF2-40B4-BE49-F238E27FC236}">
                <a16:creationId xmlns:a16="http://schemas.microsoft.com/office/drawing/2014/main" id="{BB992CE0-FBD6-499F-8199-C6ABCC4C8914}"/>
              </a:ext>
            </a:extLst>
          </p:cNvPr>
          <p:cNvGraphicFramePr>
            <a:graphicFrameLocks noChangeAspect="1"/>
          </p:cNvGraphicFramePr>
          <p:nvPr>
            <p:extLst>
              <p:ext uri="{D42A27DB-BD31-4B8C-83A1-F6EECF244321}">
                <p14:modId xmlns:p14="http://schemas.microsoft.com/office/powerpoint/2010/main" val="3540585555"/>
              </p:ext>
            </p:extLst>
          </p:nvPr>
        </p:nvGraphicFramePr>
        <p:xfrm>
          <a:off x="1512094" y="4482064"/>
          <a:ext cx="6119812" cy="2262187"/>
        </p:xfrm>
        <a:graphic>
          <a:graphicData uri="http://schemas.openxmlformats.org/presentationml/2006/ole">
            <mc:AlternateContent xmlns:mc="http://schemas.openxmlformats.org/markup-compatibility/2006">
              <mc:Choice xmlns:v="urn:schemas-microsoft-com:vml" Requires="v">
                <p:oleObj name="图片" r:id="rId2" imgW="3074460" imgH="1187651" progId="Word.Picture.8">
                  <p:embed/>
                </p:oleObj>
              </mc:Choice>
              <mc:Fallback>
                <p:oleObj name="图片" r:id="rId2" imgW="3074460" imgH="1187651" progId="Word.Picture.8">
                  <p:embed/>
                  <p:pic>
                    <p:nvPicPr>
                      <p:cNvPr id="3" name="Object 4">
                        <a:extLst>
                          <a:ext uri="{FF2B5EF4-FFF2-40B4-BE49-F238E27FC236}">
                            <a16:creationId xmlns:a16="http://schemas.microsoft.com/office/drawing/2014/main" id="{BB992CE0-FBD6-499F-8199-C6ABCC4C891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12094" y="4482064"/>
                        <a:ext cx="6119812" cy="22621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 name="日期占位符 1">
            <a:extLst>
              <a:ext uri="{FF2B5EF4-FFF2-40B4-BE49-F238E27FC236}">
                <a16:creationId xmlns:a16="http://schemas.microsoft.com/office/drawing/2014/main" id="{53A248A6-C635-740F-214A-7B2EC3531935}"/>
              </a:ext>
            </a:extLst>
          </p:cNvPr>
          <p:cNvSpPr>
            <a:spLocks noGrp="1"/>
          </p:cNvSpPr>
          <p:nvPr>
            <p:ph type="dt" sz="half" idx="10"/>
          </p:nvPr>
        </p:nvSpPr>
        <p:spPr/>
        <p:txBody>
          <a:bodyPr/>
          <a:lstStyle/>
          <a:p>
            <a:pPr>
              <a:defRPr/>
            </a:pPr>
            <a:fld id="{98635901-E738-4828-BABE-3E50C2FB71C7}" type="datetime1">
              <a:rPr lang="zh-CN" altLang="en-US" smtClean="0"/>
              <a:t>2025/10/16</a:t>
            </a:fld>
            <a:endParaRPr lang="en-US" altLang="zh-CN"/>
          </a:p>
        </p:txBody>
      </p:sp>
      <p:sp>
        <p:nvSpPr>
          <p:cNvPr id="4" name="页脚占位符 3">
            <a:extLst>
              <a:ext uri="{FF2B5EF4-FFF2-40B4-BE49-F238E27FC236}">
                <a16:creationId xmlns:a16="http://schemas.microsoft.com/office/drawing/2014/main" id="{0585472E-EF57-019B-9BEF-91BFF7B2EA41}"/>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5" name="灯片编号占位符 4">
            <a:extLst>
              <a:ext uri="{FF2B5EF4-FFF2-40B4-BE49-F238E27FC236}">
                <a16:creationId xmlns:a16="http://schemas.microsoft.com/office/drawing/2014/main" id="{0EAE7488-B6F9-AF48-1489-5DB6D5DEE5DC}"/>
              </a:ext>
            </a:extLst>
          </p:cNvPr>
          <p:cNvSpPr>
            <a:spLocks noGrp="1"/>
          </p:cNvSpPr>
          <p:nvPr>
            <p:ph type="sldNum" sz="quarter" idx="12"/>
          </p:nvPr>
        </p:nvSpPr>
        <p:spPr/>
        <p:txBody>
          <a:bodyPr/>
          <a:lstStyle/>
          <a:p>
            <a:pPr>
              <a:defRPr/>
            </a:pPr>
            <a:fld id="{8BCAC33D-D29A-48B3-BCD6-381D3D720D26}" type="slidenum">
              <a:rPr lang="zh-CN" altLang="en-US" smtClean="0"/>
              <a:t>17</a:t>
            </a:fld>
            <a:endParaRPr lang="en-US" altLang="zh-CN"/>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ext Box 2">
            <a:extLst>
              <a:ext uri="{FF2B5EF4-FFF2-40B4-BE49-F238E27FC236}">
                <a16:creationId xmlns:a16="http://schemas.microsoft.com/office/drawing/2014/main" id="{2074FD69-48DD-4106-894C-63705319E274}"/>
              </a:ext>
            </a:extLst>
          </p:cNvPr>
          <p:cNvSpPr txBox="1">
            <a:spLocks noChangeArrowheads="1"/>
          </p:cNvSpPr>
          <p:nvPr/>
        </p:nvSpPr>
        <p:spPr bwMode="auto">
          <a:xfrm>
            <a:off x="611188" y="1268413"/>
            <a:ext cx="7488237" cy="41549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Verdana" panose="020B0604030504040204" pitchFamily="34" charset="0"/>
                <a:ea typeface="宋体" panose="02010600030101010101" pitchFamily="2" charset="-122"/>
              </a:defRPr>
            </a:lvl1pPr>
            <a:lvl2pPr marL="800100" indent="-34290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spcBef>
                <a:spcPct val="100000"/>
              </a:spcBef>
            </a:pPr>
            <a:r>
              <a:rPr lang="zh-CN" altLang="en-US" sz="2400" b="1" dirty="0">
                <a:solidFill>
                  <a:srgbClr val="003366"/>
                </a:solidFill>
                <a:latin typeface="华文中宋" panose="02010600040101010101" pitchFamily="2" charset="-122"/>
                <a:ea typeface="华文中宋" panose="02010600040101010101" pitchFamily="2" charset="-122"/>
                <a:hlinkClick r:id="rId3" action="ppaction://hlinksldjump"/>
              </a:rPr>
              <a:t>分组（纵横）处理方式</a:t>
            </a:r>
            <a:endParaRPr lang="zh-CN" altLang="en-US" sz="2400" b="1" dirty="0">
              <a:solidFill>
                <a:srgbClr val="003366"/>
              </a:solidFill>
              <a:latin typeface="华文中宋" panose="02010600040101010101" pitchFamily="2" charset="-122"/>
              <a:ea typeface="华文中宋" panose="02010600040101010101" pitchFamily="2" charset="-122"/>
            </a:endParaRPr>
          </a:p>
          <a:p>
            <a:pPr lvl="1" eaLnBrk="1" hangingPunct="1">
              <a:spcBef>
                <a:spcPct val="100000"/>
              </a:spcBef>
              <a:buSzPct val="60000"/>
              <a:buFont typeface="Wingdings" panose="05000000000000000000" pitchFamily="2" charset="2"/>
              <a:buChar char="u"/>
            </a:pPr>
            <a:r>
              <a:rPr lang="zh-CN" altLang="en-US" sz="2400" b="1" dirty="0">
                <a:solidFill>
                  <a:srgbClr val="003366"/>
                </a:solidFill>
                <a:latin typeface="华文中宋" panose="02010600040101010101" pitchFamily="2" charset="-122"/>
                <a:ea typeface="华文中宋" panose="02010600040101010101" pitchFamily="2" charset="-122"/>
              </a:rPr>
              <a:t>将长度为</a:t>
            </a:r>
            <a:r>
              <a:rPr lang="en-US" altLang="zh-CN" sz="2400" b="1" dirty="0">
                <a:solidFill>
                  <a:srgbClr val="003366"/>
                </a:solidFill>
                <a:latin typeface="华文中宋" panose="02010600040101010101" pitchFamily="2" charset="-122"/>
                <a:ea typeface="华文中宋" panose="02010600040101010101" pitchFamily="2" charset="-122"/>
              </a:rPr>
              <a:t>N</a:t>
            </a:r>
            <a:r>
              <a:rPr lang="zh-CN" altLang="en-US" sz="2400" b="1" dirty="0">
                <a:solidFill>
                  <a:srgbClr val="003366"/>
                </a:solidFill>
                <a:latin typeface="华文中宋" panose="02010600040101010101" pitchFamily="2" charset="-122"/>
                <a:ea typeface="华文中宋" panose="02010600040101010101" pitchFamily="2" charset="-122"/>
              </a:rPr>
              <a:t>的向量分为</a:t>
            </a:r>
            <a:r>
              <a:rPr lang="en-US" altLang="zh-CN" sz="2400" b="1" dirty="0">
                <a:solidFill>
                  <a:srgbClr val="003366"/>
                </a:solidFill>
                <a:latin typeface="华文中宋" panose="02010600040101010101" pitchFamily="2" charset="-122"/>
                <a:ea typeface="华文中宋" panose="02010600040101010101" pitchFamily="2" charset="-122"/>
              </a:rPr>
              <a:t>m</a:t>
            </a:r>
            <a:r>
              <a:rPr lang="zh-CN" altLang="en-US" sz="2400" b="1" dirty="0">
                <a:solidFill>
                  <a:srgbClr val="003366"/>
                </a:solidFill>
                <a:latin typeface="华文中宋" panose="02010600040101010101" pitchFamily="2" charset="-122"/>
                <a:ea typeface="华文中宋" panose="02010600040101010101" pitchFamily="2" charset="-122"/>
              </a:rPr>
              <a:t>组，每组有</a:t>
            </a:r>
            <a:r>
              <a:rPr lang="en-US" altLang="zh-CN" sz="2400" b="1" dirty="0">
                <a:solidFill>
                  <a:srgbClr val="003366"/>
                </a:solidFill>
                <a:latin typeface="华文中宋" panose="02010600040101010101" pitchFamily="2" charset="-122"/>
                <a:ea typeface="华文中宋" panose="02010600040101010101" pitchFamily="2" charset="-122"/>
              </a:rPr>
              <a:t>n</a:t>
            </a:r>
            <a:r>
              <a:rPr lang="zh-CN" altLang="en-US" sz="2400" b="1" dirty="0">
                <a:solidFill>
                  <a:srgbClr val="003366"/>
                </a:solidFill>
                <a:latin typeface="华文中宋" panose="02010600040101010101" pitchFamily="2" charset="-122"/>
                <a:ea typeface="华文中宋" panose="02010600040101010101" pitchFamily="2" charset="-122"/>
              </a:rPr>
              <a:t>个元素，组内按纵向方式处理，依次处理各组。</a:t>
            </a:r>
          </a:p>
          <a:p>
            <a:pPr lvl="1" eaLnBrk="1" hangingPunct="1">
              <a:spcBef>
                <a:spcPct val="100000"/>
              </a:spcBef>
              <a:buSzPct val="60000"/>
              <a:buFont typeface="Wingdings" panose="05000000000000000000" pitchFamily="2" charset="2"/>
              <a:buChar char="u"/>
            </a:pPr>
            <a:r>
              <a:rPr lang="zh-CN" altLang="en-US" sz="2400" b="1" dirty="0">
                <a:solidFill>
                  <a:srgbClr val="003366"/>
                </a:solidFill>
                <a:latin typeface="华文中宋" panose="02010600040101010101" pitchFamily="2" charset="-122"/>
                <a:ea typeface="华文中宋" panose="02010600040101010101" pitchFamily="2" charset="-122"/>
              </a:rPr>
              <a:t>需要</a:t>
            </a:r>
            <a:r>
              <a:rPr lang="en-US" altLang="zh-CN" sz="2400" b="1" dirty="0">
                <a:solidFill>
                  <a:srgbClr val="003366"/>
                </a:solidFill>
                <a:latin typeface="华文中宋" panose="02010600040101010101" pitchFamily="2" charset="-122"/>
                <a:ea typeface="华文中宋" panose="02010600040101010101" pitchFamily="2" charset="-122"/>
              </a:rPr>
              <a:t>m</a:t>
            </a:r>
            <a:r>
              <a:rPr lang="zh-CN" altLang="en-US" sz="2400" b="1" dirty="0">
                <a:solidFill>
                  <a:srgbClr val="003366"/>
                </a:solidFill>
                <a:latin typeface="华文中宋" panose="02010600040101010101" pitchFamily="2" charset="-122"/>
                <a:ea typeface="华文中宋" panose="02010600040101010101" pitchFamily="2" charset="-122"/>
              </a:rPr>
              <a:t>次迭代；每次迭代执行两条向量指令，有</a:t>
            </a:r>
            <a:r>
              <a:rPr lang="en-US" altLang="zh-CN" sz="2400" b="1" dirty="0">
                <a:solidFill>
                  <a:srgbClr val="003366"/>
                </a:solidFill>
                <a:latin typeface="华文中宋" panose="02010600040101010101" pitchFamily="2" charset="-122"/>
                <a:ea typeface="华文中宋" panose="02010600040101010101" pitchFamily="2" charset="-122"/>
              </a:rPr>
              <a:t>1</a:t>
            </a:r>
            <a:r>
              <a:rPr lang="zh-CN" altLang="en-US" sz="2400" b="1" dirty="0">
                <a:solidFill>
                  <a:srgbClr val="003366"/>
                </a:solidFill>
                <a:latin typeface="华文中宋" panose="02010600040101010101" pitchFamily="2" charset="-122"/>
                <a:ea typeface="华文中宋" panose="02010600040101010101" pitchFamily="2" charset="-122"/>
              </a:rPr>
              <a:t>次数据相关，需要</a:t>
            </a:r>
            <a:r>
              <a:rPr lang="en-US" altLang="zh-CN" sz="2400" b="1" dirty="0">
                <a:solidFill>
                  <a:srgbClr val="003366"/>
                </a:solidFill>
                <a:latin typeface="华文中宋" panose="02010600040101010101" pitchFamily="2" charset="-122"/>
                <a:ea typeface="华文中宋" panose="02010600040101010101" pitchFamily="2" charset="-122"/>
              </a:rPr>
              <a:t>2</a:t>
            </a:r>
            <a:r>
              <a:rPr lang="zh-CN" altLang="en-US" sz="2400" b="1" dirty="0">
                <a:solidFill>
                  <a:srgbClr val="003366"/>
                </a:solidFill>
                <a:latin typeface="华文中宋" panose="02010600040101010101" pitchFamily="2" charset="-122"/>
                <a:ea typeface="华文中宋" panose="02010600040101010101" pitchFamily="2" charset="-122"/>
              </a:rPr>
              <a:t>次功能切换</a:t>
            </a:r>
          </a:p>
          <a:p>
            <a:pPr lvl="1" eaLnBrk="1" hangingPunct="1">
              <a:spcBef>
                <a:spcPct val="100000"/>
              </a:spcBef>
              <a:buSzPct val="60000"/>
              <a:buFont typeface="Wingdings" panose="05000000000000000000" pitchFamily="2" charset="2"/>
              <a:buChar char="u"/>
            </a:pPr>
            <a:r>
              <a:rPr lang="zh-CN" altLang="en-US" sz="2400" b="1" dirty="0">
                <a:solidFill>
                  <a:srgbClr val="003366"/>
                </a:solidFill>
                <a:latin typeface="华文中宋" panose="02010600040101010101" pitchFamily="2" charset="-122"/>
                <a:ea typeface="华文中宋" panose="02010600040101010101" pitchFamily="2" charset="-122"/>
              </a:rPr>
              <a:t>需要</a:t>
            </a:r>
            <a:r>
              <a:rPr lang="zh-CN" altLang="en-US" sz="2400" b="1" dirty="0">
                <a:solidFill>
                  <a:srgbClr val="003366"/>
                </a:solidFill>
                <a:latin typeface="华文中宋" panose="02010600040101010101" pitchFamily="2" charset="-122"/>
                <a:ea typeface="华文中宋" panose="02010600040101010101" pitchFamily="2" charset="-122"/>
                <a:hlinkClick r:id="rId4" action="ppaction://hlinksldjump"/>
              </a:rPr>
              <a:t>寄存器</a:t>
            </a:r>
            <a:r>
              <a:rPr lang="en-US" altLang="zh-CN" sz="2400" b="1" dirty="0">
                <a:solidFill>
                  <a:srgbClr val="003366"/>
                </a:solidFill>
                <a:latin typeface="华文中宋" panose="02010600040101010101" pitchFamily="2" charset="-122"/>
                <a:ea typeface="华文中宋" panose="02010600040101010101" pitchFamily="2" charset="-122"/>
                <a:hlinkClick r:id="rId4" action="ppaction://hlinksldjump"/>
              </a:rPr>
              <a:t>-</a:t>
            </a:r>
            <a:r>
              <a:rPr lang="zh-CN" altLang="en-US" sz="2400" b="1" dirty="0">
                <a:solidFill>
                  <a:srgbClr val="003366"/>
                </a:solidFill>
                <a:latin typeface="华文中宋" panose="02010600040101010101" pitchFamily="2" charset="-122"/>
                <a:ea typeface="华文中宋" panose="02010600040101010101" pitchFamily="2" charset="-122"/>
                <a:hlinkClick r:id="rId4" action="ppaction://hlinksldjump"/>
              </a:rPr>
              <a:t>寄存器型操作的运算流水线</a:t>
            </a:r>
            <a:endParaRPr lang="zh-CN" altLang="en-US" sz="2400" b="1" dirty="0">
              <a:solidFill>
                <a:srgbClr val="003366"/>
              </a:solidFill>
              <a:latin typeface="华文中宋" panose="02010600040101010101" pitchFamily="2" charset="-122"/>
              <a:ea typeface="华文中宋" panose="02010600040101010101" pitchFamily="2" charset="-122"/>
            </a:endParaRPr>
          </a:p>
          <a:p>
            <a:pPr lvl="1" eaLnBrk="1" hangingPunct="1">
              <a:spcBef>
                <a:spcPct val="100000"/>
              </a:spcBef>
              <a:buSzPct val="60000"/>
              <a:buFont typeface="Wingdings" panose="05000000000000000000" pitchFamily="2" charset="2"/>
              <a:buChar char="u"/>
            </a:pPr>
            <a:r>
              <a:rPr lang="zh-CN" altLang="en-US" sz="2400" b="1" dirty="0">
                <a:solidFill>
                  <a:srgbClr val="003366"/>
                </a:solidFill>
                <a:latin typeface="华文中宋" panose="02010600040101010101" pitchFamily="2" charset="-122"/>
                <a:ea typeface="华文中宋" panose="02010600040101010101" pitchFamily="2" charset="-122"/>
              </a:rPr>
              <a:t>这种技术称为</a:t>
            </a:r>
            <a:r>
              <a:rPr lang="zh-CN" altLang="en-US" sz="2400" b="1" dirty="0">
                <a:solidFill>
                  <a:schemeClr val="accent2"/>
                </a:solidFill>
                <a:latin typeface="华文中宋" panose="02010600040101010101" pitchFamily="2" charset="-122"/>
                <a:ea typeface="华文中宋" panose="02010600040101010101" pitchFamily="2" charset="-122"/>
              </a:rPr>
              <a:t>向量循环</a:t>
            </a:r>
            <a:r>
              <a:rPr lang="zh-CN" altLang="en-US" sz="2400" b="1" dirty="0">
                <a:solidFill>
                  <a:srgbClr val="003366"/>
                </a:solidFill>
                <a:latin typeface="华文中宋" panose="02010600040101010101" pitchFamily="2" charset="-122"/>
                <a:ea typeface="华文中宋" panose="02010600040101010101" pitchFamily="2" charset="-122"/>
              </a:rPr>
              <a:t>或</a:t>
            </a:r>
            <a:r>
              <a:rPr lang="zh-CN" altLang="en-US" sz="2400" b="1" dirty="0">
                <a:solidFill>
                  <a:schemeClr val="accent2"/>
                </a:solidFill>
                <a:latin typeface="华文中宋" panose="02010600040101010101" pitchFamily="2" charset="-122"/>
                <a:ea typeface="华文中宋" panose="02010600040101010101" pitchFamily="2" charset="-122"/>
              </a:rPr>
              <a:t>分段开采</a:t>
            </a:r>
          </a:p>
        </p:txBody>
      </p:sp>
      <p:sp>
        <p:nvSpPr>
          <p:cNvPr id="2" name="日期占位符 1">
            <a:extLst>
              <a:ext uri="{FF2B5EF4-FFF2-40B4-BE49-F238E27FC236}">
                <a16:creationId xmlns:a16="http://schemas.microsoft.com/office/drawing/2014/main" id="{1529C88C-A827-124F-9BC6-281308D88D17}"/>
              </a:ext>
            </a:extLst>
          </p:cNvPr>
          <p:cNvSpPr>
            <a:spLocks noGrp="1"/>
          </p:cNvSpPr>
          <p:nvPr>
            <p:ph type="dt" sz="half" idx="10"/>
          </p:nvPr>
        </p:nvSpPr>
        <p:spPr/>
        <p:txBody>
          <a:bodyPr/>
          <a:lstStyle/>
          <a:p>
            <a:pPr>
              <a:defRPr/>
            </a:pPr>
            <a:fld id="{73712879-3571-4653-B025-CDEC8A5FEFBF}" type="datetime1">
              <a:rPr lang="zh-CN" altLang="en-US" smtClean="0"/>
              <a:t>2025/10/16</a:t>
            </a:fld>
            <a:endParaRPr lang="en-US" altLang="zh-CN"/>
          </a:p>
        </p:txBody>
      </p:sp>
      <p:sp>
        <p:nvSpPr>
          <p:cNvPr id="3" name="页脚占位符 2">
            <a:extLst>
              <a:ext uri="{FF2B5EF4-FFF2-40B4-BE49-F238E27FC236}">
                <a16:creationId xmlns:a16="http://schemas.microsoft.com/office/drawing/2014/main" id="{E8A0A94A-F7BB-50F4-DA47-6303067C877E}"/>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F99B1150-3A99-B344-6623-CE8CD2427F3C}"/>
              </a:ext>
            </a:extLst>
          </p:cNvPr>
          <p:cNvSpPr>
            <a:spLocks noGrp="1"/>
          </p:cNvSpPr>
          <p:nvPr>
            <p:ph type="sldNum" sz="quarter" idx="12"/>
          </p:nvPr>
        </p:nvSpPr>
        <p:spPr/>
        <p:txBody>
          <a:bodyPr/>
          <a:lstStyle/>
          <a:p>
            <a:pPr>
              <a:defRPr/>
            </a:pPr>
            <a:fld id="{8BCAC33D-D29A-48B3-BCD6-381D3D720D26}" type="slidenum">
              <a:rPr lang="zh-CN" altLang="en-US" smtClean="0"/>
              <a:t>18</a:t>
            </a:fld>
            <a:endParaRPr lang="en-US" altLang="zh-CN"/>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ext Box 2">
            <a:extLst>
              <a:ext uri="{FF2B5EF4-FFF2-40B4-BE49-F238E27FC236}">
                <a16:creationId xmlns:a16="http://schemas.microsoft.com/office/drawing/2014/main" id="{E5D48890-4FB9-4FDC-A0FF-A67F4FD7FCED}"/>
              </a:ext>
            </a:extLst>
          </p:cNvPr>
          <p:cNvSpPr txBox="1">
            <a:spLocks noChangeArrowheads="1"/>
          </p:cNvSpPr>
          <p:nvPr/>
        </p:nvSpPr>
        <p:spPr bwMode="auto">
          <a:xfrm>
            <a:off x="684213" y="1341438"/>
            <a:ext cx="7488237" cy="337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257300" indent="-3429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400" b="1">
                <a:solidFill>
                  <a:schemeClr val="accent2"/>
                </a:solidFill>
                <a:latin typeface="华文中宋" panose="02010600040101010101" pitchFamily="2" charset="-122"/>
                <a:ea typeface="华文中宋" panose="02010600040101010101" pitchFamily="2" charset="-122"/>
              </a:rPr>
              <a:t>例</a:t>
            </a:r>
            <a:r>
              <a:rPr lang="en-US" altLang="zh-CN" sz="2400" b="1">
                <a:solidFill>
                  <a:schemeClr val="accent2"/>
                </a:solidFill>
                <a:latin typeface="华文中宋" panose="02010600040101010101" pitchFamily="2" charset="-122"/>
                <a:ea typeface="华文中宋" panose="02010600040101010101" pitchFamily="2" charset="-122"/>
              </a:rPr>
              <a:t>3.8</a:t>
            </a:r>
            <a:r>
              <a:rPr lang="en-US" altLang="zh-CN" sz="2400" b="1">
                <a:solidFill>
                  <a:srgbClr val="003366"/>
                </a:solidFill>
                <a:latin typeface="华文中宋" panose="02010600040101010101" pitchFamily="2" charset="-122"/>
                <a:ea typeface="华文中宋" panose="02010600040101010101" pitchFamily="2" charset="-122"/>
              </a:rPr>
              <a:t>  </a:t>
            </a:r>
            <a:r>
              <a:rPr lang="zh-CN" altLang="en-US" sz="2400" b="1">
                <a:solidFill>
                  <a:srgbClr val="003366"/>
                </a:solidFill>
                <a:latin typeface="华文中宋" panose="02010600040101010101" pitchFamily="2" charset="-122"/>
                <a:ea typeface="华文中宋" panose="02010600040101010101" pitchFamily="2" charset="-122"/>
              </a:rPr>
              <a:t>设</a:t>
            </a:r>
            <a:r>
              <a:rPr lang="en-US" altLang="zh-CN" sz="2400" b="1">
                <a:solidFill>
                  <a:srgbClr val="003366"/>
                </a:solidFill>
                <a:latin typeface="华文中宋" panose="02010600040101010101" pitchFamily="2" charset="-122"/>
                <a:ea typeface="华文中宋" panose="02010600040101010101" pitchFamily="2" charset="-122"/>
              </a:rPr>
              <a:t>A</a:t>
            </a:r>
            <a:r>
              <a:rPr lang="zh-CN" altLang="en-US" sz="2400" b="1">
                <a:solidFill>
                  <a:srgbClr val="003366"/>
                </a:solidFill>
                <a:latin typeface="华文中宋" panose="02010600040101010101" pitchFamily="2" charset="-122"/>
                <a:ea typeface="华文中宋" panose="02010600040101010101" pitchFamily="2" charset="-122"/>
              </a:rPr>
              <a:t>和</a:t>
            </a:r>
            <a:r>
              <a:rPr lang="en-US" altLang="zh-CN" sz="2400" b="1">
                <a:solidFill>
                  <a:srgbClr val="003366"/>
                </a:solidFill>
                <a:latin typeface="华文中宋" panose="02010600040101010101" pitchFamily="2" charset="-122"/>
                <a:ea typeface="华文中宋" panose="02010600040101010101" pitchFamily="2" charset="-122"/>
              </a:rPr>
              <a:t>B</a:t>
            </a:r>
            <a:r>
              <a:rPr lang="zh-CN" altLang="en-US" sz="2400" b="1">
                <a:solidFill>
                  <a:srgbClr val="003366"/>
                </a:solidFill>
                <a:latin typeface="华文中宋" panose="02010600040101010101" pitchFamily="2" charset="-122"/>
                <a:ea typeface="华文中宋" panose="02010600040101010101" pitchFamily="2" charset="-122"/>
              </a:rPr>
              <a:t>是长度为</a:t>
            </a:r>
            <a:r>
              <a:rPr lang="en-US" altLang="zh-CN" sz="2400" b="1" i="1">
                <a:solidFill>
                  <a:srgbClr val="003366"/>
                </a:solidFill>
                <a:latin typeface="华文中宋" panose="02010600040101010101" pitchFamily="2" charset="-122"/>
                <a:ea typeface="华文中宋" panose="02010600040101010101" pitchFamily="2" charset="-122"/>
              </a:rPr>
              <a:t>N</a:t>
            </a:r>
            <a:r>
              <a:rPr lang="zh-CN" altLang="en-US" sz="2400" b="1">
                <a:solidFill>
                  <a:srgbClr val="003366"/>
                </a:solidFill>
                <a:latin typeface="华文中宋" panose="02010600040101010101" pitchFamily="2" charset="-122"/>
                <a:ea typeface="华文中宋" panose="02010600040101010101" pitchFamily="2" charset="-122"/>
              </a:rPr>
              <a:t>的向量，考虑在一个向量长</a:t>
            </a:r>
          </a:p>
          <a:p>
            <a:pPr eaLnBrk="1" hangingPunct="1"/>
            <a:r>
              <a:rPr lang="zh-CN" altLang="en-US" sz="2400" b="1">
                <a:solidFill>
                  <a:srgbClr val="003366"/>
                </a:solidFill>
                <a:latin typeface="华文中宋" panose="02010600040101010101" pitchFamily="2" charset="-122"/>
                <a:ea typeface="华文中宋" panose="02010600040101010101" pitchFamily="2" charset="-122"/>
              </a:rPr>
              <a:t>          度为</a:t>
            </a:r>
            <a:r>
              <a:rPr lang="en-US" altLang="zh-CN" sz="2400" b="1">
                <a:solidFill>
                  <a:srgbClr val="003366"/>
                </a:solidFill>
                <a:latin typeface="华文中宋" panose="02010600040101010101" pitchFamily="2" charset="-122"/>
                <a:ea typeface="华文中宋" panose="02010600040101010101" pitchFamily="2" charset="-122"/>
              </a:rPr>
              <a:t>64</a:t>
            </a:r>
            <a:r>
              <a:rPr lang="zh-CN" altLang="en-US" sz="2400" b="1">
                <a:solidFill>
                  <a:srgbClr val="003366"/>
                </a:solidFill>
                <a:latin typeface="华文中宋" panose="02010600040101010101" pitchFamily="2" charset="-122"/>
                <a:ea typeface="华文中宋" panose="02010600040101010101" pitchFamily="2" charset="-122"/>
              </a:rPr>
              <a:t>的向量处理机上实现如下的循环操作：</a:t>
            </a:r>
          </a:p>
          <a:p>
            <a:pPr lvl="2" eaLnBrk="1" hangingPunct="1"/>
            <a:r>
              <a:rPr lang="zh-CN" altLang="en-US" sz="2400" b="1">
                <a:solidFill>
                  <a:srgbClr val="003366"/>
                </a:solidFill>
                <a:latin typeface="华文中宋" panose="02010600040101010101" pitchFamily="2" charset="-122"/>
                <a:ea typeface="华文中宋" panose="02010600040101010101" pitchFamily="2" charset="-122"/>
              </a:rPr>
              <a:t>		</a:t>
            </a:r>
            <a:r>
              <a:rPr lang="en-US" altLang="zh-CN" sz="2400" b="1">
                <a:solidFill>
                  <a:srgbClr val="003366"/>
                </a:solidFill>
                <a:latin typeface="华文中宋" panose="02010600040101010101" pitchFamily="2" charset="-122"/>
                <a:ea typeface="华文中宋" panose="02010600040101010101" pitchFamily="2" charset="-122"/>
              </a:rPr>
              <a:t>DO 10 I=1, N</a:t>
            </a:r>
          </a:p>
          <a:p>
            <a:pPr lvl="2" eaLnBrk="1" hangingPunct="1"/>
            <a:r>
              <a:rPr lang="en-US" altLang="zh-CN" sz="2400" b="1">
                <a:solidFill>
                  <a:srgbClr val="003366"/>
                </a:solidFill>
                <a:latin typeface="华文中宋" panose="02010600040101010101" pitchFamily="2" charset="-122"/>
                <a:ea typeface="华文中宋" panose="02010600040101010101" pitchFamily="2" charset="-122"/>
              </a:rPr>
              <a:t>10     A(I)=5.0 * B(I) + 1.0</a:t>
            </a:r>
          </a:p>
          <a:p>
            <a:pPr eaLnBrk="1" hangingPunct="1">
              <a:spcBef>
                <a:spcPct val="100000"/>
              </a:spcBef>
            </a:pPr>
            <a:r>
              <a:rPr lang="zh-CN" altLang="en-US" sz="2400" b="1">
                <a:solidFill>
                  <a:schemeClr val="accent2"/>
                </a:solidFill>
                <a:latin typeface="华文中宋" panose="02010600040101010101" pitchFamily="2" charset="-122"/>
                <a:ea typeface="华文中宋" panose="02010600040101010101" pitchFamily="2" charset="-122"/>
              </a:rPr>
              <a:t>分析：</a:t>
            </a:r>
          </a:p>
          <a:p>
            <a:pPr eaLnBrk="1" hangingPunct="1">
              <a:spcBef>
                <a:spcPct val="50000"/>
              </a:spcBef>
            </a:pPr>
            <a:r>
              <a:rPr lang="zh-CN" altLang="en-US" sz="2400" b="1">
                <a:solidFill>
                  <a:srgbClr val="003366"/>
                </a:solidFill>
                <a:latin typeface="华文中宋" panose="02010600040101010101" pitchFamily="2" charset="-122"/>
                <a:ea typeface="华文中宋" panose="02010600040101010101" pitchFamily="2" charset="-122"/>
              </a:rPr>
              <a:t>    	</a:t>
            </a:r>
            <a:r>
              <a:rPr lang="en-US" altLang="zh-CN" sz="2400" b="1">
                <a:solidFill>
                  <a:srgbClr val="003366"/>
                </a:solidFill>
                <a:latin typeface="华文中宋" panose="02010600040101010101" pitchFamily="2" charset="-122"/>
                <a:ea typeface="华文中宋" panose="02010600040101010101" pitchFamily="2" charset="-122"/>
              </a:rPr>
              <a:t>(1) </a:t>
            </a:r>
            <a:r>
              <a:rPr lang="zh-CN" altLang="en-US" sz="2400" b="1">
                <a:solidFill>
                  <a:srgbClr val="003366"/>
                </a:solidFill>
                <a:latin typeface="华文中宋" panose="02010600040101010101" pitchFamily="2" charset="-122"/>
                <a:ea typeface="华文中宋" panose="02010600040101010101" pitchFamily="2" charset="-122"/>
              </a:rPr>
              <a:t>当</a:t>
            </a:r>
            <a:r>
              <a:rPr lang="en-US" altLang="zh-CN" sz="2400" b="1" i="1">
                <a:solidFill>
                  <a:srgbClr val="003366"/>
                </a:solidFill>
                <a:latin typeface="华文中宋" panose="02010600040101010101" pitchFamily="2" charset="-122"/>
                <a:ea typeface="华文中宋" panose="02010600040101010101" pitchFamily="2" charset="-122"/>
                <a:hlinkClick r:id="rId3" action="ppaction://hlinksldjump"/>
              </a:rPr>
              <a:t>N</a:t>
            </a:r>
            <a:r>
              <a:rPr lang="en-US" altLang="zh-CN" sz="2400" b="1">
                <a:solidFill>
                  <a:srgbClr val="003366"/>
                </a:solidFill>
                <a:latin typeface="华文中宋" panose="02010600040101010101" pitchFamily="2" charset="-122"/>
                <a:ea typeface="华文中宋" panose="02010600040101010101" pitchFamily="2" charset="-122"/>
                <a:hlinkClick r:id="rId3" action="ppaction://hlinksldjump"/>
              </a:rPr>
              <a:t>≤64</a:t>
            </a:r>
            <a:r>
              <a:rPr lang="zh-CN" altLang="en-US" sz="2400" b="1">
                <a:solidFill>
                  <a:srgbClr val="003366"/>
                </a:solidFill>
                <a:latin typeface="华文中宋" panose="02010600040101010101" pitchFamily="2" charset="-122"/>
                <a:ea typeface="华文中宋" panose="02010600040101010101" pitchFamily="2" charset="-122"/>
              </a:rPr>
              <a:t>时</a:t>
            </a:r>
          </a:p>
          <a:p>
            <a:pPr eaLnBrk="1" hangingPunct="1">
              <a:spcBef>
                <a:spcPct val="50000"/>
              </a:spcBef>
            </a:pPr>
            <a:r>
              <a:rPr lang="zh-CN" altLang="en-US" sz="2400" b="1">
                <a:solidFill>
                  <a:srgbClr val="003366"/>
                </a:solidFill>
                <a:latin typeface="华文中宋" panose="02010600040101010101" pitchFamily="2" charset="-122"/>
                <a:ea typeface="华文中宋" panose="02010600040101010101" pitchFamily="2" charset="-122"/>
              </a:rPr>
              <a:t>	      </a:t>
            </a:r>
            <a:r>
              <a:rPr lang="en-US" altLang="zh-CN" sz="2400" b="1">
                <a:solidFill>
                  <a:srgbClr val="003366"/>
                </a:solidFill>
                <a:latin typeface="华文中宋" panose="02010600040101010101" pitchFamily="2" charset="-122"/>
                <a:ea typeface="华文中宋" panose="02010600040101010101" pitchFamily="2" charset="-122"/>
              </a:rPr>
              <a:t>(2) </a:t>
            </a:r>
            <a:r>
              <a:rPr lang="zh-CN" altLang="en-US" sz="2400" b="1">
                <a:solidFill>
                  <a:srgbClr val="003366"/>
                </a:solidFill>
                <a:latin typeface="华文中宋" panose="02010600040101010101" pitchFamily="2" charset="-122"/>
                <a:ea typeface="华文中宋" panose="02010600040101010101" pitchFamily="2" charset="-122"/>
              </a:rPr>
              <a:t>当</a:t>
            </a:r>
            <a:r>
              <a:rPr lang="en-US" altLang="zh-CN" sz="2400" b="1" i="1">
                <a:solidFill>
                  <a:srgbClr val="003366"/>
                </a:solidFill>
                <a:latin typeface="华文中宋" panose="02010600040101010101" pitchFamily="2" charset="-122"/>
                <a:ea typeface="华文中宋" panose="02010600040101010101" pitchFamily="2" charset="-122"/>
                <a:hlinkClick r:id="rId4" action="ppaction://hlinksldjump"/>
              </a:rPr>
              <a:t>N</a:t>
            </a:r>
            <a:r>
              <a:rPr lang="en-US" altLang="zh-CN" sz="2400" b="1">
                <a:solidFill>
                  <a:srgbClr val="003366"/>
                </a:solidFill>
                <a:latin typeface="华文中宋" panose="02010600040101010101" pitchFamily="2" charset="-122"/>
                <a:ea typeface="华文中宋" panose="02010600040101010101" pitchFamily="2" charset="-122"/>
                <a:hlinkClick r:id="rId4" action="ppaction://hlinksldjump"/>
              </a:rPr>
              <a:t>&gt;64</a:t>
            </a:r>
            <a:r>
              <a:rPr lang="zh-CN" altLang="en-US" sz="2400" b="1">
                <a:solidFill>
                  <a:srgbClr val="003366"/>
                </a:solidFill>
                <a:latin typeface="华文中宋" panose="02010600040101010101" pitchFamily="2" charset="-122"/>
                <a:ea typeface="华文中宋" panose="02010600040101010101" pitchFamily="2" charset="-122"/>
              </a:rPr>
              <a:t>时，需要进行分段开采</a:t>
            </a:r>
          </a:p>
        </p:txBody>
      </p:sp>
      <p:sp>
        <p:nvSpPr>
          <p:cNvPr id="2" name="日期占位符 1">
            <a:extLst>
              <a:ext uri="{FF2B5EF4-FFF2-40B4-BE49-F238E27FC236}">
                <a16:creationId xmlns:a16="http://schemas.microsoft.com/office/drawing/2014/main" id="{4DAB1779-07F1-AF99-141E-917FD4994980}"/>
              </a:ext>
            </a:extLst>
          </p:cNvPr>
          <p:cNvSpPr>
            <a:spLocks noGrp="1"/>
          </p:cNvSpPr>
          <p:nvPr>
            <p:ph type="dt" sz="half" idx="10"/>
          </p:nvPr>
        </p:nvSpPr>
        <p:spPr/>
        <p:txBody>
          <a:bodyPr/>
          <a:lstStyle/>
          <a:p>
            <a:pPr>
              <a:defRPr/>
            </a:pPr>
            <a:fld id="{E75326B3-B031-46DB-8D56-22F463DDA6B8}" type="datetime1">
              <a:rPr lang="zh-CN" altLang="en-US" smtClean="0"/>
              <a:t>2025/10/16</a:t>
            </a:fld>
            <a:endParaRPr lang="en-US" altLang="zh-CN"/>
          </a:p>
        </p:txBody>
      </p:sp>
      <p:sp>
        <p:nvSpPr>
          <p:cNvPr id="3" name="页脚占位符 2">
            <a:extLst>
              <a:ext uri="{FF2B5EF4-FFF2-40B4-BE49-F238E27FC236}">
                <a16:creationId xmlns:a16="http://schemas.microsoft.com/office/drawing/2014/main" id="{640E0ACB-5133-93A7-2C16-E66990A4DF8B}"/>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606F6D99-47BB-5E32-34BB-D20B227DD615}"/>
              </a:ext>
            </a:extLst>
          </p:cNvPr>
          <p:cNvSpPr>
            <a:spLocks noGrp="1"/>
          </p:cNvSpPr>
          <p:nvPr>
            <p:ph type="sldNum" sz="quarter" idx="12"/>
          </p:nvPr>
        </p:nvSpPr>
        <p:spPr/>
        <p:txBody>
          <a:bodyPr/>
          <a:lstStyle/>
          <a:p>
            <a:pPr>
              <a:defRPr/>
            </a:pPr>
            <a:fld id="{8BCAC33D-D29A-48B3-BCD6-381D3D720D26}" type="slidenum">
              <a:rPr lang="zh-CN" altLang="en-US" smtClean="0"/>
              <a:t>19</a:t>
            </a:fld>
            <a:endParaRPr lang="en-US" altLang="zh-CN"/>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ext Box 2">
            <a:extLst>
              <a:ext uri="{FF2B5EF4-FFF2-40B4-BE49-F238E27FC236}">
                <a16:creationId xmlns:a16="http://schemas.microsoft.com/office/drawing/2014/main" id="{A7F4F72C-851B-4A48-99E5-894923F171F1}"/>
              </a:ext>
            </a:extLst>
          </p:cNvPr>
          <p:cNvSpPr txBox="1">
            <a:spLocks noChangeArrowheads="1"/>
          </p:cNvSpPr>
          <p:nvPr/>
        </p:nvSpPr>
        <p:spPr bwMode="auto">
          <a:xfrm>
            <a:off x="611188" y="1265238"/>
            <a:ext cx="7488237" cy="410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Verdana" panose="020B0604030504040204" pitchFamily="34" charset="0"/>
                <a:ea typeface="宋体" panose="02010600030101010101" pitchFamily="2" charset="-122"/>
              </a:defRPr>
            </a:lvl1pPr>
            <a:lvl2pPr marL="800100" indent="-34290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spcBef>
                <a:spcPct val="100000"/>
              </a:spcBef>
            </a:pPr>
            <a:r>
              <a:rPr lang="en-US" altLang="zh-CN" sz="2400" b="1">
                <a:solidFill>
                  <a:srgbClr val="003366"/>
                </a:solidFill>
                <a:latin typeface="华文中宋" panose="02010600040101010101" pitchFamily="2" charset="-122"/>
                <a:ea typeface="华文中宋" panose="02010600040101010101" pitchFamily="2" charset="-122"/>
              </a:rPr>
              <a:t>4. </a:t>
            </a:r>
            <a:r>
              <a:rPr lang="zh-CN" altLang="en-US" sz="2400" b="1">
                <a:solidFill>
                  <a:srgbClr val="003366"/>
                </a:solidFill>
                <a:latin typeface="华文中宋" panose="02010600040101010101" pitchFamily="2" charset="-122"/>
                <a:ea typeface="华文中宋" panose="02010600040101010101" pitchFamily="2" charset="-122"/>
              </a:rPr>
              <a:t>向量处理机的速度评价方法</a:t>
            </a:r>
          </a:p>
          <a:p>
            <a:pPr lvl="1" eaLnBrk="1" hangingPunct="1">
              <a:spcBef>
                <a:spcPct val="100000"/>
              </a:spcBef>
              <a:buSzPct val="60000"/>
              <a:buFont typeface="Wingdings" panose="05000000000000000000" pitchFamily="2" charset="2"/>
              <a:buChar char="u"/>
            </a:pPr>
            <a:r>
              <a:rPr lang="zh-CN" altLang="en-US" sz="2400" b="1">
                <a:solidFill>
                  <a:srgbClr val="003366"/>
                </a:solidFill>
                <a:latin typeface="华文中宋" panose="02010600040101010101" pitchFamily="2" charset="-122"/>
                <a:ea typeface="华文中宋" panose="02010600040101010101" pitchFamily="2" charset="-122"/>
              </a:rPr>
              <a:t>由于一条指令最多得到一个结果，标量处理机通常用每秒执行多少条指令</a:t>
            </a:r>
            <a:r>
              <a:rPr lang="en-US" altLang="zh-CN" sz="2400" b="1">
                <a:solidFill>
                  <a:srgbClr val="003366"/>
                </a:solidFill>
                <a:latin typeface="华文中宋" panose="02010600040101010101" pitchFamily="2" charset="-122"/>
                <a:ea typeface="华文中宋" panose="02010600040101010101" pitchFamily="2" charset="-122"/>
              </a:rPr>
              <a:t>(MIPS)</a:t>
            </a:r>
            <a:r>
              <a:rPr lang="zh-CN" altLang="en-US" sz="2400" b="1">
                <a:solidFill>
                  <a:srgbClr val="003366"/>
                </a:solidFill>
                <a:latin typeface="华文中宋" panose="02010600040101010101" pitchFamily="2" charset="-122"/>
                <a:ea typeface="华文中宋" panose="02010600040101010101" pitchFamily="2" charset="-122"/>
              </a:rPr>
              <a:t>来衡量机器的运算速度</a:t>
            </a:r>
          </a:p>
          <a:p>
            <a:pPr lvl="1" eaLnBrk="1" hangingPunct="1">
              <a:spcBef>
                <a:spcPct val="100000"/>
              </a:spcBef>
              <a:buSzPct val="60000"/>
              <a:buFont typeface="Wingdings" panose="05000000000000000000" pitchFamily="2" charset="2"/>
              <a:buChar char="u"/>
            </a:pPr>
            <a:r>
              <a:rPr lang="zh-CN" altLang="en-US" sz="2400" b="1">
                <a:solidFill>
                  <a:srgbClr val="003366"/>
                </a:solidFill>
                <a:latin typeface="华文中宋" panose="02010600040101010101" pitchFamily="2" charset="-122"/>
                <a:ea typeface="华文中宋" panose="02010600040101010101" pitchFamily="2" charset="-122"/>
              </a:rPr>
              <a:t>向量处理机用每秒取得多少浮点运算结果来衡量机器速度，以</a:t>
            </a:r>
            <a:r>
              <a:rPr lang="en-US" altLang="zh-CN" sz="2400" b="1">
                <a:solidFill>
                  <a:srgbClr val="003366"/>
                </a:solidFill>
                <a:latin typeface="华文中宋" panose="02010600040101010101" pitchFamily="2" charset="-122"/>
                <a:ea typeface="华文中宋" panose="02010600040101010101" pitchFamily="2" charset="-122"/>
              </a:rPr>
              <a:t>MFLOPS</a:t>
            </a:r>
            <a:r>
              <a:rPr lang="zh-CN" altLang="en-US" sz="2400" b="1">
                <a:solidFill>
                  <a:srgbClr val="003366"/>
                </a:solidFill>
                <a:latin typeface="华文中宋" panose="02010600040101010101" pitchFamily="2" charset="-122"/>
                <a:ea typeface="华文中宋" panose="02010600040101010101" pitchFamily="2" charset="-122"/>
              </a:rPr>
              <a:t>作为测量单位</a:t>
            </a:r>
          </a:p>
          <a:p>
            <a:pPr lvl="1" eaLnBrk="1" hangingPunct="1">
              <a:spcBef>
                <a:spcPct val="100000"/>
              </a:spcBef>
              <a:buSzPct val="60000"/>
              <a:buFont typeface="Wingdings" panose="05000000000000000000" pitchFamily="2" charset="2"/>
              <a:buChar char="u"/>
            </a:pPr>
            <a:r>
              <a:rPr lang="zh-CN" altLang="en-US" sz="2400" b="1">
                <a:solidFill>
                  <a:srgbClr val="003366"/>
                </a:solidFill>
                <a:latin typeface="华文中宋" panose="02010600040101010101" pitchFamily="2" charset="-122"/>
                <a:ea typeface="华文中宋" panose="02010600040101010101" pitchFamily="2" charset="-122"/>
              </a:rPr>
              <a:t>采用</a:t>
            </a:r>
            <a:r>
              <a:rPr lang="en-US" altLang="zh-CN" sz="2400" b="1">
                <a:solidFill>
                  <a:srgbClr val="003366"/>
                </a:solidFill>
                <a:latin typeface="华文中宋" panose="02010600040101010101" pitchFamily="2" charset="-122"/>
                <a:ea typeface="华文中宋" panose="02010600040101010101" pitchFamily="2" charset="-122"/>
              </a:rPr>
              <a:t>MFLOPS</a:t>
            </a:r>
            <a:r>
              <a:rPr lang="zh-CN" altLang="en-US" sz="2400" b="1">
                <a:solidFill>
                  <a:srgbClr val="003366"/>
                </a:solidFill>
                <a:latin typeface="华文中宋" panose="02010600040101010101" pitchFamily="2" charset="-122"/>
                <a:ea typeface="华文中宋" panose="02010600040101010101" pitchFamily="2" charset="-122"/>
              </a:rPr>
              <a:t>可以忽视</a:t>
            </a:r>
            <a:r>
              <a:rPr lang="en-US" altLang="zh-CN" sz="2400" b="1">
                <a:solidFill>
                  <a:srgbClr val="003366"/>
                </a:solidFill>
                <a:latin typeface="华文中宋" panose="02010600040101010101" pitchFamily="2" charset="-122"/>
                <a:ea typeface="华文中宋" panose="02010600040101010101" pitchFamily="2" charset="-122"/>
              </a:rPr>
              <a:t>Load</a:t>
            </a:r>
            <a:r>
              <a:rPr lang="zh-CN" altLang="en-US" sz="2400" b="1">
                <a:solidFill>
                  <a:srgbClr val="003366"/>
                </a:solidFill>
                <a:latin typeface="华文中宋" panose="02010600040101010101" pitchFamily="2" charset="-122"/>
                <a:ea typeface="华文中宋" panose="02010600040101010101" pitchFamily="2" charset="-122"/>
              </a:rPr>
              <a:t>、</a:t>
            </a:r>
            <a:r>
              <a:rPr lang="en-US" altLang="zh-CN" sz="2400" b="1">
                <a:solidFill>
                  <a:srgbClr val="003366"/>
                </a:solidFill>
                <a:latin typeface="华文中宋" panose="02010600040101010101" pitchFamily="2" charset="-122"/>
                <a:ea typeface="华文中宋" panose="02010600040101010101" pitchFamily="2" charset="-122"/>
              </a:rPr>
              <a:t>Store</a:t>
            </a:r>
            <a:r>
              <a:rPr lang="zh-CN" altLang="en-US" sz="2400" b="1">
                <a:solidFill>
                  <a:srgbClr val="003366"/>
                </a:solidFill>
                <a:latin typeface="华文中宋" panose="02010600040101010101" pitchFamily="2" charset="-122"/>
                <a:ea typeface="华文中宋" panose="02010600040101010101" pitchFamily="2" charset="-122"/>
              </a:rPr>
              <a:t>、分支、测试等类型指令的影响</a:t>
            </a:r>
          </a:p>
        </p:txBody>
      </p:sp>
      <p:sp>
        <p:nvSpPr>
          <p:cNvPr id="2" name="日期占位符 1">
            <a:extLst>
              <a:ext uri="{FF2B5EF4-FFF2-40B4-BE49-F238E27FC236}">
                <a16:creationId xmlns:a16="http://schemas.microsoft.com/office/drawing/2014/main" id="{9B9487BE-2A28-9FDE-E636-5F6485BCFCAD}"/>
              </a:ext>
            </a:extLst>
          </p:cNvPr>
          <p:cNvSpPr>
            <a:spLocks noGrp="1"/>
          </p:cNvSpPr>
          <p:nvPr>
            <p:ph type="dt" sz="half" idx="10"/>
          </p:nvPr>
        </p:nvSpPr>
        <p:spPr/>
        <p:txBody>
          <a:bodyPr/>
          <a:lstStyle/>
          <a:p>
            <a:pPr>
              <a:defRPr/>
            </a:pPr>
            <a:fld id="{259BAA9C-2186-4924-A819-F717936C5405}" type="datetime1">
              <a:rPr lang="zh-CN" altLang="en-US" smtClean="0"/>
              <a:t>2025/10/16</a:t>
            </a:fld>
            <a:endParaRPr lang="en-US" altLang="zh-CN"/>
          </a:p>
        </p:txBody>
      </p:sp>
      <p:sp>
        <p:nvSpPr>
          <p:cNvPr id="3" name="页脚占位符 2">
            <a:extLst>
              <a:ext uri="{FF2B5EF4-FFF2-40B4-BE49-F238E27FC236}">
                <a16:creationId xmlns:a16="http://schemas.microsoft.com/office/drawing/2014/main" id="{CB9C6B31-62FD-07A3-AEEE-35CCED520AA0}"/>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5752ADAA-4616-6184-4807-50001665C4DF}"/>
              </a:ext>
            </a:extLst>
          </p:cNvPr>
          <p:cNvSpPr>
            <a:spLocks noGrp="1"/>
          </p:cNvSpPr>
          <p:nvPr>
            <p:ph type="sldNum" sz="quarter" idx="12"/>
          </p:nvPr>
        </p:nvSpPr>
        <p:spPr/>
        <p:txBody>
          <a:bodyPr/>
          <a:lstStyle/>
          <a:p>
            <a:pPr>
              <a:defRPr/>
            </a:pPr>
            <a:fld id="{8BCAC33D-D29A-48B3-BCD6-381D3D720D26}" type="slidenum">
              <a:rPr lang="zh-CN" altLang="en-US" smtClean="0"/>
              <a:t>20</a:t>
            </a:fld>
            <a:endParaRPr lang="en-US" altLang="zh-CN"/>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ext Box 2">
            <a:extLst>
              <a:ext uri="{FF2B5EF4-FFF2-40B4-BE49-F238E27FC236}">
                <a16:creationId xmlns:a16="http://schemas.microsoft.com/office/drawing/2014/main" id="{8DD813A6-16A8-40E6-8AF8-639C6764420D}"/>
              </a:ext>
            </a:extLst>
          </p:cNvPr>
          <p:cNvSpPr txBox="1">
            <a:spLocks noChangeArrowheads="1"/>
          </p:cNvSpPr>
          <p:nvPr/>
        </p:nvSpPr>
        <p:spPr bwMode="auto">
          <a:xfrm>
            <a:off x="611188" y="1268413"/>
            <a:ext cx="7632700" cy="3743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Verdana" panose="020B0604030504040204" pitchFamily="34" charset="0"/>
                <a:ea typeface="宋体" panose="02010600030101010101" pitchFamily="2" charset="-122"/>
              </a:defRPr>
            </a:lvl1pPr>
            <a:lvl2pPr marL="800100" indent="-34290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spcBef>
                <a:spcPct val="100000"/>
              </a:spcBef>
            </a:pPr>
            <a:r>
              <a:rPr lang="en-US" altLang="zh-CN" sz="2400" b="1">
                <a:solidFill>
                  <a:srgbClr val="003366"/>
                </a:solidFill>
                <a:latin typeface="华文中宋" panose="02010600040101010101" pitchFamily="2" charset="-122"/>
                <a:ea typeface="华文中宋" panose="02010600040101010101" pitchFamily="2" charset="-122"/>
              </a:rPr>
              <a:t>4. </a:t>
            </a:r>
            <a:r>
              <a:rPr lang="zh-CN" altLang="en-US" sz="2400" b="1">
                <a:solidFill>
                  <a:srgbClr val="003366"/>
                </a:solidFill>
                <a:latin typeface="华文中宋" panose="02010600040101010101" pitchFamily="2" charset="-122"/>
                <a:ea typeface="华文中宋" panose="02010600040101010101" pitchFamily="2" charset="-122"/>
              </a:rPr>
              <a:t>向量处理机的速度评价方法</a:t>
            </a:r>
          </a:p>
          <a:p>
            <a:pPr lvl="1" eaLnBrk="1" hangingPunct="1">
              <a:spcBef>
                <a:spcPct val="100000"/>
              </a:spcBef>
              <a:buSzPct val="60000"/>
              <a:buFont typeface="Wingdings" panose="05000000000000000000" pitchFamily="2" charset="2"/>
              <a:buChar char="u"/>
            </a:pPr>
            <a:r>
              <a:rPr lang="zh-CN" altLang="en-US" sz="2400" b="1">
                <a:solidFill>
                  <a:srgbClr val="003366"/>
                </a:solidFill>
                <a:latin typeface="华文中宋" panose="02010600040101010101" pitchFamily="2" charset="-122"/>
                <a:ea typeface="华文中宋" panose="02010600040101010101" pitchFamily="2" charset="-122"/>
              </a:rPr>
              <a:t>一般认为，在标量计算机中执行一次浮点运算，平均需</a:t>
            </a:r>
            <a:r>
              <a:rPr lang="en-US" altLang="zh-CN" sz="2400" b="1">
                <a:solidFill>
                  <a:srgbClr val="003366"/>
                </a:solidFill>
                <a:latin typeface="华文中宋" panose="02010600040101010101" pitchFamily="2" charset="-122"/>
                <a:ea typeface="华文中宋" panose="02010600040101010101" pitchFamily="2" charset="-122"/>
              </a:rPr>
              <a:t>3</a:t>
            </a:r>
            <a:r>
              <a:rPr lang="zh-CN" altLang="en-US" sz="2400" b="1">
                <a:solidFill>
                  <a:srgbClr val="003366"/>
                </a:solidFill>
                <a:latin typeface="华文中宋" panose="02010600040101010101" pitchFamily="2" charset="-122"/>
                <a:ea typeface="华文中宋" panose="02010600040101010101" pitchFamily="2" charset="-122"/>
              </a:rPr>
              <a:t>条指令。因此，如果要把这两种速度指标放在一起比较，就应该把</a:t>
            </a:r>
            <a:r>
              <a:rPr lang="en-US" altLang="zh-CN" sz="2400" b="1">
                <a:solidFill>
                  <a:srgbClr val="003366"/>
                </a:solidFill>
                <a:latin typeface="华文中宋" panose="02010600040101010101" pitchFamily="2" charset="-122"/>
                <a:ea typeface="华文中宋" panose="02010600040101010101" pitchFamily="2" charset="-122"/>
              </a:rPr>
              <a:t>MFLOPS</a:t>
            </a:r>
            <a:r>
              <a:rPr lang="zh-CN" altLang="en-US" sz="2400" b="1">
                <a:solidFill>
                  <a:srgbClr val="003366"/>
                </a:solidFill>
                <a:latin typeface="华文中宋" panose="02010600040101010101" pitchFamily="2" charset="-122"/>
                <a:ea typeface="华文中宋" panose="02010600040101010101" pitchFamily="2" charset="-122"/>
              </a:rPr>
              <a:t>乘以一个系数，以得到相应的</a:t>
            </a:r>
            <a:r>
              <a:rPr lang="en-US" altLang="zh-CN" sz="2400" b="1">
                <a:solidFill>
                  <a:srgbClr val="003366"/>
                </a:solidFill>
                <a:latin typeface="华文中宋" panose="02010600040101010101" pitchFamily="2" charset="-122"/>
                <a:ea typeface="华文中宋" panose="02010600040101010101" pitchFamily="2" charset="-122"/>
              </a:rPr>
              <a:t>MIPS</a:t>
            </a:r>
            <a:r>
              <a:rPr lang="zh-CN" altLang="en-US" sz="2400" b="1">
                <a:solidFill>
                  <a:srgbClr val="003366"/>
                </a:solidFill>
                <a:latin typeface="华文中宋" panose="02010600040101010101" pitchFamily="2" charset="-122"/>
                <a:ea typeface="华文中宋" panose="02010600040101010101" pitchFamily="2" charset="-122"/>
              </a:rPr>
              <a:t>。 </a:t>
            </a:r>
          </a:p>
          <a:p>
            <a:pPr lvl="1" eaLnBrk="1" hangingPunct="1">
              <a:spcBef>
                <a:spcPct val="100000"/>
              </a:spcBef>
              <a:buSzPct val="60000"/>
              <a:buFont typeface="Wingdings" panose="05000000000000000000" pitchFamily="2" charset="2"/>
              <a:buChar char="u"/>
            </a:pPr>
            <a:r>
              <a:rPr lang="zh-CN" altLang="en-US" sz="2400" b="1">
                <a:solidFill>
                  <a:schemeClr val="accent2"/>
                </a:solidFill>
                <a:latin typeface="华文中宋" panose="02010600040101010101" pitchFamily="2" charset="-122"/>
                <a:ea typeface="华文中宋" panose="02010600040101010101" pitchFamily="2" charset="-122"/>
              </a:rPr>
              <a:t>比较法</a:t>
            </a:r>
            <a:r>
              <a:rPr lang="zh-CN" altLang="en-US" sz="2400" b="1">
                <a:solidFill>
                  <a:srgbClr val="003366"/>
                </a:solidFill>
                <a:latin typeface="华文中宋" panose="02010600040101010101" pitchFamily="2" charset="-122"/>
                <a:ea typeface="华文中宋" panose="02010600040101010101" pitchFamily="2" charset="-122"/>
              </a:rPr>
              <a:t>：选择一台速度指标得到公认的机器作为标准机，给定一些典型的基准程序，分别在标准机和被测机上求解。 </a:t>
            </a:r>
          </a:p>
        </p:txBody>
      </p:sp>
      <p:sp>
        <p:nvSpPr>
          <p:cNvPr id="2" name="日期占位符 1">
            <a:extLst>
              <a:ext uri="{FF2B5EF4-FFF2-40B4-BE49-F238E27FC236}">
                <a16:creationId xmlns:a16="http://schemas.microsoft.com/office/drawing/2014/main" id="{F2A312DF-9906-F07B-CC59-84BB839EFCA8}"/>
              </a:ext>
            </a:extLst>
          </p:cNvPr>
          <p:cNvSpPr>
            <a:spLocks noGrp="1"/>
          </p:cNvSpPr>
          <p:nvPr>
            <p:ph type="dt" sz="half" idx="10"/>
          </p:nvPr>
        </p:nvSpPr>
        <p:spPr/>
        <p:txBody>
          <a:bodyPr/>
          <a:lstStyle/>
          <a:p>
            <a:pPr>
              <a:defRPr/>
            </a:pPr>
            <a:fld id="{210A7189-3706-4E67-90F9-F07B73C4AFEC}" type="datetime1">
              <a:rPr lang="zh-CN" altLang="en-US" smtClean="0"/>
              <a:t>2025/10/16</a:t>
            </a:fld>
            <a:endParaRPr lang="en-US" altLang="zh-CN"/>
          </a:p>
        </p:txBody>
      </p:sp>
      <p:sp>
        <p:nvSpPr>
          <p:cNvPr id="3" name="页脚占位符 2">
            <a:extLst>
              <a:ext uri="{FF2B5EF4-FFF2-40B4-BE49-F238E27FC236}">
                <a16:creationId xmlns:a16="http://schemas.microsoft.com/office/drawing/2014/main" id="{85DB01C9-2ECC-EFA4-F1B0-8AC63E7CA44F}"/>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F89B4346-D6E0-8C23-1797-215492D813BB}"/>
              </a:ext>
            </a:extLst>
          </p:cNvPr>
          <p:cNvSpPr>
            <a:spLocks noGrp="1"/>
          </p:cNvSpPr>
          <p:nvPr>
            <p:ph type="sldNum" sz="quarter" idx="12"/>
          </p:nvPr>
        </p:nvSpPr>
        <p:spPr/>
        <p:txBody>
          <a:bodyPr/>
          <a:lstStyle/>
          <a:p>
            <a:pPr>
              <a:defRPr/>
            </a:pPr>
            <a:fld id="{8BCAC33D-D29A-48B3-BCD6-381D3D720D26}" type="slidenum">
              <a:rPr lang="zh-CN" altLang="en-US" smtClean="0"/>
              <a:t>21</a:t>
            </a:fld>
            <a:endParaRPr lang="en-US" altLang="zh-CN"/>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ext Box 2"/>
          <p:cNvSpPr txBox="1">
            <a:spLocks noChangeArrowheads="1"/>
          </p:cNvSpPr>
          <p:nvPr/>
        </p:nvSpPr>
        <p:spPr bwMode="auto">
          <a:xfrm>
            <a:off x="396081" y="1127088"/>
            <a:ext cx="7488237" cy="51578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Calibri" pitchFamily="34" charset="0"/>
                <a:ea typeface="宋体" charset="-122"/>
              </a:defRPr>
            </a:lvl1pPr>
            <a:lvl2pPr marL="742950" indent="-285750" eaLnBrk="0" hangingPunct="0">
              <a:defRPr>
                <a:solidFill>
                  <a:schemeClr val="tx1"/>
                </a:solidFill>
                <a:latin typeface="Calibri" pitchFamily="34" charset="0"/>
                <a:ea typeface="宋体" charset="-122"/>
              </a:defRPr>
            </a:lvl2pPr>
            <a:lvl3pPr marL="1257300" indent="-342900" eaLnBrk="0" hangingPunct="0">
              <a:defRPr>
                <a:solidFill>
                  <a:schemeClr val="tx1"/>
                </a:solidFill>
                <a:latin typeface="Calibri" pitchFamily="34" charset="0"/>
                <a:ea typeface="宋体" charset="-122"/>
              </a:defRPr>
            </a:lvl3pPr>
            <a:lvl4pPr marL="1600200" indent="-228600" eaLnBrk="0" hangingPunct="0">
              <a:defRPr>
                <a:solidFill>
                  <a:schemeClr val="tx1"/>
                </a:solidFill>
                <a:latin typeface="Calibri" pitchFamily="34" charset="0"/>
                <a:ea typeface="宋体" charset="-122"/>
              </a:defRPr>
            </a:lvl4pPr>
            <a:lvl5pPr marL="2057400" indent="-228600" eaLnBrk="0" hangingPunct="0">
              <a:defRPr>
                <a:solidFill>
                  <a:schemeClr val="tx1"/>
                </a:solidFill>
                <a:latin typeface="Calibri" pitchFamily="34" charset="0"/>
                <a:ea typeface="宋体" charset="-122"/>
              </a:defRPr>
            </a:lvl5pPr>
            <a:lvl6pPr marL="2514600" indent="-228600" eaLnBrk="0" fontAlgn="base" hangingPunct="0">
              <a:spcBef>
                <a:spcPct val="0"/>
              </a:spcBef>
              <a:spcAft>
                <a:spcPct val="0"/>
              </a:spcAft>
              <a:defRPr>
                <a:solidFill>
                  <a:schemeClr val="tx1"/>
                </a:solidFill>
                <a:latin typeface="Calibri" pitchFamily="34" charset="0"/>
                <a:ea typeface="宋体" charset="-122"/>
              </a:defRPr>
            </a:lvl6pPr>
            <a:lvl7pPr marL="2971800" indent="-228600" eaLnBrk="0" fontAlgn="base" hangingPunct="0">
              <a:spcBef>
                <a:spcPct val="0"/>
              </a:spcBef>
              <a:spcAft>
                <a:spcPct val="0"/>
              </a:spcAft>
              <a:defRPr>
                <a:solidFill>
                  <a:schemeClr val="tx1"/>
                </a:solidFill>
                <a:latin typeface="Calibri" pitchFamily="34" charset="0"/>
                <a:ea typeface="宋体" charset="-122"/>
              </a:defRPr>
            </a:lvl7pPr>
            <a:lvl8pPr marL="3429000" indent="-228600" eaLnBrk="0" fontAlgn="base" hangingPunct="0">
              <a:spcBef>
                <a:spcPct val="0"/>
              </a:spcBef>
              <a:spcAft>
                <a:spcPct val="0"/>
              </a:spcAft>
              <a:defRPr>
                <a:solidFill>
                  <a:schemeClr val="tx1"/>
                </a:solidFill>
                <a:latin typeface="Calibri" pitchFamily="34" charset="0"/>
                <a:ea typeface="宋体" charset="-122"/>
              </a:defRPr>
            </a:lvl8pPr>
            <a:lvl9pPr marL="3886200" indent="-228600" eaLnBrk="0" fontAlgn="base" hangingPunct="0">
              <a:spcBef>
                <a:spcPct val="0"/>
              </a:spcBef>
              <a:spcAft>
                <a:spcPct val="0"/>
              </a:spcAft>
              <a:defRPr>
                <a:solidFill>
                  <a:schemeClr val="tx1"/>
                </a:solidFill>
                <a:latin typeface="Calibri" pitchFamily="34" charset="0"/>
                <a:ea typeface="宋体" charset="-122"/>
              </a:defRPr>
            </a:lvl9pPr>
          </a:lstStyle>
          <a:p>
            <a:pPr marL="457200" indent="-457200" eaLnBrk="1" hangingPunct="1">
              <a:spcBef>
                <a:spcPct val="50000"/>
              </a:spcBef>
              <a:buAutoNum type="arabicPeriod"/>
            </a:pPr>
            <a:r>
              <a:rPr lang="zh-CN" altLang="en-US" sz="2400" dirty="0">
                <a:latin typeface="+mn-ea"/>
                <a:ea typeface="+mn-ea"/>
              </a:rPr>
              <a:t>性能指标</a:t>
            </a:r>
            <a:endParaRPr lang="en-US" altLang="zh-CN" sz="2400" dirty="0">
              <a:latin typeface="+mn-ea"/>
              <a:ea typeface="+mn-ea"/>
            </a:endParaRPr>
          </a:p>
          <a:p>
            <a:pPr eaLnBrk="1" hangingPunct="1">
              <a:spcBef>
                <a:spcPct val="50000"/>
              </a:spcBef>
              <a:buFont typeface="Arial" panose="020B0604020202020204" pitchFamily="34" charset="0"/>
              <a:buChar char="•"/>
            </a:pPr>
            <a:r>
              <a:rPr lang="en-US" altLang="zh-CN" sz="2400" dirty="0">
                <a:latin typeface="Times New Roman" panose="02020603050405020304" pitchFamily="18" charset="0"/>
                <a:ea typeface="+mn-ea"/>
                <a:cs typeface="Times New Roman" panose="02020603050405020304" pitchFamily="18" charset="0"/>
              </a:rPr>
              <a:t>1GFLOPS</a:t>
            </a:r>
            <a:r>
              <a:rPr lang="zh-CN" altLang="en-US" sz="2400" dirty="0">
                <a:latin typeface="Times New Roman" panose="02020603050405020304" pitchFamily="18" charset="0"/>
                <a:ea typeface="+mn-ea"/>
                <a:cs typeface="Times New Roman" panose="02020603050405020304" pitchFamily="18" charset="0"/>
              </a:rPr>
              <a:t>、主频</a:t>
            </a:r>
            <a:r>
              <a:rPr lang="en-US" altLang="zh-CN" sz="2400" dirty="0">
                <a:latin typeface="Times New Roman" panose="02020603050405020304" pitchFamily="18" charset="0"/>
                <a:ea typeface="+mn-ea"/>
                <a:cs typeface="Times New Roman" panose="02020603050405020304" pitchFamily="18" charset="0"/>
              </a:rPr>
              <a:t>80M</a:t>
            </a:r>
            <a:r>
              <a:rPr lang="zh-CN" altLang="en-US" sz="2400" dirty="0">
                <a:latin typeface="Times New Roman" panose="02020603050405020304" pitchFamily="18" charset="0"/>
                <a:ea typeface="+mn-ea"/>
                <a:cs typeface="Times New Roman" panose="02020603050405020304" pitchFamily="18" charset="0"/>
              </a:rPr>
              <a:t>、向量长度</a:t>
            </a:r>
            <a:r>
              <a:rPr lang="en-US" altLang="zh-CN" sz="2400" dirty="0">
                <a:latin typeface="Times New Roman" panose="02020603050405020304" pitchFamily="18" charset="0"/>
                <a:ea typeface="+mn-ea"/>
                <a:cs typeface="Times New Roman" panose="02020603050405020304" pitchFamily="18" charset="0"/>
              </a:rPr>
              <a:t>64</a:t>
            </a:r>
          </a:p>
          <a:p>
            <a:pPr eaLnBrk="1" hangingPunct="1">
              <a:spcBef>
                <a:spcPct val="50000"/>
              </a:spcBef>
              <a:buFont typeface="Arial" panose="020B0604020202020204" pitchFamily="34" charset="0"/>
              <a:buChar char="•"/>
            </a:pPr>
            <a:r>
              <a:rPr lang="zh-CN" altLang="en-US" sz="2400" dirty="0">
                <a:latin typeface="Times New Roman" panose="02020603050405020304" pitchFamily="18" charset="0"/>
                <a:ea typeface="+mn-ea"/>
                <a:cs typeface="Times New Roman" panose="02020603050405020304" pitchFamily="18" charset="0"/>
              </a:rPr>
              <a:t>无</a:t>
            </a:r>
            <a:r>
              <a:rPr lang="en-US" altLang="zh-CN" sz="2400" dirty="0">
                <a:latin typeface="Times New Roman" panose="02020603050405020304" pitchFamily="18" charset="0"/>
                <a:ea typeface="+mn-ea"/>
                <a:cs typeface="Times New Roman" panose="02020603050405020304" pitchFamily="18" charset="0"/>
              </a:rPr>
              <a:t>Data Cache</a:t>
            </a:r>
            <a:r>
              <a:rPr lang="zh-CN" altLang="en-US" sz="2400" dirty="0">
                <a:latin typeface="Times New Roman" panose="02020603050405020304" pitchFamily="18" charset="0"/>
                <a:ea typeface="+mn-ea"/>
                <a:cs typeface="Times New Roman" panose="02020603050405020304" pitchFamily="18" charset="0"/>
              </a:rPr>
              <a:t>，不支持</a:t>
            </a:r>
            <a:r>
              <a:rPr lang="en-US" altLang="zh-CN" sz="2400" dirty="0">
                <a:latin typeface="Times New Roman" panose="02020603050405020304" pitchFamily="18" charset="0"/>
                <a:ea typeface="+mn-ea"/>
                <a:cs typeface="Times New Roman" panose="02020603050405020304" pitchFamily="18" charset="0"/>
              </a:rPr>
              <a:t>Virtual Memory</a:t>
            </a:r>
          </a:p>
          <a:p>
            <a:pPr eaLnBrk="1" hangingPunct="1">
              <a:spcBef>
                <a:spcPct val="50000"/>
              </a:spcBef>
            </a:pPr>
            <a:r>
              <a:rPr lang="en-US" altLang="zh-CN" sz="2400" dirty="0">
                <a:latin typeface="+mn-ea"/>
                <a:ea typeface="+mn-ea"/>
              </a:rPr>
              <a:t>2. </a:t>
            </a:r>
            <a:r>
              <a:rPr lang="zh-CN" altLang="en-US" sz="2400" dirty="0">
                <a:latin typeface="+mn-ea"/>
                <a:ea typeface="+mn-ea"/>
                <a:hlinkClick r:id="rId3" action="ppaction://hlinksldjump"/>
              </a:rPr>
              <a:t>基本结构</a:t>
            </a:r>
            <a:endParaRPr lang="en-US" altLang="zh-CN" sz="2400" dirty="0">
              <a:latin typeface="+mn-ea"/>
              <a:ea typeface="+mn-ea"/>
            </a:endParaRPr>
          </a:p>
          <a:p>
            <a:pPr marL="0" indent="-180000" eaLnBrk="1" hangingPunct="1">
              <a:spcBef>
                <a:spcPts val="500"/>
              </a:spcBef>
              <a:buFont typeface="Arial" panose="020B0604020202020204" pitchFamily="34" charset="0"/>
              <a:buChar char="•"/>
            </a:pPr>
            <a:r>
              <a:rPr lang="zh-CN" altLang="en-US" sz="2400" dirty="0">
                <a:latin typeface="Times New Roman" panose="02020603050405020304" pitchFamily="18" charset="0"/>
                <a:ea typeface="+mn-ea"/>
                <a:cs typeface="Times New Roman" panose="02020603050405020304" pitchFamily="18" charset="0"/>
              </a:rPr>
              <a:t>功能部件：</a:t>
            </a:r>
            <a:r>
              <a:rPr lang="en-US" altLang="zh-CN" sz="2400" dirty="0">
                <a:latin typeface="Times New Roman" panose="02020603050405020304" pitchFamily="18" charset="0"/>
                <a:ea typeface="+mn-ea"/>
                <a:cs typeface="Times New Roman" panose="02020603050405020304" pitchFamily="18" charset="0"/>
              </a:rPr>
              <a:t>12</a:t>
            </a:r>
            <a:r>
              <a:rPr lang="zh-CN" altLang="en-US" sz="2400" dirty="0">
                <a:latin typeface="Times New Roman" panose="02020603050405020304" pitchFamily="18" charset="0"/>
                <a:ea typeface="+mn-ea"/>
                <a:cs typeface="Times New Roman" panose="02020603050405020304" pitchFamily="18" charset="0"/>
              </a:rPr>
              <a:t>条并行工作的功能单元流水线，分别</a:t>
            </a:r>
            <a:endParaRPr lang="en-US" altLang="zh-CN" sz="2400" dirty="0">
              <a:latin typeface="Times New Roman" panose="02020603050405020304" pitchFamily="18" charset="0"/>
              <a:ea typeface="+mn-ea"/>
              <a:cs typeface="Times New Roman" panose="02020603050405020304" pitchFamily="18" charset="0"/>
            </a:endParaRPr>
          </a:p>
          <a:p>
            <a:pPr marL="0" indent="0" eaLnBrk="1" hangingPunct="1">
              <a:spcBef>
                <a:spcPts val="500"/>
              </a:spcBef>
            </a:pPr>
            <a:r>
              <a:rPr lang="en-US" altLang="zh-CN" sz="2400" dirty="0">
                <a:latin typeface="Times New Roman" panose="02020603050405020304" pitchFamily="18" charset="0"/>
                <a:ea typeface="+mn-ea"/>
                <a:cs typeface="Times New Roman" panose="02020603050405020304" pitchFamily="18" charset="0"/>
              </a:rPr>
              <a:t>                       </a:t>
            </a:r>
            <a:r>
              <a:rPr lang="zh-CN" altLang="en-US" sz="2400" dirty="0">
                <a:latin typeface="Times New Roman" panose="02020603050405020304" pitchFamily="18" charset="0"/>
                <a:ea typeface="+mn-ea"/>
                <a:cs typeface="Times New Roman" panose="02020603050405020304" pitchFamily="18" charset="0"/>
              </a:rPr>
              <a:t>进行地址、向量、标量、浮点运算。</a:t>
            </a:r>
            <a:endParaRPr lang="en-US" altLang="zh-CN" sz="2400" dirty="0">
              <a:latin typeface="Times New Roman" panose="02020603050405020304" pitchFamily="18" charset="0"/>
              <a:ea typeface="+mn-ea"/>
              <a:cs typeface="Times New Roman" panose="02020603050405020304" pitchFamily="18" charset="0"/>
            </a:endParaRPr>
          </a:p>
          <a:p>
            <a:pPr marL="0" indent="-180000" eaLnBrk="1" hangingPunct="1">
              <a:spcBef>
                <a:spcPts val="500"/>
              </a:spcBef>
              <a:buFont typeface="Arial" panose="020B0604020202020204" pitchFamily="34" charset="0"/>
              <a:buChar char="•"/>
            </a:pPr>
            <a:r>
              <a:rPr lang="zh-CN" altLang="en-US" sz="2400" dirty="0">
                <a:latin typeface="Times New Roman" panose="02020603050405020304" pitchFamily="18" charset="0"/>
                <a:ea typeface="+mn-ea"/>
                <a:cs typeface="Times New Roman" panose="02020603050405020304" pitchFamily="18" charset="0"/>
              </a:rPr>
              <a:t>向量运算：整数加（</a:t>
            </a:r>
            <a:r>
              <a:rPr lang="en-US" altLang="zh-CN" sz="2400" dirty="0">
                <a:latin typeface="Times New Roman" panose="02020603050405020304" pitchFamily="18" charset="0"/>
                <a:ea typeface="+mn-ea"/>
                <a:cs typeface="Times New Roman" panose="02020603050405020304" pitchFamily="18" charset="0"/>
              </a:rPr>
              <a:t>3</a:t>
            </a:r>
            <a:r>
              <a:rPr lang="zh-CN" altLang="en-US" sz="2400" dirty="0">
                <a:latin typeface="Times New Roman" panose="02020603050405020304" pitchFamily="18" charset="0"/>
                <a:ea typeface="+mn-ea"/>
                <a:cs typeface="Times New Roman" panose="02020603050405020304" pitchFamily="18" charset="0"/>
              </a:rPr>
              <a:t>拍）、逻辑运算（</a:t>
            </a:r>
            <a:r>
              <a:rPr lang="en-US" altLang="zh-CN" sz="2400" dirty="0">
                <a:latin typeface="Times New Roman" panose="02020603050405020304" pitchFamily="18" charset="0"/>
                <a:ea typeface="+mn-ea"/>
                <a:cs typeface="Times New Roman" panose="02020603050405020304" pitchFamily="18" charset="0"/>
              </a:rPr>
              <a:t>2</a:t>
            </a:r>
            <a:r>
              <a:rPr lang="zh-CN" altLang="en-US" sz="2400" dirty="0">
                <a:latin typeface="Times New Roman" panose="02020603050405020304" pitchFamily="18" charset="0"/>
                <a:ea typeface="+mn-ea"/>
                <a:cs typeface="Times New Roman" panose="02020603050405020304" pitchFamily="18" charset="0"/>
              </a:rPr>
              <a:t>拍）、移位</a:t>
            </a:r>
            <a:endParaRPr lang="en-US" altLang="zh-CN" sz="2400" dirty="0">
              <a:latin typeface="Times New Roman" panose="02020603050405020304" pitchFamily="18" charset="0"/>
              <a:ea typeface="+mn-ea"/>
              <a:cs typeface="Times New Roman" panose="02020603050405020304" pitchFamily="18" charset="0"/>
            </a:endParaRPr>
          </a:p>
          <a:p>
            <a:pPr marL="0" indent="0" eaLnBrk="1" hangingPunct="1">
              <a:spcBef>
                <a:spcPts val="500"/>
              </a:spcBef>
            </a:pPr>
            <a:r>
              <a:rPr lang="en-US" altLang="zh-CN" sz="2400" dirty="0">
                <a:latin typeface="Times New Roman" panose="02020603050405020304" pitchFamily="18" charset="0"/>
                <a:ea typeface="+mn-ea"/>
                <a:cs typeface="Times New Roman" panose="02020603050405020304" pitchFamily="18" charset="0"/>
              </a:rPr>
              <a:t>                     </a:t>
            </a:r>
            <a:r>
              <a:rPr lang="zh-CN" altLang="en-US" sz="2400" dirty="0">
                <a:latin typeface="Times New Roman" panose="02020603050405020304" pitchFamily="18" charset="0"/>
                <a:ea typeface="+mn-ea"/>
                <a:cs typeface="Times New Roman" panose="02020603050405020304" pitchFamily="18" charset="0"/>
              </a:rPr>
              <a:t>（</a:t>
            </a:r>
            <a:r>
              <a:rPr lang="en-US" altLang="zh-CN" sz="2400" dirty="0">
                <a:latin typeface="Times New Roman" panose="02020603050405020304" pitchFamily="18" charset="0"/>
                <a:ea typeface="+mn-ea"/>
                <a:cs typeface="Times New Roman" panose="02020603050405020304" pitchFamily="18" charset="0"/>
              </a:rPr>
              <a:t>4</a:t>
            </a:r>
            <a:r>
              <a:rPr lang="zh-CN" altLang="en-US" sz="2400" dirty="0">
                <a:latin typeface="Times New Roman" panose="02020603050405020304" pitchFamily="18" charset="0"/>
                <a:ea typeface="+mn-ea"/>
                <a:cs typeface="Times New Roman" panose="02020603050405020304" pitchFamily="18" charset="0"/>
              </a:rPr>
              <a:t>拍）、浮点加（</a:t>
            </a:r>
            <a:r>
              <a:rPr lang="en-US" altLang="zh-CN" sz="2400" dirty="0">
                <a:latin typeface="Times New Roman" panose="02020603050405020304" pitchFamily="18" charset="0"/>
                <a:ea typeface="+mn-ea"/>
                <a:cs typeface="Times New Roman" panose="02020603050405020304" pitchFamily="18" charset="0"/>
              </a:rPr>
              <a:t>6</a:t>
            </a:r>
            <a:r>
              <a:rPr lang="zh-CN" altLang="en-US" sz="2400" dirty="0">
                <a:latin typeface="Times New Roman" panose="02020603050405020304" pitchFamily="18" charset="0"/>
                <a:ea typeface="+mn-ea"/>
                <a:cs typeface="Times New Roman" panose="02020603050405020304" pitchFamily="18" charset="0"/>
              </a:rPr>
              <a:t>拍）、浮点乘（</a:t>
            </a:r>
            <a:r>
              <a:rPr lang="en-US" altLang="zh-CN" sz="2400" dirty="0">
                <a:latin typeface="Times New Roman" panose="02020603050405020304" pitchFamily="18" charset="0"/>
                <a:ea typeface="+mn-ea"/>
                <a:cs typeface="Times New Roman" panose="02020603050405020304" pitchFamily="18" charset="0"/>
              </a:rPr>
              <a:t>7</a:t>
            </a:r>
            <a:r>
              <a:rPr lang="zh-CN" altLang="en-US" sz="2400" dirty="0">
                <a:latin typeface="Times New Roman" panose="02020603050405020304" pitchFamily="18" charset="0"/>
                <a:ea typeface="+mn-ea"/>
                <a:cs typeface="Times New Roman" panose="02020603050405020304" pitchFamily="18" charset="0"/>
              </a:rPr>
              <a:t>拍）、</a:t>
            </a:r>
            <a:endParaRPr lang="en-US" altLang="zh-CN" sz="2400" dirty="0">
              <a:latin typeface="Times New Roman" panose="02020603050405020304" pitchFamily="18" charset="0"/>
              <a:ea typeface="+mn-ea"/>
              <a:cs typeface="Times New Roman" panose="02020603050405020304" pitchFamily="18" charset="0"/>
            </a:endParaRPr>
          </a:p>
          <a:p>
            <a:pPr marL="0" indent="0" eaLnBrk="1" hangingPunct="1">
              <a:spcBef>
                <a:spcPts val="500"/>
              </a:spcBef>
            </a:pPr>
            <a:r>
              <a:rPr lang="en-US" altLang="zh-CN" sz="2400" dirty="0">
                <a:latin typeface="Times New Roman" panose="02020603050405020304" pitchFamily="18" charset="0"/>
                <a:ea typeface="+mn-ea"/>
                <a:cs typeface="Times New Roman" panose="02020603050405020304" pitchFamily="18" charset="0"/>
              </a:rPr>
              <a:t>                       </a:t>
            </a:r>
            <a:r>
              <a:rPr lang="zh-CN" altLang="en-US" sz="2400" dirty="0">
                <a:latin typeface="Times New Roman" panose="02020603050405020304" pitchFamily="18" charset="0"/>
                <a:ea typeface="+mn-ea"/>
                <a:cs typeface="Times New Roman" panose="02020603050405020304" pitchFamily="18" charset="0"/>
              </a:rPr>
              <a:t>浮点求倒数（</a:t>
            </a:r>
            <a:r>
              <a:rPr lang="en-US" altLang="zh-CN" sz="2400" dirty="0">
                <a:latin typeface="Times New Roman" panose="02020603050405020304" pitchFamily="18" charset="0"/>
                <a:ea typeface="+mn-ea"/>
                <a:cs typeface="Times New Roman" panose="02020603050405020304" pitchFamily="18" charset="0"/>
              </a:rPr>
              <a:t>14</a:t>
            </a:r>
            <a:r>
              <a:rPr lang="zh-CN" altLang="en-US" sz="2400" dirty="0">
                <a:latin typeface="Times New Roman" panose="02020603050405020304" pitchFamily="18" charset="0"/>
                <a:ea typeface="+mn-ea"/>
                <a:cs typeface="Times New Roman" panose="02020603050405020304" pitchFamily="18" charset="0"/>
              </a:rPr>
              <a:t>拍）</a:t>
            </a:r>
            <a:endParaRPr lang="en-US" altLang="zh-CN" sz="2400" dirty="0">
              <a:latin typeface="Times New Roman" panose="02020603050405020304" pitchFamily="18" charset="0"/>
              <a:ea typeface="+mn-ea"/>
              <a:cs typeface="Times New Roman" panose="02020603050405020304" pitchFamily="18" charset="0"/>
            </a:endParaRPr>
          </a:p>
          <a:p>
            <a:pPr marL="0" indent="-180000" eaLnBrk="1" hangingPunct="1">
              <a:spcBef>
                <a:spcPts val="500"/>
              </a:spcBef>
              <a:buFont typeface="Arial" panose="020B0604020202020204" pitchFamily="34" charset="0"/>
              <a:buChar char="•"/>
            </a:pPr>
            <a:r>
              <a:rPr lang="zh-CN" altLang="en-US" sz="2400" dirty="0">
                <a:latin typeface="Times New Roman" panose="02020603050405020304" pitchFamily="18" charset="0"/>
                <a:ea typeface="+mn-ea"/>
                <a:cs typeface="Times New Roman" panose="02020603050405020304" pitchFamily="18" charset="0"/>
              </a:rPr>
              <a:t>向量寄存器</a:t>
            </a:r>
            <a:r>
              <a:rPr lang="en-US" altLang="zh-CN" sz="2400" dirty="0">
                <a:latin typeface="Times New Roman" panose="02020603050405020304" pitchFamily="18" charset="0"/>
                <a:ea typeface="+mn-ea"/>
                <a:cs typeface="Times New Roman" panose="02020603050405020304" pitchFamily="18" charset="0"/>
              </a:rPr>
              <a:t>V</a:t>
            </a:r>
            <a:r>
              <a:rPr lang="en-US" altLang="zh-CN" sz="2400" baseline="-25000" dirty="0">
                <a:latin typeface="Times New Roman" panose="02020603050405020304" pitchFamily="18" charset="0"/>
                <a:ea typeface="+mn-ea"/>
                <a:cs typeface="Times New Roman" panose="02020603050405020304" pitchFamily="18" charset="0"/>
              </a:rPr>
              <a:t>0</a:t>
            </a:r>
            <a:r>
              <a:rPr lang="en-US" altLang="zh-CN" sz="2400" dirty="0">
                <a:latin typeface="Times New Roman" panose="02020603050405020304" pitchFamily="18" charset="0"/>
                <a:ea typeface="+mn-ea"/>
                <a:cs typeface="Times New Roman" panose="02020603050405020304" pitchFamily="18" charset="0"/>
              </a:rPr>
              <a:t>-V</a:t>
            </a:r>
            <a:r>
              <a:rPr lang="en-US" altLang="zh-CN" sz="2400" baseline="-25000" dirty="0">
                <a:latin typeface="Times New Roman" panose="02020603050405020304" pitchFamily="18" charset="0"/>
                <a:ea typeface="+mn-ea"/>
                <a:cs typeface="Times New Roman" panose="02020603050405020304" pitchFamily="18" charset="0"/>
              </a:rPr>
              <a:t>7</a:t>
            </a:r>
          </a:p>
          <a:p>
            <a:pPr marL="0" indent="-180000" eaLnBrk="1" hangingPunct="1">
              <a:spcBef>
                <a:spcPts val="500"/>
              </a:spcBef>
              <a:buFont typeface="Arial" panose="020B0604020202020204" pitchFamily="34" charset="0"/>
              <a:buChar char="•"/>
            </a:pPr>
            <a:r>
              <a:rPr lang="zh-CN" altLang="en-US" sz="2400" dirty="0">
                <a:latin typeface="Times New Roman" panose="02020603050405020304" pitchFamily="18" charset="0"/>
                <a:ea typeface="+mn-ea"/>
                <a:cs typeface="Times New Roman" panose="02020603050405020304" pitchFamily="18" charset="0"/>
              </a:rPr>
              <a:t>向量长度寄存器、向量屏蔽寄存器</a:t>
            </a:r>
            <a:r>
              <a:rPr lang="en-US" altLang="zh-CN" sz="2400" dirty="0">
                <a:latin typeface="Times New Roman" panose="02020603050405020304" pitchFamily="18" charset="0"/>
                <a:ea typeface="+mn-ea"/>
                <a:cs typeface="Times New Roman" panose="02020603050405020304" pitchFamily="18" charset="0"/>
              </a:rPr>
              <a:t>  </a:t>
            </a:r>
          </a:p>
        </p:txBody>
      </p:sp>
      <p:sp>
        <p:nvSpPr>
          <p:cNvPr id="5" name="Rectangle 3"/>
          <p:cNvSpPr>
            <a:spLocks noChangeArrowheads="1"/>
          </p:cNvSpPr>
          <p:nvPr/>
        </p:nvSpPr>
        <p:spPr bwMode="auto">
          <a:xfrm>
            <a:off x="539750" y="260350"/>
            <a:ext cx="7200900" cy="676275"/>
          </a:xfrm>
          <a:prstGeom prst="rect">
            <a:avLst/>
          </a:prstGeom>
          <a:noFill/>
          <a:ln w="9525" algn="ctr">
            <a:noFill/>
            <a:miter lim="800000"/>
            <a:headEnd/>
            <a:tailEnd/>
          </a:ln>
          <a:effectLst/>
        </p:spPr>
        <p:txBody>
          <a:bodyPr anchor="b"/>
          <a:lstStyle/>
          <a:p>
            <a:pPr algn="ctr">
              <a:defRPr/>
            </a:pPr>
            <a:r>
              <a:rPr lang="en-US" altLang="zh-CN" sz="3600" dirty="0">
                <a:latin typeface="Times New Roman" panose="02020603050405020304" pitchFamily="18" charset="0"/>
                <a:cs typeface="Times New Roman" panose="02020603050405020304" pitchFamily="18" charset="0"/>
              </a:rPr>
              <a:t>3.5 </a:t>
            </a:r>
            <a:r>
              <a:rPr lang="zh-CN" altLang="en-US" sz="3600" dirty="0">
                <a:latin typeface="Times New Roman" panose="02020603050405020304" pitchFamily="18" charset="0"/>
                <a:cs typeface="Times New Roman" panose="02020603050405020304" pitchFamily="18" charset="0"/>
              </a:rPr>
              <a:t>向量处理机实例：</a:t>
            </a:r>
            <a:r>
              <a:rPr lang="en-US" altLang="zh-CN" sz="3600" dirty="0">
                <a:latin typeface="Times New Roman" panose="02020603050405020304" pitchFamily="18" charset="0"/>
                <a:cs typeface="Times New Roman" panose="02020603050405020304" pitchFamily="18" charset="0"/>
              </a:rPr>
              <a:t>Cray-I</a:t>
            </a:r>
          </a:p>
        </p:txBody>
      </p:sp>
      <p:pic>
        <p:nvPicPr>
          <p:cNvPr id="3" name="图片 2">
            <a:extLst>
              <a:ext uri="{FF2B5EF4-FFF2-40B4-BE49-F238E27FC236}">
                <a16:creationId xmlns:a16="http://schemas.microsoft.com/office/drawing/2014/main" id="{EAAA2CE0-6738-4EFD-A89D-206EBD46FA8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785134" y="836712"/>
            <a:ext cx="2304256" cy="2313958"/>
          </a:xfrm>
          <a:prstGeom prst="rect">
            <a:avLst/>
          </a:prstGeom>
        </p:spPr>
      </p:pic>
      <p:sp>
        <p:nvSpPr>
          <p:cNvPr id="2" name="日期占位符 1">
            <a:extLst>
              <a:ext uri="{FF2B5EF4-FFF2-40B4-BE49-F238E27FC236}">
                <a16:creationId xmlns:a16="http://schemas.microsoft.com/office/drawing/2014/main" id="{0834B44B-083B-0DFA-97A4-63BD012C71EE}"/>
              </a:ext>
            </a:extLst>
          </p:cNvPr>
          <p:cNvSpPr>
            <a:spLocks noGrp="1"/>
          </p:cNvSpPr>
          <p:nvPr>
            <p:ph type="dt" sz="half" idx="10"/>
          </p:nvPr>
        </p:nvSpPr>
        <p:spPr/>
        <p:txBody>
          <a:bodyPr/>
          <a:lstStyle/>
          <a:p>
            <a:pPr>
              <a:defRPr/>
            </a:pPr>
            <a:fld id="{18EBAC5D-203B-41D7-BD77-44F28EE4FB30}" type="datetime1">
              <a:rPr lang="zh-CN" altLang="en-US" smtClean="0"/>
              <a:t>2025/10/16</a:t>
            </a:fld>
            <a:endParaRPr lang="en-US" altLang="zh-CN"/>
          </a:p>
        </p:txBody>
      </p:sp>
      <p:sp>
        <p:nvSpPr>
          <p:cNvPr id="4" name="页脚占位符 3">
            <a:extLst>
              <a:ext uri="{FF2B5EF4-FFF2-40B4-BE49-F238E27FC236}">
                <a16:creationId xmlns:a16="http://schemas.microsoft.com/office/drawing/2014/main" id="{B4B674F4-56C1-DA80-80E4-AF31B46459A5}"/>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6" name="灯片编号占位符 5">
            <a:extLst>
              <a:ext uri="{FF2B5EF4-FFF2-40B4-BE49-F238E27FC236}">
                <a16:creationId xmlns:a16="http://schemas.microsoft.com/office/drawing/2014/main" id="{256ABEA5-DA9F-5C24-D706-4A6995B4BDFD}"/>
              </a:ext>
            </a:extLst>
          </p:cNvPr>
          <p:cNvSpPr>
            <a:spLocks noGrp="1"/>
          </p:cNvSpPr>
          <p:nvPr>
            <p:ph type="sldNum" sz="quarter" idx="12"/>
          </p:nvPr>
        </p:nvSpPr>
        <p:spPr/>
        <p:txBody>
          <a:bodyPr/>
          <a:lstStyle/>
          <a:p>
            <a:pPr>
              <a:defRPr/>
            </a:pPr>
            <a:fld id="{8BCAC33D-D29A-48B3-BCD6-381D3D720D26}" type="slidenum">
              <a:rPr lang="zh-CN" altLang="en-US" smtClean="0"/>
              <a:t>22</a:t>
            </a:fld>
            <a:endParaRPr lang="en-US" altLang="zh-CN"/>
          </a:p>
        </p:txBody>
      </p:sp>
    </p:spTree>
    <p:extLst>
      <p:ext uri="{BB962C8B-B14F-4D97-AF65-F5344CB8AC3E}">
        <p14:creationId xmlns:p14="http://schemas.microsoft.com/office/powerpoint/2010/main" val="2019864733"/>
      </p:ext>
    </p:extLst>
  </p:cSld>
  <p:clrMapOvr>
    <a:masterClrMapping/>
  </p:clrMapOvr>
  <p:transition spd="slow"/>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Text Box 2"/>
          <p:cNvSpPr txBox="1">
            <a:spLocks noChangeArrowheads="1"/>
          </p:cNvSpPr>
          <p:nvPr/>
        </p:nvSpPr>
        <p:spPr bwMode="auto">
          <a:xfrm>
            <a:off x="612775" y="1331913"/>
            <a:ext cx="7488238" cy="4524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Calibri" pitchFamily="34" charset="0"/>
                <a:ea typeface="宋体" charset="-122"/>
              </a:defRPr>
            </a:lvl1pPr>
            <a:lvl2pPr marL="742950" indent="-285750" eaLnBrk="0" hangingPunct="0">
              <a:defRPr>
                <a:solidFill>
                  <a:schemeClr val="tx1"/>
                </a:solidFill>
                <a:latin typeface="Calibri" pitchFamily="34" charset="0"/>
                <a:ea typeface="宋体" charset="-122"/>
              </a:defRPr>
            </a:lvl2pPr>
            <a:lvl3pPr marL="1257300" indent="-342900" eaLnBrk="0" hangingPunct="0">
              <a:defRPr>
                <a:solidFill>
                  <a:schemeClr val="tx1"/>
                </a:solidFill>
                <a:latin typeface="Calibri" pitchFamily="34" charset="0"/>
                <a:ea typeface="宋体" charset="-122"/>
              </a:defRPr>
            </a:lvl3pPr>
            <a:lvl4pPr marL="1600200" indent="-228600" eaLnBrk="0" hangingPunct="0">
              <a:defRPr>
                <a:solidFill>
                  <a:schemeClr val="tx1"/>
                </a:solidFill>
                <a:latin typeface="Calibri" pitchFamily="34" charset="0"/>
                <a:ea typeface="宋体" charset="-122"/>
              </a:defRPr>
            </a:lvl4pPr>
            <a:lvl5pPr marL="2057400" indent="-228600" eaLnBrk="0" hangingPunct="0">
              <a:defRPr>
                <a:solidFill>
                  <a:schemeClr val="tx1"/>
                </a:solidFill>
                <a:latin typeface="Calibri" pitchFamily="34" charset="0"/>
                <a:ea typeface="宋体" charset="-122"/>
              </a:defRPr>
            </a:lvl5pPr>
            <a:lvl6pPr marL="2514600" indent="-228600" eaLnBrk="0" fontAlgn="base" hangingPunct="0">
              <a:spcBef>
                <a:spcPct val="0"/>
              </a:spcBef>
              <a:spcAft>
                <a:spcPct val="0"/>
              </a:spcAft>
              <a:defRPr>
                <a:solidFill>
                  <a:schemeClr val="tx1"/>
                </a:solidFill>
                <a:latin typeface="Calibri" pitchFamily="34" charset="0"/>
                <a:ea typeface="宋体" charset="-122"/>
              </a:defRPr>
            </a:lvl6pPr>
            <a:lvl7pPr marL="2971800" indent="-228600" eaLnBrk="0" fontAlgn="base" hangingPunct="0">
              <a:spcBef>
                <a:spcPct val="0"/>
              </a:spcBef>
              <a:spcAft>
                <a:spcPct val="0"/>
              </a:spcAft>
              <a:defRPr>
                <a:solidFill>
                  <a:schemeClr val="tx1"/>
                </a:solidFill>
                <a:latin typeface="Calibri" pitchFamily="34" charset="0"/>
                <a:ea typeface="宋体" charset="-122"/>
              </a:defRPr>
            </a:lvl7pPr>
            <a:lvl8pPr marL="3429000" indent="-228600" eaLnBrk="0" fontAlgn="base" hangingPunct="0">
              <a:spcBef>
                <a:spcPct val="0"/>
              </a:spcBef>
              <a:spcAft>
                <a:spcPct val="0"/>
              </a:spcAft>
              <a:defRPr>
                <a:solidFill>
                  <a:schemeClr val="tx1"/>
                </a:solidFill>
                <a:latin typeface="Calibri" pitchFamily="34" charset="0"/>
                <a:ea typeface="宋体" charset="-122"/>
              </a:defRPr>
            </a:lvl8pPr>
            <a:lvl9pPr marL="3886200" indent="-228600" eaLnBrk="0" fontAlgn="base" hangingPunct="0">
              <a:spcBef>
                <a:spcPct val="0"/>
              </a:spcBef>
              <a:spcAft>
                <a:spcPct val="0"/>
              </a:spcAft>
              <a:defRPr>
                <a:solidFill>
                  <a:schemeClr val="tx1"/>
                </a:solidFill>
                <a:latin typeface="Calibri" pitchFamily="34" charset="0"/>
                <a:ea typeface="宋体" charset="-122"/>
              </a:defRPr>
            </a:lvl9pPr>
          </a:lstStyle>
          <a:p>
            <a:pPr eaLnBrk="1" hangingPunct="1">
              <a:spcBef>
                <a:spcPct val="100000"/>
              </a:spcBef>
            </a:pPr>
            <a:r>
              <a:rPr lang="en-US" altLang="zh-CN" sz="2400" b="1" dirty="0">
                <a:latin typeface="Times New Roman" panose="02020603050405020304" pitchFamily="18" charset="0"/>
                <a:ea typeface="+mn-ea"/>
                <a:cs typeface="Times New Roman" panose="02020603050405020304" pitchFamily="18" charset="0"/>
              </a:rPr>
              <a:t>3. </a:t>
            </a:r>
            <a:r>
              <a:rPr lang="zh-CN" altLang="en-US" sz="2400" b="1" dirty="0">
                <a:latin typeface="Times New Roman" panose="02020603050405020304" pitchFamily="18" charset="0"/>
                <a:ea typeface="+mn-ea"/>
                <a:cs typeface="Times New Roman" panose="02020603050405020304" pitchFamily="18" charset="0"/>
                <a:hlinkClick r:id="rId3" action="ppaction://hlinksldjump"/>
              </a:rPr>
              <a:t>向量指令类型</a:t>
            </a:r>
            <a:endParaRPr lang="zh-CN" altLang="en-US" sz="2400" b="1" dirty="0">
              <a:latin typeface="Times New Roman" panose="02020603050405020304" pitchFamily="18" charset="0"/>
              <a:ea typeface="+mn-ea"/>
              <a:cs typeface="Times New Roman" panose="02020603050405020304" pitchFamily="18" charset="0"/>
            </a:endParaRPr>
          </a:p>
          <a:p>
            <a:pPr lvl="2" eaLnBrk="1" hangingPunct="1">
              <a:spcBef>
                <a:spcPct val="50000"/>
              </a:spcBef>
              <a:buFont typeface="楷体_GB2312" pitchFamily="49" charset="-122"/>
              <a:buChar char="-"/>
            </a:pPr>
            <a:r>
              <a:rPr lang="en-US" altLang="zh-CN" sz="2400" b="1" dirty="0" err="1">
                <a:latin typeface="Times New Roman" panose="02020603050405020304" pitchFamily="18" charset="0"/>
                <a:ea typeface="+mn-ea"/>
                <a:cs typeface="Times New Roman" panose="02020603050405020304" pitchFamily="18" charset="0"/>
              </a:rPr>
              <a:t>V</a:t>
            </a:r>
            <a:r>
              <a:rPr lang="en-US" altLang="zh-CN" sz="2400" b="1" baseline="-25000" dirty="0" err="1">
                <a:latin typeface="Times New Roman" panose="02020603050405020304" pitchFamily="18" charset="0"/>
                <a:ea typeface="+mn-ea"/>
                <a:cs typeface="Times New Roman" panose="02020603050405020304" pitchFamily="18" charset="0"/>
              </a:rPr>
              <a:t>k</a:t>
            </a:r>
            <a:r>
              <a:rPr lang="en-US" altLang="zh-CN" sz="2400" b="1" dirty="0">
                <a:latin typeface="Times New Roman" panose="02020603050405020304" pitchFamily="18" charset="0"/>
                <a:ea typeface="+mn-ea"/>
                <a:cs typeface="Times New Roman" panose="02020603050405020304" pitchFamily="18" charset="0"/>
              </a:rPr>
              <a:t> </a:t>
            </a:r>
            <a:r>
              <a:rPr lang="en-US" altLang="zh-CN" sz="2400" b="1" dirty="0">
                <a:latin typeface="Times New Roman" panose="02020603050405020304" pitchFamily="18" charset="0"/>
                <a:ea typeface="+mn-ea"/>
                <a:cs typeface="Times New Roman" panose="02020603050405020304" pitchFamily="18" charset="0"/>
                <a:sym typeface="Wingdings" pitchFamily="2" charset="2"/>
              </a:rPr>
              <a:t>← V</a:t>
            </a:r>
            <a:r>
              <a:rPr lang="en-US" altLang="zh-CN" sz="2400" b="1" baseline="-25000" dirty="0">
                <a:latin typeface="Times New Roman" panose="02020603050405020304" pitchFamily="18" charset="0"/>
                <a:ea typeface="+mn-ea"/>
                <a:cs typeface="Times New Roman" panose="02020603050405020304" pitchFamily="18" charset="0"/>
                <a:sym typeface="Wingdings" pitchFamily="2" charset="2"/>
              </a:rPr>
              <a:t>i</a:t>
            </a:r>
            <a:r>
              <a:rPr lang="en-US" altLang="zh-CN" sz="2400" b="1" dirty="0">
                <a:latin typeface="Times New Roman" panose="02020603050405020304" pitchFamily="18" charset="0"/>
                <a:ea typeface="+mn-ea"/>
                <a:cs typeface="Times New Roman" panose="02020603050405020304" pitchFamily="18" charset="0"/>
                <a:sym typeface="Wingdings" pitchFamily="2" charset="2"/>
              </a:rPr>
              <a:t> op </a:t>
            </a:r>
            <a:r>
              <a:rPr lang="en-US" altLang="zh-CN" sz="2400" b="1" dirty="0" err="1">
                <a:latin typeface="Times New Roman" panose="02020603050405020304" pitchFamily="18" charset="0"/>
                <a:ea typeface="+mn-ea"/>
                <a:cs typeface="Times New Roman" panose="02020603050405020304" pitchFamily="18" charset="0"/>
                <a:sym typeface="Wingdings" pitchFamily="2" charset="2"/>
              </a:rPr>
              <a:t>V</a:t>
            </a:r>
            <a:r>
              <a:rPr lang="en-US" altLang="zh-CN" sz="2400" b="1" baseline="-25000" dirty="0" err="1">
                <a:latin typeface="Times New Roman" panose="02020603050405020304" pitchFamily="18" charset="0"/>
                <a:ea typeface="+mn-ea"/>
                <a:cs typeface="Times New Roman" panose="02020603050405020304" pitchFamily="18" charset="0"/>
                <a:sym typeface="Wingdings" pitchFamily="2" charset="2"/>
              </a:rPr>
              <a:t>j</a:t>
            </a:r>
            <a:endParaRPr lang="en-US" altLang="zh-CN" sz="2400" b="1" baseline="-25000" dirty="0">
              <a:latin typeface="Times New Roman" panose="02020603050405020304" pitchFamily="18" charset="0"/>
              <a:ea typeface="+mn-ea"/>
              <a:cs typeface="Times New Roman" panose="02020603050405020304" pitchFamily="18" charset="0"/>
              <a:sym typeface="Wingdings" pitchFamily="2" charset="2"/>
            </a:endParaRPr>
          </a:p>
          <a:p>
            <a:pPr lvl="2" eaLnBrk="1" hangingPunct="1">
              <a:spcBef>
                <a:spcPct val="50000"/>
              </a:spcBef>
              <a:buFont typeface="楷体_GB2312" pitchFamily="49" charset="-122"/>
              <a:buChar char="-"/>
            </a:pPr>
            <a:r>
              <a:rPr lang="en-US" altLang="zh-CN" sz="2400" b="1" dirty="0" err="1">
                <a:latin typeface="Times New Roman" panose="02020603050405020304" pitchFamily="18" charset="0"/>
                <a:ea typeface="+mn-ea"/>
                <a:cs typeface="Times New Roman" panose="02020603050405020304" pitchFamily="18" charset="0"/>
                <a:sym typeface="Wingdings" pitchFamily="2" charset="2"/>
              </a:rPr>
              <a:t>V</a:t>
            </a:r>
            <a:r>
              <a:rPr lang="en-US" altLang="zh-CN" sz="2400" b="1" baseline="-25000" dirty="0" err="1">
                <a:latin typeface="Times New Roman" panose="02020603050405020304" pitchFamily="18" charset="0"/>
                <a:ea typeface="+mn-ea"/>
                <a:cs typeface="Times New Roman" panose="02020603050405020304" pitchFamily="18" charset="0"/>
                <a:sym typeface="Wingdings" pitchFamily="2" charset="2"/>
              </a:rPr>
              <a:t>k</a:t>
            </a:r>
            <a:r>
              <a:rPr lang="en-US" altLang="zh-CN" sz="2400" b="1" dirty="0">
                <a:latin typeface="Times New Roman" panose="02020603050405020304" pitchFamily="18" charset="0"/>
                <a:ea typeface="+mn-ea"/>
                <a:cs typeface="Times New Roman" panose="02020603050405020304" pitchFamily="18" charset="0"/>
                <a:sym typeface="Wingdings" pitchFamily="2" charset="2"/>
              </a:rPr>
              <a:t> ← S</a:t>
            </a:r>
            <a:r>
              <a:rPr lang="en-US" altLang="zh-CN" sz="2400" b="1" baseline="-25000" dirty="0">
                <a:latin typeface="Times New Roman" panose="02020603050405020304" pitchFamily="18" charset="0"/>
                <a:ea typeface="+mn-ea"/>
                <a:cs typeface="Times New Roman" panose="02020603050405020304" pitchFamily="18" charset="0"/>
                <a:sym typeface="Wingdings" pitchFamily="2" charset="2"/>
              </a:rPr>
              <a:t>i</a:t>
            </a:r>
            <a:r>
              <a:rPr lang="en-US" altLang="zh-CN" sz="2400" b="1" dirty="0">
                <a:latin typeface="Times New Roman" panose="02020603050405020304" pitchFamily="18" charset="0"/>
                <a:ea typeface="+mn-ea"/>
                <a:cs typeface="Times New Roman" panose="02020603050405020304" pitchFamily="18" charset="0"/>
                <a:sym typeface="Wingdings" pitchFamily="2" charset="2"/>
              </a:rPr>
              <a:t> op </a:t>
            </a:r>
            <a:r>
              <a:rPr lang="en-US" altLang="zh-CN" sz="2400" b="1" dirty="0" err="1">
                <a:latin typeface="Times New Roman" panose="02020603050405020304" pitchFamily="18" charset="0"/>
                <a:ea typeface="+mn-ea"/>
                <a:cs typeface="Times New Roman" panose="02020603050405020304" pitchFamily="18" charset="0"/>
                <a:sym typeface="Wingdings" pitchFamily="2" charset="2"/>
              </a:rPr>
              <a:t>V</a:t>
            </a:r>
            <a:r>
              <a:rPr lang="en-US" altLang="zh-CN" sz="2400" b="1" baseline="-25000" dirty="0" err="1">
                <a:latin typeface="Times New Roman" panose="02020603050405020304" pitchFamily="18" charset="0"/>
                <a:ea typeface="+mn-ea"/>
                <a:cs typeface="Times New Roman" panose="02020603050405020304" pitchFamily="18" charset="0"/>
                <a:sym typeface="Wingdings" pitchFamily="2" charset="2"/>
              </a:rPr>
              <a:t>j</a:t>
            </a:r>
            <a:endParaRPr lang="en-US" altLang="zh-CN" sz="2400" b="1" baseline="-25000" dirty="0">
              <a:latin typeface="Times New Roman" panose="02020603050405020304" pitchFamily="18" charset="0"/>
              <a:ea typeface="+mn-ea"/>
              <a:cs typeface="Times New Roman" panose="02020603050405020304" pitchFamily="18" charset="0"/>
              <a:sym typeface="Wingdings" pitchFamily="2" charset="2"/>
            </a:endParaRPr>
          </a:p>
          <a:p>
            <a:pPr lvl="2" eaLnBrk="1" hangingPunct="1">
              <a:spcBef>
                <a:spcPct val="50000"/>
              </a:spcBef>
              <a:buFont typeface="楷体_GB2312" pitchFamily="49" charset="-122"/>
              <a:buChar char="-"/>
            </a:pPr>
            <a:r>
              <a:rPr lang="en-US" altLang="zh-CN" sz="2400" b="1" dirty="0" err="1">
                <a:latin typeface="Times New Roman" panose="02020603050405020304" pitchFamily="18" charset="0"/>
                <a:ea typeface="+mn-ea"/>
                <a:cs typeface="Times New Roman" panose="02020603050405020304" pitchFamily="18" charset="0"/>
                <a:sym typeface="Wingdings" pitchFamily="2" charset="2"/>
              </a:rPr>
              <a:t>V</a:t>
            </a:r>
            <a:r>
              <a:rPr lang="en-US" altLang="zh-CN" sz="2400" b="1" baseline="-25000" dirty="0" err="1">
                <a:latin typeface="Times New Roman" panose="02020603050405020304" pitchFamily="18" charset="0"/>
                <a:ea typeface="+mn-ea"/>
                <a:cs typeface="Times New Roman" panose="02020603050405020304" pitchFamily="18" charset="0"/>
                <a:sym typeface="Wingdings" pitchFamily="2" charset="2"/>
              </a:rPr>
              <a:t>k</a:t>
            </a:r>
            <a:r>
              <a:rPr lang="en-US" altLang="zh-CN" sz="2400" b="1" dirty="0">
                <a:latin typeface="Times New Roman" panose="02020603050405020304" pitchFamily="18" charset="0"/>
                <a:ea typeface="+mn-ea"/>
                <a:cs typeface="Times New Roman" panose="02020603050405020304" pitchFamily="18" charset="0"/>
                <a:sym typeface="Wingdings" pitchFamily="2" charset="2"/>
              </a:rPr>
              <a:t> ← </a:t>
            </a:r>
            <a:r>
              <a:rPr lang="en-US" altLang="zh-CN" sz="2400" b="1" dirty="0" err="1">
                <a:latin typeface="Times New Roman" panose="02020603050405020304" pitchFamily="18" charset="0"/>
                <a:ea typeface="+mn-ea"/>
                <a:cs typeface="Times New Roman" panose="02020603050405020304" pitchFamily="18" charset="0"/>
                <a:sym typeface="Wingdings" pitchFamily="2" charset="2"/>
              </a:rPr>
              <a:t>Mem</a:t>
            </a:r>
            <a:endParaRPr lang="en-US" altLang="zh-CN" sz="2400" b="1" dirty="0">
              <a:latin typeface="Times New Roman" panose="02020603050405020304" pitchFamily="18" charset="0"/>
              <a:ea typeface="+mn-ea"/>
              <a:cs typeface="Times New Roman" panose="02020603050405020304" pitchFamily="18" charset="0"/>
              <a:sym typeface="Wingdings" pitchFamily="2" charset="2"/>
            </a:endParaRPr>
          </a:p>
          <a:p>
            <a:pPr lvl="2" eaLnBrk="1" hangingPunct="1">
              <a:spcBef>
                <a:spcPct val="50000"/>
              </a:spcBef>
              <a:buFont typeface="楷体_GB2312" pitchFamily="49" charset="-122"/>
              <a:buChar char="-"/>
            </a:pPr>
            <a:r>
              <a:rPr lang="en-US" altLang="zh-CN" sz="2400" b="1" dirty="0">
                <a:latin typeface="Times New Roman" panose="02020603050405020304" pitchFamily="18" charset="0"/>
                <a:ea typeface="+mn-ea"/>
                <a:cs typeface="Times New Roman" panose="02020603050405020304" pitchFamily="18" charset="0"/>
                <a:sym typeface="Wingdings" pitchFamily="2" charset="2"/>
              </a:rPr>
              <a:t>Mem ← </a:t>
            </a:r>
            <a:r>
              <a:rPr lang="en-US" altLang="zh-CN" sz="2400" b="1" dirty="0" err="1">
                <a:latin typeface="Times New Roman" panose="02020603050405020304" pitchFamily="18" charset="0"/>
                <a:ea typeface="+mn-ea"/>
                <a:cs typeface="Times New Roman" panose="02020603050405020304" pitchFamily="18" charset="0"/>
                <a:sym typeface="Wingdings" pitchFamily="2" charset="2"/>
              </a:rPr>
              <a:t>V</a:t>
            </a:r>
            <a:r>
              <a:rPr lang="en-US" altLang="zh-CN" sz="2400" b="1" baseline="-25000" dirty="0" err="1">
                <a:latin typeface="Times New Roman" panose="02020603050405020304" pitchFamily="18" charset="0"/>
                <a:ea typeface="+mn-ea"/>
                <a:cs typeface="Times New Roman" panose="02020603050405020304" pitchFamily="18" charset="0"/>
                <a:sym typeface="Wingdings" pitchFamily="2" charset="2"/>
              </a:rPr>
              <a:t>k</a:t>
            </a:r>
            <a:endParaRPr lang="en-US" altLang="zh-CN" sz="2400" b="1" baseline="-25000" dirty="0">
              <a:latin typeface="Times New Roman" panose="02020603050405020304" pitchFamily="18" charset="0"/>
              <a:ea typeface="+mn-ea"/>
              <a:cs typeface="Times New Roman" panose="02020603050405020304" pitchFamily="18" charset="0"/>
            </a:endParaRPr>
          </a:p>
          <a:p>
            <a:pPr lvl="2" eaLnBrk="1" hangingPunct="1">
              <a:spcBef>
                <a:spcPct val="50000"/>
              </a:spcBef>
              <a:buFont typeface="Wingdings" pitchFamily="2" charset="2"/>
              <a:buChar char="Ø"/>
            </a:pPr>
            <a:r>
              <a:rPr lang="zh-CN" altLang="en-US" sz="2400" b="1" dirty="0">
                <a:latin typeface="Times New Roman" panose="02020603050405020304" pitchFamily="18" charset="0"/>
                <a:ea typeface="+mn-ea"/>
                <a:cs typeface="Times New Roman" panose="02020603050405020304" pitchFamily="18" charset="0"/>
              </a:rPr>
              <a:t>功能部件冲突：同一功能部件被一条以上的并行工作向量指令所使用。</a:t>
            </a:r>
          </a:p>
          <a:p>
            <a:pPr lvl="2" eaLnBrk="1" hangingPunct="1">
              <a:spcBef>
                <a:spcPct val="50000"/>
              </a:spcBef>
              <a:buFont typeface="Wingdings" pitchFamily="2" charset="2"/>
              <a:buChar char="Ø"/>
            </a:pPr>
            <a:r>
              <a:rPr lang="en-US" altLang="zh-CN" sz="2400" b="1" dirty="0">
                <a:latin typeface="Times New Roman" panose="02020603050405020304" pitchFamily="18" charset="0"/>
                <a:ea typeface="+mn-ea"/>
                <a:cs typeface="Times New Roman" panose="02020603050405020304" pitchFamily="18" charset="0"/>
              </a:rPr>
              <a:t>V</a:t>
            </a:r>
            <a:r>
              <a:rPr lang="en-US" altLang="zh-CN" sz="2400" b="1" baseline="-25000" dirty="0">
                <a:latin typeface="Times New Roman" panose="02020603050405020304" pitchFamily="18" charset="0"/>
                <a:ea typeface="+mn-ea"/>
                <a:cs typeface="Times New Roman" panose="02020603050405020304" pitchFamily="18" charset="0"/>
              </a:rPr>
              <a:t>i</a:t>
            </a:r>
            <a:r>
              <a:rPr lang="zh-CN" altLang="en-US" sz="2400" b="1" dirty="0">
                <a:latin typeface="Times New Roman" panose="02020603050405020304" pitchFamily="18" charset="0"/>
                <a:ea typeface="+mn-ea"/>
                <a:cs typeface="Times New Roman" panose="02020603050405020304" pitchFamily="18" charset="0"/>
              </a:rPr>
              <a:t>冲突：并行工作的各向量指令具有相同的源向量或结果向量。</a:t>
            </a:r>
          </a:p>
        </p:txBody>
      </p:sp>
      <p:sp>
        <p:nvSpPr>
          <p:cNvPr id="3" name="Rectangle 3"/>
          <p:cNvSpPr>
            <a:spLocks noChangeArrowheads="1"/>
          </p:cNvSpPr>
          <p:nvPr/>
        </p:nvSpPr>
        <p:spPr bwMode="auto">
          <a:xfrm>
            <a:off x="612775" y="242908"/>
            <a:ext cx="7200900" cy="676275"/>
          </a:xfrm>
          <a:prstGeom prst="rect">
            <a:avLst/>
          </a:prstGeom>
          <a:noFill/>
          <a:ln w="9525" algn="ctr">
            <a:noFill/>
            <a:miter lim="800000"/>
            <a:headEnd/>
            <a:tailEnd/>
          </a:ln>
          <a:effectLst/>
        </p:spPr>
        <p:txBody>
          <a:bodyPr anchor="b"/>
          <a:lstStyle/>
          <a:p>
            <a:pPr algn="ctr">
              <a:defRPr/>
            </a:pPr>
            <a:r>
              <a:rPr lang="zh-CN" altLang="en-US" sz="3600" dirty="0">
                <a:latin typeface="Times New Roman" panose="02020603050405020304" pitchFamily="18" charset="0"/>
                <a:ea typeface="+mj-ea"/>
                <a:cs typeface="Times New Roman" panose="02020603050405020304" pitchFamily="18" charset="0"/>
              </a:rPr>
              <a:t>向量处理机实例：</a:t>
            </a:r>
            <a:r>
              <a:rPr lang="en-US" altLang="zh-CN" sz="3600" dirty="0">
                <a:latin typeface="Times New Roman" panose="02020603050405020304" pitchFamily="18" charset="0"/>
                <a:ea typeface="+mj-ea"/>
                <a:cs typeface="Times New Roman" panose="02020603050405020304" pitchFamily="18" charset="0"/>
              </a:rPr>
              <a:t>Cray-I</a:t>
            </a:r>
          </a:p>
        </p:txBody>
      </p:sp>
      <p:sp>
        <p:nvSpPr>
          <p:cNvPr id="2" name="日期占位符 1">
            <a:extLst>
              <a:ext uri="{FF2B5EF4-FFF2-40B4-BE49-F238E27FC236}">
                <a16:creationId xmlns:a16="http://schemas.microsoft.com/office/drawing/2014/main" id="{A368E95A-D104-63CD-8722-FB9A83CC6257}"/>
              </a:ext>
            </a:extLst>
          </p:cNvPr>
          <p:cNvSpPr>
            <a:spLocks noGrp="1"/>
          </p:cNvSpPr>
          <p:nvPr>
            <p:ph type="dt" sz="half" idx="10"/>
          </p:nvPr>
        </p:nvSpPr>
        <p:spPr/>
        <p:txBody>
          <a:bodyPr/>
          <a:lstStyle/>
          <a:p>
            <a:pPr>
              <a:defRPr/>
            </a:pPr>
            <a:fld id="{DB3DB6DC-B320-4BF4-A6FE-E0C7AD4B4A4D}" type="datetime1">
              <a:rPr lang="zh-CN" altLang="en-US" smtClean="0"/>
              <a:t>2025/10/16</a:t>
            </a:fld>
            <a:endParaRPr lang="en-US" altLang="zh-CN"/>
          </a:p>
        </p:txBody>
      </p:sp>
      <p:sp>
        <p:nvSpPr>
          <p:cNvPr id="4" name="页脚占位符 3">
            <a:extLst>
              <a:ext uri="{FF2B5EF4-FFF2-40B4-BE49-F238E27FC236}">
                <a16:creationId xmlns:a16="http://schemas.microsoft.com/office/drawing/2014/main" id="{D87C4865-6B5B-0EBB-CDDB-A3BDF74F91E5}"/>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5" name="灯片编号占位符 4">
            <a:extLst>
              <a:ext uri="{FF2B5EF4-FFF2-40B4-BE49-F238E27FC236}">
                <a16:creationId xmlns:a16="http://schemas.microsoft.com/office/drawing/2014/main" id="{A9067DC6-107C-E542-8646-EED29D6F5253}"/>
              </a:ext>
            </a:extLst>
          </p:cNvPr>
          <p:cNvSpPr>
            <a:spLocks noGrp="1"/>
          </p:cNvSpPr>
          <p:nvPr>
            <p:ph type="sldNum" sz="quarter" idx="12"/>
          </p:nvPr>
        </p:nvSpPr>
        <p:spPr/>
        <p:txBody>
          <a:bodyPr/>
          <a:lstStyle/>
          <a:p>
            <a:pPr>
              <a:defRPr/>
            </a:pPr>
            <a:fld id="{8BCAC33D-D29A-48B3-BCD6-381D3D720D26}" type="slidenum">
              <a:rPr lang="zh-CN" altLang="en-US" smtClean="0"/>
              <a:t>23</a:t>
            </a:fld>
            <a:endParaRPr lang="en-US" altLang="zh-CN"/>
          </a:p>
        </p:txBody>
      </p:sp>
    </p:spTree>
    <p:extLst>
      <p:ext uri="{BB962C8B-B14F-4D97-AF65-F5344CB8AC3E}">
        <p14:creationId xmlns:p14="http://schemas.microsoft.com/office/powerpoint/2010/main" val="3119680291"/>
      </p:ext>
    </p:extLst>
  </p:cSld>
  <p:clrMapOvr>
    <a:masterClrMapping/>
  </p:clrMapOvr>
  <p:transition spd="slow"/>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Text Box 2"/>
          <p:cNvSpPr txBox="1">
            <a:spLocks noChangeArrowheads="1"/>
          </p:cNvSpPr>
          <p:nvPr/>
        </p:nvSpPr>
        <p:spPr bwMode="auto">
          <a:xfrm>
            <a:off x="611188" y="1238250"/>
            <a:ext cx="7488237" cy="46166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Calibri" pitchFamily="34" charset="0"/>
                <a:ea typeface="宋体" charset="-122"/>
              </a:defRPr>
            </a:lvl1pPr>
            <a:lvl2pPr marL="800100" indent="-342900" eaLnBrk="0" hangingPunct="0">
              <a:defRPr>
                <a:solidFill>
                  <a:schemeClr val="tx1"/>
                </a:solidFill>
                <a:latin typeface="Calibri" pitchFamily="34" charset="0"/>
                <a:ea typeface="宋体" charset="-122"/>
              </a:defRPr>
            </a:lvl2pPr>
            <a:lvl3pPr marL="1143000" indent="-228600" eaLnBrk="0" hangingPunct="0">
              <a:defRPr>
                <a:solidFill>
                  <a:schemeClr val="tx1"/>
                </a:solidFill>
                <a:latin typeface="Calibri" pitchFamily="34" charset="0"/>
                <a:ea typeface="宋体" charset="-122"/>
              </a:defRPr>
            </a:lvl3pPr>
            <a:lvl4pPr marL="1600200" indent="-228600" eaLnBrk="0" hangingPunct="0">
              <a:defRPr>
                <a:solidFill>
                  <a:schemeClr val="tx1"/>
                </a:solidFill>
                <a:latin typeface="Calibri" pitchFamily="34" charset="0"/>
                <a:ea typeface="宋体" charset="-122"/>
              </a:defRPr>
            </a:lvl4pPr>
            <a:lvl5pPr marL="2057400" indent="-228600" eaLnBrk="0" hangingPunct="0">
              <a:defRPr>
                <a:solidFill>
                  <a:schemeClr val="tx1"/>
                </a:solidFill>
                <a:latin typeface="Calibri" pitchFamily="34" charset="0"/>
                <a:ea typeface="宋体" charset="-122"/>
              </a:defRPr>
            </a:lvl5pPr>
            <a:lvl6pPr marL="2514600" indent="-228600" eaLnBrk="0" fontAlgn="base" hangingPunct="0">
              <a:spcBef>
                <a:spcPct val="0"/>
              </a:spcBef>
              <a:spcAft>
                <a:spcPct val="0"/>
              </a:spcAft>
              <a:defRPr>
                <a:solidFill>
                  <a:schemeClr val="tx1"/>
                </a:solidFill>
                <a:latin typeface="Calibri" pitchFamily="34" charset="0"/>
                <a:ea typeface="宋体" charset="-122"/>
              </a:defRPr>
            </a:lvl6pPr>
            <a:lvl7pPr marL="2971800" indent="-228600" eaLnBrk="0" fontAlgn="base" hangingPunct="0">
              <a:spcBef>
                <a:spcPct val="0"/>
              </a:spcBef>
              <a:spcAft>
                <a:spcPct val="0"/>
              </a:spcAft>
              <a:defRPr>
                <a:solidFill>
                  <a:schemeClr val="tx1"/>
                </a:solidFill>
                <a:latin typeface="Calibri" pitchFamily="34" charset="0"/>
                <a:ea typeface="宋体" charset="-122"/>
              </a:defRPr>
            </a:lvl7pPr>
            <a:lvl8pPr marL="3429000" indent="-228600" eaLnBrk="0" fontAlgn="base" hangingPunct="0">
              <a:spcBef>
                <a:spcPct val="0"/>
              </a:spcBef>
              <a:spcAft>
                <a:spcPct val="0"/>
              </a:spcAft>
              <a:defRPr>
                <a:solidFill>
                  <a:schemeClr val="tx1"/>
                </a:solidFill>
                <a:latin typeface="Calibri" pitchFamily="34" charset="0"/>
                <a:ea typeface="宋体" charset="-122"/>
              </a:defRPr>
            </a:lvl8pPr>
            <a:lvl9pPr marL="3886200" indent="-228600" eaLnBrk="0" fontAlgn="base" hangingPunct="0">
              <a:spcBef>
                <a:spcPct val="0"/>
              </a:spcBef>
              <a:spcAft>
                <a:spcPct val="0"/>
              </a:spcAft>
              <a:defRPr>
                <a:solidFill>
                  <a:schemeClr val="tx1"/>
                </a:solidFill>
                <a:latin typeface="Calibri" pitchFamily="34" charset="0"/>
                <a:ea typeface="宋体" charset="-122"/>
              </a:defRPr>
            </a:lvl9pPr>
          </a:lstStyle>
          <a:p>
            <a:pPr eaLnBrk="1" hangingPunct="1">
              <a:spcBef>
                <a:spcPct val="50000"/>
              </a:spcBef>
            </a:pPr>
            <a:r>
              <a:rPr lang="en-US" altLang="zh-CN" sz="2400" b="1" dirty="0">
                <a:latin typeface="Times New Roman" panose="02020603050405020304" pitchFamily="18" charset="0"/>
                <a:ea typeface="+mn-ea"/>
                <a:cs typeface="Times New Roman" panose="02020603050405020304" pitchFamily="18" charset="0"/>
              </a:rPr>
              <a:t>4. CRAY-I</a:t>
            </a:r>
            <a:r>
              <a:rPr lang="zh-CN" altLang="en-US" sz="2400" b="1" dirty="0">
                <a:latin typeface="Times New Roman" panose="02020603050405020304" pitchFamily="18" charset="0"/>
                <a:ea typeface="+mn-ea"/>
                <a:cs typeface="Times New Roman" panose="02020603050405020304" pitchFamily="18" charset="0"/>
              </a:rPr>
              <a:t>体系结构特点</a:t>
            </a:r>
          </a:p>
          <a:p>
            <a:pPr lvl="1" eaLnBrk="1" hangingPunct="1">
              <a:spcBef>
                <a:spcPct val="100000"/>
              </a:spcBef>
              <a:buSzPct val="60000"/>
              <a:buFont typeface="Wingdings" pitchFamily="2" charset="2"/>
              <a:buChar char="u"/>
            </a:pPr>
            <a:r>
              <a:rPr lang="zh-CN" altLang="en-US" sz="2400" b="1" dirty="0">
                <a:latin typeface="Times New Roman" panose="02020603050405020304" pitchFamily="18" charset="0"/>
                <a:ea typeface="+mn-ea"/>
                <a:cs typeface="Times New Roman" panose="02020603050405020304" pitchFamily="18" charset="0"/>
              </a:rPr>
              <a:t>向量寄存器与功能单元的连接通路</a:t>
            </a:r>
          </a:p>
          <a:p>
            <a:pPr lvl="1" eaLnBrk="1" hangingPunct="1">
              <a:spcBef>
                <a:spcPct val="50000"/>
              </a:spcBef>
            </a:pPr>
            <a:r>
              <a:rPr lang="zh-CN" altLang="en-US" sz="2400" b="1" dirty="0">
                <a:latin typeface="Times New Roman" panose="02020603050405020304" pitchFamily="18" charset="0"/>
                <a:ea typeface="+mn-ea"/>
                <a:cs typeface="Times New Roman" panose="02020603050405020304" pitchFamily="18" charset="0"/>
              </a:rPr>
              <a:t>	</a:t>
            </a:r>
            <a:r>
              <a:rPr lang="zh-CN" altLang="en-US" sz="2400" dirty="0">
                <a:latin typeface="Times New Roman" panose="02020603050405020304" pitchFamily="18" charset="0"/>
                <a:ea typeface="+mn-ea"/>
                <a:cs typeface="Times New Roman" panose="02020603050405020304" pitchFamily="18" charset="0"/>
              </a:rPr>
              <a:t>每个</a:t>
            </a:r>
            <a:r>
              <a:rPr lang="en-US" altLang="zh-CN" sz="2400" dirty="0">
                <a:latin typeface="Times New Roman" panose="02020603050405020304" pitchFamily="18" charset="0"/>
                <a:ea typeface="+mn-ea"/>
                <a:cs typeface="Times New Roman" panose="02020603050405020304" pitchFamily="18" charset="0"/>
              </a:rPr>
              <a:t>Vi</a:t>
            </a:r>
            <a:r>
              <a:rPr lang="zh-CN" altLang="en-US" sz="2400" dirty="0">
                <a:latin typeface="Times New Roman" panose="02020603050405020304" pitchFamily="18" charset="0"/>
                <a:ea typeface="+mn-ea"/>
                <a:cs typeface="Times New Roman" panose="02020603050405020304" pitchFamily="18" charset="0"/>
              </a:rPr>
              <a:t>块都有单独总线可连到</a:t>
            </a:r>
            <a:r>
              <a:rPr lang="en-US" altLang="zh-CN" sz="2400" dirty="0">
                <a:latin typeface="Times New Roman" panose="02020603050405020304" pitchFamily="18" charset="0"/>
                <a:ea typeface="+mn-ea"/>
                <a:cs typeface="Times New Roman" panose="02020603050405020304" pitchFamily="18" charset="0"/>
              </a:rPr>
              <a:t>6</a:t>
            </a:r>
            <a:r>
              <a:rPr lang="zh-CN" altLang="en-US" sz="2400" dirty="0">
                <a:latin typeface="Times New Roman" panose="02020603050405020304" pitchFamily="18" charset="0"/>
                <a:ea typeface="+mn-ea"/>
                <a:cs typeface="Times New Roman" panose="02020603050405020304" pitchFamily="18" charset="0"/>
              </a:rPr>
              <a:t>个向量功能部件，而每个向量功能部件也各自都有把运算结果送回向量寄存器组的总线。 </a:t>
            </a:r>
          </a:p>
          <a:p>
            <a:pPr lvl="1" eaLnBrk="1" hangingPunct="1">
              <a:spcBef>
                <a:spcPct val="100000"/>
              </a:spcBef>
              <a:buSzPct val="60000"/>
              <a:buFont typeface="Wingdings" pitchFamily="2" charset="2"/>
              <a:buChar char="u"/>
            </a:pPr>
            <a:r>
              <a:rPr lang="zh-CN" altLang="en-US" sz="2400" b="1" dirty="0">
                <a:latin typeface="Times New Roman" panose="02020603050405020304" pitchFamily="18" charset="0"/>
                <a:ea typeface="+mn-ea"/>
                <a:cs typeface="Times New Roman" panose="02020603050405020304" pitchFamily="18" charset="0"/>
                <a:hlinkClick r:id="rId3" action="ppaction://hlinksldjump"/>
              </a:rPr>
              <a:t>向量链接技术</a:t>
            </a:r>
            <a:endParaRPr lang="zh-CN" altLang="en-US" sz="2400" b="1" dirty="0">
              <a:latin typeface="Times New Roman" panose="02020603050405020304" pitchFamily="18" charset="0"/>
              <a:ea typeface="+mn-ea"/>
              <a:cs typeface="Times New Roman" panose="02020603050405020304" pitchFamily="18" charset="0"/>
            </a:endParaRPr>
          </a:p>
          <a:p>
            <a:pPr lvl="1" eaLnBrk="1" hangingPunct="1">
              <a:spcBef>
                <a:spcPct val="50000"/>
              </a:spcBef>
            </a:pPr>
            <a:r>
              <a:rPr kumimoji="1" lang="zh-CN" altLang="en-US" sz="2800" b="1" dirty="0">
                <a:latin typeface="Times New Roman" panose="02020603050405020304" pitchFamily="18" charset="0"/>
                <a:ea typeface="+mn-ea"/>
                <a:cs typeface="Times New Roman" panose="02020603050405020304" pitchFamily="18" charset="0"/>
              </a:rPr>
              <a:t>	</a:t>
            </a:r>
            <a:r>
              <a:rPr kumimoji="1" lang="zh-CN" altLang="en-US" sz="2400" b="1" dirty="0">
                <a:latin typeface="Times New Roman" panose="02020603050405020304" pitchFamily="18" charset="0"/>
                <a:ea typeface="+mn-ea"/>
                <a:cs typeface="Times New Roman" panose="02020603050405020304" pitchFamily="18" charset="0"/>
              </a:rPr>
              <a:t>一个向量功能部件得到的结果</a:t>
            </a:r>
            <a:r>
              <a:rPr kumimoji="1" lang="zh-CN" altLang="en-US" sz="2400" b="1" dirty="0">
                <a:solidFill>
                  <a:srgbClr val="C00000"/>
                </a:solidFill>
                <a:latin typeface="Times New Roman" panose="02020603050405020304" pitchFamily="18" charset="0"/>
                <a:ea typeface="+mn-ea"/>
                <a:cs typeface="Times New Roman" panose="02020603050405020304" pitchFamily="18" charset="0"/>
              </a:rPr>
              <a:t>直接送入</a:t>
            </a:r>
            <a:r>
              <a:rPr kumimoji="1" lang="zh-CN" altLang="en-US" sz="2400" b="1" dirty="0">
                <a:latin typeface="Times New Roman" panose="02020603050405020304" pitchFamily="18" charset="0"/>
                <a:ea typeface="+mn-ea"/>
                <a:cs typeface="Times New Roman" panose="02020603050405020304" pitchFamily="18" charset="0"/>
              </a:rPr>
              <a:t>另一个向量功能部件的</a:t>
            </a:r>
            <a:r>
              <a:rPr kumimoji="1" lang="zh-CN" altLang="en-US" sz="2400" b="1" dirty="0">
                <a:solidFill>
                  <a:srgbClr val="C00000"/>
                </a:solidFill>
                <a:latin typeface="Times New Roman" panose="02020603050405020304" pitchFamily="18" charset="0"/>
                <a:ea typeface="+mn-ea"/>
                <a:cs typeface="Times New Roman" panose="02020603050405020304" pitchFamily="18" charset="0"/>
              </a:rPr>
              <a:t>操作数寄存器</a:t>
            </a:r>
            <a:r>
              <a:rPr kumimoji="1" lang="zh-CN" altLang="en-US" sz="2400" b="1" dirty="0">
                <a:latin typeface="Times New Roman" panose="02020603050405020304" pitchFamily="18" charset="0"/>
                <a:ea typeface="+mn-ea"/>
                <a:cs typeface="Times New Roman" panose="02020603050405020304" pitchFamily="18" charset="0"/>
              </a:rPr>
              <a:t>时所发生的连接过程称为</a:t>
            </a:r>
            <a:r>
              <a:rPr kumimoji="1" lang="zh-CN" altLang="en-US" sz="2400" b="1" dirty="0">
                <a:solidFill>
                  <a:srgbClr val="C00000"/>
                </a:solidFill>
                <a:latin typeface="Times New Roman" panose="02020603050405020304" pitchFamily="18" charset="0"/>
                <a:ea typeface="+mn-ea"/>
                <a:cs typeface="Times New Roman" panose="02020603050405020304" pitchFamily="18" charset="0"/>
              </a:rPr>
              <a:t>链接（</a:t>
            </a:r>
            <a:r>
              <a:rPr kumimoji="1" lang="en-US" altLang="zh-CN" sz="2400" b="1" dirty="0">
                <a:solidFill>
                  <a:srgbClr val="C00000"/>
                </a:solidFill>
                <a:latin typeface="Times New Roman" panose="02020603050405020304" pitchFamily="18" charset="0"/>
                <a:ea typeface="+mn-ea"/>
                <a:cs typeface="Times New Roman" panose="02020603050405020304" pitchFamily="18" charset="0"/>
              </a:rPr>
              <a:t>Chaining</a:t>
            </a:r>
            <a:r>
              <a:rPr kumimoji="1" lang="zh-CN" altLang="en-US" sz="2400" b="1" dirty="0">
                <a:solidFill>
                  <a:srgbClr val="C00000"/>
                </a:solidFill>
                <a:latin typeface="Times New Roman" panose="02020603050405020304" pitchFamily="18" charset="0"/>
                <a:ea typeface="+mn-ea"/>
                <a:cs typeface="Times New Roman" panose="02020603050405020304" pitchFamily="18" charset="0"/>
              </a:rPr>
              <a:t>）</a:t>
            </a:r>
            <a:r>
              <a:rPr kumimoji="1" lang="zh-CN" altLang="en-US" sz="2400" b="1" dirty="0">
                <a:latin typeface="Times New Roman" panose="02020603050405020304" pitchFamily="18" charset="0"/>
                <a:ea typeface="+mn-ea"/>
                <a:cs typeface="Times New Roman" panose="02020603050405020304" pitchFamily="18" charset="0"/>
              </a:rPr>
              <a:t>。</a:t>
            </a:r>
          </a:p>
        </p:txBody>
      </p:sp>
      <p:sp>
        <p:nvSpPr>
          <p:cNvPr id="3" name="Rectangle 3"/>
          <p:cNvSpPr>
            <a:spLocks noChangeArrowheads="1"/>
          </p:cNvSpPr>
          <p:nvPr/>
        </p:nvSpPr>
        <p:spPr bwMode="auto">
          <a:xfrm>
            <a:off x="754856" y="254482"/>
            <a:ext cx="7200900" cy="676275"/>
          </a:xfrm>
          <a:prstGeom prst="rect">
            <a:avLst/>
          </a:prstGeom>
          <a:noFill/>
          <a:ln w="9525" algn="ctr">
            <a:noFill/>
            <a:miter lim="800000"/>
            <a:headEnd/>
            <a:tailEnd/>
          </a:ln>
          <a:effectLst/>
        </p:spPr>
        <p:txBody>
          <a:bodyPr anchor="b"/>
          <a:lstStyle/>
          <a:p>
            <a:pPr algn="ctr">
              <a:defRPr/>
            </a:pPr>
            <a:r>
              <a:rPr lang="zh-CN" altLang="en-US" sz="3600" dirty="0">
                <a:latin typeface="Times New Roman" panose="02020603050405020304" pitchFamily="18" charset="0"/>
                <a:ea typeface="+mj-ea"/>
                <a:cs typeface="Times New Roman" panose="02020603050405020304" pitchFamily="18" charset="0"/>
              </a:rPr>
              <a:t>向量处理机实例：</a:t>
            </a:r>
            <a:r>
              <a:rPr lang="en-US" altLang="zh-CN" sz="3600" dirty="0">
                <a:latin typeface="Times New Roman" panose="02020603050405020304" pitchFamily="18" charset="0"/>
                <a:ea typeface="+mj-ea"/>
                <a:cs typeface="Times New Roman" panose="02020603050405020304" pitchFamily="18" charset="0"/>
              </a:rPr>
              <a:t>Cray-I</a:t>
            </a:r>
          </a:p>
        </p:txBody>
      </p:sp>
      <p:sp>
        <p:nvSpPr>
          <p:cNvPr id="2" name="日期占位符 1">
            <a:extLst>
              <a:ext uri="{FF2B5EF4-FFF2-40B4-BE49-F238E27FC236}">
                <a16:creationId xmlns:a16="http://schemas.microsoft.com/office/drawing/2014/main" id="{9C19C07E-0556-F933-415F-0C6BF6BC9776}"/>
              </a:ext>
            </a:extLst>
          </p:cNvPr>
          <p:cNvSpPr>
            <a:spLocks noGrp="1"/>
          </p:cNvSpPr>
          <p:nvPr>
            <p:ph type="dt" sz="half" idx="10"/>
          </p:nvPr>
        </p:nvSpPr>
        <p:spPr/>
        <p:txBody>
          <a:bodyPr/>
          <a:lstStyle/>
          <a:p>
            <a:pPr>
              <a:defRPr/>
            </a:pPr>
            <a:fld id="{98107EE7-2F93-43DC-BAFB-145404B8A9B3}" type="datetime1">
              <a:rPr lang="zh-CN" altLang="en-US" smtClean="0"/>
              <a:t>2025/10/16</a:t>
            </a:fld>
            <a:endParaRPr lang="en-US" altLang="zh-CN"/>
          </a:p>
        </p:txBody>
      </p:sp>
      <p:sp>
        <p:nvSpPr>
          <p:cNvPr id="4" name="页脚占位符 3">
            <a:extLst>
              <a:ext uri="{FF2B5EF4-FFF2-40B4-BE49-F238E27FC236}">
                <a16:creationId xmlns:a16="http://schemas.microsoft.com/office/drawing/2014/main" id="{F327E185-F325-4C29-C860-63D21E307E37}"/>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5" name="灯片编号占位符 4">
            <a:extLst>
              <a:ext uri="{FF2B5EF4-FFF2-40B4-BE49-F238E27FC236}">
                <a16:creationId xmlns:a16="http://schemas.microsoft.com/office/drawing/2014/main" id="{8023F728-79E7-662E-3C2D-C95AB24F3521}"/>
              </a:ext>
            </a:extLst>
          </p:cNvPr>
          <p:cNvSpPr>
            <a:spLocks noGrp="1"/>
          </p:cNvSpPr>
          <p:nvPr>
            <p:ph type="sldNum" sz="quarter" idx="12"/>
          </p:nvPr>
        </p:nvSpPr>
        <p:spPr/>
        <p:txBody>
          <a:bodyPr/>
          <a:lstStyle/>
          <a:p>
            <a:pPr>
              <a:defRPr/>
            </a:pPr>
            <a:fld id="{8BCAC33D-D29A-48B3-BCD6-381D3D720D26}" type="slidenum">
              <a:rPr lang="zh-CN" altLang="en-US" smtClean="0"/>
              <a:t>24</a:t>
            </a:fld>
            <a:endParaRPr lang="en-US" altLang="zh-CN"/>
          </a:p>
        </p:txBody>
      </p:sp>
    </p:spTree>
    <p:extLst>
      <p:ext uri="{BB962C8B-B14F-4D97-AF65-F5344CB8AC3E}">
        <p14:creationId xmlns:p14="http://schemas.microsoft.com/office/powerpoint/2010/main" val="3029407775"/>
      </p:ext>
    </p:extLst>
  </p:cSld>
  <p:clrMapOvr>
    <a:masterClrMapping/>
  </p:clrMapOvr>
  <p:transition spd="slow"/>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7972" name="Rectangle 4"/>
          <p:cNvSpPr>
            <a:spLocks noChangeArrowheads="1"/>
          </p:cNvSpPr>
          <p:nvPr/>
        </p:nvSpPr>
        <p:spPr bwMode="auto">
          <a:xfrm>
            <a:off x="647564" y="1556792"/>
            <a:ext cx="7848872" cy="2936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p>
            <a:pPr marL="342900" indent="-342900">
              <a:lnSpc>
                <a:spcPct val="120000"/>
              </a:lnSpc>
              <a:spcBef>
                <a:spcPct val="50000"/>
              </a:spcBef>
            </a:pPr>
            <a:r>
              <a:rPr lang="en-US" altLang="zh-CN" sz="2400" b="1" dirty="0">
                <a:latin typeface="华文中宋" pitchFamily="2" charset="-122"/>
                <a:ea typeface="华文中宋" pitchFamily="2" charset="-122"/>
              </a:rPr>
              <a:t>   </a:t>
            </a:r>
            <a:r>
              <a:rPr lang="zh-CN" altLang="en-US" sz="2400" b="1" dirty="0">
                <a:latin typeface="华文中宋" pitchFamily="2" charset="-122"/>
                <a:ea typeface="华文中宋" pitchFamily="2" charset="-122"/>
              </a:rPr>
              <a:t>当两条指令出现“先写后读（</a:t>
            </a:r>
            <a:r>
              <a:rPr lang="en-US" altLang="zh-CN" sz="2400" b="1" dirty="0">
                <a:latin typeface="华文中宋" pitchFamily="2" charset="-122"/>
                <a:ea typeface="华文中宋" pitchFamily="2" charset="-122"/>
              </a:rPr>
              <a:t>RAW</a:t>
            </a:r>
            <a:r>
              <a:rPr lang="zh-CN" altLang="en-US" sz="2400" b="1" dirty="0">
                <a:latin typeface="华文中宋" pitchFamily="2" charset="-122"/>
                <a:ea typeface="华文中宋" pitchFamily="2" charset="-122"/>
              </a:rPr>
              <a:t>）”相关时，若它们不存在功能部件冲突和向量寄存器</a:t>
            </a:r>
            <a:r>
              <a:rPr lang="en-US" altLang="zh-CN" sz="2400" b="1" dirty="0">
                <a:latin typeface="华文中宋" pitchFamily="2" charset="-122"/>
                <a:ea typeface="华文中宋" pitchFamily="2" charset="-122"/>
              </a:rPr>
              <a:t>(</a:t>
            </a:r>
            <a:r>
              <a:rPr lang="zh-CN" altLang="en-US" sz="2400" b="1" dirty="0">
                <a:latin typeface="华文中宋" pitchFamily="2" charset="-122"/>
                <a:ea typeface="华文中宋" pitchFamily="2" charset="-122"/>
              </a:rPr>
              <a:t>源或目的</a:t>
            </a:r>
            <a:r>
              <a:rPr lang="en-US" altLang="zh-CN" sz="2400" b="1" dirty="0">
                <a:latin typeface="华文中宋" pitchFamily="2" charset="-122"/>
                <a:ea typeface="华文中宋" pitchFamily="2" charset="-122"/>
              </a:rPr>
              <a:t>) </a:t>
            </a:r>
            <a:r>
              <a:rPr lang="zh-CN" altLang="en-US" sz="2400" b="1" dirty="0">
                <a:latin typeface="华文中宋" pitchFamily="2" charset="-122"/>
                <a:ea typeface="华文中宋" pitchFamily="2" charset="-122"/>
              </a:rPr>
              <a:t>冲突，就有可能把它们所用的功能部件头尾相接，形成一个链接流水线，进行</a:t>
            </a:r>
            <a:r>
              <a:rPr lang="zh-CN" altLang="en-US" sz="2400" b="1" dirty="0">
                <a:solidFill>
                  <a:srgbClr val="C00000"/>
                </a:solidFill>
                <a:latin typeface="华文中宋" pitchFamily="2" charset="-122"/>
                <a:ea typeface="华文中宋" pitchFamily="2" charset="-122"/>
              </a:rPr>
              <a:t>流水处理</a:t>
            </a:r>
            <a:r>
              <a:rPr lang="zh-CN" altLang="en-US" sz="2400" b="1" dirty="0">
                <a:latin typeface="华文中宋" pitchFamily="2" charset="-122"/>
                <a:ea typeface="华文中宋" pitchFamily="2" charset="-122"/>
              </a:rPr>
              <a:t>。</a:t>
            </a:r>
          </a:p>
          <a:p>
            <a:pPr marL="342900" indent="-342900">
              <a:lnSpc>
                <a:spcPct val="120000"/>
              </a:lnSpc>
              <a:spcBef>
                <a:spcPct val="50000"/>
              </a:spcBef>
            </a:pPr>
            <a:r>
              <a:rPr lang="zh-CN" altLang="en-US" sz="2400" b="1" dirty="0">
                <a:latin typeface="华文中宋" pitchFamily="2" charset="-122"/>
                <a:ea typeface="华文中宋" pitchFamily="2" charset="-122"/>
              </a:rPr>
              <a:t>   </a:t>
            </a:r>
            <a:r>
              <a:rPr lang="zh-CN" altLang="en-US" sz="2400" b="1" dirty="0">
                <a:solidFill>
                  <a:srgbClr val="C00000"/>
                </a:solidFill>
                <a:latin typeface="华文中宋" pitchFamily="2" charset="-122"/>
                <a:ea typeface="华文中宋" pitchFamily="2" charset="-122"/>
              </a:rPr>
              <a:t>链接</a:t>
            </a:r>
            <a:r>
              <a:rPr lang="zh-CN" altLang="en-US" sz="2400" b="1" dirty="0">
                <a:latin typeface="华文中宋" pitchFamily="2" charset="-122"/>
                <a:ea typeface="华文中宋" pitchFamily="2" charset="-122"/>
              </a:rPr>
              <a:t>特性实质上是把流水线“定向”的思想引入到向量执行过程的结果。</a:t>
            </a:r>
            <a:endParaRPr lang="en-US" sz="2400" b="1" dirty="0">
              <a:latin typeface="华文中宋" pitchFamily="2" charset="-122"/>
              <a:ea typeface="华文中宋" pitchFamily="2" charset="-122"/>
            </a:endParaRPr>
          </a:p>
        </p:txBody>
      </p:sp>
      <p:sp>
        <p:nvSpPr>
          <p:cNvPr id="2" name="日期占位符 1">
            <a:extLst>
              <a:ext uri="{FF2B5EF4-FFF2-40B4-BE49-F238E27FC236}">
                <a16:creationId xmlns:a16="http://schemas.microsoft.com/office/drawing/2014/main" id="{CDA00660-C2F1-56F2-BF68-416B3426F4BA}"/>
              </a:ext>
            </a:extLst>
          </p:cNvPr>
          <p:cNvSpPr>
            <a:spLocks noGrp="1"/>
          </p:cNvSpPr>
          <p:nvPr>
            <p:ph type="dt" sz="half" idx="10"/>
          </p:nvPr>
        </p:nvSpPr>
        <p:spPr/>
        <p:txBody>
          <a:bodyPr/>
          <a:lstStyle/>
          <a:p>
            <a:pPr>
              <a:defRPr/>
            </a:pPr>
            <a:fld id="{11710520-1FC9-4C7F-951B-91BB4DE27DC6}" type="datetime1">
              <a:rPr lang="zh-CN" altLang="en-US" smtClean="0"/>
              <a:t>2025/10/16</a:t>
            </a:fld>
            <a:endParaRPr lang="en-US" altLang="zh-CN"/>
          </a:p>
        </p:txBody>
      </p:sp>
      <p:sp>
        <p:nvSpPr>
          <p:cNvPr id="3" name="页脚占位符 2">
            <a:extLst>
              <a:ext uri="{FF2B5EF4-FFF2-40B4-BE49-F238E27FC236}">
                <a16:creationId xmlns:a16="http://schemas.microsoft.com/office/drawing/2014/main" id="{5955E050-3E4E-BED7-4C06-195F36877AF0}"/>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256C91BC-5693-0091-E783-CB9ACC77A1EE}"/>
              </a:ext>
            </a:extLst>
          </p:cNvPr>
          <p:cNvSpPr>
            <a:spLocks noGrp="1"/>
          </p:cNvSpPr>
          <p:nvPr>
            <p:ph type="sldNum" sz="quarter" idx="12"/>
          </p:nvPr>
        </p:nvSpPr>
        <p:spPr/>
        <p:txBody>
          <a:bodyPr/>
          <a:lstStyle/>
          <a:p>
            <a:pPr>
              <a:defRPr/>
            </a:pPr>
            <a:fld id="{65B7EA61-351E-4105-9AD9-76D38C6E9934}" type="slidenum">
              <a:rPr lang="zh-CN" altLang="en-US" smtClean="0"/>
              <a:t>25</a:t>
            </a:fld>
            <a:endParaRPr lang="en-US" altLang="zh-CN"/>
          </a:p>
        </p:txBody>
      </p:sp>
    </p:spTree>
    <p:extLst>
      <p:ext uri="{BB962C8B-B14F-4D97-AF65-F5344CB8AC3E}">
        <p14:creationId xmlns:p14="http://schemas.microsoft.com/office/powerpoint/2010/main" val="4181114999"/>
      </p:ext>
    </p:extLst>
  </p:cSld>
  <p:clrMapOvr>
    <a:masterClrMapping/>
  </p:clrMapOvr>
  <p:transition spd="slow"/>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ext Box 2"/>
          <p:cNvSpPr txBox="1">
            <a:spLocks noChangeArrowheads="1"/>
          </p:cNvSpPr>
          <p:nvPr/>
        </p:nvSpPr>
        <p:spPr bwMode="auto">
          <a:xfrm>
            <a:off x="611188" y="1140087"/>
            <a:ext cx="7705725" cy="28807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Calibri" pitchFamily="34" charset="0"/>
                <a:ea typeface="宋体" charset="-122"/>
              </a:defRPr>
            </a:lvl1pPr>
            <a:lvl2pPr marL="742950" indent="-285750" eaLnBrk="0" hangingPunct="0">
              <a:defRPr>
                <a:solidFill>
                  <a:schemeClr val="tx1"/>
                </a:solidFill>
                <a:latin typeface="Calibri" pitchFamily="34" charset="0"/>
                <a:ea typeface="宋体" charset="-122"/>
              </a:defRPr>
            </a:lvl2pPr>
            <a:lvl3pPr marL="1143000" indent="-228600" eaLnBrk="0" hangingPunct="0">
              <a:defRPr>
                <a:solidFill>
                  <a:schemeClr val="tx1"/>
                </a:solidFill>
                <a:latin typeface="Calibri" pitchFamily="34" charset="0"/>
                <a:ea typeface="宋体" charset="-122"/>
              </a:defRPr>
            </a:lvl3pPr>
            <a:lvl4pPr marL="1714500" indent="-342900" eaLnBrk="0" hangingPunct="0">
              <a:defRPr>
                <a:solidFill>
                  <a:schemeClr val="tx1"/>
                </a:solidFill>
                <a:latin typeface="Calibri" pitchFamily="34" charset="0"/>
                <a:ea typeface="宋体" charset="-122"/>
              </a:defRPr>
            </a:lvl4pPr>
            <a:lvl5pPr marL="2057400" indent="-228600" eaLnBrk="0" hangingPunct="0">
              <a:defRPr>
                <a:solidFill>
                  <a:schemeClr val="tx1"/>
                </a:solidFill>
                <a:latin typeface="Calibri" pitchFamily="34" charset="0"/>
                <a:ea typeface="宋体" charset="-122"/>
              </a:defRPr>
            </a:lvl5pPr>
            <a:lvl6pPr marL="2514600" indent="-228600" eaLnBrk="0" fontAlgn="base" hangingPunct="0">
              <a:spcBef>
                <a:spcPct val="0"/>
              </a:spcBef>
              <a:spcAft>
                <a:spcPct val="0"/>
              </a:spcAft>
              <a:defRPr>
                <a:solidFill>
                  <a:schemeClr val="tx1"/>
                </a:solidFill>
                <a:latin typeface="Calibri" pitchFamily="34" charset="0"/>
                <a:ea typeface="宋体" charset="-122"/>
              </a:defRPr>
            </a:lvl6pPr>
            <a:lvl7pPr marL="2971800" indent="-228600" eaLnBrk="0" fontAlgn="base" hangingPunct="0">
              <a:spcBef>
                <a:spcPct val="0"/>
              </a:spcBef>
              <a:spcAft>
                <a:spcPct val="0"/>
              </a:spcAft>
              <a:defRPr>
                <a:solidFill>
                  <a:schemeClr val="tx1"/>
                </a:solidFill>
                <a:latin typeface="Calibri" pitchFamily="34" charset="0"/>
                <a:ea typeface="宋体" charset="-122"/>
              </a:defRPr>
            </a:lvl7pPr>
            <a:lvl8pPr marL="3429000" indent="-228600" eaLnBrk="0" fontAlgn="base" hangingPunct="0">
              <a:spcBef>
                <a:spcPct val="0"/>
              </a:spcBef>
              <a:spcAft>
                <a:spcPct val="0"/>
              </a:spcAft>
              <a:defRPr>
                <a:solidFill>
                  <a:schemeClr val="tx1"/>
                </a:solidFill>
                <a:latin typeface="Calibri" pitchFamily="34" charset="0"/>
                <a:ea typeface="宋体" charset="-122"/>
              </a:defRPr>
            </a:lvl8pPr>
            <a:lvl9pPr marL="3886200" indent="-228600" eaLnBrk="0" fontAlgn="base" hangingPunct="0">
              <a:spcBef>
                <a:spcPct val="0"/>
              </a:spcBef>
              <a:spcAft>
                <a:spcPct val="0"/>
              </a:spcAft>
              <a:defRPr>
                <a:solidFill>
                  <a:schemeClr val="tx1"/>
                </a:solidFill>
                <a:latin typeface="Calibri" pitchFamily="34" charset="0"/>
                <a:ea typeface="宋体" charset="-122"/>
              </a:defRPr>
            </a:lvl9pPr>
          </a:lstStyle>
          <a:p>
            <a:pPr eaLnBrk="1" hangingPunct="1">
              <a:spcBef>
                <a:spcPct val="40000"/>
              </a:spcBef>
            </a:pPr>
            <a:r>
              <a:rPr lang="zh-CN" altLang="en-US" sz="2400" b="1" dirty="0">
                <a:latin typeface="Times New Roman" panose="02020603050405020304" pitchFamily="18" charset="0"/>
                <a:ea typeface="+mn-ea"/>
                <a:cs typeface="Times New Roman" panose="02020603050405020304" pitchFamily="18" charset="0"/>
              </a:rPr>
              <a:t>例：对向量运算</a:t>
            </a:r>
            <a:r>
              <a:rPr lang="en-US" altLang="zh-CN" sz="2400" b="1" dirty="0">
                <a:latin typeface="Times New Roman" panose="02020603050405020304" pitchFamily="18" charset="0"/>
                <a:ea typeface="+mn-ea"/>
                <a:cs typeface="Times New Roman" panose="02020603050405020304" pitchFamily="18" charset="0"/>
              </a:rPr>
              <a:t>D=A*(B+C)</a:t>
            </a:r>
            <a:r>
              <a:rPr lang="zh-CN" altLang="en-US" sz="2400" b="1" dirty="0">
                <a:latin typeface="Times New Roman" panose="02020603050405020304" pitchFamily="18" charset="0"/>
                <a:ea typeface="+mn-ea"/>
                <a:cs typeface="Times New Roman" panose="02020603050405020304" pitchFamily="18" charset="0"/>
              </a:rPr>
              <a:t>，若向量长度</a:t>
            </a:r>
            <a:r>
              <a:rPr lang="en-US" altLang="zh-CN" sz="2400" b="1" dirty="0">
                <a:latin typeface="Times New Roman" panose="02020603050405020304" pitchFamily="18" charset="0"/>
                <a:ea typeface="+mn-ea"/>
                <a:cs typeface="Times New Roman" panose="02020603050405020304" pitchFamily="18" charset="0"/>
              </a:rPr>
              <a:t>N≤64</a:t>
            </a:r>
            <a:r>
              <a:rPr lang="zh-CN" altLang="en-US" sz="2400" b="1" dirty="0">
                <a:latin typeface="Times New Roman" panose="02020603050405020304" pitchFamily="18" charset="0"/>
                <a:ea typeface="+mn-ea"/>
                <a:cs typeface="Times New Roman" panose="02020603050405020304" pitchFamily="18" charset="0"/>
              </a:rPr>
              <a:t>，</a:t>
            </a:r>
          </a:p>
          <a:p>
            <a:pPr eaLnBrk="1" hangingPunct="1">
              <a:spcBef>
                <a:spcPct val="40000"/>
              </a:spcBef>
            </a:pPr>
            <a:r>
              <a:rPr lang="zh-CN" altLang="en-US" sz="2400" b="1" dirty="0">
                <a:latin typeface="Times New Roman" panose="02020603050405020304" pitchFamily="18" charset="0"/>
                <a:ea typeface="+mn-ea"/>
                <a:cs typeface="Times New Roman" panose="02020603050405020304" pitchFamily="18" charset="0"/>
              </a:rPr>
              <a:t>    向量元素为浮点数，则在</a:t>
            </a:r>
            <a:r>
              <a:rPr lang="en-US" altLang="zh-CN" sz="2400" b="1" dirty="0">
                <a:latin typeface="Times New Roman" panose="02020603050405020304" pitchFamily="18" charset="0"/>
                <a:ea typeface="+mn-ea"/>
                <a:cs typeface="Times New Roman" panose="02020603050405020304" pitchFamily="18" charset="0"/>
              </a:rPr>
              <a:t>B</a:t>
            </a:r>
            <a:r>
              <a:rPr lang="zh-CN" altLang="en-US" sz="2400" b="1" dirty="0">
                <a:latin typeface="Times New Roman" panose="02020603050405020304" pitchFamily="18" charset="0"/>
                <a:ea typeface="+mn-ea"/>
                <a:cs typeface="Times New Roman" panose="02020603050405020304" pitchFamily="18" charset="0"/>
              </a:rPr>
              <a:t>、</a:t>
            </a:r>
            <a:r>
              <a:rPr lang="en-US" altLang="zh-CN" sz="2400" b="1" dirty="0">
                <a:latin typeface="Times New Roman" panose="02020603050405020304" pitchFamily="18" charset="0"/>
                <a:ea typeface="+mn-ea"/>
                <a:cs typeface="Times New Roman" panose="02020603050405020304" pitchFamily="18" charset="0"/>
              </a:rPr>
              <a:t>C</a:t>
            </a:r>
            <a:r>
              <a:rPr lang="zh-CN" altLang="en-US" sz="2400" b="1" dirty="0">
                <a:latin typeface="Times New Roman" panose="02020603050405020304" pitchFamily="18" charset="0"/>
                <a:ea typeface="+mn-ea"/>
                <a:cs typeface="Times New Roman" panose="02020603050405020304" pitchFamily="18" charset="0"/>
              </a:rPr>
              <a:t>取到</a:t>
            </a:r>
            <a:r>
              <a:rPr lang="en-US" altLang="zh-CN" sz="2400" b="1" dirty="0">
                <a:latin typeface="Times New Roman" panose="02020603050405020304" pitchFamily="18" charset="0"/>
                <a:ea typeface="+mn-ea"/>
                <a:cs typeface="Times New Roman" panose="02020603050405020304" pitchFamily="18" charset="0"/>
              </a:rPr>
              <a:t>V0</a:t>
            </a:r>
            <a:r>
              <a:rPr lang="zh-CN" altLang="en-US" sz="2400" b="1" dirty="0">
                <a:latin typeface="Times New Roman" panose="02020603050405020304" pitchFamily="18" charset="0"/>
                <a:ea typeface="+mn-ea"/>
                <a:cs typeface="Times New Roman" panose="02020603050405020304" pitchFamily="18" charset="0"/>
              </a:rPr>
              <a:t>、</a:t>
            </a:r>
            <a:r>
              <a:rPr lang="en-US" altLang="zh-CN" sz="2400" b="1" dirty="0">
                <a:latin typeface="Times New Roman" panose="02020603050405020304" pitchFamily="18" charset="0"/>
                <a:ea typeface="+mn-ea"/>
                <a:cs typeface="Times New Roman" panose="02020603050405020304" pitchFamily="18" charset="0"/>
              </a:rPr>
              <a:t>V1</a:t>
            </a:r>
            <a:r>
              <a:rPr lang="zh-CN" altLang="en-US" sz="2400" b="1" dirty="0">
                <a:latin typeface="Times New Roman" panose="02020603050405020304" pitchFamily="18" charset="0"/>
                <a:ea typeface="+mn-ea"/>
                <a:cs typeface="Times New Roman" panose="02020603050405020304" pitchFamily="18" charset="0"/>
              </a:rPr>
              <a:t>后，</a:t>
            </a:r>
          </a:p>
          <a:p>
            <a:pPr eaLnBrk="1" hangingPunct="1">
              <a:spcBef>
                <a:spcPct val="40000"/>
              </a:spcBef>
            </a:pPr>
            <a:r>
              <a:rPr lang="zh-CN" altLang="en-US" sz="2400" b="1" dirty="0">
                <a:latin typeface="Times New Roman" panose="02020603050405020304" pitchFamily="18" charset="0"/>
                <a:ea typeface="+mn-ea"/>
                <a:cs typeface="Times New Roman" panose="02020603050405020304" pitchFamily="18" charset="0"/>
              </a:rPr>
              <a:t>    就可用以下三条向量指令求解：</a:t>
            </a:r>
          </a:p>
          <a:p>
            <a:pPr lvl="3" eaLnBrk="1" hangingPunct="1">
              <a:spcBef>
                <a:spcPct val="25000"/>
              </a:spcBef>
            </a:pPr>
            <a:r>
              <a:rPr lang="zh-CN" altLang="en-US" sz="2400" b="1" dirty="0">
                <a:latin typeface="Times New Roman" panose="02020603050405020304" pitchFamily="18" charset="0"/>
                <a:ea typeface="+mn-ea"/>
                <a:cs typeface="Times New Roman" panose="02020603050405020304" pitchFamily="18" charset="0"/>
              </a:rPr>
              <a:t>	</a:t>
            </a:r>
            <a:r>
              <a:rPr lang="en-US" altLang="zh-CN" sz="2400" b="1" dirty="0">
                <a:latin typeface="Times New Roman" panose="02020603050405020304" pitchFamily="18" charset="0"/>
                <a:ea typeface="+mn-ea"/>
                <a:cs typeface="Times New Roman" panose="02020603050405020304" pitchFamily="18" charset="0"/>
              </a:rPr>
              <a:t>V3←</a:t>
            </a:r>
            <a:r>
              <a:rPr lang="zh-CN" altLang="en-US" sz="2400" b="1" dirty="0">
                <a:latin typeface="Times New Roman" panose="02020603050405020304" pitchFamily="18" charset="0"/>
                <a:ea typeface="+mn-ea"/>
                <a:cs typeface="Times New Roman" panose="02020603050405020304" pitchFamily="18" charset="0"/>
              </a:rPr>
              <a:t>存储器	</a:t>
            </a:r>
            <a:r>
              <a:rPr lang="en-US" altLang="zh-CN" sz="2400" b="1" dirty="0">
                <a:latin typeface="Times New Roman" panose="02020603050405020304" pitchFamily="18" charset="0"/>
                <a:ea typeface="+mn-ea"/>
                <a:cs typeface="Times New Roman" panose="02020603050405020304" pitchFamily="18" charset="0"/>
              </a:rPr>
              <a:t>(</a:t>
            </a:r>
            <a:r>
              <a:rPr lang="zh-CN" altLang="en-US" sz="2400" b="1" dirty="0">
                <a:latin typeface="Times New Roman" panose="02020603050405020304" pitchFamily="18" charset="0"/>
                <a:ea typeface="+mn-ea"/>
                <a:cs typeface="Times New Roman" panose="02020603050405020304" pitchFamily="18" charset="0"/>
              </a:rPr>
              <a:t>访存，载入</a:t>
            </a:r>
            <a:r>
              <a:rPr lang="en-US" altLang="zh-CN" sz="2400" b="1" dirty="0">
                <a:latin typeface="Times New Roman" panose="02020603050405020304" pitchFamily="18" charset="0"/>
                <a:ea typeface="+mn-ea"/>
                <a:cs typeface="Times New Roman" panose="02020603050405020304" pitchFamily="18" charset="0"/>
              </a:rPr>
              <a:t>A)</a:t>
            </a:r>
          </a:p>
          <a:p>
            <a:pPr lvl="3" eaLnBrk="1" hangingPunct="1">
              <a:spcBef>
                <a:spcPct val="25000"/>
              </a:spcBef>
            </a:pPr>
            <a:r>
              <a:rPr lang="en-US" altLang="zh-CN" sz="2400" b="1" dirty="0">
                <a:latin typeface="Times New Roman" panose="02020603050405020304" pitchFamily="18" charset="0"/>
                <a:ea typeface="+mn-ea"/>
                <a:cs typeface="Times New Roman" panose="02020603050405020304" pitchFamily="18" charset="0"/>
              </a:rPr>
              <a:t>	V2←V0</a:t>
            </a:r>
            <a:r>
              <a:rPr lang="zh-CN" altLang="en-US" sz="2400" b="1" dirty="0">
                <a:latin typeface="Times New Roman" panose="02020603050405020304" pitchFamily="18" charset="0"/>
                <a:ea typeface="+mn-ea"/>
                <a:cs typeface="Times New Roman" panose="02020603050405020304" pitchFamily="18" charset="0"/>
              </a:rPr>
              <a:t>＋</a:t>
            </a:r>
            <a:r>
              <a:rPr lang="en-US" altLang="zh-CN" sz="2400" b="1" dirty="0">
                <a:latin typeface="Times New Roman" panose="02020603050405020304" pitchFamily="18" charset="0"/>
                <a:ea typeface="+mn-ea"/>
                <a:cs typeface="Times New Roman" panose="02020603050405020304" pitchFamily="18" charset="0"/>
              </a:rPr>
              <a:t>V1	(</a:t>
            </a:r>
            <a:r>
              <a:rPr lang="zh-CN" altLang="en-US" sz="2400" b="1" dirty="0">
                <a:latin typeface="Times New Roman" panose="02020603050405020304" pitchFamily="18" charset="0"/>
                <a:ea typeface="+mn-ea"/>
                <a:cs typeface="Times New Roman" panose="02020603050405020304" pitchFamily="18" charset="0"/>
              </a:rPr>
              <a:t>浮点加</a:t>
            </a:r>
            <a:r>
              <a:rPr lang="en-US" altLang="zh-CN" sz="2400" b="1" dirty="0">
                <a:latin typeface="Times New Roman" panose="02020603050405020304" pitchFamily="18" charset="0"/>
                <a:ea typeface="+mn-ea"/>
                <a:cs typeface="Times New Roman" panose="02020603050405020304" pitchFamily="18" charset="0"/>
              </a:rPr>
              <a:t>)</a:t>
            </a:r>
          </a:p>
          <a:p>
            <a:pPr lvl="3" eaLnBrk="1" hangingPunct="1">
              <a:spcBef>
                <a:spcPct val="25000"/>
              </a:spcBef>
            </a:pPr>
            <a:r>
              <a:rPr lang="en-US" altLang="zh-CN" sz="2400" b="1" dirty="0">
                <a:latin typeface="Times New Roman" panose="02020603050405020304" pitchFamily="18" charset="0"/>
                <a:ea typeface="+mn-ea"/>
                <a:cs typeface="Times New Roman" panose="02020603050405020304" pitchFamily="18" charset="0"/>
              </a:rPr>
              <a:t>	V4←V2*V3	(</a:t>
            </a:r>
            <a:r>
              <a:rPr lang="zh-CN" altLang="en-US" sz="2400" b="1" dirty="0">
                <a:latin typeface="Times New Roman" panose="02020603050405020304" pitchFamily="18" charset="0"/>
                <a:ea typeface="+mn-ea"/>
                <a:cs typeface="Times New Roman" panose="02020603050405020304" pitchFamily="18" charset="0"/>
              </a:rPr>
              <a:t>浮点乘，将</a:t>
            </a:r>
            <a:r>
              <a:rPr lang="en-US" altLang="zh-CN" sz="2400" b="1" dirty="0">
                <a:latin typeface="Times New Roman" panose="02020603050405020304" pitchFamily="18" charset="0"/>
                <a:ea typeface="+mn-ea"/>
                <a:cs typeface="Times New Roman" panose="02020603050405020304" pitchFamily="18" charset="0"/>
              </a:rPr>
              <a:t>D</a:t>
            </a:r>
            <a:r>
              <a:rPr lang="zh-CN" altLang="en-US" sz="2400" b="1" dirty="0">
                <a:latin typeface="Times New Roman" panose="02020603050405020304" pitchFamily="18" charset="0"/>
                <a:ea typeface="+mn-ea"/>
                <a:cs typeface="Times New Roman" panose="02020603050405020304" pitchFamily="18" charset="0"/>
              </a:rPr>
              <a:t>存入</a:t>
            </a:r>
            <a:r>
              <a:rPr lang="en-US" altLang="zh-CN" sz="2400" b="1" dirty="0">
                <a:latin typeface="Times New Roman" panose="02020603050405020304" pitchFamily="18" charset="0"/>
                <a:ea typeface="+mn-ea"/>
                <a:cs typeface="Times New Roman" panose="02020603050405020304" pitchFamily="18" charset="0"/>
              </a:rPr>
              <a:t>V4) </a:t>
            </a:r>
          </a:p>
        </p:txBody>
      </p:sp>
      <p:grpSp>
        <p:nvGrpSpPr>
          <p:cNvPr id="2" name="Group 8"/>
          <p:cNvGrpSpPr>
            <a:grpSpLocks/>
          </p:cNvGrpSpPr>
          <p:nvPr/>
        </p:nvGrpSpPr>
        <p:grpSpPr bwMode="auto">
          <a:xfrm>
            <a:off x="179388" y="4149725"/>
            <a:ext cx="8785225" cy="2951163"/>
            <a:chOff x="113" y="2614"/>
            <a:chExt cx="5534" cy="1859"/>
          </a:xfrm>
        </p:grpSpPr>
        <p:sp>
          <p:nvSpPr>
            <p:cNvPr id="22533" name="Rectangle 4"/>
            <p:cNvSpPr>
              <a:spLocks noChangeArrowheads="1"/>
            </p:cNvSpPr>
            <p:nvPr/>
          </p:nvSpPr>
          <p:spPr bwMode="auto">
            <a:xfrm>
              <a:off x="113" y="2614"/>
              <a:ext cx="5534" cy="163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graphicFrame>
          <p:nvGraphicFramePr>
            <p:cNvPr id="22534" name="Object 5"/>
            <p:cNvGraphicFramePr>
              <a:graphicFrameLocks noChangeAspect="1"/>
            </p:cNvGraphicFramePr>
            <p:nvPr/>
          </p:nvGraphicFramePr>
          <p:xfrm>
            <a:off x="294" y="2677"/>
            <a:ext cx="5217" cy="1796"/>
          </p:xfrm>
          <a:graphic>
            <a:graphicData uri="http://schemas.openxmlformats.org/presentationml/2006/ole">
              <mc:AlternateContent xmlns:mc="http://schemas.openxmlformats.org/markup-compatibility/2006">
                <mc:Choice xmlns:v="urn:schemas-microsoft-com:vml" Requires="v">
                  <p:oleObj name="图片" r:id="rId3" imgW="4620768" imgH="1592580" progId="Word.Picture.8">
                    <p:embed/>
                  </p:oleObj>
                </mc:Choice>
                <mc:Fallback>
                  <p:oleObj name="图片" r:id="rId3" imgW="4620768" imgH="1592580" progId="Word.Picture.8">
                    <p:embed/>
                    <p:pic>
                      <p:nvPicPr>
                        <p:cNvPr id="22534"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4" y="2677"/>
                          <a:ext cx="5217" cy="17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22532" name="Rectangle 6"/>
          <p:cNvSpPr>
            <a:spLocks noChangeArrowheads="1"/>
          </p:cNvSpPr>
          <p:nvPr/>
        </p:nvSpPr>
        <p:spPr bwMode="auto">
          <a:xfrm>
            <a:off x="611188" y="554038"/>
            <a:ext cx="36179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spcBef>
                <a:spcPct val="25000"/>
              </a:spcBef>
            </a:pPr>
            <a:r>
              <a:rPr lang="en-US" altLang="zh-CN" sz="2400" b="1" dirty="0">
                <a:latin typeface="华文中宋" pitchFamily="2" charset="-122"/>
                <a:ea typeface="华文中宋" pitchFamily="2" charset="-122"/>
              </a:rPr>
              <a:t>5. </a:t>
            </a:r>
            <a:r>
              <a:rPr lang="zh-CN" altLang="en-US" sz="2400" b="1" dirty="0">
                <a:latin typeface="华文中宋" pitchFamily="2" charset="-122"/>
                <a:ea typeface="华文中宋" pitchFamily="2" charset="-122"/>
              </a:rPr>
              <a:t>向量链接技术实例分析</a:t>
            </a:r>
          </a:p>
        </p:txBody>
      </p:sp>
    </p:spTree>
    <p:extLst>
      <p:ext uri="{BB962C8B-B14F-4D97-AF65-F5344CB8AC3E}">
        <p14:creationId xmlns:p14="http://schemas.microsoft.com/office/powerpoint/2010/main" val="3411384269"/>
      </p:ext>
    </p:extLst>
  </p:cSld>
  <p:clrMapOvr>
    <a:masterClrMapping/>
  </p:clrMapOvr>
  <p:transition>
    <p:pull dir="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Text Box 2"/>
          <p:cNvSpPr txBox="1">
            <a:spLocks noChangeArrowheads="1"/>
          </p:cNvSpPr>
          <p:nvPr/>
        </p:nvSpPr>
        <p:spPr bwMode="auto">
          <a:xfrm>
            <a:off x="359532" y="151179"/>
            <a:ext cx="8424936" cy="65556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宋体" charset="-122"/>
              </a:defRPr>
            </a:lvl1pPr>
            <a:lvl2pPr marL="742950" indent="-285750" eaLnBrk="0" hangingPunct="0">
              <a:defRPr>
                <a:solidFill>
                  <a:schemeClr val="tx1"/>
                </a:solidFill>
                <a:latin typeface="Calibri" pitchFamily="34" charset="0"/>
                <a:ea typeface="宋体" charset="-122"/>
              </a:defRPr>
            </a:lvl2pPr>
            <a:lvl3pPr marL="1143000" indent="-228600" eaLnBrk="0" hangingPunct="0">
              <a:defRPr>
                <a:solidFill>
                  <a:schemeClr val="tx1"/>
                </a:solidFill>
                <a:latin typeface="Calibri" pitchFamily="34" charset="0"/>
                <a:ea typeface="宋体" charset="-122"/>
              </a:defRPr>
            </a:lvl3pPr>
            <a:lvl4pPr marL="1600200" indent="-228600" eaLnBrk="0" hangingPunct="0">
              <a:defRPr>
                <a:solidFill>
                  <a:schemeClr val="tx1"/>
                </a:solidFill>
                <a:latin typeface="Calibri" pitchFamily="34" charset="0"/>
                <a:ea typeface="宋体" charset="-122"/>
              </a:defRPr>
            </a:lvl4pPr>
            <a:lvl5pPr marL="2057400" indent="-228600" eaLnBrk="0" hangingPunct="0">
              <a:defRPr>
                <a:solidFill>
                  <a:schemeClr val="tx1"/>
                </a:solidFill>
                <a:latin typeface="Calibri" pitchFamily="34" charset="0"/>
                <a:ea typeface="宋体" charset="-122"/>
              </a:defRPr>
            </a:lvl5pPr>
            <a:lvl6pPr marL="2514600" indent="-228600" eaLnBrk="0" fontAlgn="base" hangingPunct="0">
              <a:spcBef>
                <a:spcPct val="0"/>
              </a:spcBef>
              <a:spcAft>
                <a:spcPct val="0"/>
              </a:spcAft>
              <a:defRPr>
                <a:solidFill>
                  <a:schemeClr val="tx1"/>
                </a:solidFill>
                <a:latin typeface="Calibri" pitchFamily="34" charset="0"/>
                <a:ea typeface="宋体" charset="-122"/>
              </a:defRPr>
            </a:lvl6pPr>
            <a:lvl7pPr marL="2971800" indent="-228600" eaLnBrk="0" fontAlgn="base" hangingPunct="0">
              <a:spcBef>
                <a:spcPct val="0"/>
              </a:spcBef>
              <a:spcAft>
                <a:spcPct val="0"/>
              </a:spcAft>
              <a:defRPr>
                <a:solidFill>
                  <a:schemeClr val="tx1"/>
                </a:solidFill>
                <a:latin typeface="Calibri" pitchFamily="34" charset="0"/>
                <a:ea typeface="宋体" charset="-122"/>
              </a:defRPr>
            </a:lvl7pPr>
            <a:lvl8pPr marL="3429000" indent="-228600" eaLnBrk="0" fontAlgn="base" hangingPunct="0">
              <a:spcBef>
                <a:spcPct val="0"/>
              </a:spcBef>
              <a:spcAft>
                <a:spcPct val="0"/>
              </a:spcAft>
              <a:defRPr>
                <a:solidFill>
                  <a:schemeClr val="tx1"/>
                </a:solidFill>
                <a:latin typeface="Calibri" pitchFamily="34" charset="0"/>
                <a:ea typeface="宋体" charset="-122"/>
              </a:defRPr>
            </a:lvl8pPr>
            <a:lvl9pPr marL="3886200" indent="-228600" eaLnBrk="0" fontAlgn="base" hangingPunct="0">
              <a:spcBef>
                <a:spcPct val="0"/>
              </a:spcBef>
              <a:spcAft>
                <a:spcPct val="0"/>
              </a:spcAft>
              <a:defRPr>
                <a:solidFill>
                  <a:schemeClr val="tx1"/>
                </a:solidFill>
                <a:latin typeface="Calibri" pitchFamily="34" charset="0"/>
                <a:ea typeface="宋体" charset="-122"/>
              </a:defRPr>
            </a:lvl9pPr>
          </a:lstStyle>
          <a:p>
            <a:pPr eaLnBrk="1" hangingPunct="1">
              <a:spcBef>
                <a:spcPct val="50000"/>
              </a:spcBef>
            </a:pPr>
            <a:r>
              <a:rPr lang="zh-CN" altLang="en-US" sz="2400" b="1" dirty="0">
                <a:latin typeface="华文中宋" pitchFamily="2" charset="-122"/>
                <a:ea typeface="华文中宋" pitchFamily="2" charset="-122"/>
              </a:rPr>
              <a:t>假设：向量处理机将元素从</a:t>
            </a:r>
            <a:r>
              <a:rPr lang="en-US" altLang="zh-CN" sz="2400" b="1" dirty="0">
                <a:latin typeface="华文中宋" pitchFamily="2" charset="-122"/>
                <a:ea typeface="华文中宋" pitchFamily="2" charset="-122"/>
              </a:rPr>
              <a:t>Vi</a:t>
            </a:r>
            <a:r>
              <a:rPr lang="zh-CN" altLang="en-US" sz="2400" b="1" dirty="0">
                <a:latin typeface="华文中宋" pitchFamily="2" charset="-122"/>
                <a:ea typeface="华文中宋" pitchFamily="2" charset="-122"/>
              </a:rPr>
              <a:t>送往功能部件及把结果存入</a:t>
            </a:r>
            <a:r>
              <a:rPr lang="en-US" altLang="zh-CN" sz="2400" b="1" dirty="0">
                <a:latin typeface="华文中宋" pitchFamily="2" charset="-122"/>
                <a:ea typeface="华文中宋" pitchFamily="2" charset="-122"/>
              </a:rPr>
              <a:t>Vi</a:t>
            </a:r>
            <a:r>
              <a:rPr lang="zh-CN" altLang="en-US" sz="2400" b="1" dirty="0">
                <a:latin typeface="华文中宋" pitchFamily="2" charset="-122"/>
                <a:ea typeface="华文中宋" pitchFamily="2" charset="-122"/>
              </a:rPr>
              <a:t>都</a:t>
            </a:r>
            <a:endParaRPr lang="en-US" altLang="zh-CN" sz="2400" b="1" dirty="0">
              <a:latin typeface="华文中宋" pitchFamily="2" charset="-122"/>
              <a:ea typeface="华文中宋" pitchFamily="2" charset="-122"/>
            </a:endParaRPr>
          </a:p>
          <a:p>
            <a:pPr eaLnBrk="1" hangingPunct="1">
              <a:spcBef>
                <a:spcPct val="50000"/>
              </a:spcBef>
            </a:pPr>
            <a:r>
              <a:rPr lang="en-US" altLang="zh-CN" sz="2400" dirty="0">
                <a:latin typeface="华文中宋" pitchFamily="2" charset="-122"/>
                <a:ea typeface="华文中宋" pitchFamily="2" charset="-122"/>
              </a:rPr>
              <a:t>          </a:t>
            </a:r>
            <a:r>
              <a:rPr lang="zh-CN" altLang="en-US" sz="2400" b="1" dirty="0">
                <a:latin typeface="华文中宋" pitchFamily="2" charset="-122"/>
                <a:ea typeface="华文中宋" pitchFamily="2" charset="-122"/>
              </a:rPr>
              <a:t>需要</a:t>
            </a:r>
            <a:r>
              <a:rPr lang="en-US" altLang="zh-CN" sz="2400" b="1" dirty="0">
                <a:latin typeface="华文中宋" pitchFamily="2" charset="-122"/>
                <a:ea typeface="华文中宋" pitchFamily="2" charset="-122"/>
              </a:rPr>
              <a:t>1</a:t>
            </a:r>
            <a:r>
              <a:rPr lang="zh-CN" altLang="en-US" sz="2400" b="1" dirty="0">
                <a:latin typeface="华文中宋" pitchFamily="2" charset="-122"/>
                <a:ea typeface="华文中宋" pitchFamily="2" charset="-122"/>
              </a:rPr>
              <a:t>拍；浮点加法和访存操作都需要</a:t>
            </a:r>
            <a:r>
              <a:rPr lang="en-US" altLang="zh-CN" sz="2400" b="1" dirty="0">
                <a:latin typeface="华文中宋" pitchFamily="2" charset="-122"/>
                <a:ea typeface="华文中宋" pitchFamily="2" charset="-122"/>
              </a:rPr>
              <a:t>6</a:t>
            </a:r>
            <a:r>
              <a:rPr lang="zh-CN" altLang="en-US" sz="2400" b="1" dirty="0">
                <a:latin typeface="华文中宋" pitchFamily="2" charset="-122"/>
                <a:ea typeface="华文中宋" pitchFamily="2" charset="-122"/>
              </a:rPr>
              <a:t>拍；浮点乘操</a:t>
            </a:r>
            <a:endParaRPr lang="en-US" altLang="zh-CN" sz="2400" b="1" dirty="0">
              <a:latin typeface="华文中宋" pitchFamily="2" charset="-122"/>
              <a:ea typeface="华文中宋" pitchFamily="2" charset="-122"/>
            </a:endParaRPr>
          </a:p>
          <a:p>
            <a:pPr eaLnBrk="1" hangingPunct="1">
              <a:spcBef>
                <a:spcPct val="50000"/>
              </a:spcBef>
            </a:pPr>
            <a:r>
              <a:rPr lang="en-US" altLang="zh-CN" sz="2400" dirty="0">
                <a:latin typeface="华文中宋" pitchFamily="2" charset="-122"/>
                <a:ea typeface="华文中宋" pitchFamily="2" charset="-122"/>
              </a:rPr>
              <a:t>         </a:t>
            </a:r>
            <a:r>
              <a:rPr lang="zh-CN" altLang="en-US" sz="2400" b="1" dirty="0">
                <a:latin typeface="华文中宋" pitchFamily="2" charset="-122"/>
                <a:ea typeface="华文中宋" pitchFamily="2" charset="-122"/>
              </a:rPr>
              <a:t>作需要</a:t>
            </a:r>
            <a:r>
              <a:rPr lang="en-US" altLang="zh-CN" sz="2400" b="1" dirty="0">
                <a:latin typeface="华文中宋" pitchFamily="2" charset="-122"/>
                <a:ea typeface="华文中宋" pitchFamily="2" charset="-122"/>
              </a:rPr>
              <a:t>7</a:t>
            </a:r>
            <a:r>
              <a:rPr lang="zh-CN" altLang="en-US" sz="2400" b="1" dirty="0">
                <a:latin typeface="华文中宋" pitchFamily="2" charset="-122"/>
                <a:ea typeface="华文中宋" pitchFamily="2" charset="-122"/>
              </a:rPr>
              <a:t>拍。</a:t>
            </a:r>
          </a:p>
          <a:p>
            <a:pPr marL="342900" indent="-342900" eaLnBrk="1" hangingPunct="1">
              <a:spcBef>
                <a:spcPct val="50000"/>
              </a:spcBef>
              <a:buFont typeface="Wingdings" panose="05000000000000000000" pitchFamily="2" charset="2"/>
              <a:buChar char="Ø"/>
            </a:pPr>
            <a:r>
              <a:rPr lang="en-US" altLang="zh-CN" sz="2400" b="1" dirty="0">
                <a:latin typeface="华文中宋" pitchFamily="2" charset="-122"/>
                <a:ea typeface="华文中宋" pitchFamily="2" charset="-122"/>
              </a:rPr>
              <a:t>3</a:t>
            </a:r>
            <a:r>
              <a:rPr lang="zh-CN" altLang="en-US" sz="2400" b="1" dirty="0">
                <a:latin typeface="华文中宋" pitchFamily="2" charset="-122"/>
                <a:ea typeface="华文中宋" pitchFamily="2" charset="-122"/>
              </a:rPr>
              <a:t>向量条指令全部串行：</a:t>
            </a:r>
            <a:endParaRPr lang="en-US" altLang="zh-CN" sz="2400" b="1" dirty="0">
              <a:latin typeface="华文中宋" pitchFamily="2" charset="-122"/>
              <a:ea typeface="华文中宋" pitchFamily="2" charset="-122"/>
            </a:endParaRPr>
          </a:p>
          <a:p>
            <a:pPr eaLnBrk="1" hangingPunct="1">
              <a:spcBef>
                <a:spcPct val="50000"/>
              </a:spcBef>
            </a:pPr>
            <a:r>
              <a:rPr lang="en-US" altLang="zh-CN" sz="2400" dirty="0">
                <a:latin typeface="华文中宋" pitchFamily="2" charset="-122"/>
                <a:ea typeface="华文中宋" pitchFamily="2" charset="-122"/>
              </a:rPr>
              <a:t>  [(1+6+1)+N-1]+[(1+6+1)+N-1]+[(1+7+1)+N-1]=3N+22 </a:t>
            </a:r>
            <a:r>
              <a:rPr lang="zh-CN" altLang="en-US" sz="2400" dirty="0">
                <a:latin typeface="华文中宋" pitchFamily="2" charset="-122"/>
                <a:ea typeface="华文中宋" pitchFamily="2" charset="-122"/>
              </a:rPr>
              <a:t>拍</a:t>
            </a:r>
            <a:endParaRPr lang="en-US" altLang="zh-CN" sz="2400" dirty="0">
              <a:latin typeface="华文中宋" pitchFamily="2" charset="-122"/>
              <a:ea typeface="华文中宋" pitchFamily="2" charset="-122"/>
            </a:endParaRPr>
          </a:p>
          <a:p>
            <a:pPr marL="342900" indent="-342900" eaLnBrk="1" hangingPunct="1">
              <a:spcBef>
                <a:spcPct val="50000"/>
              </a:spcBef>
              <a:buFont typeface="Wingdings" panose="05000000000000000000" pitchFamily="2" charset="2"/>
              <a:buChar char="Ø"/>
            </a:pPr>
            <a:r>
              <a:rPr lang="zh-CN" altLang="en-US" sz="2400" b="1" dirty="0">
                <a:latin typeface="华文中宋" pitchFamily="2" charset="-122"/>
                <a:ea typeface="华文中宋" pitchFamily="2" charset="-122"/>
              </a:rPr>
              <a:t>第</a:t>
            </a:r>
            <a:r>
              <a:rPr lang="en-US" altLang="zh-CN" sz="2400" b="1" dirty="0">
                <a:latin typeface="华文中宋" pitchFamily="2" charset="-122"/>
                <a:ea typeface="华文中宋" pitchFamily="2" charset="-122"/>
              </a:rPr>
              <a:t>1</a:t>
            </a:r>
            <a:r>
              <a:rPr lang="zh-CN" altLang="en-US" sz="2400" b="1" dirty="0">
                <a:latin typeface="华文中宋" pitchFamily="2" charset="-122"/>
                <a:ea typeface="华文中宋" pitchFamily="2" charset="-122"/>
              </a:rPr>
              <a:t>、</a:t>
            </a:r>
            <a:r>
              <a:rPr lang="en-US" altLang="zh-CN" sz="2400" b="1" dirty="0">
                <a:latin typeface="华文中宋" pitchFamily="2" charset="-122"/>
                <a:ea typeface="华文中宋" pitchFamily="2" charset="-122"/>
              </a:rPr>
              <a:t>2</a:t>
            </a:r>
            <a:r>
              <a:rPr lang="zh-CN" altLang="en-US" sz="2400" b="1" dirty="0">
                <a:latin typeface="华文中宋" pitchFamily="2" charset="-122"/>
                <a:ea typeface="华文中宋" pitchFamily="2" charset="-122"/>
              </a:rPr>
              <a:t>条向量指令并行，再串行执行第</a:t>
            </a:r>
            <a:r>
              <a:rPr lang="en-US" altLang="zh-CN" sz="2400" b="1" dirty="0">
                <a:latin typeface="华文中宋" pitchFamily="2" charset="-122"/>
                <a:ea typeface="华文中宋" pitchFamily="2" charset="-122"/>
              </a:rPr>
              <a:t>3</a:t>
            </a:r>
            <a:r>
              <a:rPr lang="zh-CN" altLang="en-US" sz="2400" b="1" dirty="0">
                <a:latin typeface="华文中宋" pitchFamily="2" charset="-122"/>
                <a:ea typeface="华文中宋" pitchFamily="2" charset="-122"/>
              </a:rPr>
              <a:t>条向量指令：</a:t>
            </a:r>
            <a:endParaRPr lang="en-US" altLang="zh-CN" sz="2400" b="1" dirty="0">
              <a:latin typeface="华文中宋" pitchFamily="2" charset="-122"/>
              <a:ea typeface="华文中宋" pitchFamily="2" charset="-122"/>
            </a:endParaRPr>
          </a:p>
          <a:p>
            <a:pPr eaLnBrk="1" hangingPunct="1">
              <a:spcBef>
                <a:spcPct val="50000"/>
              </a:spcBef>
            </a:pPr>
            <a:r>
              <a:rPr lang="en-US" altLang="zh-CN" sz="2400" dirty="0">
                <a:latin typeface="华文中宋" pitchFamily="2" charset="-122"/>
                <a:ea typeface="华文中宋" pitchFamily="2" charset="-122"/>
              </a:rPr>
              <a:t>  [(1+6+1)+N-1]+[(1+7+1)+N-1]=2N+15 </a:t>
            </a:r>
            <a:r>
              <a:rPr lang="zh-CN" altLang="en-US" sz="2400" dirty="0">
                <a:latin typeface="华文中宋" pitchFamily="2" charset="-122"/>
                <a:ea typeface="华文中宋" pitchFamily="2" charset="-122"/>
              </a:rPr>
              <a:t>拍</a:t>
            </a:r>
            <a:endParaRPr lang="en-US" altLang="zh-CN" sz="2400" dirty="0">
              <a:latin typeface="华文中宋" pitchFamily="2" charset="-122"/>
              <a:ea typeface="华文中宋" pitchFamily="2" charset="-122"/>
            </a:endParaRPr>
          </a:p>
          <a:p>
            <a:pPr marL="342900" indent="-342900" eaLnBrk="1" hangingPunct="1">
              <a:spcBef>
                <a:spcPct val="50000"/>
              </a:spcBef>
              <a:buFont typeface="Wingdings" panose="05000000000000000000" pitchFamily="2" charset="2"/>
              <a:buChar char="Ø"/>
            </a:pPr>
            <a:r>
              <a:rPr lang="zh-CN" altLang="en-US" sz="2400" dirty="0">
                <a:latin typeface="华文中宋" pitchFamily="2" charset="-122"/>
                <a:ea typeface="华文中宋" pitchFamily="2" charset="-122"/>
              </a:rPr>
              <a:t>第</a:t>
            </a:r>
            <a:r>
              <a:rPr lang="en-US" altLang="zh-CN" sz="2400" dirty="0">
                <a:latin typeface="华文中宋" pitchFamily="2" charset="-122"/>
                <a:ea typeface="华文中宋" pitchFamily="2" charset="-122"/>
              </a:rPr>
              <a:t>1</a:t>
            </a:r>
            <a:r>
              <a:rPr lang="zh-CN" altLang="en-US" sz="2400" dirty="0">
                <a:latin typeface="华文中宋" pitchFamily="2" charset="-122"/>
                <a:ea typeface="华文中宋" pitchFamily="2" charset="-122"/>
              </a:rPr>
              <a:t>、</a:t>
            </a:r>
            <a:r>
              <a:rPr lang="en-US" altLang="zh-CN" sz="2400" dirty="0">
                <a:latin typeface="华文中宋" pitchFamily="2" charset="-122"/>
                <a:ea typeface="华文中宋" pitchFamily="2" charset="-122"/>
              </a:rPr>
              <a:t>2</a:t>
            </a:r>
            <a:r>
              <a:rPr lang="zh-CN" altLang="en-US" sz="2400" dirty="0">
                <a:latin typeface="华文中宋" pitchFamily="2" charset="-122"/>
                <a:ea typeface="华文中宋" pitchFamily="2" charset="-122"/>
              </a:rPr>
              <a:t>条向量指令并行，再第</a:t>
            </a:r>
            <a:r>
              <a:rPr lang="en-US" altLang="zh-CN" sz="2400" dirty="0">
                <a:latin typeface="华文中宋" pitchFamily="2" charset="-122"/>
                <a:ea typeface="华文中宋" pitchFamily="2" charset="-122"/>
              </a:rPr>
              <a:t>3</a:t>
            </a:r>
            <a:r>
              <a:rPr lang="zh-CN" altLang="en-US" sz="2400" dirty="0">
                <a:latin typeface="华文中宋" pitchFamily="2" charset="-122"/>
                <a:ea typeface="华文中宋" pitchFamily="2" charset="-122"/>
              </a:rPr>
              <a:t>条向量指令链接执行：</a:t>
            </a:r>
            <a:endParaRPr lang="en-US" altLang="zh-CN" sz="2400" dirty="0">
              <a:latin typeface="华文中宋" pitchFamily="2" charset="-122"/>
              <a:ea typeface="华文中宋" pitchFamily="2" charset="-122"/>
            </a:endParaRPr>
          </a:p>
          <a:p>
            <a:pPr eaLnBrk="1" hangingPunct="1">
              <a:spcBef>
                <a:spcPct val="50000"/>
              </a:spcBef>
            </a:pPr>
            <a:r>
              <a:rPr lang="zh-CN" altLang="en-US" sz="2400" b="1" dirty="0">
                <a:latin typeface="华文中宋" pitchFamily="2" charset="-122"/>
                <a:ea typeface="华文中宋" pitchFamily="2" charset="-122"/>
              </a:rPr>
              <a:t>   第一个结果被存入</a:t>
            </a:r>
            <a:r>
              <a:rPr lang="en-US" altLang="zh-CN" sz="2400" b="1" dirty="0">
                <a:latin typeface="华文中宋" pitchFamily="2" charset="-122"/>
                <a:ea typeface="华文中宋" pitchFamily="2" charset="-122"/>
              </a:rPr>
              <a:t>V4</a:t>
            </a:r>
            <a:r>
              <a:rPr lang="zh-CN" altLang="en-US" sz="2400" b="1" dirty="0">
                <a:latin typeface="华文中宋" pitchFamily="2" charset="-122"/>
                <a:ea typeface="华文中宋" pitchFamily="2" charset="-122"/>
              </a:rPr>
              <a:t>需要经过（链接流水线建立时间）：</a:t>
            </a:r>
          </a:p>
          <a:p>
            <a:pPr algn="ctr" eaLnBrk="1" hangingPunct="1">
              <a:spcBef>
                <a:spcPct val="50000"/>
              </a:spcBef>
            </a:pPr>
            <a:r>
              <a:rPr lang="en-US" altLang="zh-CN" sz="2400" b="1" dirty="0">
                <a:latin typeface="华文中宋" pitchFamily="2" charset="-122"/>
                <a:ea typeface="华文中宋" pitchFamily="2" charset="-122"/>
              </a:rPr>
              <a:t>1(</a:t>
            </a:r>
            <a:r>
              <a:rPr lang="zh-CN" altLang="en-US" sz="2400" b="1" dirty="0">
                <a:latin typeface="华文中宋" pitchFamily="2" charset="-122"/>
                <a:ea typeface="华文中宋" pitchFamily="2" charset="-122"/>
              </a:rPr>
              <a:t>送</a:t>
            </a:r>
            <a:r>
              <a:rPr lang="en-US" altLang="zh-CN" sz="2400" b="1" dirty="0">
                <a:latin typeface="华文中宋" pitchFamily="2" charset="-122"/>
                <a:ea typeface="华文中宋" pitchFamily="2" charset="-122"/>
              </a:rPr>
              <a:t>)+ 6(</a:t>
            </a:r>
            <a:r>
              <a:rPr lang="zh-CN" altLang="en-US" sz="2400" b="1" dirty="0">
                <a:latin typeface="华文中宋" pitchFamily="2" charset="-122"/>
                <a:ea typeface="华文中宋" pitchFamily="2" charset="-122"/>
              </a:rPr>
              <a:t>浮加</a:t>
            </a:r>
            <a:r>
              <a:rPr lang="en-US" altLang="zh-CN" sz="2400" b="1" dirty="0">
                <a:latin typeface="华文中宋" pitchFamily="2" charset="-122"/>
                <a:ea typeface="华文中宋" pitchFamily="2" charset="-122"/>
              </a:rPr>
              <a:t>) +1(</a:t>
            </a:r>
            <a:r>
              <a:rPr lang="zh-CN" altLang="en-US" sz="2400" b="1" dirty="0">
                <a:latin typeface="华文中宋" pitchFamily="2" charset="-122"/>
                <a:ea typeface="华文中宋" pitchFamily="2" charset="-122"/>
              </a:rPr>
              <a:t>入</a:t>
            </a:r>
            <a:r>
              <a:rPr lang="en-US" altLang="zh-CN" sz="2400" b="1" dirty="0">
                <a:latin typeface="华文中宋" pitchFamily="2" charset="-122"/>
                <a:ea typeface="华文中宋" pitchFamily="2" charset="-122"/>
              </a:rPr>
              <a:t>)+1(</a:t>
            </a:r>
            <a:r>
              <a:rPr lang="zh-CN" altLang="en-US" sz="2400" b="1" dirty="0">
                <a:latin typeface="华文中宋" pitchFamily="2" charset="-122"/>
                <a:ea typeface="华文中宋" pitchFamily="2" charset="-122"/>
              </a:rPr>
              <a:t>送</a:t>
            </a:r>
            <a:r>
              <a:rPr lang="en-US" altLang="zh-CN" sz="2400" b="1" dirty="0">
                <a:latin typeface="华文中宋" pitchFamily="2" charset="-122"/>
                <a:ea typeface="华文中宋" pitchFamily="2" charset="-122"/>
              </a:rPr>
              <a:t>)+7(</a:t>
            </a:r>
            <a:r>
              <a:rPr lang="zh-CN" altLang="en-US" sz="2400" b="1" dirty="0">
                <a:latin typeface="华文中宋" pitchFamily="2" charset="-122"/>
                <a:ea typeface="华文中宋" pitchFamily="2" charset="-122"/>
              </a:rPr>
              <a:t>浮乘</a:t>
            </a:r>
            <a:r>
              <a:rPr lang="en-US" altLang="zh-CN" sz="2400" b="1" dirty="0">
                <a:latin typeface="华文中宋" pitchFamily="2" charset="-122"/>
                <a:ea typeface="华文中宋" pitchFamily="2" charset="-122"/>
              </a:rPr>
              <a:t>)+1(</a:t>
            </a:r>
            <a:r>
              <a:rPr lang="zh-CN" altLang="en-US" sz="2400" b="1" dirty="0">
                <a:latin typeface="华文中宋" pitchFamily="2" charset="-122"/>
                <a:ea typeface="华文中宋" pitchFamily="2" charset="-122"/>
              </a:rPr>
              <a:t>入</a:t>
            </a:r>
            <a:r>
              <a:rPr lang="en-US" altLang="zh-CN" sz="2400" b="1" dirty="0">
                <a:latin typeface="华文中宋" pitchFamily="2" charset="-122"/>
                <a:ea typeface="华文中宋" pitchFamily="2" charset="-122"/>
              </a:rPr>
              <a:t>)=17(</a:t>
            </a:r>
            <a:r>
              <a:rPr lang="zh-CN" altLang="en-US" sz="2400" b="1" dirty="0">
                <a:latin typeface="华文中宋" pitchFamily="2" charset="-122"/>
                <a:ea typeface="华文中宋" pitchFamily="2" charset="-122"/>
              </a:rPr>
              <a:t>拍</a:t>
            </a:r>
            <a:r>
              <a:rPr lang="en-US" altLang="zh-CN" sz="2400" b="1" dirty="0">
                <a:latin typeface="华文中宋" pitchFamily="2" charset="-122"/>
                <a:ea typeface="华文中宋" pitchFamily="2" charset="-122"/>
              </a:rPr>
              <a:t>)</a:t>
            </a:r>
          </a:p>
          <a:p>
            <a:pPr eaLnBrk="1" hangingPunct="1">
              <a:spcBef>
                <a:spcPct val="50000"/>
              </a:spcBef>
            </a:pPr>
            <a:r>
              <a:rPr lang="zh-CN" altLang="en-US" sz="2400" b="1" dirty="0">
                <a:latin typeface="华文中宋" pitchFamily="2" charset="-122"/>
                <a:ea typeface="华文中宋" pitchFamily="2" charset="-122"/>
              </a:rPr>
              <a:t>   此后，每拍将得到一个结果送入</a:t>
            </a:r>
            <a:r>
              <a:rPr lang="en-US" altLang="zh-CN" sz="2400" b="1" dirty="0">
                <a:latin typeface="华文中宋" pitchFamily="2" charset="-122"/>
                <a:ea typeface="华文中宋" pitchFamily="2" charset="-122"/>
              </a:rPr>
              <a:t>V4</a:t>
            </a:r>
            <a:r>
              <a:rPr lang="zh-CN" altLang="en-US" sz="2400" b="1" dirty="0">
                <a:latin typeface="华文中宋" pitchFamily="2" charset="-122"/>
                <a:ea typeface="华文中宋" pitchFamily="2" charset="-122"/>
              </a:rPr>
              <a:t>。</a:t>
            </a:r>
          </a:p>
          <a:p>
            <a:pPr eaLnBrk="1" hangingPunct="1">
              <a:spcBef>
                <a:spcPct val="50000"/>
              </a:spcBef>
            </a:pPr>
            <a:r>
              <a:rPr lang="zh-CN" altLang="en-US" sz="2400" b="1" dirty="0">
                <a:latin typeface="华文中宋" pitchFamily="2" charset="-122"/>
                <a:ea typeface="华文中宋" pitchFamily="2" charset="-122"/>
              </a:rPr>
              <a:t>   总的完成时间为：</a:t>
            </a:r>
            <a:r>
              <a:rPr lang="en-US" altLang="zh-CN" sz="2400" b="1" dirty="0">
                <a:latin typeface="华文中宋" pitchFamily="2" charset="-122"/>
                <a:ea typeface="华文中宋" pitchFamily="2" charset="-122"/>
              </a:rPr>
              <a:t>17+</a:t>
            </a:r>
            <a:r>
              <a:rPr lang="zh-CN" altLang="en-US" sz="2400" b="1" dirty="0">
                <a:latin typeface="华文中宋" pitchFamily="2" charset="-122"/>
                <a:ea typeface="华文中宋" pitchFamily="2" charset="-122"/>
              </a:rPr>
              <a:t>（</a:t>
            </a:r>
            <a:r>
              <a:rPr lang="en-US" altLang="zh-CN" sz="2400" b="1" dirty="0">
                <a:latin typeface="华文中宋" pitchFamily="2" charset="-122"/>
                <a:ea typeface="华文中宋" pitchFamily="2" charset="-122"/>
              </a:rPr>
              <a:t>N-1</a:t>
            </a:r>
            <a:r>
              <a:rPr lang="zh-CN" altLang="en-US" sz="2400" b="1" dirty="0">
                <a:latin typeface="华文中宋" pitchFamily="2" charset="-122"/>
                <a:ea typeface="华文中宋" pitchFamily="2" charset="-122"/>
              </a:rPr>
              <a:t>）拍</a:t>
            </a:r>
          </a:p>
        </p:txBody>
      </p:sp>
      <p:sp>
        <p:nvSpPr>
          <p:cNvPr id="2" name="日期占位符 1">
            <a:extLst>
              <a:ext uri="{FF2B5EF4-FFF2-40B4-BE49-F238E27FC236}">
                <a16:creationId xmlns:a16="http://schemas.microsoft.com/office/drawing/2014/main" id="{1ED9D79F-44BE-7026-41B2-98EE4230A37E}"/>
              </a:ext>
            </a:extLst>
          </p:cNvPr>
          <p:cNvSpPr>
            <a:spLocks noGrp="1"/>
          </p:cNvSpPr>
          <p:nvPr>
            <p:ph type="dt" sz="half" idx="10"/>
          </p:nvPr>
        </p:nvSpPr>
        <p:spPr/>
        <p:txBody>
          <a:bodyPr/>
          <a:lstStyle/>
          <a:p>
            <a:pPr>
              <a:defRPr/>
            </a:pPr>
            <a:fld id="{948E669C-403E-4EBD-9B06-BE0E8110BAC2}" type="datetime1">
              <a:rPr lang="zh-CN" altLang="en-US" smtClean="0"/>
              <a:t>2025/10/16</a:t>
            </a:fld>
            <a:endParaRPr lang="en-US" altLang="zh-CN"/>
          </a:p>
        </p:txBody>
      </p:sp>
      <p:sp>
        <p:nvSpPr>
          <p:cNvPr id="3" name="页脚占位符 2">
            <a:extLst>
              <a:ext uri="{FF2B5EF4-FFF2-40B4-BE49-F238E27FC236}">
                <a16:creationId xmlns:a16="http://schemas.microsoft.com/office/drawing/2014/main" id="{D2461857-48DB-9774-2BEC-EBB420266AC5}"/>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3238E565-0242-5E18-9639-2683BD1D40EA}"/>
              </a:ext>
            </a:extLst>
          </p:cNvPr>
          <p:cNvSpPr>
            <a:spLocks noGrp="1"/>
          </p:cNvSpPr>
          <p:nvPr>
            <p:ph type="sldNum" sz="quarter" idx="12"/>
          </p:nvPr>
        </p:nvSpPr>
        <p:spPr/>
        <p:txBody>
          <a:bodyPr/>
          <a:lstStyle/>
          <a:p>
            <a:pPr>
              <a:defRPr/>
            </a:pPr>
            <a:fld id="{8BCAC33D-D29A-48B3-BCD6-381D3D720D26}" type="slidenum">
              <a:rPr lang="zh-CN" altLang="en-US" smtClean="0"/>
              <a:t>27</a:t>
            </a:fld>
            <a:endParaRPr lang="en-US" altLang="zh-CN"/>
          </a:p>
        </p:txBody>
      </p:sp>
    </p:spTree>
    <p:extLst>
      <p:ext uri="{BB962C8B-B14F-4D97-AF65-F5344CB8AC3E}">
        <p14:creationId xmlns:p14="http://schemas.microsoft.com/office/powerpoint/2010/main" val="4018447487"/>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72034">
                                            <p:txEl>
                                              <p:pRg st="8" end="8"/>
                                            </p:txEl>
                                          </p:spTgt>
                                        </p:tgtEl>
                                        <p:attrNameLst>
                                          <p:attrName>style.visibility</p:attrName>
                                        </p:attrNameLst>
                                      </p:cBhvr>
                                      <p:to>
                                        <p:strVal val="visible"/>
                                      </p:to>
                                    </p:set>
                                    <p:animEffect transition="in" filter="wipe(left)">
                                      <p:cBhvr>
                                        <p:cTn id="7" dur="500"/>
                                        <p:tgtEl>
                                          <p:spTgt spid="172034">
                                            <p:txEl>
                                              <p:pRg st="8" end="8"/>
                                            </p:txEl>
                                          </p:spTgt>
                                        </p:tgtEl>
                                      </p:cBhvr>
                                    </p:animEffect>
                                  </p:childTnLst>
                                </p:cTn>
                              </p:par>
                              <p:par>
                                <p:cTn id="8" presetID="22" presetClass="entr" presetSubtype="8" fill="hold" nodeType="withEffect">
                                  <p:stCondLst>
                                    <p:cond delay="0"/>
                                  </p:stCondLst>
                                  <p:childTnLst>
                                    <p:set>
                                      <p:cBhvr>
                                        <p:cTn id="9" dur="1" fill="hold">
                                          <p:stCondLst>
                                            <p:cond delay="0"/>
                                          </p:stCondLst>
                                        </p:cTn>
                                        <p:tgtEl>
                                          <p:spTgt spid="172034">
                                            <p:txEl>
                                              <p:pRg st="9" end="9"/>
                                            </p:txEl>
                                          </p:spTgt>
                                        </p:tgtEl>
                                        <p:attrNameLst>
                                          <p:attrName>style.visibility</p:attrName>
                                        </p:attrNameLst>
                                      </p:cBhvr>
                                      <p:to>
                                        <p:strVal val="visible"/>
                                      </p:to>
                                    </p:set>
                                    <p:animEffect transition="in" filter="wipe(left)">
                                      <p:cBhvr>
                                        <p:cTn id="10" dur="500"/>
                                        <p:tgtEl>
                                          <p:spTgt spid="172034">
                                            <p:txEl>
                                              <p:pRg st="9" end="9"/>
                                            </p:txEl>
                                          </p:spTgt>
                                        </p:tgtEl>
                                      </p:cBhvr>
                                    </p:animEffect>
                                  </p:childTnLst>
                                </p:cTn>
                              </p:par>
                              <p:par>
                                <p:cTn id="11" presetID="22" presetClass="entr" presetSubtype="8" fill="hold" nodeType="withEffect">
                                  <p:stCondLst>
                                    <p:cond delay="0"/>
                                  </p:stCondLst>
                                  <p:childTnLst>
                                    <p:set>
                                      <p:cBhvr>
                                        <p:cTn id="12" dur="1" fill="hold">
                                          <p:stCondLst>
                                            <p:cond delay="0"/>
                                          </p:stCondLst>
                                        </p:cTn>
                                        <p:tgtEl>
                                          <p:spTgt spid="172034">
                                            <p:txEl>
                                              <p:pRg st="10" end="10"/>
                                            </p:txEl>
                                          </p:spTgt>
                                        </p:tgtEl>
                                        <p:attrNameLst>
                                          <p:attrName>style.visibility</p:attrName>
                                        </p:attrNameLst>
                                      </p:cBhvr>
                                      <p:to>
                                        <p:strVal val="visible"/>
                                      </p:to>
                                    </p:set>
                                    <p:animEffect transition="in" filter="wipe(left)">
                                      <p:cBhvr>
                                        <p:cTn id="13" dur="500"/>
                                        <p:tgtEl>
                                          <p:spTgt spid="172034">
                                            <p:txEl>
                                              <p:pRg st="10" end="10"/>
                                            </p:txEl>
                                          </p:spTgt>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8" fill="hold" nodeType="clickEffect">
                                  <p:stCondLst>
                                    <p:cond delay="0"/>
                                  </p:stCondLst>
                                  <p:childTnLst>
                                    <p:set>
                                      <p:cBhvr>
                                        <p:cTn id="17" dur="1" fill="hold">
                                          <p:stCondLst>
                                            <p:cond delay="0"/>
                                          </p:stCondLst>
                                        </p:cTn>
                                        <p:tgtEl>
                                          <p:spTgt spid="172034">
                                            <p:txEl>
                                              <p:pRg st="11" end="11"/>
                                            </p:txEl>
                                          </p:spTgt>
                                        </p:tgtEl>
                                        <p:attrNameLst>
                                          <p:attrName>style.visibility</p:attrName>
                                        </p:attrNameLst>
                                      </p:cBhvr>
                                      <p:to>
                                        <p:strVal val="visible"/>
                                      </p:to>
                                    </p:set>
                                    <p:animEffect transition="in" filter="wipe(left)">
                                      <p:cBhvr>
                                        <p:cTn id="18" dur="500"/>
                                        <p:tgtEl>
                                          <p:spTgt spid="172034">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Text Box 2"/>
          <p:cNvSpPr txBox="1">
            <a:spLocks noChangeArrowheads="1"/>
          </p:cNvSpPr>
          <p:nvPr/>
        </p:nvSpPr>
        <p:spPr bwMode="auto">
          <a:xfrm>
            <a:off x="611188" y="1231900"/>
            <a:ext cx="7921625" cy="507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Calibri" pitchFamily="34" charset="0"/>
                <a:ea typeface="宋体" charset="-122"/>
              </a:defRPr>
            </a:lvl1pPr>
            <a:lvl2pPr marL="800100" indent="-342900" eaLnBrk="0" hangingPunct="0">
              <a:defRPr>
                <a:solidFill>
                  <a:schemeClr val="tx1"/>
                </a:solidFill>
                <a:latin typeface="Calibri" pitchFamily="34" charset="0"/>
                <a:ea typeface="宋体" charset="-122"/>
              </a:defRPr>
            </a:lvl2pPr>
            <a:lvl3pPr marL="1257300" indent="-342900" eaLnBrk="0" hangingPunct="0">
              <a:defRPr>
                <a:solidFill>
                  <a:schemeClr val="tx1"/>
                </a:solidFill>
                <a:latin typeface="Calibri" pitchFamily="34" charset="0"/>
                <a:ea typeface="宋体" charset="-122"/>
              </a:defRPr>
            </a:lvl3pPr>
            <a:lvl4pPr marL="1600200" indent="-228600" eaLnBrk="0" hangingPunct="0">
              <a:defRPr>
                <a:solidFill>
                  <a:schemeClr val="tx1"/>
                </a:solidFill>
                <a:latin typeface="Calibri" pitchFamily="34" charset="0"/>
                <a:ea typeface="宋体" charset="-122"/>
              </a:defRPr>
            </a:lvl4pPr>
            <a:lvl5pPr marL="2057400" indent="-228600" eaLnBrk="0" hangingPunct="0">
              <a:defRPr>
                <a:solidFill>
                  <a:schemeClr val="tx1"/>
                </a:solidFill>
                <a:latin typeface="Calibri" pitchFamily="34" charset="0"/>
                <a:ea typeface="宋体" charset="-122"/>
              </a:defRPr>
            </a:lvl5pPr>
            <a:lvl6pPr marL="2514600" indent="-228600" eaLnBrk="0" fontAlgn="base" hangingPunct="0">
              <a:spcBef>
                <a:spcPct val="0"/>
              </a:spcBef>
              <a:spcAft>
                <a:spcPct val="0"/>
              </a:spcAft>
              <a:defRPr>
                <a:solidFill>
                  <a:schemeClr val="tx1"/>
                </a:solidFill>
                <a:latin typeface="Calibri" pitchFamily="34" charset="0"/>
                <a:ea typeface="宋体" charset="-122"/>
              </a:defRPr>
            </a:lvl6pPr>
            <a:lvl7pPr marL="2971800" indent="-228600" eaLnBrk="0" fontAlgn="base" hangingPunct="0">
              <a:spcBef>
                <a:spcPct val="0"/>
              </a:spcBef>
              <a:spcAft>
                <a:spcPct val="0"/>
              </a:spcAft>
              <a:defRPr>
                <a:solidFill>
                  <a:schemeClr val="tx1"/>
                </a:solidFill>
                <a:latin typeface="Calibri" pitchFamily="34" charset="0"/>
                <a:ea typeface="宋体" charset="-122"/>
              </a:defRPr>
            </a:lvl7pPr>
            <a:lvl8pPr marL="3429000" indent="-228600" eaLnBrk="0" fontAlgn="base" hangingPunct="0">
              <a:spcBef>
                <a:spcPct val="0"/>
              </a:spcBef>
              <a:spcAft>
                <a:spcPct val="0"/>
              </a:spcAft>
              <a:defRPr>
                <a:solidFill>
                  <a:schemeClr val="tx1"/>
                </a:solidFill>
                <a:latin typeface="Calibri" pitchFamily="34" charset="0"/>
                <a:ea typeface="宋体" charset="-122"/>
              </a:defRPr>
            </a:lvl8pPr>
            <a:lvl9pPr marL="3886200" indent="-228600" eaLnBrk="0" fontAlgn="base" hangingPunct="0">
              <a:spcBef>
                <a:spcPct val="0"/>
              </a:spcBef>
              <a:spcAft>
                <a:spcPct val="0"/>
              </a:spcAft>
              <a:defRPr>
                <a:solidFill>
                  <a:schemeClr val="tx1"/>
                </a:solidFill>
                <a:latin typeface="Calibri" pitchFamily="34" charset="0"/>
                <a:ea typeface="宋体" charset="-122"/>
              </a:defRPr>
            </a:lvl9pPr>
          </a:lstStyle>
          <a:p>
            <a:pPr eaLnBrk="1" hangingPunct="1">
              <a:spcBef>
                <a:spcPct val="50000"/>
              </a:spcBef>
            </a:pPr>
            <a:r>
              <a:rPr lang="en-US" altLang="zh-CN" sz="2400" b="1" dirty="0">
                <a:latin typeface="+mn-ea"/>
                <a:ea typeface="+mn-ea"/>
              </a:rPr>
              <a:t>6. </a:t>
            </a:r>
            <a:r>
              <a:rPr lang="zh-CN" altLang="en-US" sz="2400" b="1" dirty="0">
                <a:latin typeface="+mn-ea"/>
                <a:ea typeface="+mn-ea"/>
              </a:rPr>
              <a:t>向量链接技术应考虑的问题</a:t>
            </a:r>
          </a:p>
          <a:p>
            <a:pPr lvl="1" eaLnBrk="1" hangingPunct="1">
              <a:spcBef>
                <a:spcPct val="50000"/>
              </a:spcBef>
              <a:buSzPct val="60000"/>
              <a:buFont typeface="华文中宋" pitchFamily="2" charset="-122"/>
              <a:buChar char="◆"/>
            </a:pPr>
            <a:r>
              <a:rPr lang="zh-CN" altLang="en-US" sz="2400" b="1" dirty="0">
                <a:latin typeface="+mn-ea"/>
                <a:ea typeface="+mn-ea"/>
              </a:rPr>
              <a:t>设定合适的向量功能部件和操作数寄存器</a:t>
            </a:r>
          </a:p>
          <a:p>
            <a:pPr lvl="1" eaLnBrk="1" hangingPunct="1">
              <a:spcBef>
                <a:spcPct val="50000"/>
              </a:spcBef>
              <a:buSzPct val="60000"/>
              <a:buFont typeface="华文中宋" pitchFamily="2" charset="-122"/>
              <a:buChar char="◆"/>
            </a:pPr>
            <a:r>
              <a:rPr lang="zh-CN" altLang="en-US" sz="2400" b="1" dirty="0">
                <a:latin typeface="+mn-ea"/>
                <a:ea typeface="+mn-ea"/>
              </a:rPr>
              <a:t>链接时机问题</a:t>
            </a:r>
          </a:p>
          <a:p>
            <a:pPr lvl="2" eaLnBrk="1" hangingPunct="1">
              <a:spcBef>
                <a:spcPct val="50000"/>
              </a:spcBef>
              <a:buFont typeface="Arial" charset="0"/>
              <a:buChar char="–"/>
            </a:pPr>
            <a:r>
              <a:rPr lang="zh-CN" altLang="en-US" sz="2400" b="1" dirty="0">
                <a:latin typeface="+mn-ea"/>
                <a:ea typeface="+mn-ea"/>
              </a:rPr>
              <a:t>只有在前一条向量指令的第一个结果元素送入结果向量寄存器的那一个时钟周期才可以进行链</a:t>
            </a:r>
            <a:r>
              <a:rPr lang="zh-CN" altLang="en-US" sz="2400" dirty="0">
                <a:latin typeface="+mn-ea"/>
                <a:ea typeface="+mn-ea"/>
              </a:rPr>
              <a:t>接</a:t>
            </a:r>
            <a:endParaRPr lang="en-US" altLang="zh-CN" sz="2400" b="1" dirty="0">
              <a:latin typeface="+mn-ea"/>
              <a:ea typeface="+mn-ea"/>
            </a:endParaRPr>
          </a:p>
          <a:p>
            <a:pPr lvl="2" eaLnBrk="1" hangingPunct="1">
              <a:spcBef>
                <a:spcPct val="50000"/>
              </a:spcBef>
              <a:buFont typeface="Arial" charset="0"/>
              <a:buChar char="–"/>
            </a:pPr>
            <a:r>
              <a:rPr lang="zh-CN" altLang="en-US" sz="2400" dirty="0"/>
              <a:t>当一条向量指令的两个源操作数分别是两条先行指令的结果寄存器时，要求先行的两条指令产生运算结果的时间必须相等，即要求有关功能部件的通过时间相等。</a:t>
            </a:r>
          </a:p>
          <a:p>
            <a:pPr lvl="2" eaLnBrk="1" hangingPunct="1">
              <a:spcBef>
                <a:spcPct val="50000"/>
              </a:spcBef>
              <a:buFont typeface="Arial" charset="0"/>
              <a:buChar char="–"/>
            </a:pPr>
            <a:r>
              <a:rPr lang="zh-CN" altLang="en-US" sz="2400" b="1" dirty="0">
                <a:latin typeface="+mn-ea"/>
                <a:ea typeface="+mn-ea"/>
              </a:rPr>
              <a:t>所有可以链接执行的向量指令处理的向量长度应相等</a:t>
            </a:r>
          </a:p>
        </p:txBody>
      </p:sp>
      <p:sp>
        <p:nvSpPr>
          <p:cNvPr id="2" name="日期占位符 1">
            <a:extLst>
              <a:ext uri="{FF2B5EF4-FFF2-40B4-BE49-F238E27FC236}">
                <a16:creationId xmlns:a16="http://schemas.microsoft.com/office/drawing/2014/main" id="{EA47433C-25C9-211C-396C-3BB1932B9351}"/>
              </a:ext>
            </a:extLst>
          </p:cNvPr>
          <p:cNvSpPr>
            <a:spLocks noGrp="1"/>
          </p:cNvSpPr>
          <p:nvPr>
            <p:ph type="dt" sz="half" idx="10"/>
          </p:nvPr>
        </p:nvSpPr>
        <p:spPr/>
        <p:txBody>
          <a:bodyPr/>
          <a:lstStyle/>
          <a:p>
            <a:pPr>
              <a:defRPr/>
            </a:pPr>
            <a:fld id="{1DCD5F21-0465-45C2-B0F9-FAF551B4B2ED}" type="datetime1">
              <a:rPr lang="zh-CN" altLang="en-US" smtClean="0"/>
              <a:t>2025/10/16</a:t>
            </a:fld>
            <a:endParaRPr lang="en-US" altLang="zh-CN"/>
          </a:p>
        </p:txBody>
      </p:sp>
      <p:sp>
        <p:nvSpPr>
          <p:cNvPr id="3" name="页脚占位符 2">
            <a:extLst>
              <a:ext uri="{FF2B5EF4-FFF2-40B4-BE49-F238E27FC236}">
                <a16:creationId xmlns:a16="http://schemas.microsoft.com/office/drawing/2014/main" id="{40131D59-8AAA-91AD-5946-D61257EA6BB1}"/>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A8C8858A-37B9-D9D2-2FAF-DE3AA6142673}"/>
              </a:ext>
            </a:extLst>
          </p:cNvPr>
          <p:cNvSpPr>
            <a:spLocks noGrp="1"/>
          </p:cNvSpPr>
          <p:nvPr>
            <p:ph type="sldNum" sz="quarter" idx="12"/>
          </p:nvPr>
        </p:nvSpPr>
        <p:spPr/>
        <p:txBody>
          <a:bodyPr/>
          <a:lstStyle/>
          <a:p>
            <a:pPr>
              <a:defRPr/>
            </a:pPr>
            <a:fld id="{8BCAC33D-D29A-48B3-BCD6-381D3D720D26}" type="slidenum">
              <a:rPr lang="zh-CN" altLang="en-US" smtClean="0"/>
              <a:t>28</a:t>
            </a:fld>
            <a:endParaRPr lang="en-US" altLang="zh-CN"/>
          </a:p>
        </p:txBody>
      </p:sp>
    </p:spTree>
    <p:extLst>
      <p:ext uri="{BB962C8B-B14F-4D97-AF65-F5344CB8AC3E}">
        <p14:creationId xmlns:p14="http://schemas.microsoft.com/office/powerpoint/2010/main" val="1495815150"/>
      </p:ext>
    </p:extLst>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Title 1"/>
          <p:cNvSpPr>
            <a:spLocks noGrp="1"/>
          </p:cNvSpPr>
          <p:nvPr>
            <p:ph type="title"/>
          </p:nvPr>
        </p:nvSpPr>
        <p:spPr>
          <a:xfrm>
            <a:off x="107504" y="188640"/>
            <a:ext cx="8915400" cy="1066800"/>
          </a:xfrm>
        </p:spPr>
        <p:txBody>
          <a:bodyPr/>
          <a:lstStyle/>
          <a:p>
            <a:r>
              <a:rPr lang="zh-CN" altLang="en-US" sz="3200" b="1" dirty="0"/>
              <a:t>向量机总结</a:t>
            </a:r>
            <a:endParaRPr lang="en-US" altLang="zh-CN" sz="3200" b="1" dirty="0"/>
          </a:p>
        </p:txBody>
      </p:sp>
      <p:sp>
        <p:nvSpPr>
          <p:cNvPr id="130051" name="Content Placeholder 2"/>
          <p:cNvSpPr>
            <a:spLocks noGrp="1"/>
          </p:cNvSpPr>
          <p:nvPr>
            <p:ph idx="1"/>
          </p:nvPr>
        </p:nvSpPr>
        <p:spPr>
          <a:xfrm>
            <a:off x="266700" y="1331044"/>
            <a:ext cx="8610600" cy="5194300"/>
          </a:xfrm>
        </p:spPr>
        <p:txBody>
          <a:bodyPr/>
          <a:lstStyle/>
          <a:p>
            <a:pPr>
              <a:spcBef>
                <a:spcPts val="676"/>
              </a:spcBef>
            </a:pPr>
            <a:r>
              <a:rPr lang="zh-CN" altLang="en-US" sz="2400" b="1" dirty="0"/>
              <a:t>向量机适合挖据规整的数据级并行</a:t>
            </a:r>
            <a:endParaRPr lang="en-US" altLang="zh-CN" sz="2400" b="1" dirty="0"/>
          </a:p>
          <a:p>
            <a:pPr lvl="1">
              <a:spcBef>
                <a:spcPts val="676"/>
              </a:spcBef>
            </a:pPr>
            <a:r>
              <a:rPr lang="zh-CN" altLang="en-US" sz="2400" b="1" dirty="0"/>
              <a:t>同样的操作作用在许多数据元素上</a:t>
            </a:r>
            <a:endParaRPr lang="en-US" altLang="zh-CN" sz="2400" b="1" dirty="0"/>
          </a:p>
          <a:p>
            <a:pPr lvl="1">
              <a:spcBef>
                <a:spcPts val="676"/>
              </a:spcBef>
            </a:pPr>
            <a:r>
              <a:rPr lang="zh-CN" altLang="en-US" sz="2400" b="1" dirty="0"/>
              <a:t>提高性能、设计简单（向量内的操作相互独立）</a:t>
            </a:r>
            <a:endParaRPr lang="en-US" altLang="zh-CN" sz="2400" b="1" dirty="0"/>
          </a:p>
          <a:p>
            <a:pPr>
              <a:spcBef>
                <a:spcPts val="676"/>
              </a:spcBef>
            </a:pPr>
            <a:r>
              <a:rPr lang="zh-CN" altLang="en-US" sz="2400" b="1" dirty="0">
                <a:solidFill>
                  <a:srgbClr val="0000FF"/>
                </a:solidFill>
              </a:rPr>
              <a:t>性能的提升受限于代码的向量化</a:t>
            </a:r>
            <a:endParaRPr lang="en-US" altLang="zh-CN" sz="2400" b="1" dirty="0"/>
          </a:p>
          <a:p>
            <a:pPr lvl="1">
              <a:spcBef>
                <a:spcPts val="676"/>
              </a:spcBef>
            </a:pPr>
            <a:r>
              <a:rPr lang="zh-CN" altLang="en-US" sz="2400" b="1" dirty="0"/>
              <a:t>标量操作限制着向量机的性能</a:t>
            </a:r>
            <a:endParaRPr lang="en-US" altLang="zh-CN" sz="2400" b="1" dirty="0"/>
          </a:p>
          <a:p>
            <a:pPr>
              <a:spcBef>
                <a:spcPts val="676"/>
              </a:spcBef>
            </a:pPr>
            <a:r>
              <a:rPr lang="zh-CN" altLang="en-US" sz="2400" b="1" dirty="0"/>
              <a:t>很多已有的</a:t>
            </a:r>
            <a:r>
              <a:rPr lang="en-US" altLang="zh-CN" sz="2400" b="1" dirty="0"/>
              <a:t>ISA</a:t>
            </a:r>
            <a:r>
              <a:rPr lang="zh-CN" altLang="en-US" sz="2400" b="1" dirty="0"/>
              <a:t>扩展了一些</a:t>
            </a:r>
            <a:r>
              <a:rPr lang="en-US" altLang="zh-CN" sz="2400" b="1" dirty="0"/>
              <a:t>SIMD</a:t>
            </a:r>
            <a:r>
              <a:rPr lang="zh-CN" altLang="en-US" sz="2400" b="1" dirty="0"/>
              <a:t>操作</a:t>
            </a:r>
            <a:endParaRPr lang="en-US" altLang="zh-CN" sz="2400" b="1" dirty="0"/>
          </a:p>
          <a:p>
            <a:pPr lvl="1">
              <a:spcBef>
                <a:spcPts val="676"/>
              </a:spcBef>
            </a:pPr>
            <a:r>
              <a:rPr lang="en-US" altLang="zh-CN" sz="2400" b="1" dirty="0"/>
              <a:t>Intel MMX/</a:t>
            </a:r>
            <a:r>
              <a:rPr lang="en-US" altLang="zh-CN" sz="2400" b="1" dirty="0" err="1"/>
              <a:t>SSEn</a:t>
            </a:r>
            <a:r>
              <a:rPr lang="en-US" altLang="zh-CN" sz="2400" b="1" dirty="0"/>
              <a:t>/AVX, PowerPC </a:t>
            </a:r>
            <a:r>
              <a:rPr lang="en-US" altLang="zh-CN" sz="2400" b="1" dirty="0" err="1"/>
              <a:t>AltiVec</a:t>
            </a:r>
            <a:r>
              <a:rPr lang="en-US" altLang="zh-CN" sz="2400" b="1" dirty="0"/>
              <a:t>, ARM Advanced SIMD</a:t>
            </a:r>
          </a:p>
          <a:p>
            <a:pPr marL="0" lvl="1">
              <a:spcBef>
                <a:spcPts val="676"/>
              </a:spcBef>
              <a:buFont typeface="Arial" panose="020B0604020202020204" pitchFamily="34" charset="0"/>
              <a:buChar char="•"/>
            </a:pPr>
            <a:r>
              <a:rPr lang="zh-CN" altLang="en-US" sz="2400" b="1" dirty="0"/>
              <a:t>另一种</a:t>
            </a:r>
            <a:r>
              <a:rPr lang="en-US" altLang="zh-CN" sz="2400" b="1" dirty="0"/>
              <a:t>SIMD</a:t>
            </a:r>
            <a:r>
              <a:rPr lang="zh-CN" altLang="en-US" sz="2400" b="1" dirty="0"/>
              <a:t>变体，图形处理单元</a:t>
            </a:r>
            <a:r>
              <a:rPr lang="en-US" altLang="zh-CN" sz="2400" b="1" dirty="0"/>
              <a:t>GPU</a:t>
            </a:r>
          </a:p>
        </p:txBody>
      </p:sp>
      <p:sp>
        <p:nvSpPr>
          <p:cNvPr id="2" name="日期占位符 1">
            <a:extLst>
              <a:ext uri="{FF2B5EF4-FFF2-40B4-BE49-F238E27FC236}">
                <a16:creationId xmlns:a16="http://schemas.microsoft.com/office/drawing/2014/main" id="{802AC210-C7ED-157D-797D-EE71252ADD6D}"/>
              </a:ext>
            </a:extLst>
          </p:cNvPr>
          <p:cNvSpPr>
            <a:spLocks noGrp="1"/>
          </p:cNvSpPr>
          <p:nvPr>
            <p:ph type="dt" sz="half" idx="10"/>
          </p:nvPr>
        </p:nvSpPr>
        <p:spPr/>
        <p:txBody>
          <a:bodyPr/>
          <a:lstStyle/>
          <a:p>
            <a:pPr>
              <a:defRPr/>
            </a:pPr>
            <a:fld id="{44240C79-AFE8-4854-897B-8D4AB22940CC}" type="datetime1">
              <a:rPr lang="zh-CN" altLang="en-US" smtClean="0"/>
              <a:t>2025/10/16</a:t>
            </a:fld>
            <a:endParaRPr lang="en-US" altLang="zh-CN"/>
          </a:p>
        </p:txBody>
      </p:sp>
      <p:sp>
        <p:nvSpPr>
          <p:cNvPr id="3" name="页脚占位符 2">
            <a:extLst>
              <a:ext uri="{FF2B5EF4-FFF2-40B4-BE49-F238E27FC236}">
                <a16:creationId xmlns:a16="http://schemas.microsoft.com/office/drawing/2014/main" id="{4EB721B7-A054-F47B-84C6-EBA18FDEC3F3}"/>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D5766866-4205-6292-D166-6EE666EF1E4B}"/>
              </a:ext>
            </a:extLst>
          </p:cNvPr>
          <p:cNvSpPr>
            <a:spLocks noGrp="1"/>
          </p:cNvSpPr>
          <p:nvPr>
            <p:ph type="sldNum" sz="quarter" idx="12"/>
          </p:nvPr>
        </p:nvSpPr>
        <p:spPr/>
        <p:txBody>
          <a:bodyPr/>
          <a:lstStyle/>
          <a:p>
            <a:pPr>
              <a:defRPr/>
            </a:pPr>
            <a:fld id="{8BCAC33D-D29A-48B3-BCD6-381D3D720D26}" type="slidenum">
              <a:rPr lang="zh-CN" altLang="en-US" smtClean="0"/>
              <a:t>29</a:t>
            </a:fld>
            <a:endParaRPr lang="en-US" altLang="zh-CN"/>
          </a:p>
        </p:txBody>
      </p:sp>
    </p:spTree>
    <p:extLst>
      <p:ext uri="{BB962C8B-B14F-4D97-AF65-F5344CB8AC3E}">
        <p14:creationId xmlns:p14="http://schemas.microsoft.com/office/powerpoint/2010/main" val="3861942749"/>
      </p:ext>
    </p:extLst>
  </p:cSld>
  <p:clrMapOvr>
    <a:masterClrMapping/>
  </p:clrMapOvr>
  <p:transition spd="slow"/>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37" name="Rectangle 13"/>
          <p:cNvSpPr>
            <a:spLocks noGrp="1" noChangeArrowheads="1"/>
          </p:cNvSpPr>
          <p:nvPr>
            <p:ph type="title" idx="4294967295"/>
          </p:nvPr>
        </p:nvSpPr>
        <p:spPr>
          <a:xfrm>
            <a:off x="457200" y="53752"/>
            <a:ext cx="8229600" cy="1143000"/>
          </a:xfrm>
        </p:spPr>
        <p:txBody>
          <a:bodyPr/>
          <a:lstStyle/>
          <a:p>
            <a:pPr eaLnBrk="1" hangingPunct="1">
              <a:defRPr/>
            </a:pPr>
            <a:r>
              <a:rPr lang="zh-CN" altLang="en-US" sz="3600" b="1" dirty="0">
                <a:latin typeface="+mj-ea"/>
              </a:rPr>
              <a:t>本章小结</a:t>
            </a:r>
          </a:p>
        </p:txBody>
      </p:sp>
      <p:sp>
        <p:nvSpPr>
          <p:cNvPr id="154638" name="Rectangle 14"/>
          <p:cNvSpPr>
            <a:spLocks noGrp="1" noChangeArrowheads="1"/>
          </p:cNvSpPr>
          <p:nvPr>
            <p:ph type="body" idx="4294967295"/>
          </p:nvPr>
        </p:nvSpPr>
        <p:spPr>
          <a:xfrm>
            <a:off x="457200" y="1124744"/>
            <a:ext cx="8229600" cy="5503341"/>
          </a:xfrm>
        </p:spPr>
        <p:txBody>
          <a:bodyPr/>
          <a:lstStyle/>
          <a:p>
            <a:pPr marL="514350" indent="-514350">
              <a:lnSpc>
                <a:spcPct val="90000"/>
              </a:lnSpc>
              <a:buFont typeface="+mj-lt"/>
              <a:buAutoNum type="arabicPeriod"/>
              <a:defRPr/>
            </a:pPr>
            <a:r>
              <a:rPr lang="zh-CN" altLang="en-US" sz="2400" b="1" dirty="0">
                <a:latin typeface="Times New Roman" panose="02020603050405020304" pitchFamily="18" charset="0"/>
                <a:cs typeface="Times New Roman" panose="02020603050405020304" pitchFamily="18" charset="0"/>
              </a:rPr>
              <a:t>流水线的基本概念和分类</a:t>
            </a:r>
            <a:endParaRPr lang="zh-CN" altLang="zh-CN" sz="2400" b="1" dirty="0">
              <a:latin typeface="Times New Roman" panose="02020603050405020304" pitchFamily="18" charset="0"/>
              <a:ea typeface="+mj-ea"/>
              <a:cs typeface="Times New Roman" panose="02020603050405020304" pitchFamily="18" charset="0"/>
            </a:endParaRPr>
          </a:p>
          <a:p>
            <a:pPr lvl="1">
              <a:lnSpc>
                <a:spcPct val="90000"/>
              </a:lnSpc>
              <a:buFont typeface="Arial" charset="0"/>
              <a:buChar char="–"/>
              <a:defRPr/>
            </a:pPr>
            <a:r>
              <a:rPr lang="zh-CN" altLang="en-US" sz="2400" b="1" dirty="0">
                <a:latin typeface="Times New Roman" panose="02020603050405020304" pitchFamily="18" charset="0"/>
                <a:ea typeface="+mj-ea"/>
                <a:cs typeface="Times New Roman" panose="02020603050405020304" pitchFamily="18" charset="0"/>
              </a:rPr>
              <a:t>流水技术的特点和流水线定义</a:t>
            </a:r>
            <a:endParaRPr lang="en-US" altLang="zh-CN" sz="2400" b="1" dirty="0">
              <a:latin typeface="Times New Roman" panose="02020603050405020304" pitchFamily="18" charset="0"/>
              <a:ea typeface="+mj-ea"/>
              <a:cs typeface="Times New Roman" panose="02020603050405020304" pitchFamily="18" charset="0"/>
            </a:endParaRPr>
          </a:p>
          <a:p>
            <a:pPr lvl="1">
              <a:lnSpc>
                <a:spcPct val="90000"/>
              </a:lnSpc>
              <a:buFont typeface="Arial" charset="0"/>
              <a:buChar char="–"/>
              <a:defRPr/>
            </a:pPr>
            <a:r>
              <a:rPr lang="zh-CN" altLang="en-US" sz="2400" b="1" dirty="0">
                <a:latin typeface="Times New Roman" panose="02020603050405020304" pitchFamily="18" charset="0"/>
                <a:ea typeface="+mj-ea"/>
                <a:cs typeface="Times New Roman" panose="02020603050405020304" pitchFamily="18" charset="0"/>
              </a:rPr>
              <a:t>五种分类</a:t>
            </a:r>
            <a:endParaRPr lang="zh-CN" altLang="zh-CN" sz="2400" b="1" dirty="0">
              <a:latin typeface="Times New Roman" panose="02020603050405020304" pitchFamily="18" charset="0"/>
              <a:ea typeface="+mj-ea"/>
              <a:cs typeface="Times New Roman" panose="02020603050405020304" pitchFamily="18" charset="0"/>
            </a:endParaRPr>
          </a:p>
          <a:p>
            <a:pPr marL="514350" indent="-514350">
              <a:lnSpc>
                <a:spcPct val="90000"/>
              </a:lnSpc>
              <a:buFont typeface="+mj-lt"/>
              <a:buAutoNum type="arabicPeriod"/>
              <a:defRPr/>
            </a:pPr>
            <a:r>
              <a:rPr lang="zh-CN" altLang="en-US" sz="2400" b="1" dirty="0">
                <a:latin typeface="Times New Roman" panose="02020603050405020304" pitchFamily="18" charset="0"/>
                <a:ea typeface="+mj-ea"/>
                <a:cs typeface="Times New Roman" panose="02020603050405020304" pitchFamily="18" charset="0"/>
              </a:rPr>
              <a:t>流水线性能的主要指标</a:t>
            </a:r>
            <a:endParaRPr lang="zh-CN" altLang="zh-CN" sz="2400" b="1" dirty="0">
              <a:latin typeface="Times New Roman" panose="02020603050405020304" pitchFamily="18" charset="0"/>
              <a:ea typeface="+mj-ea"/>
              <a:cs typeface="Times New Roman" panose="02020603050405020304" pitchFamily="18" charset="0"/>
            </a:endParaRPr>
          </a:p>
          <a:p>
            <a:pPr lvl="1">
              <a:lnSpc>
                <a:spcPct val="90000"/>
              </a:lnSpc>
              <a:buFont typeface="Arial" charset="0"/>
              <a:buChar char="–"/>
              <a:defRPr/>
            </a:pPr>
            <a:r>
              <a:rPr lang="zh-CN" altLang="en-US" sz="2400" b="1" dirty="0">
                <a:latin typeface="Times New Roman" panose="02020603050405020304" pitchFamily="18" charset="0"/>
                <a:ea typeface="+mj-ea"/>
                <a:cs typeface="Times New Roman" panose="02020603050405020304" pitchFamily="18" charset="0"/>
              </a:rPr>
              <a:t>吞吐率、加速比、效率</a:t>
            </a:r>
          </a:p>
          <a:p>
            <a:pPr lvl="1">
              <a:lnSpc>
                <a:spcPct val="90000"/>
              </a:lnSpc>
              <a:buFont typeface="Arial" charset="0"/>
              <a:buChar char="–"/>
              <a:defRPr/>
            </a:pPr>
            <a:r>
              <a:rPr lang="zh-CN" altLang="en-US" sz="2400" b="1" dirty="0">
                <a:latin typeface="Times New Roman" panose="02020603050405020304" pitchFamily="18" charset="0"/>
                <a:ea typeface="+mj-ea"/>
                <a:cs typeface="Times New Roman" panose="02020603050405020304" pitchFamily="18" charset="0"/>
              </a:rPr>
              <a:t>实际值和最大值</a:t>
            </a:r>
            <a:endParaRPr lang="zh-CN" altLang="zh-CN" sz="2400" b="1" dirty="0">
              <a:latin typeface="Times New Roman" panose="02020603050405020304" pitchFamily="18" charset="0"/>
              <a:ea typeface="+mj-ea"/>
              <a:cs typeface="Times New Roman" panose="02020603050405020304" pitchFamily="18" charset="0"/>
            </a:endParaRPr>
          </a:p>
          <a:p>
            <a:pPr marL="0" indent="-514350">
              <a:lnSpc>
                <a:spcPct val="90000"/>
              </a:lnSpc>
              <a:buFont typeface="+mj-lt"/>
              <a:buAutoNum type="arabicPeriod"/>
              <a:defRPr/>
            </a:pPr>
            <a:r>
              <a:rPr lang="zh-CN" altLang="en-US" sz="2400" b="1" dirty="0">
                <a:latin typeface="Times New Roman" panose="02020603050405020304" pitchFamily="18" charset="0"/>
                <a:ea typeface="+mj-ea"/>
                <a:cs typeface="Times New Roman" panose="02020603050405020304" pitchFamily="18" charset="0"/>
              </a:rPr>
              <a:t>流水线冲突</a:t>
            </a:r>
            <a:endParaRPr lang="zh-CN" altLang="zh-CN" sz="2400" b="1" dirty="0">
              <a:latin typeface="Times New Roman" panose="02020603050405020304" pitchFamily="18" charset="0"/>
              <a:ea typeface="+mj-ea"/>
              <a:cs typeface="Times New Roman" panose="02020603050405020304" pitchFamily="18" charset="0"/>
            </a:endParaRPr>
          </a:p>
          <a:p>
            <a:pPr lvl="1">
              <a:lnSpc>
                <a:spcPct val="90000"/>
              </a:lnSpc>
              <a:buFont typeface="Arial" charset="0"/>
              <a:buChar char="–"/>
              <a:defRPr/>
            </a:pPr>
            <a:r>
              <a:rPr lang="zh-CN" altLang="en-US" sz="2400" b="1" dirty="0">
                <a:latin typeface="Times New Roman" panose="02020603050405020304" pitchFamily="18" charset="0"/>
                <a:ea typeface="+mj-ea"/>
                <a:cs typeface="Times New Roman" panose="02020603050405020304" pitchFamily="18" charset="0"/>
              </a:rPr>
              <a:t>结构冲突（瓶颈段细分、重复设置瓶颈段）</a:t>
            </a:r>
          </a:p>
          <a:p>
            <a:pPr lvl="1">
              <a:lnSpc>
                <a:spcPct val="90000"/>
              </a:lnSpc>
              <a:buFont typeface="Arial" charset="0"/>
              <a:buChar char="–"/>
              <a:defRPr/>
            </a:pPr>
            <a:r>
              <a:rPr lang="zh-CN" altLang="en-US" sz="2400" b="1" dirty="0">
                <a:latin typeface="Times New Roman" panose="02020603050405020304" pitchFamily="18" charset="0"/>
                <a:ea typeface="+mj-ea"/>
                <a:cs typeface="Times New Roman" panose="02020603050405020304" pitchFamily="18" charset="0"/>
              </a:rPr>
              <a:t>数据冲突（分类、定向、暂停）</a:t>
            </a:r>
            <a:endParaRPr lang="en-US" altLang="zh-CN" sz="2400" b="1" dirty="0">
              <a:latin typeface="Times New Roman" panose="02020603050405020304" pitchFamily="18" charset="0"/>
              <a:ea typeface="+mj-ea"/>
              <a:cs typeface="Times New Roman" panose="02020603050405020304" pitchFamily="18" charset="0"/>
            </a:endParaRPr>
          </a:p>
          <a:p>
            <a:pPr lvl="1">
              <a:lnSpc>
                <a:spcPct val="90000"/>
              </a:lnSpc>
              <a:buFont typeface="Arial" charset="0"/>
              <a:buChar char="–"/>
              <a:defRPr/>
            </a:pPr>
            <a:r>
              <a:rPr lang="zh-CN" altLang="en-US" sz="2400" b="1" dirty="0">
                <a:latin typeface="Times New Roman" panose="02020603050405020304" pitchFamily="18" charset="0"/>
                <a:ea typeface="+mj-ea"/>
                <a:cs typeface="Times New Roman" panose="02020603050405020304" pitchFamily="18" charset="0"/>
              </a:rPr>
              <a:t>控制冲突（分支改进、分支延迟）</a:t>
            </a:r>
            <a:endParaRPr lang="en-US" altLang="zh-CN" sz="2400" b="1" dirty="0">
              <a:latin typeface="Times New Roman" panose="02020603050405020304" pitchFamily="18" charset="0"/>
              <a:ea typeface="+mj-ea"/>
              <a:cs typeface="Times New Roman" panose="02020603050405020304" pitchFamily="18" charset="0"/>
            </a:endParaRPr>
          </a:p>
          <a:p>
            <a:pPr marL="0" lvl="1" indent="0">
              <a:lnSpc>
                <a:spcPct val="90000"/>
              </a:lnSpc>
              <a:buNone/>
              <a:defRPr/>
            </a:pPr>
            <a:r>
              <a:rPr lang="en-US" altLang="zh-CN" sz="2400" b="1" dirty="0">
                <a:latin typeface="Times New Roman" panose="02020603050405020304" pitchFamily="18" charset="0"/>
                <a:ea typeface="+mj-ea"/>
                <a:cs typeface="Times New Roman" panose="02020603050405020304" pitchFamily="18" charset="0"/>
              </a:rPr>
              <a:t>4. </a:t>
            </a:r>
            <a:r>
              <a:rPr lang="zh-CN" altLang="en-US" sz="2400" b="1" dirty="0">
                <a:latin typeface="Times New Roman" panose="02020603050405020304" pitchFamily="18" charset="0"/>
                <a:ea typeface="+mj-ea"/>
                <a:cs typeface="Times New Roman" panose="02020603050405020304" pitchFamily="18" charset="0"/>
              </a:rPr>
              <a:t>向量计算机</a:t>
            </a:r>
            <a:endParaRPr lang="en-US" altLang="zh-CN" sz="2400" b="1" dirty="0">
              <a:latin typeface="Times New Roman" panose="02020603050405020304" pitchFamily="18" charset="0"/>
              <a:ea typeface="+mj-ea"/>
              <a:cs typeface="Times New Roman" panose="02020603050405020304" pitchFamily="18" charset="0"/>
            </a:endParaRPr>
          </a:p>
          <a:p>
            <a:pPr lvl="1">
              <a:lnSpc>
                <a:spcPct val="90000"/>
              </a:lnSpc>
              <a:buFont typeface="Arial" charset="0"/>
              <a:buChar char="–"/>
              <a:defRPr/>
            </a:pPr>
            <a:r>
              <a:rPr lang="zh-CN" altLang="en-US" sz="2400" b="1" dirty="0">
                <a:latin typeface="Times New Roman" panose="02020603050405020304" pitchFamily="18" charset="0"/>
                <a:ea typeface="+mj-ea"/>
                <a:cs typeface="Times New Roman" panose="02020603050405020304" pitchFamily="18" charset="0"/>
              </a:rPr>
              <a:t>向量数据表示</a:t>
            </a:r>
            <a:endParaRPr lang="en-US" altLang="zh-CN" sz="2400" b="1" dirty="0">
              <a:latin typeface="Times New Roman" panose="02020603050405020304" pitchFamily="18" charset="0"/>
              <a:ea typeface="+mj-ea"/>
              <a:cs typeface="Times New Roman" panose="02020603050405020304" pitchFamily="18" charset="0"/>
            </a:endParaRPr>
          </a:p>
          <a:p>
            <a:pPr lvl="1">
              <a:lnSpc>
                <a:spcPct val="90000"/>
              </a:lnSpc>
              <a:buFont typeface="Arial" charset="0"/>
              <a:buChar char="–"/>
              <a:defRPr/>
            </a:pPr>
            <a:r>
              <a:rPr lang="zh-CN" altLang="en-US" sz="2400" b="1" dirty="0">
                <a:latin typeface="Times New Roman" panose="02020603050405020304" pitchFamily="18" charset="0"/>
                <a:ea typeface="+mj-ea"/>
                <a:cs typeface="Times New Roman" panose="02020603050405020304" pitchFamily="18" charset="0"/>
              </a:rPr>
              <a:t>向量流水线</a:t>
            </a:r>
            <a:endParaRPr lang="zh-CN" altLang="zh-CN" sz="2400" b="1" dirty="0">
              <a:latin typeface="Times New Roman" panose="02020603050405020304" pitchFamily="18" charset="0"/>
              <a:ea typeface="+mj-ea"/>
              <a:cs typeface="Times New Roman" panose="02020603050405020304" pitchFamily="18" charset="0"/>
            </a:endParaRPr>
          </a:p>
        </p:txBody>
      </p:sp>
      <p:sp>
        <p:nvSpPr>
          <p:cNvPr id="2" name="日期占位符 1">
            <a:extLst>
              <a:ext uri="{FF2B5EF4-FFF2-40B4-BE49-F238E27FC236}">
                <a16:creationId xmlns:a16="http://schemas.microsoft.com/office/drawing/2014/main" id="{E28E9B32-4BAF-9BAB-7498-408051BEEE88}"/>
              </a:ext>
            </a:extLst>
          </p:cNvPr>
          <p:cNvSpPr>
            <a:spLocks noGrp="1"/>
          </p:cNvSpPr>
          <p:nvPr>
            <p:ph type="dt" sz="half" idx="10"/>
          </p:nvPr>
        </p:nvSpPr>
        <p:spPr>
          <a:xfrm>
            <a:off x="457200" y="6356350"/>
            <a:ext cx="2133600" cy="365125"/>
          </a:xfrm>
        </p:spPr>
        <p:txBody>
          <a:bodyPr/>
          <a:lstStyle/>
          <a:p>
            <a:pPr>
              <a:defRPr/>
            </a:pPr>
            <a:fld id="{793374CE-05AD-4B12-8D37-3D6DF14FC43A}" type="datetime1">
              <a:rPr lang="zh-CN" altLang="en-US" smtClean="0"/>
              <a:t>2025/10/16</a:t>
            </a:fld>
            <a:endParaRPr lang="en-US" altLang="zh-CN"/>
          </a:p>
        </p:txBody>
      </p:sp>
      <p:sp>
        <p:nvSpPr>
          <p:cNvPr id="3" name="页脚占位符 2">
            <a:extLst>
              <a:ext uri="{FF2B5EF4-FFF2-40B4-BE49-F238E27FC236}">
                <a16:creationId xmlns:a16="http://schemas.microsoft.com/office/drawing/2014/main" id="{4261E16F-A2A7-0811-3041-810E0C10EF82}"/>
              </a:ext>
            </a:extLst>
          </p:cNvPr>
          <p:cNvSpPr>
            <a:spLocks noGrp="1"/>
          </p:cNvSpPr>
          <p:nvPr>
            <p:ph type="ftr" sz="quarter" idx="11"/>
          </p:nvPr>
        </p:nvSpPr>
        <p:spPr>
          <a:xfrm>
            <a:off x="3124200" y="6356350"/>
            <a:ext cx="2895600" cy="365125"/>
          </a:xfrm>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CA31ECF3-D929-9A68-F6CC-E7519E467DAD}"/>
              </a:ext>
            </a:extLst>
          </p:cNvPr>
          <p:cNvSpPr>
            <a:spLocks noGrp="1"/>
          </p:cNvSpPr>
          <p:nvPr>
            <p:ph type="sldNum" sz="quarter" idx="12"/>
          </p:nvPr>
        </p:nvSpPr>
        <p:spPr>
          <a:xfrm>
            <a:off x="6553200" y="6356350"/>
            <a:ext cx="2133600" cy="365125"/>
          </a:xfrm>
        </p:spPr>
        <p:txBody>
          <a:bodyPr/>
          <a:lstStyle/>
          <a:p>
            <a:pPr>
              <a:defRPr/>
            </a:pPr>
            <a:fld id="{8BCAC33D-D29A-48B3-BCD6-381D3D720D26}" type="slidenum">
              <a:rPr lang="zh-CN" altLang="en-US" smtClean="0"/>
              <a:t>30</a:t>
            </a:fld>
            <a:endParaRPr lang="en-US" altLang="zh-CN"/>
          </a:p>
        </p:txBody>
      </p:sp>
    </p:spTree>
    <p:extLst>
      <p:ext uri="{BB962C8B-B14F-4D97-AF65-F5344CB8AC3E}">
        <p14:creationId xmlns:p14="http://schemas.microsoft.com/office/powerpoint/2010/main" val="3279796742"/>
      </p:ext>
    </p:extLst>
  </p:cSld>
  <p:clrMapOvr>
    <a:masterClrMapping/>
  </p:clrMapOvr>
  <p:transition spd="slow"/>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25AE29FB-94AF-4F46-8580-57F3B18BD53D}"/>
              </a:ext>
            </a:extLst>
          </p:cNvPr>
          <p:cNvSpPr>
            <a:spLocks noGrp="1"/>
          </p:cNvSpPr>
          <p:nvPr>
            <p:ph idx="1"/>
          </p:nvPr>
        </p:nvSpPr>
        <p:spPr>
          <a:xfrm>
            <a:off x="457200" y="836712"/>
            <a:ext cx="8363272" cy="5760640"/>
          </a:xfrm>
        </p:spPr>
        <p:txBody>
          <a:bodyPr/>
          <a:lstStyle/>
          <a:p>
            <a:pPr algn="just"/>
            <a:r>
              <a:rPr lang="zh-CN" altLang="en-US" sz="2400" b="1" dirty="0">
                <a:latin typeface="Times New Roman" panose="02020603050405020304" pitchFamily="18" charset="0"/>
                <a:cs typeface="Times New Roman" panose="02020603050405020304" pitchFamily="18" charset="0"/>
              </a:rPr>
              <a:t>报告：</a:t>
            </a:r>
            <a:r>
              <a:rPr lang="en-US" altLang="zh-CN" sz="2400" b="1" dirty="0">
                <a:latin typeface="Times New Roman" panose="02020603050405020304" pitchFamily="18" charset="0"/>
                <a:cs typeface="Times New Roman" panose="02020603050405020304" pitchFamily="18" charset="0"/>
              </a:rPr>
              <a:t>Recent technologies for high performance CPU</a:t>
            </a:r>
          </a:p>
          <a:p>
            <a:pPr marL="702000" algn="just">
              <a:buFont typeface="Wingdings" panose="05000000000000000000" pitchFamily="2" charset="2"/>
              <a:buChar char="ü"/>
            </a:pPr>
            <a:r>
              <a:rPr lang="zh-CN" altLang="en-US" sz="2400" b="1" dirty="0">
                <a:latin typeface="Times New Roman" panose="02020603050405020304" pitchFamily="18" charset="0"/>
                <a:cs typeface="Times New Roman" panose="02020603050405020304" pitchFamily="18" charset="0"/>
              </a:rPr>
              <a:t>近</a:t>
            </a:r>
            <a:r>
              <a:rPr lang="en-US" altLang="zh-CN" sz="2400" b="1" dirty="0">
                <a:latin typeface="Times New Roman" panose="02020603050405020304" pitchFamily="18" charset="0"/>
                <a:cs typeface="Times New Roman" panose="02020603050405020304" pitchFamily="18" charset="0"/>
              </a:rPr>
              <a:t>5</a:t>
            </a:r>
            <a:r>
              <a:rPr lang="zh-CN" altLang="en-US" sz="2400" b="1" dirty="0">
                <a:latin typeface="Times New Roman" panose="02020603050405020304" pitchFamily="18" charset="0"/>
                <a:cs typeface="Times New Roman" panose="02020603050405020304" pitchFamily="18" charset="0"/>
              </a:rPr>
              <a:t>年文章中出现的高性能处理器计算方法和技术，可以从流水线技术、分支预测、异构加速、多核技术，</a:t>
            </a:r>
            <a:r>
              <a:rPr lang="en-US" altLang="zh-CN" sz="2400" b="1" dirty="0" err="1">
                <a:latin typeface="Times New Roman" panose="02020603050405020304" pitchFamily="18" charset="0"/>
                <a:cs typeface="Times New Roman" panose="02020603050405020304" pitchFamily="18" charset="0"/>
              </a:rPr>
              <a:t>Chiplet</a:t>
            </a:r>
            <a:r>
              <a:rPr lang="zh-CN" altLang="en-US" sz="2400" b="1" dirty="0">
                <a:latin typeface="Times New Roman" panose="02020603050405020304" pitchFamily="18" charset="0"/>
                <a:cs typeface="Times New Roman" panose="02020603050405020304" pitchFamily="18" charset="0"/>
              </a:rPr>
              <a:t>技术等方面进行选题；</a:t>
            </a:r>
            <a:endParaRPr lang="en-US" altLang="zh-CN" sz="2400" b="1" dirty="0">
              <a:latin typeface="Times New Roman" panose="02020603050405020304" pitchFamily="18" charset="0"/>
              <a:cs typeface="Times New Roman" panose="02020603050405020304" pitchFamily="18" charset="0"/>
            </a:endParaRPr>
          </a:p>
          <a:p>
            <a:pPr marL="702000" algn="just">
              <a:buFont typeface="Wingdings" panose="05000000000000000000" pitchFamily="2" charset="2"/>
              <a:buChar char="ü"/>
            </a:pPr>
            <a:r>
              <a:rPr lang="zh-CN" altLang="en-US" sz="2400" b="1" dirty="0">
                <a:latin typeface="Times New Roman" panose="02020603050405020304" pitchFamily="18" charset="0"/>
                <a:cs typeface="Times New Roman" panose="02020603050405020304" pitchFamily="18" charset="0"/>
              </a:rPr>
              <a:t>内容包括：如何实现处理器性能的提升，还存在什么问题及可能解决的方法；</a:t>
            </a:r>
            <a:endParaRPr lang="en-US" altLang="zh-CN" sz="2400" b="1" dirty="0">
              <a:latin typeface="Times New Roman" panose="02020603050405020304" pitchFamily="18" charset="0"/>
              <a:cs typeface="Times New Roman" panose="02020603050405020304" pitchFamily="18" charset="0"/>
            </a:endParaRPr>
          </a:p>
          <a:p>
            <a:pPr marL="702000" algn="just">
              <a:buFont typeface="Wingdings" panose="05000000000000000000" pitchFamily="2" charset="2"/>
              <a:buChar char="ü"/>
            </a:pPr>
            <a:r>
              <a:rPr lang="zh-CN" altLang="en-US" sz="2400" b="1" dirty="0">
                <a:latin typeface="Times New Roman" panose="02020603050405020304" pitchFamily="18" charset="0"/>
                <a:cs typeface="Times New Roman" panose="02020603050405020304" pitchFamily="18" charset="0"/>
              </a:rPr>
              <a:t>可以从近五年计算机体系结构顶级会议（</a:t>
            </a:r>
            <a:r>
              <a:rPr lang="en-US" altLang="zh-CN" sz="2400" b="1" dirty="0">
                <a:latin typeface="Times New Roman" panose="02020603050405020304" pitchFamily="18" charset="0"/>
                <a:cs typeface="Times New Roman" panose="02020603050405020304" pitchFamily="18" charset="0"/>
              </a:rPr>
              <a:t>ISCA</a:t>
            </a:r>
            <a:r>
              <a:rPr lang="zh-CN" altLang="en-US" sz="2400" b="1" dirty="0">
                <a:latin typeface="Times New Roman" panose="02020603050405020304" pitchFamily="18" charset="0"/>
                <a:cs typeface="Times New Roman" panose="02020603050405020304" pitchFamily="18" charset="0"/>
              </a:rPr>
              <a:t>、</a:t>
            </a:r>
            <a:r>
              <a:rPr lang="en-US" altLang="zh-CN" sz="2400" b="1" dirty="0">
                <a:latin typeface="Times New Roman" panose="02020603050405020304" pitchFamily="18" charset="0"/>
                <a:cs typeface="Times New Roman" panose="02020603050405020304" pitchFamily="18" charset="0"/>
              </a:rPr>
              <a:t>MICRO</a:t>
            </a:r>
            <a:r>
              <a:rPr lang="zh-CN" altLang="en-US" sz="2400" b="1" dirty="0">
                <a:latin typeface="Times New Roman" panose="02020603050405020304" pitchFamily="18" charset="0"/>
                <a:cs typeface="Times New Roman" panose="02020603050405020304" pitchFamily="18" charset="0"/>
              </a:rPr>
              <a:t>、</a:t>
            </a:r>
            <a:r>
              <a:rPr lang="en-US" altLang="zh-CN" sz="2400" b="1" dirty="0">
                <a:latin typeface="Times New Roman" panose="02020603050405020304" pitchFamily="18" charset="0"/>
                <a:cs typeface="Times New Roman" panose="02020603050405020304" pitchFamily="18" charset="0"/>
              </a:rPr>
              <a:t>HPCA</a:t>
            </a:r>
            <a:r>
              <a:rPr lang="zh-CN" altLang="en-US" sz="2400" b="1" dirty="0">
                <a:latin typeface="Times New Roman" panose="02020603050405020304" pitchFamily="18" charset="0"/>
                <a:cs typeface="Times New Roman" panose="02020603050405020304" pitchFamily="18" charset="0"/>
              </a:rPr>
              <a:t>、</a:t>
            </a:r>
            <a:r>
              <a:rPr lang="en-US" altLang="zh-CN" sz="2400" b="1" dirty="0">
                <a:latin typeface="Times New Roman" panose="02020603050405020304" pitchFamily="18" charset="0"/>
                <a:cs typeface="Times New Roman" panose="02020603050405020304" pitchFamily="18" charset="0"/>
              </a:rPr>
              <a:t>SC</a:t>
            </a:r>
            <a:r>
              <a:rPr lang="zh-CN" altLang="en-US" sz="2400" b="1" dirty="0">
                <a:latin typeface="Times New Roman" panose="02020603050405020304" pitchFamily="18" charset="0"/>
                <a:cs typeface="Times New Roman" panose="02020603050405020304" pitchFamily="18" charset="0"/>
              </a:rPr>
              <a:t>等），按主题选</a:t>
            </a:r>
            <a:r>
              <a:rPr lang="en-US" altLang="zh-CN" sz="2400" b="1" dirty="0">
                <a:latin typeface="Times New Roman" panose="02020603050405020304" pitchFamily="18" charset="0"/>
                <a:cs typeface="Times New Roman" panose="02020603050405020304" pitchFamily="18" charset="0"/>
              </a:rPr>
              <a:t>3-5</a:t>
            </a:r>
            <a:r>
              <a:rPr lang="zh-CN" altLang="en-US" sz="2400" b="1" dirty="0">
                <a:latin typeface="Times New Roman" panose="02020603050405020304" pitchFamily="18" charset="0"/>
                <a:cs typeface="Times New Roman" panose="02020603050405020304" pitchFamily="18" charset="0"/>
              </a:rPr>
              <a:t>篇来写 ；</a:t>
            </a:r>
            <a:endParaRPr lang="en-US" altLang="zh-CN" sz="2400" b="1" dirty="0">
              <a:latin typeface="Times New Roman" panose="02020603050405020304" pitchFamily="18" charset="0"/>
              <a:cs typeface="Times New Roman" panose="02020603050405020304" pitchFamily="18" charset="0"/>
            </a:endParaRPr>
          </a:p>
          <a:p>
            <a:pPr marL="702000" algn="just">
              <a:buFont typeface="Wingdings" panose="05000000000000000000" pitchFamily="2" charset="2"/>
              <a:buChar char="ü"/>
            </a:pPr>
            <a:r>
              <a:rPr lang="en-US" altLang="zh-CN" sz="2400" b="1" dirty="0">
                <a:latin typeface="Times New Roman" panose="02020603050405020304" pitchFamily="18" charset="0"/>
                <a:cs typeface="Times New Roman" panose="02020603050405020304" pitchFamily="18" charset="0"/>
              </a:rPr>
              <a:t>10</a:t>
            </a:r>
            <a:r>
              <a:rPr lang="zh-CN" altLang="en-US" sz="2400" b="1" dirty="0">
                <a:latin typeface="Times New Roman" panose="02020603050405020304" pitchFamily="18" charset="0"/>
                <a:cs typeface="Times New Roman" panose="02020603050405020304" pitchFamily="18" charset="0"/>
              </a:rPr>
              <a:t>月</a:t>
            </a:r>
            <a:r>
              <a:rPr lang="en-US" altLang="zh-CN" sz="2400" b="1" dirty="0">
                <a:latin typeface="Times New Roman" panose="02020603050405020304" pitchFamily="18" charset="0"/>
                <a:cs typeface="Times New Roman" panose="02020603050405020304" pitchFamily="18" charset="0"/>
              </a:rPr>
              <a:t>18</a:t>
            </a:r>
            <a:r>
              <a:rPr lang="zh-CN" altLang="en-US" sz="2400" b="1" dirty="0">
                <a:latin typeface="Times New Roman" panose="02020603050405020304" pitchFamily="18" charset="0"/>
                <a:cs typeface="Times New Roman" panose="02020603050405020304" pitchFamily="18" charset="0"/>
              </a:rPr>
              <a:t>日之前提交给助教（一班徐一夫、二班郑翔宇、三班王永琪）。</a:t>
            </a:r>
            <a:endParaRPr lang="en-US" altLang="zh-CN" sz="2400" b="1" dirty="0">
              <a:latin typeface="Times New Roman" panose="02020603050405020304" pitchFamily="18" charset="0"/>
              <a:cs typeface="Times New Roman" panose="02020603050405020304" pitchFamily="18" charset="0"/>
            </a:endParaRPr>
          </a:p>
          <a:p>
            <a:pPr marL="0" indent="0">
              <a:buNone/>
            </a:pPr>
            <a:endParaRPr lang="en-US" altLang="zh-CN" sz="2400" b="1" dirty="0">
              <a:latin typeface="Times New Roman" panose="02020603050405020304" pitchFamily="18" charset="0"/>
              <a:cs typeface="Times New Roman" panose="02020603050405020304" pitchFamily="18" charset="0"/>
            </a:endParaRPr>
          </a:p>
          <a:p>
            <a:pPr marL="0" indent="0">
              <a:buNone/>
            </a:pPr>
            <a:endParaRPr lang="zh-CN" altLang="zh-CN" sz="2400" b="1" dirty="0">
              <a:latin typeface="Times New Roman" panose="02020603050405020304" pitchFamily="18" charset="0"/>
              <a:cs typeface="Times New Roman" panose="02020603050405020304" pitchFamily="18" charset="0"/>
            </a:endParaRPr>
          </a:p>
          <a:p>
            <a:pPr marL="0" indent="0">
              <a:buNone/>
            </a:pPr>
            <a:endParaRPr lang="zh-CN" altLang="en-US" sz="2400" dirty="0">
              <a:latin typeface="Times New Roman" panose="02020603050405020304" pitchFamily="18" charset="0"/>
              <a:cs typeface="Times New Roman" panose="02020603050405020304" pitchFamily="18" charset="0"/>
            </a:endParaRPr>
          </a:p>
        </p:txBody>
      </p:sp>
      <p:sp>
        <p:nvSpPr>
          <p:cNvPr id="2" name="日期占位符 1">
            <a:extLst>
              <a:ext uri="{FF2B5EF4-FFF2-40B4-BE49-F238E27FC236}">
                <a16:creationId xmlns:a16="http://schemas.microsoft.com/office/drawing/2014/main" id="{668A1123-7801-1B85-0BF1-3E1C8EC53344}"/>
              </a:ext>
            </a:extLst>
          </p:cNvPr>
          <p:cNvSpPr>
            <a:spLocks noGrp="1"/>
          </p:cNvSpPr>
          <p:nvPr>
            <p:ph type="dt" sz="half" idx="10"/>
          </p:nvPr>
        </p:nvSpPr>
        <p:spPr/>
        <p:txBody>
          <a:bodyPr/>
          <a:lstStyle/>
          <a:p>
            <a:pPr>
              <a:defRPr/>
            </a:pPr>
            <a:fld id="{08B941C9-5F0D-415C-AE53-387805773B7B}" type="datetime1">
              <a:rPr lang="zh-CN" altLang="en-US" smtClean="0"/>
              <a:t>2025/10/16</a:t>
            </a:fld>
            <a:endParaRPr lang="en-US" altLang="zh-CN"/>
          </a:p>
        </p:txBody>
      </p:sp>
      <p:sp>
        <p:nvSpPr>
          <p:cNvPr id="4" name="页脚占位符 3">
            <a:extLst>
              <a:ext uri="{FF2B5EF4-FFF2-40B4-BE49-F238E27FC236}">
                <a16:creationId xmlns:a16="http://schemas.microsoft.com/office/drawing/2014/main" id="{2085FE04-6C11-D63C-CEC9-34D38B5660C6}"/>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5" name="灯片编号占位符 4">
            <a:extLst>
              <a:ext uri="{FF2B5EF4-FFF2-40B4-BE49-F238E27FC236}">
                <a16:creationId xmlns:a16="http://schemas.microsoft.com/office/drawing/2014/main" id="{2EABF066-03B5-2B1D-5B38-0696098CA58D}"/>
              </a:ext>
            </a:extLst>
          </p:cNvPr>
          <p:cNvSpPr>
            <a:spLocks noGrp="1"/>
          </p:cNvSpPr>
          <p:nvPr>
            <p:ph type="sldNum" sz="quarter" idx="12"/>
          </p:nvPr>
        </p:nvSpPr>
        <p:spPr/>
        <p:txBody>
          <a:bodyPr/>
          <a:lstStyle/>
          <a:p>
            <a:pPr>
              <a:defRPr/>
            </a:pPr>
            <a:fld id="{8BCAC33D-D29A-48B3-BCD6-381D3D720D26}" type="slidenum">
              <a:rPr lang="zh-CN" altLang="en-US" smtClean="0"/>
              <a:t>31</a:t>
            </a:fld>
            <a:endParaRPr lang="en-US" altLang="zh-CN"/>
          </a:p>
        </p:txBody>
      </p:sp>
    </p:spTree>
    <p:extLst>
      <p:ext uri="{BB962C8B-B14F-4D97-AF65-F5344CB8AC3E}">
        <p14:creationId xmlns:p14="http://schemas.microsoft.com/office/powerpoint/2010/main" val="294444323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62" name="Picture 2" descr="arch66">
            <a:hlinkClick r:id="rId3" action="ppaction://hlinksldjump"/>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4400" y="636588"/>
            <a:ext cx="7315200" cy="558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日期占位符 1">
            <a:extLst>
              <a:ext uri="{FF2B5EF4-FFF2-40B4-BE49-F238E27FC236}">
                <a16:creationId xmlns:a16="http://schemas.microsoft.com/office/drawing/2014/main" id="{439FCDFC-FB45-31FF-A01E-B5E1E36503D7}"/>
              </a:ext>
            </a:extLst>
          </p:cNvPr>
          <p:cNvSpPr>
            <a:spLocks noGrp="1"/>
          </p:cNvSpPr>
          <p:nvPr>
            <p:ph type="dt" sz="half" idx="10"/>
          </p:nvPr>
        </p:nvSpPr>
        <p:spPr/>
        <p:txBody>
          <a:bodyPr/>
          <a:lstStyle/>
          <a:p>
            <a:pPr>
              <a:defRPr/>
            </a:pPr>
            <a:fld id="{44AC0ACC-FABE-4659-B3D2-9C3189F15D69}" type="datetime1">
              <a:rPr lang="zh-CN" altLang="en-US" smtClean="0"/>
              <a:t>2025/10/16</a:t>
            </a:fld>
            <a:endParaRPr lang="en-US" altLang="zh-CN"/>
          </a:p>
        </p:txBody>
      </p:sp>
      <p:sp>
        <p:nvSpPr>
          <p:cNvPr id="3" name="页脚占位符 2">
            <a:extLst>
              <a:ext uri="{FF2B5EF4-FFF2-40B4-BE49-F238E27FC236}">
                <a16:creationId xmlns:a16="http://schemas.microsoft.com/office/drawing/2014/main" id="{00D7650F-4EFC-E47C-770C-E0F1C5A52DBA}"/>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BBE78CCC-AF7D-3594-4A39-F42719CD7222}"/>
              </a:ext>
            </a:extLst>
          </p:cNvPr>
          <p:cNvSpPr>
            <a:spLocks noGrp="1"/>
          </p:cNvSpPr>
          <p:nvPr>
            <p:ph type="sldNum" sz="quarter" idx="12"/>
          </p:nvPr>
        </p:nvSpPr>
        <p:spPr/>
        <p:txBody>
          <a:bodyPr/>
          <a:lstStyle/>
          <a:p>
            <a:pPr>
              <a:defRPr/>
            </a:pPr>
            <a:fld id="{65B7EA61-351E-4105-9AD9-76D38C6E9934}" type="slidenum">
              <a:rPr lang="zh-CN" altLang="en-US" smtClean="0"/>
              <a:t>32</a:t>
            </a:fld>
            <a:endParaRPr lang="en-US" altLang="zh-CN"/>
          </a:p>
        </p:txBody>
      </p:sp>
    </p:spTree>
    <p:extLst>
      <p:ext uri="{BB962C8B-B14F-4D97-AF65-F5344CB8AC3E}">
        <p14:creationId xmlns:p14="http://schemas.microsoft.com/office/powerpoint/2010/main" val="564439277"/>
      </p:ext>
    </p:extLst>
  </p:cSld>
  <p:clrMapOvr>
    <a:masterClrMapping/>
  </p:clrMapOvr>
  <p:transition spd="slow" advClick="0"/>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3">
            <a:hlinkClick r:id="" action="ppaction://noaction"/>
          </p:cNvPr>
          <p:cNvSpPr>
            <a:spLocks noChangeArrowheads="1"/>
          </p:cNvSpPr>
          <p:nvPr/>
        </p:nvSpPr>
        <p:spPr bwMode="auto">
          <a:xfrm>
            <a:off x="0" y="0"/>
            <a:ext cx="9144000" cy="68580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pic>
        <p:nvPicPr>
          <p:cNvPr id="41987" name="Picture 2" descr="arch67">
            <a:hlinkClick r:id="rId3" action="ppaction://hlinksldjump"/>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5800" y="1360488"/>
            <a:ext cx="7772400" cy="413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日期占位符 1">
            <a:extLst>
              <a:ext uri="{FF2B5EF4-FFF2-40B4-BE49-F238E27FC236}">
                <a16:creationId xmlns:a16="http://schemas.microsoft.com/office/drawing/2014/main" id="{205A902B-840F-8D3B-753B-6BBE8D48DAB8}"/>
              </a:ext>
            </a:extLst>
          </p:cNvPr>
          <p:cNvSpPr>
            <a:spLocks noGrp="1"/>
          </p:cNvSpPr>
          <p:nvPr>
            <p:ph type="dt" sz="half" idx="10"/>
          </p:nvPr>
        </p:nvSpPr>
        <p:spPr/>
        <p:txBody>
          <a:bodyPr/>
          <a:lstStyle/>
          <a:p>
            <a:pPr>
              <a:defRPr/>
            </a:pPr>
            <a:fld id="{34183AE9-38AE-4568-9532-490360895006}" type="datetime1">
              <a:rPr lang="zh-CN" altLang="en-US" smtClean="0"/>
              <a:t>2025/10/16</a:t>
            </a:fld>
            <a:endParaRPr lang="en-US" altLang="zh-CN"/>
          </a:p>
        </p:txBody>
      </p:sp>
      <p:sp>
        <p:nvSpPr>
          <p:cNvPr id="3" name="页脚占位符 2">
            <a:extLst>
              <a:ext uri="{FF2B5EF4-FFF2-40B4-BE49-F238E27FC236}">
                <a16:creationId xmlns:a16="http://schemas.microsoft.com/office/drawing/2014/main" id="{E3479BB6-FD80-831F-9991-A640D1DE8537}"/>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1B29C54E-5F1D-2762-D8A1-8D30B97EB081}"/>
              </a:ext>
            </a:extLst>
          </p:cNvPr>
          <p:cNvSpPr>
            <a:spLocks noGrp="1"/>
          </p:cNvSpPr>
          <p:nvPr>
            <p:ph type="sldNum" sz="quarter" idx="12"/>
          </p:nvPr>
        </p:nvSpPr>
        <p:spPr/>
        <p:txBody>
          <a:bodyPr/>
          <a:lstStyle/>
          <a:p>
            <a:pPr>
              <a:defRPr/>
            </a:pPr>
            <a:fld id="{65B7EA61-351E-4105-9AD9-76D38C6E9934}" type="slidenum">
              <a:rPr lang="zh-CN" altLang="en-US" smtClean="0"/>
              <a:t>33</a:t>
            </a:fld>
            <a:endParaRPr lang="en-US" altLang="zh-CN"/>
          </a:p>
        </p:txBody>
      </p:sp>
    </p:spTree>
    <p:extLst>
      <p:ext uri="{BB962C8B-B14F-4D97-AF65-F5344CB8AC3E}">
        <p14:creationId xmlns:p14="http://schemas.microsoft.com/office/powerpoint/2010/main" val="4179725190"/>
      </p:ext>
    </p:extLst>
  </p:cSld>
  <p:clrMapOvr>
    <a:masterClrMapping/>
  </p:clrMapOvr>
  <p:transition spd="slow" advClick="0"/>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3">
            <a:hlinkClick r:id="" action="ppaction://noaction"/>
          </p:cNvPr>
          <p:cNvSpPr>
            <a:spLocks noChangeArrowheads="1"/>
          </p:cNvSpPr>
          <p:nvPr/>
        </p:nvSpPr>
        <p:spPr bwMode="auto">
          <a:xfrm>
            <a:off x="0" y="0"/>
            <a:ext cx="9144000" cy="68580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pic>
        <p:nvPicPr>
          <p:cNvPr id="44035" name="Picture 2" descr="arch68">
            <a:hlinkClick r:id="rId3" action="ppaction://hlinksldjump"/>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43000" y="657225"/>
            <a:ext cx="6858000" cy="554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日期占位符 1">
            <a:extLst>
              <a:ext uri="{FF2B5EF4-FFF2-40B4-BE49-F238E27FC236}">
                <a16:creationId xmlns:a16="http://schemas.microsoft.com/office/drawing/2014/main" id="{99B8411A-8960-1A08-5CCD-300E92D29356}"/>
              </a:ext>
            </a:extLst>
          </p:cNvPr>
          <p:cNvSpPr>
            <a:spLocks noGrp="1"/>
          </p:cNvSpPr>
          <p:nvPr>
            <p:ph type="dt" sz="half" idx="10"/>
          </p:nvPr>
        </p:nvSpPr>
        <p:spPr/>
        <p:txBody>
          <a:bodyPr/>
          <a:lstStyle/>
          <a:p>
            <a:pPr>
              <a:defRPr/>
            </a:pPr>
            <a:fld id="{5699B2EB-7B6B-4744-9070-8433D80EF45E}" type="datetime1">
              <a:rPr lang="zh-CN" altLang="en-US" smtClean="0"/>
              <a:t>2025/10/16</a:t>
            </a:fld>
            <a:endParaRPr lang="en-US" altLang="zh-CN"/>
          </a:p>
        </p:txBody>
      </p:sp>
      <p:sp>
        <p:nvSpPr>
          <p:cNvPr id="3" name="页脚占位符 2">
            <a:extLst>
              <a:ext uri="{FF2B5EF4-FFF2-40B4-BE49-F238E27FC236}">
                <a16:creationId xmlns:a16="http://schemas.microsoft.com/office/drawing/2014/main" id="{10BF0091-DBF8-7000-D226-B3019DE126C2}"/>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AADA123B-2BB3-D507-CA05-559D1C183201}"/>
              </a:ext>
            </a:extLst>
          </p:cNvPr>
          <p:cNvSpPr>
            <a:spLocks noGrp="1"/>
          </p:cNvSpPr>
          <p:nvPr>
            <p:ph type="sldNum" sz="quarter" idx="12"/>
          </p:nvPr>
        </p:nvSpPr>
        <p:spPr/>
        <p:txBody>
          <a:bodyPr/>
          <a:lstStyle/>
          <a:p>
            <a:pPr>
              <a:defRPr/>
            </a:pPr>
            <a:fld id="{65B7EA61-351E-4105-9AD9-76D38C6E9934}" type="slidenum">
              <a:rPr lang="zh-CN" altLang="en-US" smtClean="0"/>
              <a:t>34</a:t>
            </a:fld>
            <a:endParaRPr lang="en-US" altLang="zh-CN"/>
          </a:p>
        </p:txBody>
      </p:sp>
    </p:spTree>
    <p:extLst>
      <p:ext uri="{BB962C8B-B14F-4D97-AF65-F5344CB8AC3E}">
        <p14:creationId xmlns:p14="http://schemas.microsoft.com/office/powerpoint/2010/main" val="2611144584"/>
      </p:ext>
    </p:extLst>
  </p:cSld>
  <p:clrMapOvr>
    <a:masterClrMapping/>
  </p:clrMapOvr>
  <p:transition spd="slow" advClick="0"/>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ext Box 4"/>
          <p:cNvSpPr txBox="1">
            <a:spLocks noChangeArrowheads="1"/>
          </p:cNvSpPr>
          <p:nvPr/>
        </p:nvSpPr>
        <p:spPr bwMode="auto">
          <a:xfrm>
            <a:off x="406400" y="1590675"/>
            <a:ext cx="15240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itchFamily="34" charset="0"/>
                <a:ea typeface="宋体" charset="-122"/>
              </a:defRPr>
            </a:lvl1pPr>
            <a:lvl2pPr marL="742950" indent="-285750" eaLnBrk="0" hangingPunct="0">
              <a:defRPr>
                <a:solidFill>
                  <a:schemeClr val="tx1"/>
                </a:solidFill>
                <a:latin typeface="Calibri" pitchFamily="34" charset="0"/>
                <a:ea typeface="宋体" charset="-122"/>
              </a:defRPr>
            </a:lvl2pPr>
            <a:lvl3pPr marL="1143000" indent="-228600" eaLnBrk="0" hangingPunct="0">
              <a:defRPr>
                <a:solidFill>
                  <a:schemeClr val="tx1"/>
                </a:solidFill>
                <a:latin typeface="Calibri" pitchFamily="34" charset="0"/>
                <a:ea typeface="宋体" charset="-122"/>
              </a:defRPr>
            </a:lvl3pPr>
            <a:lvl4pPr marL="1600200" indent="-228600" eaLnBrk="0" hangingPunct="0">
              <a:defRPr>
                <a:solidFill>
                  <a:schemeClr val="tx1"/>
                </a:solidFill>
                <a:latin typeface="Calibri" pitchFamily="34" charset="0"/>
                <a:ea typeface="宋体" charset="-122"/>
              </a:defRPr>
            </a:lvl4pPr>
            <a:lvl5pPr marL="2057400" indent="-228600" eaLnBrk="0" hangingPunct="0">
              <a:defRPr>
                <a:solidFill>
                  <a:schemeClr val="tx1"/>
                </a:solidFill>
                <a:latin typeface="Calibri" pitchFamily="34" charset="0"/>
                <a:ea typeface="宋体" charset="-122"/>
              </a:defRPr>
            </a:lvl5pPr>
            <a:lvl6pPr marL="2514600" indent="-228600" eaLnBrk="0" fontAlgn="base" hangingPunct="0">
              <a:spcBef>
                <a:spcPct val="0"/>
              </a:spcBef>
              <a:spcAft>
                <a:spcPct val="0"/>
              </a:spcAft>
              <a:defRPr>
                <a:solidFill>
                  <a:schemeClr val="tx1"/>
                </a:solidFill>
                <a:latin typeface="Calibri" pitchFamily="34" charset="0"/>
                <a:ea typeface="宋体" charset="-122"/>
              </a:defRPr>
            </a:lvl6pPr>
            <a:lvl7pPr marL="2971800" indent="-228600" eaLnBrk="0" fontAlgn="base" hangingPunct="0">
              <a:spcBef>
                <a:spcPct val="0"/>
              </a:spcBef>
              <a:spcAft>
                <a:spcPct val="0"/>
              </a:spcAft>
              <a:defRPr>
                <a:solidFill>
                  <a:schemeClr val="tx1"/>
                </a:solidFill>
                <a:latin typeface="Calibri" pitchFamily="34" charset="0"/>
                <a:ea typeface="宋体" charset="-122"/>
              </a:defRPr>
            </a:lvl7pPr>
            <a:lvl8pPr marL="3429000" indent="-228600" eaLnBrk="0" fontAlgn="base" hangingPunct="0">
              <a:spcBef>
                <a:spcPct val="0"/>
              </a:spcBef>
              <a:spcAft>
                <a:spcPct val="0"/>
              </a:spcAft>
              <a:defRPr>
                <a:solidFill>
                  <a:schemeClr val="tx1"/>
                </a:solidFill>
                <a:latin typeface="Calibri" pitchFamily="34" charset="0"/>
                <a:ea typeface="宋体" charset="-122"/>
              </a:defRPr>
            </a:lvl8pPr>
            <a:lvl9pPr marL="3886200" indent="-228600" eaLnBrk="0" fontAlgn="base" hangingPunct="0">
              <a:spcBef>
                <a:spcPct val="0"/>
              </a:spcBef>
              <a:spcAft>
                <a:spcPct val="0"/>
              </a:spcAft>
              <a:defRPr>
                <a:solidFill>
                  <a:schemeClr val="tx1"/>
                </a:solidFill>
                <a:latin typeface="Calibri" pitchFamily="34" charset="0"/>
                <a:ea typeface="宋体" charset="-122"/>
              </a:defRPr>
            </a:lvl9pPr>
          </a:lstStyle>
          <a:p>
            <a:pPr eaLnBrk="1" hangingPunct="1">
              <a:spcBef>
                <a:spcPct val="50000"/>
              </a:spcBef>
            </a:pPr>
            <a:r>
              <a:rPr kumimoji="1" lang="zh-CN" altLang="en-US" sz="1800" b="1">
                <a:solidFill>
                  <a:srgbClr val="E24C05"/>
                </a:solidFill>
                <a:latin typeface="宋体" charset="-122"/>
              </a:rPr>
              <a:t>流 水 段</a:t>
            </a:r>
          </a:p>
        </p:txBody>
      </p:sp>
      <p:sp>
        <p:nvSpPr>
          <p:cNvPr id="45059" name="Text Box 5"/>
          <p:cNvSpPr txBox="1">
            <a:spLocks noChangeArrowheads="1"/>
          </p:cNvSpPr>
          <p:nvPr/>
        </p:nvSpPr>
        <p:spPr bwMode="auto">
          <a:xfrm>
            <a:off x="3856038" y="1604963"/>
            <a:ext cx="2544762"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itchFamily="34" charset="0"/>
                <a:ea typeface="宋体" charset="-122"/>
              </a:defRPr>
            </a:lvl1pPr>
            <a:lvl2pPr marL="742950" indent="-285750" eaLnBrk="0" hangingPunct="0">
              <a:defRPr>
                <a:solidFill>
                  <a:schemeClr val="tx1"/>
                </a:solidFill>
                <a:latin typeface="Calibri" pitchFamily="34" charset="0"/>
                <a:ea typeface="宋体" charset="-122"/>
              </a:defRPr>
            </a:lvl2pPr>
            <a:lvl3pPr marL="1143000" indent="-228600" eaLnBrk="0" hangingPunct="0">
              <a:defRPr>
                <a:solidFill>
                  <a:schemeClr val="tx1"/>
                </a:solidFill>
                <a:latin typeface="Calibri" pitchFamily="34" charset="0"/>
                <a:ea typeface="宋体" charset="-122"/>
              </a:defRPr>
            </a:lvl3pPr>
            <a:lvl4pPr marL="1600200" indent="-228600" eaLnBrk="0" hangingPunct="0">
              <a:defRPr>
                <a:solidFill>
                  <a:schemeClr val="tx1"/>
                </a:solidFill>
                <a:latin typeface="Calibri" pitchFamily="34" charset="0"/>
                <a:ea typeface="宋体" charset="-122"/>
              </a:defRPr>
            </a:lvl4pPr>
            <a:lvl5pPr marL="2057400" indent="-228600" eaLnBrk="0" hangingPunct="0">
              <a:defRPr>
                <a:solidFill>
                  <a:schemeClr val="tx1"/>
                </a:solidFill>
                <a:latin typeface="Calibri" pitchFamily="34" charset="0"/>
                <a:ea typeface="宋体" charset="-122"/>
              </a:defRPr>
            </a:lvl5pPr>
            <a:lvl6pPr marL="2514600" indent="-228600" eaLnBrk="0" fontAlgn="base" hangingPunct="0">
              <a:spcBef>
                <a:spcPct val="0"/>
              </a:spcBef>
              <a:spcAft>
                <a:spcPct val="0"/>
              </a:spcAft>
              <a:defRPr>
                <a:solidFill>
                  <a:schemeClr val="tx1"/>
                </a:solidFill>
                <a:latin typeface="Calibri" pitchFamily="34" charset="0"/>
                <a:ea typeface="宋体" charset="-122"/>
              </a:defRPr>
            </a:lvl6pPr>
            <a:lvl7pPr marL="2971800" indent="-228600" eaLnBrk="0" fontAlgn="base" hangingPunct="0">
              <a:spcBef>
                <a:spcPct val="0"/>
              </a:spcBef>
              <a:spcAft>
                <a:spcPct val="0"/>
              </a:spcAft>
              <a:defRPr>
                <a:solidFill>
                  <a:schemeClr val="tx1"/>
                </a:solidFill>
                <a:latin typeface="Calibri" pitchFamily="34" charset="0"/>
                <a:ea typeface="宋体" charset="-122"/>
              </a:defRPr>
            </a:lvl7pPr>
            <a:lvl8pPr marL="3429000" indent="-228600" eaLnBrk="0" fontAlgn="base" hangingPunct="0">
              <a:spcBef>
                <a:spcPct val="0"/>
              </a:spcBef>
              <a:spcAft>
                <a:spcPct val="0"/>
              </a:spcAft>
              <a:defRPr>
                <a:solidFill>
                  <a:schemeClr val="tx1"/>
                </a:solidFill>
                <a:latin typeface="Calibri" pitchFamily="34" charset="0"/>
                <a:ea typeface="宋体" charset="-122"/>
              </a:defRPr>
            </a:lvl8pPr>
            <a:lvl9pPr marL="3886200" indent="-228600" eaLnBrk="0" fontAlgn="base" hangingPunct="0">
              <a:spcBef>
                <a:spcPct val="0"/>
              </a:spcBef>
              <a:spcAft>
                <a:spcPct val="0"/>
              </a:spcAft>
              <a:defRPr>
                <a:solidFill>
                  <a:schemeClr val="tx1"/>
                </a:solidFill>
                <a:latin typeface="Calibri" pitchFamily="34" charset="0"/>
                <a:ea typeface="宋体" charset="-122"/>
              </a:defRPr>
            </a:lvl9pPr>
          </a:lstStyle>
          <a:p>
            <a:pPr eaLnBrk="1" hangingPunct="1">
              <a:spcBef>
                <a:spcPct val="50000"/>
              </a:spcBef>
            </a:pPr>
            <a:r>
              <a:rPr kumimoji="1" lang="zh-CN" altLang="en-US" sz="1800" b="1">
                <a:solidFill>
                  <a:srgbClr val="E24C05"/>
                </a:solidFill>
                <a:latin typeface="宋体" charset="-122"/>
              </a:rPr>
              <a:t>分 支 指 令 操 作</a:t>
            </a:r>
          </a:p>
        </p:txBody>
      </p:sp>
      <p:sp>
        <p:nvSpPr>
          <p:cNvPr id="45060" name="Line 6"/>
          <p:cNvSpPr>
            <a:spLocks noChangeShapeType="1"/>
          </p:cNvSpPr>
          <p:nvPr/>
        </p:nvSpPr>
        <p:spPr bwMode="auto">
          <a:xfrm>
            <a:off x="488950" y="2996952"/>
            <a:ext cx="83820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800"/>
          </a:p>
        </p:txBody>
      </p:sp>
      <p:sp>
        <p:nvSpPr>
          <p:cNvPr id="45061" name="Line 7"/>
          <p:cNvSpPr>
            <a:spLocks noChangeShapeType="1"/>
          </p:cNvSpPr>
          <p:nvPr/>
        </p:nvSpPr>
        <p:spPr bwMode="auto">
          <a:xfrm>
            <a:off x="400050" y="4581128"/>
            <a:ext cx="84201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800"/>
          </a:p>
        </p:txBody>
      </p:sp>
      <p:sp>
        <p:nvSpPr>
          <p:cNvPr id="45062" name="Text Box 8"/>
          <p:cNvSpPr txBox="1">
            <a:spLocks noChangeArrowheads="1"/>
          </p:cNvSpPr>
          <p:nvPr/>
        </p:nvSpPr>
        <p:spPr bwMode="auto">
          <a:xfrm>
            <a:off x="757237" y="2324427"/>
            <a:ext cx="5905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itchFamily="34" charset="0"/>
                <a:ea typeface="宋体" charset="-122"/>
              </a:defRPr>
            </a:lvl1pPr>
            <a:lvl2pPr marL="742950" indent="-285750" eaLnBrk="0" hangingPunct="0">
              <a:defRPr>
                <a:solidFill>
                  <a:schemeClr val="tx1"/>
                </a:solidFill>
                <a:latin typeface="Calibri" pitchFamily="34" charset="0"/>
                <a:ea typeface="宋体" charset="-122"/>
              </a:defRPr>
            </a:lvl2pPr>
            <a:lvl3pPr marL="1143000" indent="-228600" eaLnBrk="0" hangingPunct="0">
              <a:defRPr>
                <a:solidFill>
                  <a:schemeClr val="tx1"/>
                </a:solidFill>
                <a:latin typeface="Calibri" pitchFamily="34" charset="0"/>
                <a:ea typeface="宋体" charset="-122"/>
              </a:defRPr>
            </a:lvl3pPr>
            <a:lvl4pPr marL="1600200" indent="-228600" eaLnBrk="0" hangingPunct="0">
              <a:defRPr>
                <a:solidFill>
                  <a:schemeClr val="tx1"/>
                </a:solidFill>
                <a:latin typeface="Calibri" pitchFamily="34" charset="0"/>
                <a:ea typeface="宋体" charset="-122"/>
              </a:defRPr>
            </a:lvl4pPr>
            <a:lvl5pPr marL="2057400" indent="-228600" eaLnBrk="0" hangingPunct="0">
              <a:defRPr>
                <a:solidFill>
                  <a:schemeClr val="tx1"/>
                </a:solidFill>
                <a:latin typeface="Calibri" pitchFamily="34" charset="0"/>
                <a:ea typeface="宋体" charset="-122"/>
              </a:defRPr>
            </a:lvl5pPr>
            <a:lvl6pPr marL="2514600" indent="-228600" eaLnBrk="0" fontAlgn="base" hangingPunct="0">
              <a:spcBef>
                <a:spcPct val="0"/>
              </a:spcBef>
              <a:spcAft>
                <a:spcPct val="0"/>
              </a:spcAft>
              <a:defRPr>
                <a:solidFill>
                  <a:schemeClr val="tx1"/>
                </a:solidFill>
                <a:latin typeface="Calibri" pitchFamily="34" charset="0"/>
                <a:ea typeface="宋体" charset="-122"/>
              </a:defRPr>
            </a:lvl6pPr>
            <a:lvl7pPr marL="2971800" indent="-228600" eaLnBrk="0" fontAlgn="base" hangingPunct="0">
              <a:spcBef>
                <a:spcPct val="0"/>
              </a:spcBef>
              <a:spcAft>
                <a:spcPct val="0"/>
              </a:spcAft>
              <a:defRPr>
                <a:solidFill>
                  <a:schemeClr val="tx1"/>
                </a:solidFill>
                <a:latin typeface="Calibri" pitchFamily="34" charset="0"/>
                <a:ea typeface="宋体" charset="-122"/>
              </a:defRPr>
            </a:lvl7pPr>
            <a:lvl8pPr marL="3429000" indent="-228600" eaLnBrk="0" fontAlgn="base" hangingPunct="0">
              <a:spcBef>
                <a:spcPct val="0"/>
              </a:spcBef>
              <a:spcAft>
                <a:spcPct val="0"/>
              </a:spcAft>
              <a:defRPr>
                <a:solidFill>
                  <a:schemeClr val="tx1"/>
                </a:solidFill>
                <a:latin typeface="Calibri" pitchFamily="34" charset="0"/>
                <a:ea typeface="宋体" charset="-122"/>
              </a:defRPr>
            </a:lvl8pPr>
            <a:lvl9pPr marL="3886200" indent="-228600" eaLnBrk="0" fontAlgn="base" hangingPunct="0">
              <a:spcBef>
                <a:spcPct val="0"/>
              </a:spcBef>
              <a:spcAft>
                <a:spcPct val="0"/>
              </a:spcAft>
              <a:defRPr>
                <a:solidFill>
                  <a:schemeClr val="tx1"/>
                </a:solidFill>
                <a:latin typeface="Calibri" pitchFamily="34" charset="0"/>
                <a:ea typeface="宋体" charset="-122"/>
              </a:defRPr>
            </a:lvl9pPr>
          </a:lstStyle>
          <a:p>
            <a:pPr eaLnBrk="1" hangingPunct="1">
              <a:spcBef>
                <a:spcPct val="50000"/>
              </a:spcBef>
            </a:pPr>
            <a:r>
              <a:rPr kumimoji="1" lang="en-US" altLang="zh-CN" sz="1800" b="1" dirty="0">
                <a:solidFill>
                  <a:schemeClr val="hlink"/>
                </a:solidFill>
                <a:latin typeface="宋体" charset="-122"/>
              </a:rPr>
              <a:t>IF</a:t>
            </a:r>
          </a:p>
        </p:txBody>
      </p:sp>
      <p:sp>
        <p:nvSpPr>
          <p:cNvPr id="45063" name="Rectangle 9"/>
          <p:cNvSpPr>
            <a:spLocks noChangeArrowheads="1"/>
          </p:cNvSpPr>
          <p:nvPr/>
        </p:nvSpPr>
        <p:spPr bwMode="auto">
          <a:xfrm>
            <a:off x="800099" y="3454421"/>
            <a:ext cx="4159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1800" b="1" dirty="0">
                <a:solidFill>
                  <a:schemeClr val="hlink"/>
                </a:solidFill>
                <a:latin typeface="宋体" charset="-122"/>
              </a:rPr>
              <a:t>ID</a:t>
            </a:r>
          </a:p>
        </p:txBody>
      </p:sp>
      <p:sp>
        <p:nvSpPr>
          <p:cNvPr id="45064" name="Rectangle 10"/>
          <p:cNvSpPr>
            <a:spLocks noChangeArrowheads="1"/>
          </p:cNvSpPr>
          <p:nvPr/>
        </p:nvSpPr>
        <p:spPr bwMode="auto">
          <a:xfrm>
            <a:off x="800100" y="4797152"/>
            <a:ext cx="4159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1800" b="1" dirty="0">
                <a:solidFill>
                  <a:schemeClr val="hlink"/>
                </a:solidFill>
                <a:latin typeface="宋体" charset="-122"/>
              </a:rPr>
              <a:t>EX</a:t>
            </a:r>
          </a:p>
        </p:txBody>
      </p:sp>
      <p:sp>
        <p:nvSpPr>
          <p:cNvPr id="45065" name="Rectangle 11"/>
          <p:cNvSpPr>
            <a:spLocks noChangeArrowheads="1"/>
          </p:cNvSpPr>
          <p:nvPr/>
        </p:nvSpPr>
        <p:spPr bwMode="auto">
          <a:xfrm>
            <a:off x="1595301" y="2170769"/>
            <a:ext cx="7148513" cy="6740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1800" b="1" dirty="0">
                <a:latin typeface="宋体" charset="-122"/>
              </a:rPr>
              <a:t>IF/ID.IR ← </a:t>
            </a:r>
            <a:r>
              <a:rPr lang="en-US" altLang="zh-CN" sz="1800" b="1" dirty="0" err="1">
                <a:latin typeface="宋体" charset="-122"/>
              </a:rPr>
              <a:t>Mem</a:t>
            </a:r>
            <a:r>
              <a:rPr lang="en-US" altLang="zh-CN" sz="1800" b="1" dirty="0">
                <a:latin typeface="宋体" charset="-122"/>
              </a:rPr>
              <a:t>[PC]</a:t>
            </a:r>
            <a:r>
              <a:rPr lang="zh-CN" altLang="en-US" sz="1800" b="1" dirty="0">
                <a:latin typeface="宋体" charset="-122"/>
              </a:rPr>
              <a:t>；</a:t>
            </a:r>
          </a:p>
          <a:p>
            <a:pPr>
              <a:lnSpc>
                <a:spcPct val="110000"/>
              </a:lnSpc>
            </a:pPr>
            <a:r>
              <a:rPr lang="en-US" altLang="zh-CN" sz="1800" b="1" dirty="0">
                <a:latin typeface="宋体" charset="-122"/>
              </a:rPr>
              <a:t>IF/ID.NPC, PC ←</a:t>
            </a:r>
            <a:r>
              <a:rPr lang="zh-CN" altLang="en-US" sz="1800" b="1" dirty="0">
                <a:latin typeface="宋体" charset="-122"/>
              </a:rPr>
              <a:t> </a:t>
            </a:r>
            <a:r>
              <a:rPr lang="en-US" altLang="zh-CN" sz="1800" dirty="0">
                <a:latin typeface="宋体" charset="-122"/>
              </a:rPr>
              <a:t>(if ID/</a:t>
            </a:r>
            <a:r>
              <a:rPr lang="en-US" altLang="zh-CN" sz="1800" dirty="0" err="1">
                <a:latin typeface="宋体" charset="-122"/>
              </a:rPr>
              <a:t>EX.Cond</a:t>
            </a:r>
            <a:r>
              <a:rPr lang="en-US" altLang="zh-CN" sz="1800" dirty="0">
                <a:latin typeface="宋体" charset="-122"/>
              </a:rPr>
              <a:t> {ID/EX.NPC} else {PC+4})</a:t>
            </a:r>
            <a:r>
              <a:rPr lang="zh-CN" altLang="en-US" sz="1800" dirty="0">
                <a:latin typeface="宋体" charset="-122"/>
              </a:rPr>
              <a:t>；</a:t>
            </a:r>
            <a:r>
              <a:rPr lang="en-US" altLang="zh-CN" sz="1800" dirty="0">
                <a:latin typeface="宋体" charset="-122"/>
              </a:rPr>
              <a:t> </a:t>
            </a:r>
          </a:p>
        </p:txBody>
      </p:sp>
      <p:sp>
        <p:nvSpPr>
          <p:cNvPr id="45066" name="Line 12"/>
          <p:cNvSpPr>
            <a:spLocks noChangeShapeType="1"/>
          </p:cNvSpPr>
          <p:nvPr/>
        </p:nvSpPr>
        <p:spPr bwMode="auto">
          <a:xfrm>
            <a:off x="444500" y="5229200"/>
            <a:ext cx="83439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800"/>
          </a:p>
        </p:txBody>
      </p:sp>
      <p:sp>
        <p:nvSpPr>
          <p:cNvPr id="45067" name="Line 13"/>
          <p:cNvSpPr>
            <a:spLocks noChangeShapeType="1"/>
          </p:cNvSpPr>
          <p:nvPr/>
        </p:nvSpPr>
        <p:spPr bwMode="auto">
          <a:xfrm>
            <a:off x="438150" y="5805264"/>
            <a:ext cx="836295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800"/>
          </a:p>
        </p:txBody>
      </p:sp>
      <p:sp>
        <p:nvSpPr>
          <p:cNvPr id="45068" name="Text Box 14"/>
          <p:cNvSpPr txBox="1">
            <a:spLocks noChangeArrowheads="1"/>
          </p:cNvSpPr>
          <p:nvPr/>
        </p:nvSpPr>
        <p:spPr bwMode="auto">
          <a:xfrm>
            <a:off x="1616180" y="3037612"/>
            <a:ext cx="7389813"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itchFamily="34" charset="0"/>
                <a:ea typeface="宋体" charset="-122"/>
              </a:defRPr>
            </a:lvl1pPr>
            <a:lvl2pPr marL="742950" indent="-285750" eaLnBrk="0" hangingPunct="0">
              <a:defRPr>
                <a:solidFill>
                  <a:schemeClr val="tx1"/>
                </a:solidFill>
                <a:latin typeface="Calibri" pitchFamily="34" charset="0"/>
                <a:ea typeface="宋体" charset="-122"/>
              </a:defRPr>
            </a:lvl2pPr>
            <a:lvl3pPr marL="1143000" indent="-228600" eaLnBrk="0" hangingPunct="0">
              <a:defRPr>
                <a:solidFill>
                  <a:schemeClr val="tx1"/>
                </a:solidFill>
                <a:latin typeface="Calibri" pitchFamily="34" charset="0"/>
                <a:ea typeface="宋体" charset="-122"/>
              </a:defRPr>
            </a:lvl3pPr>
            <a:lvl4pPr marL="1600200" indent="-228600" eaLnBrk="0" hangingPunct="0">
              <a:defRPr>
                <a:solidFill>
                  <a:schemeClr val="tx1"/>
                </a:solidFill>
                <a:latin typeface="Calibri" pitchFamily="34" charset="0"/>
                <a:ea typeface="宋体" charset="-122"/>
              </a:defRPr>
            </a:lvl4pPr>
            <a:lvl5pPr marL="2057400" indent="-228600" eaLnBrk="0" hangingPunct="0">
              <a:defRPr>
                <a:solidFill>
                  <a:schemeClr val="tx1"/>
                </a:solidFill>
                <a:latin typeface="Calibri" pitchFamily="34" charset="0"/>
                <a:ea typeface="宋体" charset="-122"/>
              </a:defRPr>
            </a:lvl5pPr>
            <a:lvl6pPr marL="2514600" indent="-228600" eaLnBrk="0" fontAlgn="base" hangingPunct="0">
              <a:spcBef>
                <a:spcPct val="0"/>
              </a:spcBef>
              <a:spcAft>
                <a:spcPct val="0"/>
              </a:spcAft>
              <a:defRPr>
                <a:solidFill>
                  <a:schemeClr val="tx1"/>
                </a:solidFill>
                <a:latin typeface="Calibri" pitchFamily="34" charset="0"/>
                <a:ea typeface="宋体" charset="-122"/>
              </a:defRPr>
            </a:lvl6pPr>
            <a:lvl7pPr marL="2971800" indent="-228600" eaLnBrk="0" fontAlgn="base" hangingPunct="0">
              <a:spcBef>
                <a:spcPct val="0"/>
              </a:spcBef>
              <a:spcAft>
                <a:spcPct val="0"/>
              </a:spcAft>
              <a:defRPr>
                <a:solidFill>
                  <a:schemeClr val="tx1"/>
                </a:solidFill>
                <a:latin typeface="Calibri" pitchFamily="34" charset="0"/>
                <a:ea typeface="宋体" charset="-122"/>
              </a:defRPr>
            </a:lvl7pPr>
            <a:lvl8pPr marL="3429000" indent="-228600" eaLnBrk="0" fontAlgn="base" hangingPunct="0">
              <a:spcBef>
                <a:spcPct val="0"/>
              </a:spcBef>
              <a:spcAft>
                <a:spcPct val="0"/>
              </a:spcAft>
              <a:defRPr>
                <a:solidFill>
                  <a:schemeClr val="tx1"/>
                </a:solidFill>
                <a:latin typeface="Calibri" pitchFamily="34" charset="0"/>
                <a:ea typeface="宋体" charset="-122"/>
              </a:defRPr>
            </a:lvl8pPr>
            <a:lvl9pPr marL="3886200" indent="-228600" eaLnBrk="0" fontAlgn="base" hangingPunct="0">
              <a:spcBef>
                <a:spcPct val="0"/>
              </a:spcBef>
              <a:spcAft>
                <a:spcPct val="0"/>
              </a:spcAft>
              <a:defRPr>
                <a:solidFill>
                  <a:schemeClr val="tx1"/>
                </a:solidFill>
                <a:latin typeface="Calibri" pitchFamily="34" charset="0"/>
                <a:ea typeface="宋体" charset="-122"/>
              </a:defRPr>
            </a:lvl9pPr>
          </a:lstStyle>
          <a:p>
            <a:pPr eaLnBrk="1" hangingPunct="1"/>
            <a:r>
              <a:rPr kumimoji="1" lang="en-US" altLang="zh-CN" sz="1800" b="1" dirty="0">
                <a:latin typeface="宋体" charset="-122"/>
              </a:rPr>
              <a:t>ID/EX.A ←</a:t>
            </a:r>
            <a:r>
              <a:rPr kumimoji="1" lang="en-US" altLang="zh-CN" sz="1800" b="1" dirty="0" err="1">
                <a:latin typeface="宋体" charset="-122"/>
              </a:rPr>
              <a:t>Regs</a:t>
            </a:r>
            <a:r>
              <a:rPr kumimoji="1" lang="en-US" altLang="zh-CN" sz="1800" b="1" dirty="0">
                <a:latin typeface="宋体" charset="-122"/>
              </a:rPr>
              <a:t>[IF/ID.IR </a:t>
            </a:r>
            <a:r>
              <a:rPr kumimoji="1" lang="en-US" altLang="zh-CN" sz="1800" b="1" baseline="-25000" dirty="0">
                <a:latin typeface="宋体" charset="-122"/>
              </a:rPr>
              <a:t>6..10</a:t>
            </a:r>
            <a:r>
              <a:rPr kumimoji="1" lang="en-US" altLang="zh-CN" sz="1800" b="1" dirty="0">
                <a:latin typeface="宋体" charset="-122"/>
              </a:rPr>
              <a:t>]</a:t>
            </a:r>
            <a:r>
              <a:rPr kumimoji="1" lang="zh-CN" altLang="en-US" sz="1800" b="1" dirty="0">
                <a:latin typeface="宋体" charset="-122"/>
              </a:rPr>
              <a:t>； </a:t>
            </a:r>
            <a:r>
              <a:rPr kumimoji="1" lang="en-US" altLang="zh-CN" sz="1800" b="1" dirty="0">
                <a:latin typeface="宋体" charset="-122"/>
              </a:rPr>
              <a:t>ID/EX.B← </a:t>
            </a:r>
            <a:r>
              <a:rPr kumimoji="1" lang="en-US" altLang="zh-CN" sz="1800" b="1" dirty="0" err="1">
                <a:latin typeface="宋体" charset="-122"/>
              </a:rPr>
              <a:t>Regs</a:t>
            </a:r>
            <a:r>
              <a:rPr kumimoji="1" lang="en-US" altLang="zh-CN" sz="1800" b="1" dirty="0">
                <a:latin typeface="宋体" charset="-122"/>
              </a:rPr>
              <a:t>[IF/ID.IR</a:t>
            </a:r>
            <a:r>
              <a:rPr lang="en-US" altLang="zh-CN" sz="1800" baseline="-25000" dirty="0">
                <a:latin typeface="宋体" charset="-122"/>
              </a:rPr>
              <a:t> 11..15</a:t>
            </a:r>
            <a:r>
              <a:rPr kumimoji="1" lang="en-US" altLang="zh-CN" sz="1800" b="1" dirty="0">
                <a:latin typeface="宋体" charset="-122"/>
              </a:rPr>
              <a:t>]</a:t>
            </a:r>
            <a:r>
              <a:rPr kumimoji="1" lang="zh-CN" altLang="en-US" sz="1800" b="1" dirty="0">
                <a:latin typeface="宋体" charset="-122"/>
              </a:rPr>
              <a:t>；</a:t>
            </a:r>
          </a:p>
          <a:p>
            <a:pPr eaLnBrk="1" hangingPunct="1"/>
            <a:r>
              <a:rPr kumimoji="1" lang="en-US" altLang="zh-CN" sz="1800" b="1" dirty="0">
                <a:latin typeface="宋体" charset="-122"/>
              </a:rPr>
              <a:t>ID/EX.IR ← IF/ID.IR</a:t>
            </a:r>
            <a:r>
              <a:rPr kumimoji="1" lang="zh-CN" altLang="en-US" sz="1800" b="1" dirty="0">
                <a:latin typeface="宋体" charset="-122"/>
              </a:rPr>
              <a:t>；</a:t>
            </a:r>
          </a:p>
          <a:p>
            <a:pPr eaLnBrk="1" hangingPunct="1"/>
            <a:r>
              <a:rPr kumimoji="1" lang="en-US" altLang="zh-CN" sz="1800" b="1" dirty="0">
                <a:latin typeface="宋体" charset="-122"/>
              </a:rPr>
              <a:t>ID/</a:t>
            </a:r>
            <a:r>
              <a:rPr kumimoji="1" lang="en-US" altLang="zh-CN" sz="1800" b="1" dirty="0" err="1">
                <a:latin typeface="宋体" charset="-122"/>
              </a:rPr>
              <a:t>EX.Imm</a:t>
            </a:r>
            <a:r>
              <a:rPr kumimoji="1" lang="en-US" altLang="zh-CN" sz="1800" b="1" dirty="0">
                <a:latin typeface="宋体" charset="-122"/>
              </a:rPr>
              <a:t> ←</a:t>
            </a:r>
            <a:r>
              <a:rPr kumimoji="1" lang="zh-CN" altLang="en-US" sz="1800" b="1" dirty="0">
                <a:latin typeface="宋体" charset="-122"/>
              </a:rPr>
              <a:t>（</a:t>
            </a:r>
            <a:r>
              <a:rPr kumimoji="1" lang="en-US" altLang="zh-CN" sz="1800" b="1" dirty="0">
                <a:latin typeface="宋体" charset="-122"/>
              </a:rPr>
              <a:t>IF/ID.IR</a:t>
            </a:r>
            <a:r>
              <a:rPr kumimoji="1" lang="en-US" altLang="zh-CN" sz="1800" b="1" baseline="-25000" dirty="0">
                <a:latin typeface="宋体" charset="-122"/>
              </a:rPr>
              <a:t>16</a:t>
            </a:r>
            <a:r>
              <a:rPr kumimoji="1" lang="en-US" altLang="zh-CN" sz="1800" b="1" dirty="0">
                <a:latin typeface="宋体" charset="-122"/>
              </a:rPr>
              <a:t> </a:t>
            </a:r>
            <a:r>
              <a:rPr kumimoji="1" lang="zh-CN" altLang="en-US" sz="1800" b="1" dirty="0">
                <a:latin typeface="宋体" charset="-122"/>
              </a:rPr>
              <a:t>）</a:t>
            </a:r>
            <a:r>
              <a:rPr kumimoji="1" lang="en-US" altLang="zh-CN" sz="1800" b="1" baseline="30000" dirty="0">
                <a:latin typeface="宋体" charset="-122"/>
              </a:rPr>
              <a:t>16 </a:t>
            </a:r>
            <a:r>
              <a:rPr kumimoji="1" lang="en-US" altLang="zh-CN" sz="1800" b="1" dirty="0">
                <a:latin typeface="宋体" charset="-122"/>
              </a:rPr>
              <a:t>## IF/ID.</a:t>
            </a:r>
            <a:r>
              <a:rPr kumimoji="1" lang="pt-PT" altLang="zh-CN" sz="1800" b="1" dirty="0">
                <a:latin typeface="宋体" charset="-122"/>
              </a:rPr>
              <a:t>IR</a:t>
            </a:r>
            <a:r>
              <a:rPr kumimoji="1" lang="pt-PT" altLang="zh-CN" sz="1800" b="1" baseline="-25000" dirty="0">
                <a:latin typeface="宋体" charset="-122"/>
              </a:rPr>
              <a:t>16..31</a:t>
            </a:r>
            <a:r>
              <a:rPr kumimoji="1" lang="zh-CN" altLang="en-US" sz="1800" b="1" dirty="0">
                <a:latin typeface="宋体" charset="-122"/>
              </a:rPr>
              <a:t>； </a:t>
            </a:r>
            <a:endParaRPr kumimoji="1" lang="en-US" altLang="zh-CN" sz="1800" b="1" dirty="0">
              <a:latin typeface="宋体" charset="-122"/>
            </a:endParaRPr>
          </a:p>
          <a:p>
            <a:pPr eaLnBrk="1" hangingPunct="1"/>
            <a:r>
              <a:rPr kumimoji="1" lang="en-US" altLang="zh-CN" sz="1800" b="1" dirty="0">
                <a:solidFill>
                  <a:srgbClr val="C00000"/>
                </a:solidFill>
                <a:latin typeface="宋体" charset="-122"/>
              </a:rPr>
              <a:t>ID/</a:t>
            </a:r>
            <a:r>
              <a:rPr kumimoji="1" lang="en-US" altLang="zh-CN" sz="1800" b="1" dirty="0" err="1">
                <a:solidFill>
                  <a:srgbClr val="C00000"/>
                </a:solidFill>
                <a:latin typeface="宋体" charset="-122"/>
              </a:rPr>
              <a:t>EX.cond</a:t>
            </a:r>
            <a:r>
              <a:rPr lang="en-US" altLang="zh-CN" sz="1800" dirty="0">
                <a:solidFill>
                  <a:srgbClr val="C00000"/>
                </a:solidFill>
                <a:latin typeface="宋体" charset="-122"/>
              </a:rPr>
              <a:t> ← (</a:t>
            </a:r>
            <a:r>
              <a:rPr lang="en-US" altLang="zh-CN" sz="1800" dirty="0" err="1">
                <a:solidFill>
                  <a:srgbClr val="C00000"/>
                </a:solidFill>
                <a:latin typeface="宋体" charset="-122"/>
              </a:rPr>
              <a:t>Regs</a:t>
            </a:r>
            <a:r>
              <a:rPr lang="en-US" altLang="zh-CN" sz="1800" dirty="0">
                <a:solidFill>
                  <a:srgbClr val="C00000"/>
                </a:solidFill>
                <a:latin typeface="宋体" charset="-122"/>
              </a:rPr>
              <a:t>[IF/ID.IR</a:t>
            </a:r>
            <a:r>
              <a:rPr lang="en-US" altLang="zh-CN" sz="1800" baseline="-25000" dirty="0">
                <a:solidFill>
                  <a:srgbClr val="C00000"/>
                </a:solidFill>
                <a:latin typeface="宋体" charset="-122"/>
              </a:rPr>
              <a:t> 6..10</a:t>
            </a:r>
            <a:r>
              <a:rPr lang="en-US" altLang="zh-CN" sz="1800" dirty="0">
                <a:solidFill>
                  <a:srgbClr val="C00000"/>
                </a:solidFill>
                <a:latin typeface="宋体" charset="-122"/>
              </a:rPr>
              <a:t>] op 0)</a:t>
            </a:r>
            <a:r>
              <a:rPr lang="zh-CN" altLang="en-US" sz="1800" dirty="0">
                <a:solidFill>
                  <a:srgbClr val="C00000"/>
                </a:solidFill>
                <a:latin typeface="宋体" charset="-122"/>
              </a:rPr>
              <a:t>；</a:t>
            </a:r>
            <a:endParaRPr lang="en-US" altLang="zh-CN" sz="1800" dirty="0">
              <a:solidFill>
                <a:srgbClr val="C00000"/>
              </a:solidFill>
              <a:latin typeface="宋体" charset="-122"/>
            </a:endParaRPr>
          </a:p>
          <a:p>
            <a:pPr eaLnBrk="1" hangingPunct="1"/>
            <a:r>
              <a:rPr kumimoji="1" lang="en-US" altLang="zh-CN" sz="1800" b="1" dirty="0">
                <a:solidFill>
                  <a:srgbClr val="C00000"/>
                </a:solidFill>
                <a:latin typeface="宋体" charset="-122"/>
              </a:rPr>
              <a:t>ID/EX.NPC </a:t>
            </a:r>
            <a:r>
              <a:rPr lang="en-US" altLang="zh-CN" sz="1800" dirty="0">
                <a:solidFill>
                  <a:srgbClr val="C00000"/>
                </a:solidFill>
                <a:latin typeface="宋体" charset="-122"/>
              </a:rPr>
              <a:t>← IF/ID.NPC +(IF/ID.IR</a:t>
            </a:r>
            <a:r>
              <a:rPr lang="en-US" altLang="zh-CN" sz="1800" baseline="-25000" dirty="0">
                <a:solidFill>
                  <a:srgbClr val="C00000"/>
                </a:solidFill>
                <a:latin typeface="宋体" charset="-122"/>
              </a:rPr>
              <a:t>16</a:t>
            </a:r>
            <a:r>
              <a:rPr lang="en-US" altLang="zh-CN" sz="1800" dirty="0">
                <a:solidFill>
                  <a:srgbClr val="C00000"/>
                </a:solidFill>
                <a:latin typeface="宋体" charset="-122"/>
              </a:rPr>
              <a:t> )</a:t>
            </a:r>
            <a:r>
              <a:rPr lang="en-US" altLang="zh-CN" sz="1800" baseline="30000" dirty="0">
                <a:solidFill>
                  <a:srgbClr val="C00000"/>
                </a:solidFill>
                <a:latin typeface="宋体" charset="-122"/>
              </a:rPr>
              <a:t>16 </a:t>
            </a:r>
            <a:r>
              <a:rPr lang="en-US" altLang="zh-CN" sz="1800" dirty="0">
                <a:solidFill>
                  <a:srgbClr val="C00000"/>
                </a:solidFill>
                <a:latin typeface="宋体" charset="-122"/>
              </a:rPr>
              <a:t>## IF/ID.</a:t>
            </a:r>
            <a:r>
              <a:rPr lang="pt-PT" altLang="zh-CN" sz="1800" dirty="0">
                <a:solidFill>
                  <a:srgbClr val="C00000"/>
                </a:solidFill>
                <a:latin typeface="宋体" charset="-122"/>
              </a:rPr>
              <a:t>IR</a:t>
            </a:r>
            <a:r>
              <a:rPr lang="pt-PT" altLang="zh-CN" sz="1800" baseline="-25000" dirty="0">
                <a:solidFill>
                  <a:srgbClr val="C00000"/>
                </a:solidFill>
                <a:latin typeface="宋体" charset="-122"/>
              </a:rPr>
              <a:t>16..31</a:t>
            </a:r>
            <a:r>
              <a:rPr lang="zh-CN" altLang="en-US" sz="1800" dirty="0">
                <a:solidFill>
                  <a:srgbClr val="C00000"/>
                </a:solidFill>
                <a:latin typeface="宋体" charset="-122"/>
              </a:rPr>
              <a:t>； </a:t>
            </a:r>
            <a:endParaRPr kumimoji="1" lang="zh-CN" altLang="en-US" sz="1800" b="1" dirty="0">
              <a:solidFill>
                <a:srgbClr val="C00000"/>
              </a:solidFill>
              <a:latin typeface="宋体" charset="-122"/>
            </a:endParaRPr>
          </a:p>
        </p:txBody>
      </p:sp>
      <p:sp>
        <p:nvSpPr>
          <p:cNvPr id="45069" name="Rectangle 15"/>
          <p:cNvSpPr>
            <a:spLocks noChangeArrowheads="1"/>
          </p:cNvSpPr>
          <p:nvPr/>
        </p:nvSpPr>
        <p:spPr bwMode="auto">
          <a:xfrm>
            <a:off x="699815" y="5301208"/>
            <a:ext cx="6318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1800" b="1" dirty="0">
                <a:solidFill>
                  <a:schemeClr val="hlink"/>
                </a:solidFill>
                <a:latin typeface="宋体" charset="-122"/>
              </a:rPr>
              <a:t>MEM</a:t>
            </a:r>
          </a:p>
        </p:txBody>
      </p:sp>
      <p:sp>
        <p:nvSpPr>
          <p:cNvPr id="45070" name="Rectangle 16"/>
          <p:cNvSpPr>
            <a:spLocks noChangeArrowheads="1"/>
          </p:cNvSpPr>
          <p:nvPr/>
        </p:nvSpPr>
        <p:spPr bwMode="auto">
          <a:xfrm>
            <a:off x="793750" y="5942013"/>
            <a:ext cx="4159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1800" b="1">
                <a:solidFill>
                  <a:schemeClr val="hlink"/>
                </a:solidFill>
                <a:latin typeface="宋体" charset="-122"/>
              </a:rPr>
              <a:t>WB</a:t>
            </a:r>
          </a:p>
        </p:txBody>
      </p:sp>
      <p:sp>
        <p:nvSpPr>
          <p:cNvPr id="45071" name="Line 17"/>
          <p:cNvSpPr>
            <a:spLocks noChangeShapeType="1"/>
          </p:cNvSpPr>
          <p:nvPr/>
        </p:nvSpPr>
        <p:spPr bwMode="auto">
          <a:xfrm>
            <a:off x="488950" y="1524241"/>
            <a:ext cx="83820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800"/>
          </a:p>
        </p:txBody>
      </p:sp>
      <p:sp>
        <p:nvSpPr>
          <p:cNvPr id="45072" name="Line 18"/>
          <p:cNvSpPr>
            <a:spLocks noChangeShapeType="1"/>
          </p:cNvSpPr>
          <p:nvPr/>
        </p:nvSpPr>
        <p:spPr bwMode="auto">
          <a:xfrm>
            <a:off x="457200" y="2047875"/>
            <a:ext cx="83820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800"/>
          </a:p>
        </p:txBody>
      </p:sp>
      <p:sp>
        <p:nvSpPr>
          <p:cNvPr id="45073" name="Line 19"/>
          <p:cNvSpPr>
            <a:spLocks noChangeShapeType="1"/>
          </p:cNvSpPr>
          <p:nvPr/>
        </p:nvSpPr>
        <p:spPr bwMode="auto">
          <a:xfrm>
            <a:off x="419100" y="6308725"/>
            <a:ext cx="83820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800"/>
          </a:p>
        </p:txBody>
      </p:sp>
      <p:sp>
        <p:nvSpPr>
          <p:cNvPr id="45074" name="Line 20"/>
          <p:cNvSpPr>
            <a:spLocks noChangeShapeType="1"/>
          </p:cNvSpPr>
          <p:nvPr/>
        </p:nvSpPr>
        <p:spPr bwMode="auto">
          <a:xfrm flipH="1">
            <a:off x="1500188" y="1514475"/>
            <a:ext cx="23812" cy="477837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800"/>
          </a:p>
        </p:txBody>
      </p:sp>
      <p:sp>
        <p:nvSpPr>
          <p:cNvPr id="45075" name="Rectangle 23"/>
          <p:cNvSpPr>
            <a:spLocks noChangeArrowheads="1"/>
          </p:cNvSpPr>
          <p:nvPr/>
        </p:nvSpPr>
        <p:spPr bwMode="auto">
          <a:xfrm>
            <a:off x="2195513" y="733425"/>
            <a:ext cx="4968875"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zh-CN" altLang="en-US" sz="2800" b="1">
                <a:solidFill>
                  <a:srgbClr val="000000"/>
                </a:solidFill>
              </a:rPr>
              <a:t>改进后流水线的分支操作</a:t>
            </a:r>
            <a:r>
              <a:rPr lang="zh-CN" altLang="en-US" sz="2800"/>
              <a:t> </a:t>
            </a:r>
          </a:p>
        </p:txBody>
      </p:sp>
      <p:sp>
        <p:nvSpPr>
          <p:cNvPr id="20" name="AutoShape 2">
            <a:hlinkClick r:id="rId3" action="ppaction://hlinksldjump" highlightClick="1"/>
          </p:cNvPr>
          <p:cNvSpPr>
            <a:spLocks noChangeArrowheads="1"/>
          </p:cNvSpPr>
          <p:nvPr/>
        </p:nvSpPr>
        <p:spPr bwMode="auto">
          <a:xfrm>
            <a:off x="7930593" y="598427"/>
            <a:ext cx="533400" cy="304800"/>
          </a:xfrm>
          <a:prstGeom prst="actionButtonReturn">
            <a:avLst/>
          </a:prstGeom>
          <a:solidFill>
            <a:srgbClr val="F4CCF3"/>
          </a:solidFill>
          <a:ln w="9525">
            <a:solidFill>
              <a:srgbClr val="FFFF00"/>
            </a:solidFill>
            <a:miter lim="800000"/>
            <a:headEnd/>
            <a:tailEnd/>
          </a:ln>
        </p:spPr>
        <p:txBody>
          <a:bodyPr wrap="none" anchor="ctr"/>
          <a:lstStyle/>
          <a:p>
            <a:endParaRPr lang="zh-CN" altLang="en-US"/>
          </a:p>
        </p:txBody>
      </p:sp>
      <p:sp>
        <p:nvSpPr>
          <p:cNvPr id="2" name="日期占位符 1">
            <a:extLst>
              <a:ext uri="{FF2B5EF4-FFF2-40B4-BE49-F238E27FC236}">
                <a16:creationId xmlns:a16="http://schemas.microsoft.com/office/drawing/2014/main" id="{A4644D8C-5400-2538-4659-D7CAFAB4F057}"/>
              </a:ext>
            </a:extLst>
          </p:cNvPr>
          <p:cNvSpPr>
            <a:spLocks noGrp="1"/>
          </p:cNvSpPr>
          <p:nvPr>
            <p:ph type="dt" sz="half" idx="10"/>
          </p:nvPr>
        </p:nvSpPr>
        <p:spPr/>
        <p:txBody>
          <a:bodyPr/>
          <a:lstStyle/>
          <a:p>
            <a:pPr>
              <a:defRPr/>
            </a:pPr>
            <a:fld id="{CD5116CB-18AF-4846-A7B7-4209990A21ED}" type="datetime1">
              <a:rPr lang="zh-CN" altLang="en-US" smtClean="0"/>
              <a:t>2025/10/16</a:t>
            </a:fld>
            <a:endParaRPr lang="en-US" altLang="zh-CN"/>
          </a:p>
        </p:txBody>
      </p:sp>
      <p:sp>
        <p:nvSpPr>
          <p:cNvPr id="3" name="页脚占位符 2">
            <a:extLst>
              <a:ext uri="{FF2B5EF4-FFF2-40B4-BE49-F238E27FC236}">
                <a16:creationId xmlns:a16="http://schemas.microsoft.com/office/drawing/2014/main" id="{B9093573-0F39-788D-26DD-6794938C6C0D}"/>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28F92898-20A5-2845-004A-322EEEDD167D}"/>
              </a:ext>
            </a:extLst>
          </p:cNvPr>
          <p:cNvSpPr>
            <a:spLocks noGrp="1"/>
          </p:cNvSpPr>
          <p:nvPr>
            <p:ph type="sldNum" sz="quarter" idx="12"/>
          </p:nvPr>
        </p:nvSpPr>
        <p:spPr/>
        <p:txBody>
          <a:bodyPr/>
          <a:lstStyle/>
          <a:p>
            <a:pPr>
              <a:defRPr/>
            </a:pPr>
            <a:fld id="{8BCAC33D-D29A-48B3-BCD6-381D3D720D26}" type="slidenum">
              <a:rPr lang="zh-CN" altLang="en-US" smtClean="0"/>
              <a:t>35</a:t>
            </a:fld>
            <a:endParaRPr lang="en-US" altLang="zh-CN"/>
          </a:p>
        </p:txBody>
      </p:sp>
    </p:spTree>
    <p:extLst>
      <p:ext uri="{BB962C8B-B14F-4D97-AF65-F5344CB8AC3E}">
        <p14:creationId xmlns:p14="http://schemas.microsoft.com/office/powerpoint/2010/main" val="2640486335"/>
      </p:ext>
    </p:extLst>
  </p:cSld>
  <p:clrMapOvr>
    <a:masterClrMapping/>
  </p:clrMapOvr>
  <p:transition spd="slow"/>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7106" name="Picture 4">
            <a:hlinkClick r:id="rId3" action="ppaction://hlinksldjump"/>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58888" y="692150"/>
            <a:ext cx="6624637" cy="535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日期占位符 1">
            <a:extLst>
              <a:ext uri="{FF2B5EF4-FFF2-40B4-BE49-F238E27FC236}">
                <a16:creationId xmlns:a16="http://schemas.microsoft.com/office/drawing/2014/main" id="{4483E818-87F6-DE44-5566-2843FAB6ED84}"/>
              </a:ext>
            </a:extLst>
          </p:cNvPr>
          <p:cNvSpPr>
            <a:spLocks noGrp="1"/>
          </p:cNvSpPr>
          <p:nvPr>
            <p:ph type="dt" sz="half" idx="10"/>
          </p:nvPr>
        </p:nvSpPr>
        <p:spPr/>
        <p:txBody>
          <a:bodyPr/>
          <a:lstStyle/>
          <a:p>
            <a:pPr>
              <a:defRPr/>
            </a:pPr>
            <a:fld id="{F8FAA6D0-4CA1-4ABA-A986-080F107EFB71}" type="datetime1">
              <a:rPr lang="zh-CN" altLang="en-US" smtClean="0"/>
              <a:t>2025/10/16</a:t>
            </a:fld>
            <a:endParaRPr lang="en-US" altLang="zh-CN"/>
          </a:p>
        </p:txBody>
      </p:sp>
      <p:sp>
        <p:nvSpPr>
          <p:cNvPr id="3" name="页脚占位符 2">
            <a:extLst>
              <a:ext uri="{FF2B5EF4-FFF2-40B4-BE49-F238E27FC236}">
                <a16:creationId xmlns:a16="http://schemas.microsoft.com/office/drawing/2014/main" id="{E40BD98A-9849-5002-5613-2381B5DC8AA5}"/>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A55A839B-4C43-A881-4C53-D0302164D913}"/>
              </a:ext>
            </a:extLst>
          </p:cNvPr>
          <p:cNvSpPr>
            <a:spLocks noGrp="1"/>
          </p:cNvSpPr>
          <p:nvPr>
            <p:ph type="sldNum" sz="quarter" idx="12"/>
          </p:nvPr>
        </p:nvSpPr>
        <p:spPr/>
        <p:txBody>
          <a:bodyPr/>
          <a:lstStyle/>
          <a:p>
            <a:pPr>
              <a:defRPr/>
            </a:pPr>
            <a:fld id="{65B7EA61-351E-4105-9AD9-76D38C6E9934}" type="slidenum">
              <a:rPr lang="zh-CN" altLang="en-US" smtClean="0"/>
              <a:t>36</a:t>
            </a:fld>
            <a:endParaRPr lang="en-US" altLang="zh-CN"/>
          </a:p>
        </p:txBody>
      </p:sp>
    </p:spTree>
    <p:extLst>
      <p:ext uri="{BB962C8B-B14F-4D97-AF65-F5344CB8AC3E}">
        <p14:creationId xmlns:p14="http://schemas.microsoft.com/office/powerpoint/2010/main" val="2195191138"/>
      </p:ext>
    </p:extLst>
  </p:cSld>
  <p:clrMapOvr>
    <a:masterClrMapping/>
  </p:clrMapOvr>
  <p:transition spd="slow" advClick="0"/>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3">
            <a:hlinkClick r:id="" action="ppaction://noaction"/>
          </p:cNvPr>
          <p:cNvSpPr>
            <a:spLocks noChangeArrowheads="1"/>
          </p:cNvSpPr>
          <p:nvPr/>
        </p:nvSpPr>
        <p:spPr bwMode="auto">
          <a:xfrm>
            <a:off x="0" y="0"/>
            <a:ext cx="9144000" cy="68580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pic>
        <p:nvPicPr>
          <p:cNvPr id="49155" name="Picture 2" descr="arch69">
            <a:hlinkClick r:id="rId3" action="ppaction://hlinksldjump"/>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43000" y="285750"/>
            <a:ext cx="6858000" cy="6286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日期占位符 1">
            <a:extLst>
              <a:ext uri="{FF2B5EF4-FFF2-40B4-BE49-F238E27FC236}">
                <a16:creationId xmlns:a16="http://schemas.microsoft.com/office/drawing/2014/main" id="{30B8B11F-3030-5849-83E6-15496F989C45}"/>
              </a:ext>
            </a:extLst>
          </p:cNvPr>
          <p:cNvSpPr>
            <a:spLocks noGrp="1"/>
          </p:cNvSpPr>
          <p:nvPr>
            <p:ph type="dt" sz="half" idx="10"/>
          </p:nvPr>
        </p:nvSpPr>
        <p:spPr/>
        <p:txBody>
          <a:bodyPr/>
          <a:lstStyle/>
          <a:p>
            <a:pPr>
              <a:defRPr/>
            </a:pPr>
            <a:fld id="{09F08C56-24B7-4F98-9337-C4AC6FF43387}" type="datetime1">
              <a:rPr lang="zh-CN" altLang="en-US" smtClean="0"/>
              <a:t>2025/10/16</a:t>
            </a:fld>
            <a:endParaRPr lang="en-US" altLang="zh-CN"/>
          </a:p>
        </p:txBody>
      </p:sp>
      <p:sp>
        <p:nvSpPr>
          <p:cNvPr id="3" name="页脚占位符 2">
            <a:extLst>
              <a:ext uri="{FF2B5EF4-FFF2-40B4-BE49-F238E27FC236}">
                <a16:creationId xmlns:a16="http://schemas.microsoft.com/office/drawing/2014/main" id="{BFA23CEB-F422-F743-00AE-F2A383675C99}"/>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A2D954E4-0964-40A1-1C3A-DA5130BC6E33}"/>
              </a:ext>
            </a:extLst>
          </p:cNvPr>
          <p:cNvSpPr>
            <a:spLocks noGrp="1"/>
          </p:cNvSpPr>
          <p:nvPr>
            <p:ph type="sldNum" sz="quarter" idx="12"/>
          </p:nvPr>
        </p:nvSpPr>
        <p:spPr/>
        <p:txBody>
          <a:bodyPr/>
          <a:lstStyle/>
          <a:p>
            <a:pPr>
              <a:defRPr/>
            </a:pPr>
            <a:fld id="{65B7EA61-351E-4105-9AD9-76D38C6E9934}" type="slidenum">
              <a:rPr lang="zh-CN" altLang="en-US" smtClean="0"/>
              <a:t>37</a:t>
            </a:fld>
            <a:endParaRPr lang="en-US" altLang="zh-CN"/>
          </a:p>
        </p:txBody>
      </p:sp>
    </p:spTree>
    <p:extLst>
      <p:ext uri="{BB962C8B-B14F-4D97-AF65-F5344CB8AC3E}">
        <p14:creationId xmlns:p14="http://schemas.microsoft.com/office/powerpoint/2010/main" val="1456236478"/>
      </p:ext>
    </p:extLst>
  </p:cSld>
  <p:clrMapOvr>
    <a:masterClrMapping/>
  </p:clrMapOvr>
  <p:transition spd="slow" advClick="0"/>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3">
            <a:hlinkClick r:id="" action="ppaction://noaction"/>
          </p:cNvPr>
          <p:cNvSpPr>
            <a:spLocks noChangeArrowheads="1"/>
          </p:cNvSpPr>
          <p:nvPr/>
        </p:nvSpPr>
        <p:spPr bwMode="auto">
          <a:xfrm>
            <a:off x="0" y="0"/>
            <a:ext cx="9144000" cy="68580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pic>
        <p:nvPicPr>
          <p:cNvPr id="50179" name="Picture 2" descr="arch70">
            <a:hlinkClick r:id="rId3" action="ppaction://hlinksldjump"/>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8200" y="1108075"/>
            <a:ext cx="7467600" cy="464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日期占位符 1">
            <a:extLst>
              <a:ext uri="{FF2B5EF4-FFF2-40B4-BE49-F238E27FC236}">
                <a16:creationId xmlns:a16="http://schemas.microsoft.com/office/drawing/2014/main" id="{8AC2E12B-2714-C8AE-234B-2C2CABBC18AF}"/>
              </a:ext>
            </a:extLst>
          </p:cNvPr>
          <p:cNvSpPr>
            <a:spLocks noGrp="1"/>
          </p:cNvSpPr>
          <p:nvPr>
            <p:ph type="dt" sz="half" idx="10"/>
          </p:nvPr>
        </p:nvSpPr>
        <p:spPr/>
        <p:txBody>
          <a:bodyPr/>
          <a:lstStyle/>
          <a:p>
            <a:pPr>
              <a:defRPr/>
            </a:pPr>
            <a:fld id="{F038B37B-1E4A-4DF5-B7F6-0CE95CD60483}" type="datetime1">
              <a:rPr lang="zh-CN" altLang="en-US" smtClean="0"/>
              <a:t>2025/10/16</a:t>
            </a:fld>
            <a:endParaRPr lang="en-US" altLang="zh-CN"/>
          </a:p>
        </p:txBody>
      </p:sp>
      <p:sp>
        <p:nvSpPr>
          <p:cNvPr id="3" name="页脚占位符 2">
            <a:extLst>
              <a:ext uri="{FF2B5EF4-FFF2-40B4-BE49-F238E27FC236}">
                <a16:creationId xmlns:a16="http://schemas.microsoft.com/office/drawing/2014/main" id="{0E0411AE-FD64-88D3-6A64-13C6844632E0}"/>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343D2AC1-DFFB-14C9-A08F-0C8528F3C174}"/>
              </a:ext>
            </a:extLst>
          </p:cNvPr>
          <p:cNvSpPr>
            <a:spLocks noGrp="1"/>
          </p:cNvSpPr>
          <p:nvPr>
            <p:ph type="sldNum" sz="quarter" idx="12"/>
          </p:nvPr>
        </p:nvSpPr>
        <p:spPr/>
        <p:txBody>
          <a:bodyPr/>
          <a:lstStyle/>
          <a:p>
            <a:pPr>
              <a:defRPr/>
            </a:pPr>
            <a:fld id="{65B7EA61-351E-4105-9AD9-76D38C6E9934}" type="slidenum">
              <a:rPr lang="zh-CN" altLang="en-US" smtClean="0"/>
              <a:t>38</a:t>
            </a:fld>
            <a:endParaRPr lang="en-US" altLang="zh-CN"/>
          </a:p>
        </p:txBody>
      </p:sp>
    </p:spTree>
    <p:extLst>
      <p:ext uri="{BB962C8B-B14F-4D97-AF65-F5344CB8AC3E}">
        <p14:creationId xmlns:p14="http://schemas.microsoft.com/office/powerpoint/2010/main" val="2651464224"/>
      </p:ext>
    </p:extLst>
  </p:cSld>
  <p:clrMapOvr>
    <a:masterClrMapping/>
  </p:clrMapOvr>
  <p:transition spd="slow" advClick="0"/>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3">
            <a:hlinkClick r:id="" action="ppaction://noaction"/>
          </p:cNvPr>
          <p:cNvSpPr>
            <a:spLocks noChangeArrowheads="1"/>
          </p:cNvSpPr>
          <p:nvPr/>
        </p:nvSpPr>
        <p:spPr bwMode="auto">
          <a:xfrm>
            <a:off x="0" y="0"/>
            <a:ext cx="9144000" cy="68580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pic>
        <p:nvPicPr>
          <p:cNvPr id="52227" name="Picture 2" descr="arch71">
            <a:hlinkClick r:id="rId3" action="ppaction://hlinksldjump"/>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43000" y="708025"/>
            <a:ext cx="6858000" cy="544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日期占位符 1">
            <a:extLst>
              <a:ext uri="{FF2B5EF4-FFF2-40B4-BE49-F238E27FC236}">
                <a16:creationId xmlns:a16="http://schemas.microsoft.com/office/drawing/2014/main" id="{92A2CF90-268A-B0C7-4D36-267AE5A22C7E}"/>
              </a:ext>
            </a:extLst>
          </p:cNvPr>
          <p:cNvSpPr>
            <a:spLocks noGrp="1"/>
          </p:cNvSpPr>
          <p:nvPr>
            <p:ph type="dt" sz="half" idx="10"/>
          </p:nvPr>
        </p:nvSpPr>
        <p:spPr/>
        <p:txBody>
          <a:bodyPr/>
          <a:lstStyle/>
          <a:p>
            <a:pPr>
              <a:defRPr/>
            </a:pPr>
            <a:fld id="{86C8021A-228D-4EE6-806B-2CED6D05DD40}" type="datetime1">
              <a:rPr lang="zh-CN" altLang="en-US" smtClean="0"/>
              <a:t>2025/10/16</a:t>
            </a:fld>
            <a:endParaRPr lang="en-US" altLang="zh-CN"/>
          </a:p>
        </p:txBody>
      </p:sp>
      <p:sp>
        <p:nvSpPr>
          <p:cNvPr id="3" name="页脚占位符 2">
            <a:extLst>
              <a:ext uri="{FF2B5EF4-FFF2-40B4-BE49-F238E27FC236}">
                <a16:creationId xmlns:a16="http://schemas.microsoft.com/office/drawing/2014/main" id="{FFDE621B-8232-3C43-A1E9-2C9CB5AFB5E7}"/>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944856A4-E972-F7B9-A7E1-FF233ED8D7A8}"/>
              </a:ext>
            </a:extLst>
          </p:cNvPr>
          <p:cNvSpPr>
            <a:spLocks noGrp="1"/>
          </p:cNvSpPr>
          <p:nvPr>
            <p:ph type="sldNum" sz="quarter" idx="12"/>
          </p:nvPr>
        </p:nvSpPr>
        <p:spPr/>
        <p:txBody>
          <a:bodyPr/>
          <a:lstStyle/>
          <a:p>
            <a:pPr>
              <a:defRPr/>
            </a:pPr>
            <a:fld id="{65B7EA61-351E-4105-9AD9-76D38C6E9934}" type="slidenum">
              <a:rPr lang="zh-CN" altLang="en-US" smtClean="0"/>
              <a:t>39</a:t>
            </a:fld>
            <a:endParaRPr lang="en-US" altLang="zh-CN"/>
          </a:p>
        </p:txBody>
      </p:sp>
    </p:spTree>
    <p:extLst>
      <p:ext uri="{BB962C8B-B14F-4D97-AF65-F5344CB8AC3E}">
        <p14:creationId xmlns:p14="http://schemas.microsoft.com/office/powerpoint/2010/main" val="1735444443"/>
      </p:ext>
    </p:extLst>
  </p:cSld>
  <p:clrMapOvr>
    <a:masterClrMapping/>
  </p:clrMapOvr>
  <p:transition spd="slow" advClick="0"/>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3">
            <a:hlinkClick r:id="" action="ppaction://noaction"/>
          </p:cNvPr>
          <p:cNvSpPr>
            <a:spLocks noChangeArrowheads="1"/>
          </p:cNvSpPr>
          <p:nvPr/>
        </p:nvSpPr>
        <p:spPr bwMode="auto">
          <a:xfrm>
            <a:off x="0" y="0"/>
            <a:ext cx="9144000" cy="68580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pic>
        <p:nvPicPr>
          <p:cNvPr id="54275" name="Picture 2" descr="arch72">
            <a:hlinkClick r:id="rId3" action="ppaction://hlinksldjump"/>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43000" y="731838"/>
            <a:ext cx="6858000" cy="539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日期占位符 1">
            <a:extLst>
              <a:ext uri="{FF2B5EF4-FFF2-40B4-BE49-F238E27FC236}">
                <a16:creationId xmlns:a16="http://schemas.microsoft.com/office/drawing/2014/main" id="{EAD56FE6-8571-0DC9-A76E-14D7BDF2B1CF}"/>
              </a:ext>
            </a:extLst>
          </p:cNvPr>
          <p:cNvSpPr>
            <a:spLocks noGrp="1"/>
          </p:cNvSpPr>
          <p:nvPr>
            <p:ph type="dt" sz="half" idx="10"/>
          </p:nvPr>
        </p:nvSpPr>
        <p:spPr/>
        <p:txBody>
          <a:bodyPr/>
          <a:lstStyle/>
          <a:p>
            <a:pPr>
              <a:defRPr/>
            </a:pPr>
            <a:fld id="{52D8998A-6DED-4016-8F5A-F8D0E0FD2F66}" type="datetime1">
              <a:rPr lang="zh-CN" altLang="en-US" smtClean="0"/>
              <a:t>2025/10/16</a:t>
            </a:fld>
            <a:endParaRPr lang="en-US" altLang="zh-CN"/>
          </a:p>
        </p:txBody>
      </p:sp>
      <p:sp>
        <p:nvSpPr>
          <p:cNvPr id="3" name="页脚占位符 2">
            <a:extLst>
              <a:ext uri="{FF2B5EF4-FFF2-40B4-BE49-F238E27FC236}">
                <a16:creationId xmlns:a16="http://schemas.microsoft.com/office/drawing/2014/main" id="{514D1C83-1609-09CD-2418-427F781229DE}"/>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1F9AB768-2665-6DE5-A938-EDF456FEC88E}"/>
              </a:ext>
            </a:extLst>
          </p:cNvPr>
          <p:cNvSpPr>
            <a:spLocks noGrp="1"/>
          </p:cNvSpPr>
          <p:nvPr>
            <p:ph type="sldNum" sz="quarter" idx="12"/>
          </p:nvPr>
        </p:nvSpPr>
        <p:spPr/>
        <p:txBody>
          <a:bodyPr/>
          <a:lstStyle/>
          <a:p>
            <a:pPr>
              <a:defRPr/>
            </a:pPr>
            <a:fld id="{65B7EA61-351E-4105-9AD9-76D38C6E9934}" type="slidenum">
              <a:rPr lang="zh-CN" altLang="en-US" smtClean="0"/>
              <a:t>40</a:t>
            </a:fld>
            <a:endParaRPr lang="en-US" altLang="zh-CN"/>
          </a:p>
        </p:txBody>
      </p:sp>
    </p:spTree>
    <p:extLst>
      <p:ext uri="{BB962C8B-B14F-4D97-AF65-F5344CB8AC3E}">
        <p14:creationId xmlns:p14="http://schemas.microsoft.com/office/powerpoint/2010/main" val="1491782049"/>
      </p:ext>
    </p:extLst>
  </p:cSld>
  <p:clrMapOvr>
    <a:masterClrMapping/>
  </p:clrMapOvr>
  <p:transition spd="slow" advClick="0"/>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3">
            <a:hlinkClick r:id="" action="ppaction://noaction"/>
          </p:cNvPr>
          <p:cNvSpPr>
            <a:spLocks noChangeArrowheads="1"/>
          </p:cNvSpPr>
          <p:nvPr/>
        </p:nvSpPr>
        <p:spPr bwMode="auto">
          <a:xfrm>
            <a:off x="0" y="0"/>
            <a:ext cx="9144000" cy="68580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pic>
        <p:nvPicPr>
          <p:cNvPr id="56323" name="Picture 5">
            <a:hlinkClick r:id="rId3" action="ppaction://hlinksldjump"/>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9750" y="260350"/>
            <a:ext cx="8135938" cy="6305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日期占位符 1">
            <a:extLst>
              <a:ext uri="{FF2B5EF4-FFF2-40B4-BE49-F238E27FC236}">
                <a16:creationId xmlns:a16="http://schemas.microsoft.com/office/drawing/2014/main" id="{2C9481AF-A89D-0312-EAA2-A08B343908E3}"/>
              </a:ext>
            </a:extLst>
          </p:cNvPr>
          <p:cNvSpPr>
            <a:spLocks noGrp="1"/>
          </p:cNvSpPr>
          <p:nvPr>
            <p:ph type="dt" sz="half" idx="10"/>
          </p:nvPr>
        </p:nvSpPr>
        <p:spPr/>
        <p:txBody>
          <a:bodyPr/>
          <a:lstStyle/>
          <a:p>
            <a:pPr>
              <a:defRPr/>
            </a:pPr>
            <a:fld id="{F3AD564B-EBD3-43AD-8FD6-91334329B31C}" type="datetime1">
              <a:rPr lang="zh-CN" altLang="en-US" smtClean="0"/>
              <a:t>2025/10/16</a:t>
            </a:fld>
            <a:endParaRPr lang="en-US" altLang="zh-CN"/>
          </a:p>
        </p:txBody>
      </p:sp>
      <p:sp>
        <p:nvSpPr>
          <p:cNvPr id="3" name="页脚占位符 2">
            <a:extLst>
              <a:ext uri="{FF2B5EF4-FFF2-40B4-BE49-F238E27FC236}">
                <a16:creationId xmlns:a16="http://schemas.microsoft.com/office/drawing/2014/main" id="{F5D73DEA-7082-F65F-B73A-4AC476BFFD3E}"/>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D9D031D2-23B2-BD07-9ED2-FE6AB6FB29EF}"/>
              </a:ext>
            </a:extLst>
          </p:cNvPr>
          <p:cNvSpPr>
            <a:spLocks noGrp="1"/>
          </p:cNvSpPr>
          <p:nvPr>
            <p:ph type="sldNum" sz="quarter" idx="12"/>
          </p:nvPr>
        </p:nvSpPr>
        <p:spPr/>
        <p:txBody>
          <a:bodyPr/>
          <a:lstStyle/>
          <a:p>
            <a:pPr>
              <a:defRPr/>
            </a:pPr>
            <a:fld id="{65B7EA61-351E-4105-9AD9-76D38C6E9934}" type="slidenum">
              <a:rPr lang="zh-CN" altLang="en-US" smtClean="0"/>
              <a:t>41</a:t>
            </a:fld>
            <a:endParaRPr lang="en-US" altLang="zh-CN"/>
          </a:p>
        </p:txBody>
      </p:sp>
    </p:spTree>
    <p:extLst>
      <p:ext uri="{BB962C8B-B14F-4D97-AF65-F5344CB8AC3E}">
        <p14:creationId xmlns:p14="http://schemas.microsoft.com/office/powerpoint/2010/main" val="1180832805"/>
      </p:ext>
    </p:extLst>
  </p:cSld>
  <p:clrMapOvr>
    <a:masterClrMapping/>
  </p:clrMapOvr>
  <p:transition spd="slow" advClick="0"/>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hlinkClick r:id="rId3" action="ppaction://hlinksldjump"/>
            <a:extLst>
              <a:ext uri="{FF2B5EF4-FFF2-40B4-BE49-F238E27FC236}">
                <a16:creationId xmlns:a16="http://schemas.microsoft.com/office/drawing/2014/main" id="{1BC6EA48-631D-4CD1-AC62-752DF4762FE4}"/>
              </a:ext>
            </a:extLst>
          </p:cNvPr>
          <p:cNvPicPr>
            <a:picLocks noChangeAspect="1"/>
          </p:cNvPicPr>
          <p:nvPr/>
        </p:nvPicPr>
        <p:blipFill>
          <a:blip r:embed="rId4"/>
          <a:stretch>
            <a:fillRect/>
          </a:stretch>
        </p:blipFill>
        <p:spPr>
          <a:xfrm>
            <a:off x="7475704" y="5965359"/>
            <a:ext cx="542591" cy="317019"/>
          </a:xfrm>
          <a:prstGeom prst="rect">
            <a:avLst/>
          </a:prstGeom>
        </p:spPr>
      </p:pic>
      <p:sp>
        <p:nvSpPr>
          <p:cNvPr id="7" name="日期占位符 6">
            <a:extLst>
              <a:ext uri="{FF2B5EF4-FFF2-40B4-BE49-F238E27FC236}">
                <a16:creationId xmlns:a16="http://schemas.microsoft.com/office/drawing/2014/main" id="{DE60B8FE-C235-3EF4-8E5E-09303788D9AF}"/>
              </a:ext>
            </a:extLst>
          </p:cNvPr>
          <p:cNvSpPr>
            <a:spLocks noGrp="1"/>
          </p:cNvSpPr>
          <p:nvPr>
            <p:ph type="dt" sz="half" idx="10"/>
          </p:nvPr>
        </p:nvSpPr>
        <p:spPr/>
        <p:txBody>
          <a:bodyPr/>
          <a:lstStyle/>
          <a:p>
            <a:pPr>
              <a:defRPr/>
            </a:pPr>
            <a:fld id="{C1F4C446-30AC-4EBC-969F-191AFE246B2C}" type="datetime1">
              <a:rPr lang="zh-CN" altLang="en-US" smtClean="0"/>
              <a:t>2025/10/16</a:t>
            </a:fld>
            <a:endParaRPr lang="en-US" altLang="zh-CN"/>
          </a:p>
        </p:txBody>
      </p:sp>
      <p:sp>
        <p:nvSpPr>
          <p:cNvPr id="8" name="页脚占位符 7">
            <a:extLst>
              <a:ext uri="{FF2B5EF4-FFF2-40B4-BE49-F238E27FC236}">
                <a16:creationId xmlns:a16="http://schemas.microsoft.com/office/drawing/2014/main" id="{9EB172D2-EA89-C218-FAB2-AD1D2BE2BFA0}"/>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9" name="灯片编号占位符 8">
            <a:extLst>
              <a:ext uri="{FF2B5EF4-FFF2-40B4-BE49-F238E27FC236}">
                <a16:creationId xmlns:a16="http://schemas.microsoft.com/office/drawing/2014/main" id="{59AA084B-F9BE-C93F-F31D-2A3C53EF1277}"/>
              </a:ext>
            </a:extLst>
          </p:cNvPr>
          <p:cNvSpPr>
            <a:spLocks noGrp="1"/>
          </p:cNvSpPr>
          <p:nvPr>
            <p:ph type="sldNum" sz="quarter" idx="12"/>
          </p:nvPr>
        </p:nvSpPr>
        <p:spPr/>
        <p:txBody>
          <a:bodyPr/>
          <a:lstStyle/>
          <a:p>
            <a:pPr>
              <a:defRPr/>
            </a:pPr>
            <a:fld id="{65B7EA61-351E-4105-9AD9-76D38C6E9934}" type="slidenum">
              <a:rPr lang="zh-CN" altLang="en-US" smtClean="0"/>
              <a:t>42</a:t>
            </a:fld>
            <a:endParaRPr lang="en-US" altLang="zh-CN"/>
          </a:p>
        </p:txBody>
      </p:sp>
      <p:pic>
        <p:nvPicPr>
          <p:cNvPr id="11" name="图片 10">
            <a:extLst>
              <a:ext uri="{FF2B5EF4-FFF2-40B4-BE49-F238E27FC236}">
                <a16:creationId xmlns:a16="http://schemas.microsoft.com/office/drawing/2014/main" id="{C3DE607F-1351-9F5F-97A8-1C40E718360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95072" y="404664"/>
            <a:ext cx="7937368" cy="5451996"/>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AutoShape 22">
            <a:hlinkClick r:id="rId3" action="ppaction://hlinksldjump" highlightClick="1"/>
          </p:cNvPr>
          <p:cNvSpPr>
            <a:spLocks noChangeArrowheads="1"/>
          </p:cNvSpPr>
          <p:nvPr/>
        </p:nvSpPr>
        <p:spPr bwMode="auto">
          <a:xfrm>
            <a:off x="7924800" y="696913"/>
            <a:ext cx="533400" cy="304800"/>
          </a:xfrm>
          <a:prstGeom prst="actionButtonReturn">
            <a:avLst/>
          </a:prstGeom>
          <a:solidFill>
            <a:srgbClr val="F4CCF3"/>
          </a:solidFill>
          <a:ln w="9525">
            <a:solidFill>
              <a:srgbClr val="FFFF00"/>
            </a:solidFill>
            <a:miter lim="800000"/>
            <a:headEnd/>
            <a:tailEnd/>
          </a:ln>
        </p:spPr>
        <p:txBody>
          <a:bodyPr wrap="none" anchor="ctr"/>
          <a:lstStyle/>
          <a:p>
            <a:endParaRPr lang="zh-CN" altLang="en-US"/>
          </a:p>
        </p:txBody>
      </p:sp>
      <p:sp>
        <p:nvSpPr>
          <p:cNvPr id="61443" name="Text Box 23"/>
          <p:cNvSpPr txBox="1">
            <a:spLocks noChangeArrowheads="1"/>
          </p:cNvSpPr>
          <p:nvPr/>
        </p:nvSpPr>
        <p:spPr bwMode="auto">
          <a:xfrm>
            <a:off x="2770188" y="620713"/>
            <a:ext cx="424973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eaLnBrk="1" hangingPunct="1">
              <a:spcBef>
                <a:spcPct val="50000"/>
              </a:spcBef>
              <a:defRPr/>
            </a:pPr>
            <a:r>
              <a:rPr kumimoji="1" lang="zh-CN" altLang="en-US" sz="2800" b="1" dirty="0">
                <a:latin typeface="+mn-ea"/>
                <a:ea typeface="+mn-ea"/>
              </a:rPr>
              <a:t>三种方法的要求及效果</a:t>
            </a:r>
          </a:p>
        </p:txBody>
      </p:sp>
      <p:graphicFrame>
        <p:nvGraphicFramePr>
          <p:cNvPr id="58515" name="Group 147"/>
          <p:cNvGraphicFramePr>
            <a:graphicFrameLocks noGrp="1"/>
          </p:cNvGraphicFramePr>
          <p:nvPr/>
        </p:nvGraphicFramePr>
        <p:xfrm>
          <a:off x="684213" y="1341438"/>
          <a:ext cx="8064500" cy="4775200"/>
        </p:xfrm>
        <a:graphic>
          <a:graphicData uri="http://schemas.openxmlformats.org/drawingml/2006/table">
            <a:tbl>
              <a:tblPr/>
              <a:tblGrid>
                <a:gridCol w="1655762">
                  <a:extLst>
                    <a:ext uri="{9D8B030D-6E8A-4147-A177-3AD203B41FA5}">
                      <a16:colId xmlns:a16="http://schemas.microsoft.com/office/drawing/2014/main" val="20000"/>
                    </a:ext>
                  </a:extLst>
                </a:gridCol>
                <a:gridCol w="4319588">
                  <a:extLst>
                    <a:ext uri="{9D8B030D-6E8A-4147-A177-3AD203B41FA5}">
                      <a16:colId xmlns:a16="http://schemas.microsoft.com/office/drawing/2014/main" val="20001"/>
                    </a:ext>
                  </a:extLst>
                </a:gridCol>
                <a:gridCol w="2089150">
                  <a:extLst>
                    <a:ext uri="{9D8B030D-6E8A-4147-A177-3AD203B41FA5}">
                      <a16:colId xmlns:a16="http://schemas.microsoft.com/office/drawing/2014/main" val="20002"/>
                    </a:ext>
                  </a:extLst>
                </a:gridCol>
              </a:tblGrid>
              <a:tr h="1016000">
                <a:tc>
                  <a:txBody>
                    <a:bodyPr/>
                    <a:lstStyle/>
                    <a:p>
                      <a:pPr marL="0" marR="0" lvl="0" indent="0" algn="ctr" defTabSz="914400" rtl="0" eaLnBrk="1" fontAlgn="base" latinLnBrk="0" hangingPunct="1">
                        <a:lnSpc>
                          <a:spcPct val="100000"/>
                        </a:lnSpc>
                        <a:spcBef>
                          <a:spcPct val="0"/>
                        </a:spcBef>
                        <a:spcAft>
                          <a:spcPct val="0"/>
                        </a:spcAft>
                        <a:buClr>
                          <a:schemeClr val="accent2"/>
                        </a:buClr>
                        <a:buSzTx/>
                        <a:buFont typeface="Wingdings" pitchFamily="2" charset="2"/>
                        <a:buNone/>
                        <a:tabLst/>
                      </a:pPr>
                      <a:r>
                        <a:rPr kumimoji="1" lang="zh-CN" altLang="en-US" sz="2400" b="1" i="0" u="none" strike="noStrike" cap="none" normalizeH="0" baseline="0" dirty="0">
                          <a:ln>
                            <a:noFill/>
                          </a:ln>
                          <a:solidFill>
                            <a:srgbClr val="0099FF"/>
                          </a:solidFill>
                          <a:effectLst/>
                          <a:latin typeface="+mn-ea"/>
                          <a:ea typeface="+mn-ea"/>
                        </a:rPr>
                        <a:t>调度策略</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5E4AE"/>
                    </a:solidFill>
                  </a:tcPr>
                </a:tc>
                <a:tc>
                  <a:txBody>
                    <a:bodyPr/>
                    <a:lstStyle/>
                    <a:p>
                      <a:pPr marL="0" marR="0" lvl="0" indent="0" algn="ctr" defTabSz="914400" rtl="0" eaLnBrk="1" fontAlgn="base" latinLnBrk="0" hangingPunct="1">
                        <a:lnSpc>
                          <a:spcPct val="100000"/>
                        </a:lnSpc>
                        <a:spcBef>
                          <a:spcPct val="0"/>
                        </a:spcBef>
                        <a:spcAft>
                          <a:spcPct val="0"/>
                        </a:spcAft>
                        <a:buClr>
                          <a:schemeClr val="accent2"/>
                        </a:buClr>
                        <a:buSzTx/>
                        <a:buFont typeface="Wingdings" pitchFamily="2" charset="2"/>
                        <a:buNone/>
                        <a:tabLst/>
                      </a:pPr>
                      <a:r>
                        <a:rPr kumimoji="1" lang="zh-CN" altLang="en-US" sz="2400" b="1" i="0" u="none" strike="noStrike" cap="none" normalizeH="0" baseline="0" dirty="0">
                          <a:ln>
                            <a:noFill/>
                          </a:ln>
                          <a:solidFill>
                            <a:srgbClr val="0099FF"/>
                          </a:solidFill>
                          <a:effectLst/>
                          <a:latin typeface="+mn-ea"/>
                          <a:ea typeface="+mn-ea"/>
                        </a:rPr>
                        <a:t>对调度的要求</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5E4AE"/>
                    </a:solidFill>
                  </a:tcPr>
                </a:tc>
                <a:tc>
                  <a:txBody>
                    <a:bodyPr/>
                    <a:lstStyle/>
                    <a:p>
                      <a:pPr marL="0" marR="0" lvl="0" indent="0" algn="ctr" defTabSz="914400" rtl="0" eaLnBrk="1" fontAlgn="base" latinLnBrk="0" hangingPunct="1">
                        <a:lnSpc>
                          <a:spcPct val="100000"/>
                        </a:lnSpc>
                        <a:spcBef>
                          <a:spcPct val="0"/>
                        </a:spcBef>
                        <a:spcAft>
                          <a:spcPct val="0"/>
                        </a:spcAft>
                        <a:buClr>
                          <a:schemeClr val="accent2"/>
                        </a:buClr>
                        <a:buSzTx/>
                        <a:buFont typeface="Wingdings" pitchFamily="2" charset="2"/>
                        <a:buNone/>
                        <a:tabLst/>
                      </a:pPr>
                      <a:r>
                        <a:rPr kumimoji="1" lang="zh-CN" altLang="en-US" sz="2400" b="1" i="0" u="none" strike="noStrike" cap="none" normalizeH="0" baseline="0" dirty="0">
                          <a:ln>
                            <a:noFill/>
                          </a:ln>
                          <a:solidFill>
                            <a:srgbClr val="0099FF"/>
                          </a:solidFill>
                          <a:effectLst/>
                          <a:latin typeface="+mn-ea"/>
                          <a:ea typeface="+mn-ea"/>
                        </a:rPr>
                        <a:t>其作用前提</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5E4AE"/>
                    </a:solidFill>
                  </a:tcPr>
                </a:tc>
                <a:extLst>
                  <a:ext uri="{0D108BD9-81ED-4DB2-BD59-A6C34878D82A}">
                    <a16:rowId xmlns:a16="http://schemas.microsoft.com/office/drawing/2014/main" val="10000"/>
                  </a:ext>
                </a:extLst>
              </a:tr>
              <a:tr h="1016000">
                <a:tc>
                  <a:txBody>
                    <a:bodyPr/>
                    <a:lstStyle/>
                    <a:p>
                      <a:pPr marL="0" marR="0" lvl="0" indent="0" algn="ctr" defTabSz="914400" rtl="0" eaLnBrk="1" fontAlgn="base" latinLnBrk="0" hangingPunct="1">
                        <a:lnSpc>
                          <a:spcPct val="100000"/>
                        </a:lnSpc>
                        <a:spcBef>
                          <a:spcPct val="0"/>
                        </a:spcBef>
                        <a:spcAft>
                          <a:spcPct val="0"/>
                        </a:spcAft>
                        <a:buClr>
                          <a:schemeClr val="accent2"/>
                        </a:buClr>
                        <a:buSzTx/>
                        <a:buFont typeface="Wingdings" pitchFamily="2" charset="2"/>
                        <a:buNone/>
                        <a:tabLst/>
                      </a:pPr>
                      <a:r>
                        <a:rPr kumimoji="0" lang="zh-CN" altLang="en-US" sz="2400" b="1" i="0" u="none" strike="noStrike" cap="none" normalizeH="0" baseline="0">
                          <a:ln>
                            <a:noFill/>
                          </a:ln>
                          <a:solidFill>
                            <a:srgbClr val="000000"/>
                          </a:solidFill>
                          <a:effectLst/>
                          <a:latin typeface="+mn-ea"/>
                          <a:ea typeface="+mn-ea"/>
                        </a:rPr>
                        <a:t>从前调度</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4CCF3"/>
                    </a:solidFill>
                  </a:tcPr>
                </a:tc>
                <a:tc>
                  <a:txBody>
                    <a:bodyPr/>
                    <a:lstStyle/>
                    <a:p>
                      <a:pPr marL="0" marR="0" lvl="0" indent="0" algn="l" defTabSz="914400" rtl="0" eaLnBrk="1" fontAlgn="base" latinLnBrk="0" hangingPunct="1">
                        <a:lnSpc>
                          <a:spcPct val="100000"/>
                        </a:lnSpc>
                        <a:spcBef>
                          <a:spcPct val="0"/>
                        </a:spcBef>
                        <a:spcAft>
                          <a:spcPct val="0"/>
                        </a:spcAft>
                        <a:buClr>
                          <a:schemeClr val="accent2"/>
                        </a:buClr>
                        <a:buSzTx/>
                        <a:buFont typeface="Wingdings" pitchFamily="2" charset="2"/>
                        <a:buNone/>
                        <a:tabLst/>
                      </a:pPr>
                      <a:r>
                        <a:rPr kumimoji="1" lang="zh-CN" altLang="en-US" sz="2400" b="1" i="0" u="none" strike="noStrike" cap="none" normalizeH="0" baseline="0" dirty="0">
                          <a:ln>
                            <a:noFill/>
                          </a:ln>
                          <a:solidFill>
                            <a:srgbClr val="000000"/>
                          </a:solidFill>
                          <a:effectLst/>
                          <a:latin typeface="+mn-ea"/>
                          <a:ea typeface="+mn-ea"/>
                        </a:rPr>
                        <a:t>被调度的指令必须与分支结果无关</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4CCF3"/>
                    </a:solidFill>
                  </a:tcPr>
                </a:tc>
                <a:tc>
                  <a:txBody>
                    <a:bodyPr/>
                    <a:lstStyle/>
                    <a:p>
                      <a:pPr marL="0" marR="0" lvl="0" indent="0" algn="ctr" defTabSz="914400" rtl="0" eaLnBrk="1" fontAlgn="base" latinLnBrk="0" hangingPunct="1">
                        <a:lnSpc>
                          <a:spcPct val="100000"/>
                        </a:lnSpc>
                        <a:spcBef>
                          <a:spcPct val="0"/>
                        </a:spcBef>
                        <a:spcAft>
                          <a:spcPct val="0"/>
                        </a:spcAft>
                        <a:buClr>
                          <a:schemeClr val="accent2"/>
                        </a:buClr>
                        <a:buSzTx/>
                        <a:buFont typeface="Wingdings" pitchFamily="2" charset="2"/>
                        <a:buNone/>
                        <a:tabLst/>
                      </a:pPr>
                      <a:r>
                        <a:rPr kumimoji="0" lang="zh-CN" altLang="en-US" sz="2400" b="1" i="0" u="none" strike="noStrike" cap="none" normalizeH="0" baseline="0">
                          <a:ln>
                            <a:noFill/>
                          </a:ln>
                          <a:solidFill>
                            <a:srgbClr val="000000"/>
                          </a:solidFill>
                          <a:effectLst/>
                          <a:latin typeface="+mn-ea"/>
                          <a:ea typeface="+mn-ea"/>
                        </a:rPr>
                        <a:t>任何情况</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4CCF3"/>
                    </a:solidFill>
                  </a:tcPr>
                </a:tc>
                <a:extLst>
                  <a:ext uri="{0D108BD9-81ED-4DB2-BD59-A6C34878D82A}">
                    <a16:rowId xmlns:a16="http://schemas.microsoft.com/office/drawing/2014/main" val="10001"/>
                  </a:ext>
                </a:extLst>
              </a:tr>
              <a:tr h="1371600">
                <a:tc>
                  <a:txBody>
                    <a:bodyPr/>
                    <a:lstStyle/>
                    <a:p>
                      <a:pPr marL="0" marR="0" lvl="0" indent="0" algn="ctr" defTabSz="914400" rtl="0" eaLnBrk="1" fontAlgn="base" latinLnBrk="0" hangingPunct="1">
                        <a:lnSpc>
                          <a:spcPct val="100000"/>
                        </a:lnSpc>
                        <a:spcBef>
                          <a:spcPct val="0"/>
                        </a:spcBef>
                        <a:spcAft>
                          <a:spcPct val="0"/>
                        </a:spcAft>
                        <a:buClr>
                          <a:schemeClr val="accent2"/>
                        </a:buClr>
                        <a:buSzTx/>
                        <a:buFont typeface="Wingdings" pitchFamily="2" charset="2"/>
                        <a:buNone/>
                        <a:tabLst/>
                      </a:pPr>
                      <a:r>
                        <a:rPr kumimoji="0" lang="zh-CN" altLang="en-US" sz="2400" b="1" i="0" u="none" strike="noStrike" cap="none" normalizeH="0" baseline="0">
                          <a:ln>
                            <a:noFill/>
                          </a:ln>
                          <a:solidFill>
                            <a:srgbClr val="000000"/>
                          </a:solidFill>
                          <a:effectLst/>
                          <a:latin typeface="+mn-ea"/>
                          <a:ea typeface="+mn-ea"/>
                        </a:rPr>
                        <a:t>从目标</a:t>
                      </a:r>
                    </a:p>
                    <a:p>
                      <a:pPr marL="0" marR="0" lvl="0" indent="0" algn="ctr" defTabSz="914400" rtl="0" eaLnBrk="1" fontAlgn="base" latinLnBrk="0" hangingPunct="1">
                        <a:lnSpc>
                          <a:spcPct val="100000"/>
                        </a:lnSpc>
                        <a:spcBef>
                          <a:spcPct val="0"/>
                        </a:spcBef>
                        <a:spcAft>
                          <a:spcPct val="0"/>
                        </a:spcAft>
                        <a:buClr>
                          <a:schemeClr val="accent2"/>
                        </a:buClr>
                        <a:buSzTx/>
                        <a:buFont typeface="Wingdings" pitchFamily="2" charset="2"/>
                        <a:buNone/>
                        <a:tabLst/>
                      </a:pPr>
                      <a:r>
                        <a:rPr kumimoji="0" lang="zh-CN" altLang="en-US" sz="2400" b="1" i="0" u="none" strike="noStrike" cap="none" normalizeH="0" baseline="0">
                          <a:ln>
                            <a:noFill/>
                          </a:ln>
                          <a:solidFill>
                            <a:srgbClr val="000000"/>
                          </a:solidFill>
                          <a:effectLst/>
                          <a:latin typeface="+mn-ea"/>
                          <a:ea typeface="+mn-ea"/>
                        </a:rPr>
                        <a:t>处调度</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4CCF3"/>
                    </a:solidFill>
                  </a:tcPr>
                </a:tc>
                <a:tc>
                  <a:txBody>
                    <a:bodyPr/>
                    <a:lstStyle/>
                    <a:p>
                      <a:pPr marL="0" marR="0" lvl="0" indent="0" algn="l" defTabSz="914400" rtl="0" eaLnBrk="1" fontAlgn="base" latinLnBrk="0" hangingPunct="1">
                        <a:lnSpc>
                          <a:spcPct val="100000"/>
                        </a:lnSpc>
                        <a:spcBef>
                          <a:spcPct val="0"/>
                        </a:spcBef>
                        <a:spcAft>
                          <a:spcPct val="0"/>
                        </a:spcAft>
                        <a:buClr>
                          <a:schemeClr val="accent2"/>
                        </a:buClr>
                        <a:buSzTx/>
                        <a:buFont typeface="Wingdings" pitchFamily="2" charset="2"/>
                        <a:buNone/>
                        <a:tabLst/>
                      </a:pPr>
                      <a:r>
                        <a:rPr kumimoji="1" lang="zh-CN" altLang="en-US" sz="2400" b="1" i="0" u="none" strike="noStrike" cap="none" normalizeH="0" baseline="0" dirty="0">
                          <a:ln>
                            <a:noFill/>
                          </a:ln>
                          <a:solidFill>
                            <a:srgbClr val="000000"/>
                          </a:solidFill>
                          <a:effectLst/>
                          <a:latin typeface="+mn-ea"/>
                          <a:ea typeface="+mn-ea"/>
                        </a:rPr>
                        <a:t>必须保证在分支失败时执行被调度的指令不会导致错误，可能需要复制指令</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4CCF3"/>
                    </a:solidFill>
                  </a:tcPr>
                </a:tc>
                <a:tc>
                  <a:txBody>
                    <a:bodyPr/>
                    <a:lstStyle/>
                    <a:p>
                      <a:pPr marL="0" marR="0" lvl="0" indent="0" algn="ctr" defTabSz="914400" rtl="0" eaLnBrk="1" fontAlgn="base" latinLnBrk="0" hangingPunct="1">
                        <a:lnSpc>
                          <a:spcPct val="100000"/>
                        </a:lnSpc>
                        <a:spcBef>
                          <a:spcPct val="0"/>
                        </a:spcBef>
                        <a:spcAft>
                          <a:spcPct val="0"/>
                        </a:spcAft>
                        <a:buClr>
                          <a:schemeClr val="accent2"/>
                        </a:buClr>
                        <a:buSzTx/>
                        <a:buFont typeface="Wingdings" pitchFamily="2" charset="2"/>
                        <a:buNone/>
                        <a:tabLst/>
                      </a:pPr>
                      <a:r>
                        <a:rPr kumimoji="0" lang="zh-CN" altLang="en-US" sz="2400" b="1" i="0" u="none" strike="noStrike" cap="none" normalizeH="0" baseline="0">
                          <a:ln>
                            <a:noFill/>
                          </a:ln>
                          <a:solidFill>
                            <a:srgbClr val="000000"/>
                          </a:solidFill>
                          <a:effectLst/>
                          <a:latin typeface="+mn-ea"/>
                          <a:ea typeface="+mn-ea"/>
                        </a:rPr>
                        <a:t>分支成功时</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4CCF3"/>
                    </a:solidFill>
                  </a:tcPr>
                </a:tc>
                <a:extLst>
                  <a:ext uri="{0D108BD9-81ED-4DB2-BD59-A6C34878D82A}">
                    <a16:rowId xmlns:a16="http://schemas.microsoft.com/office/drawing/2014/main" val="10002"/>
                  </a:ext>
                </a:extLst>
              </a:tr>
              <a:tr h="1371600">
                <a:tc>
                  <a:txBody>
                    <a:bodyPr/>
                    <a:lstStyle/>
                    <a:p>
                      <a:pPr marL="0" marR="0" lvl="0" indent="0" algn="ctr" defTabSz="914400" rtl="0" eaLnBrk="1" fontAlgn="base" latinLnBrk="0" hangingPunct="1">
                        <a:lnSpc>
                          <a:spcPct val="100000"/>
                        </a:lnSpc>
                        <a:spcBef>
                          <a:spcPct val="0"/>
                        </a:spcBef>
                        <a:spcAft>
                          <a:spcPct val="0"/>
                        </a:spcAft>
                        <a:buClr>
                          <a:schemeClr val="accent2"/>
                        </a:buClr>
                        <a:buSzTx/>
                        <a:buFont typeface="Wingdings" pitchFamily="2" charset="2"/>
                        <a:buNone/>
                        <a:tabLst/>
                      </a:pPr>
                      <a:r>
                        <a:rPr kumimoji="0" lang="zh-CN" altLang="en-US" sz="2400" b="1" i="0" u="none" strike="noStrike" cap="none" normalizeH="0" baseline="0">
                          <a:ln>
                            <a:noFill/>
                          </a:ln>
                          <a:solidFill>
                            <a:srgbClr val="000000"/>
                          </a:solidFill>
                          <a:effectLst/>
                          <a:latin typeface="+mn-ea"/>
                          <a:ea typeface="+mn-ea"/>
                        </a:rPr>
                        <a:t>从失败</a:t>
                      </a:r>
                    </a:p>
                    <a:p>
                      <a:pPr marL="0" marR="0" lvl="0" indent="0" algn="ctr" defTabSz="914400" rtl="0" eaLnBrk="1" fontAlgn="base" latinLnBrk="0" hangingPunct="1">
                        <a:lnSpc>
                          <a:spcPct val="100000"/>
                        </a:lnSpc>
                        <a:spcBef>
                          <a:spcPct val="0"/>
                        </a:spcBef>
                        <a:spcAft>
                          <a:spcPct val="0"/>
                        </a:spcAft>
                        <a:buClr>
                          <a:schemeClr val="accent2"/>
                        </a:buClr>
                        <a:buSzTx/>
                        <a:buFont typeface="Wingdings" pitchFamily="2" charset="2"/>
                        <a:buNone/>
                        <a:tabLst/>
                      </a:pPr>
                      <a:r>
                        <a:rPr kumimoji="0" lang="zh-CN" altLang="en-US" sz="2400" b="1" i="0" u="none" strike="noStrike" cap="none" normalizeH="0" baseline="0">
                          <a:ln>
                            <a:noFill/>
                          </a:ln>
                          <a:solidFill>
                            <a:srgbClr val="000000"/>
                          </a:solidFill>
                          <a:effectLst/>
                          <a:latin typeface="+mn-ea"/>
                          <a:ea typeface="+mn-ea"/>
                        </a:rPr>
                        <a:t>处调度</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4CCF3"/>
                    </a:solidFill>
                  </a:tcPr>
                </a:tc>
                <a:tc>
                  <a:txBody>
                    <a:bodyPr/>
                    <a:lstStyle/>
                    <a:p>
                      <a:pPr marL="0" marR="0" lvl="0" indent="0" algn="l" defTabSz="914400" rtl="0" eaLnBrk="1" fontAlgn="base" latinLnBrk="0" hangingPunct="1">
                        <a:lnSpc>
                          <a:spcPct val="100000"/>
                        </a:lnSpc>
                        <a:spcBef>
                          <a:spcPct val="0"/>
                        </a:spcBef>
                        <a:spcAft>
                          <a:spcPct val="0"/>
                        </a:spcAft>
                        <a:buClr>
                          <a:schemeClr val="accent2"/>
                        </a:buClr>
                        <a:buSzTx/>
                        <a:buFont typeface="Wingdings" pitchFamily="2" charset="2"/>
                        <a:buNone/>
                        <a:tabLst/>
                      </a:pPr>
                      <a:r>
                        <a:rPr kumimoji="1" lang="zh-CN" altLang="en-US" sz="2400" b="1" i="0" u="none" strike="noStrike" cap="none" normalizeH="0" baseline="0">
                          <a:ln>
                            <a:noFill/>
                          </a:ln>
                          <a:solidFill>
                            <a:srgbClr val="000000"/>
                          </a:solidFill>
                          <a:effectLst/>
                          <a:latin typeface="+mn-ea"/>
                          <a:ea typeface="+mn-ea"/>
                        </a:rPr>
                        <a:t>必须保证在分支成功时执行被调度的指令不会导致错误</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4CCF3"/>
                    </a:solidFill>
                  </a:tcPr>
                </a:tc>
                <a:tc>
                  <a:txBody>
                    <a:bodyPr/>
                    <a:lstStyle/>
                    <a:p>
                      <a:pPr marL="0" marR="0" lvl="0" indent="0" algn="ctr" defTabSz="914400" rtl="0" eaLnBrk="1" fontAlgn="base" latinLnBrk="0" hangingPunct="1">
                        <a:lnSpc>
                          <a:spcPct val="100000"/>
                        </a:lnSpc>
                        <a:spcBef>
                          <a:spcPct val="0"/>
                        </a:spcBef>
                        <a:spcAft>
                          <a:spcPct val="0"/>
                        </a:spcAft>
                        <a:buClr>
                          <a:schemeClr val="accent2"/>
                        </a:buClr>
                        <a:buSzTx/>
                        <a:buFont typeface="Wingdings" pitchFamily="2" charset="2"/>
                        <a:buNone/>
                        <a:tabLst/>
                      </a:pPr>
                      <a:r>
                        <a:rPr kumimoji="0" lang="zh-CN" altLang="en-US" sz="2400" b="1" i="0" u="none" strike="noStrike" cap="none" normalizeH="0" baseline="0" dirty="0">
                          <a:ln>
                            <a:noFill/>
                          </a:ln>
                          <a:solidFill>
                            <a:srgbClr val="000000"/>
                          </a:solidFill>
                          <a:effectLst/>
                          <a:latin typeface="+mn-ea"/>
                          <a:ea typeface="+mn-ea"/>
                        </a:rPr>
                        <a:t>分支失败时</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4CCF3"/>
                    </a:solidFill>
                  </a:tcPr>
                </a:tc>
                <a:extLst>
                  <a:ext uri="{0D108BD9-81ED-4DB2-BD59-A6C34878D82A}">
                    <a16:rowId xmlns:a16="http://schemas.microsoft.com/office/drawing/2014/main" val="10003"/>
                  </a:ext>
                </a:extLst>
              </a:tr>
            </a:tbl>
          </a:graphicData>
        </a:graphic>
      </p:graphicFrame>
      <p:sp>
        <p:nvSpPr>
          <p:cNvPr id="2" name="日期占位符 1">
            <a:extLst>
              <a:ext uri="{FF2B5EF4-FFF2-40B4-BE49-F238E27FC236}">
                <a16:creationId xmlns:a16="http://schemas.microsoft.com/office/drawing/2014/main" id="{77F1753E-8E22-FA3A-52BD-3A26615F73FC}"/>
              </a:ext>
            </a:extLst>
          </p:cNvPr>
          <p:cNvSpPr>
            <a:spLocks noGrp="1"/>
          </p:cNvSpPr>
          <p:nvPr>
            <p:ph type="dt" sz="half" idx="10"/>
          </p:nvPr>
        </p:nvSpPr>
        <p:spPr/>
        <p:txBody>
          <a:bodyPr/>
          <a:lstStyle/>
          <a:p>
            <a:pPr>
              <a:defRPr/>
            </a:pPr>
            <a:fld id="{412C3EFF-E6A2-4805-B0AC-1A88F77BACEB}" type="datetime1">
              <a:rPr lang="zh-CN" altLang="en-US" smtClean="0"/>
              <a:t>2025/10/16</a:t>
            </a:fld>
            <a:endParaRPr lang="en-US" altLang="zh-CN"/>
          </a:p>
        </p:txBody>
      </p:sp>
      <p:sp>
        <p:nvSpPr>
          <p:cNvPr id="3" name="页脚占位符 2">
            <a:extLst>
              <a:ext uri="{FF2B5EF4-FFF2-40B4-BE49-F238E27FC236}">
                <a16:creationId xmlns:a16="http://schemas.microsoft.com/office/drawing/2014/main" id="{24E841A7-F741-F8A2-D89A-D12DE9653CDD}"/>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9DE0ADF1-7252-FFD6-ED8A-7E265BABC708}"/>
              </a:ext>
            </a:extLst>
          </p:cNvPr>
          <p:cNvSpPr>
            <a:spLocks noGrp="1"/>
          </p:cNvSpPr>
          <p:nvPr>
            <p:ph type="sldNum" sz="quarter" idx="12"/>
          </p:nvPr>
        </p:nvSpPr>
        <p:spPr/>
        <p:txBody>
          <a:bodyPr/>
          <a:lstStyle/>
          <a:p>
            <a:pPr>
              <a:defRPr/>
            </a:pPr>
            <a:fld id="{65B7EA61-351E-4105-9AD9-76D38C6E9934}" type="slidenum">
              <a:rPr lang="zh-CN" altLang="en-US" smtClean="0"/>
              <a:t>43</a:t>
            </a:fld>
            <a:endParaRPr lang="en-US" altLang="zh-CN"/>
          </a:p>
        </p:txBody>
      </p:sp>
    </p:spTree>
    <p:extLst>
      <p:ext uri="{BB962C8B-B14F-4D97-AF65-F5344CB8AC3E}">
        <p14:creationId xmlns:p14="http://schemas.microsoft.com/office/powerpoint/2010/main" val="2669097836"/>
      </p:ext>
    </p:extLst>
  </p:cSld>
  <p:clrMapOvr>
    <a:masterClrMapping/>
  </p:clrMapOvr>
  <p:transition spd="slow"/>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0418" name="Picture 5">
            <a:hlinkClick r:id="rId3" action="ppaction://hlinksldjump"/>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2625" y="552450"/>
            <a:ext cx="7777163" cy="5756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日期占位符 1">
            <a:extLst>
              <a:ext uri="{FF2B5EF4-FFF2-40B4-BE49-F238E27FC236}">
                <a16:creationId xmlns:a16="http://schemas.microsoft.com/office/drawing/2014/main" id="{FB134031-3DC8-D3EF-9D34-88A2938662B1}"/>
              </a:ext>
            </a:extLst>
          </p:cNvPr>
          <p:cNvSpPr>
            <a:spLocks noGrp="1"/>
          </p:cNvSpPr>
          <p:nvPr>
            <p:ph type="dt" sz="half" idx="10"/>
          </p:nvPr>
        </p:nvSpPr>
        <p:spPr/>
        <p:txBody>
          <a:bodyPr/>
          <a:lstStyle/>
          <a:p>
            <a:pPr>
              <a:defRPr/>
            </a:pPr>
            <a:fld id="{F84808F5-60D8-4232-83D3-9C85D3E2165F}" type="datetime1">
              <a:rPr lang="zh-CN" altLang="en-US" smtClean="0"/>
              <a:t>2025/10/16</a:t>
            </a:fld>
            <a:endParaRPr lang="en-US" altLang="zh-CN"/>
          </a:p>
        </p:txBody>
      </p:sp>
      <p:sp>
        <p:nvSpPr>
          <p:cNvPr id="3" name="页脚占位符 2">
            <a:extLst>
              <a:ext uri="{FF2B5EF4-FFF2-40B4-BE49-F238E27FC236}">
                <a16:creationId xmlns:a16="http://schemas.microsoft.com/office/drawing/2014/main" id="{EE990C80-4F38-CE24-F323-ADEF8590DDE9}"/>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FB6E26C0-A34F-CDAA-1170-EAE816ABA7E1}"/>
              </a:ext>
            </a:extLst>
          </p:cNvPr>
          <p:cNvSpPr>
            <a:spLocks noGrp="1"/>
          </p:cNvSpPr>
          <p:nvPr>
            <p:ph type="sldNum" sz="quarter" idx="12"/>
          </p:nvPr>
        </p:nvSpPr>
        <p:spPr/>
        <p:txBody>
          <a:bodyPr/>
          <a:lstStyle/>
          <a:p>
            <a:pPr>
              <a:defRPr/>
            </a:pPr>
            <a:fld id="{65B7EA61-351E-4105-9AD9-76D38C6E9934}" type="slidenum">
              <a:rPr lang="zh-CN" altLang="en-US" smtClean="0"/>
              <a:t>44</a:t>
            </a:fld>
            <a:endParaRPr lang="en-US" altLang="zh-CN"/>
          </a:p>
        </p:txBody>
      </p:sp>
    </p:spTree>
    <p:extLst>
      <p:ext uri="{BB962C8B-B14F-4D97-AF65-F5344CB8AC3E}">
        <p14:creationId xmlns:p14="http://schemas.microsoft.com/office/powerpoint/2010/main" val="2720398471"/>
      </p:ext>
    </p:extLst>
  </p:cSld>
  <p:clrMapOvr>
    <a:masterClrMapping/>
  </p:clrMapOvr>
  <p:transition spd="slow" advClick="0"/>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602" name="Picture 2" descr="arch7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1666875"/>
            <a:ext cx="7924800" cy="3524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03" name="Rectangle 3">
            <a:hlinkClick r:id="rId4" action="ppaction://hlinksldjump"/>
          </p:cNvPr>
          <p:cNvSpPr>
            <a:spLocks noChangeArrowheads="1"/>
          </p:cNvSpPr>
          <p:nvPr/>
        </p:nvSpPr>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2" name="日期占位符 1">
            <a:extLst>
              <a:ext uri="{FF2B5EF4-FFF2-40B4-BE49-F238E27FC236}">
                <a16:creationId xmlns:a16="http://schemas.microsoft.com/office/drawing/2014/main" id="{5CA299E8-1488-9595-E9BE-328258B5F37D}"/>
              </a:ext>
            </a:extLst>
          </p:cNvPr>
          <p:cNvSpPr>
            <a:spLocks noGrp="1"/>
          </p:cNvSpPr>
          <p:nvPr>
            <p:ph type="dt" sz="half" idx="10"/>
          </p:nvPr>
        </p:nvSpPr>
        <p:spPr/>
        <p:txBody>
          <a:bodyPr/>
          <a:lstStyle/>
          <a:p>
            <a:pPr>
              <a:defRPr/>
            </a:pPr>
            <a:fld id="{48FF7CAA-B6A9-455C-B4DE-369E93558057}" type="datetime1">
              <a:rPr lang="zh-CN" altLang="en-US" smtClean="0"/>
              <a:t>2025/10/16</a:t>
            </a:fld>
            <a:endParaRPr lang="en-US" altLang="zh-CN"/>
          </a:p>
        </p:txBody>
      </p:sp>
      <p:sp>
        <p:nvSpPr>
          <p:cNvPr id="3" name="页脚占位符 2">
            <a:extLst>
              <a:ext uri="{FF2B5EF4-FFF2-40B4-BE49-F238E27FC236}">
                <a16:creationId xmlns:a16="http://schemas.microsoft.com/office/drawing/2014/main" id="{F84517E2-1E6E-6AE8-B831-54D6FBB95379}"/>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36D521E3-DBDA-BA88-F5B2-3F1017320430}"/>
              </a:ext>
            </a:extLst>
          </p:cNvPr>
          <p:cNvSpPr>
            <a:spLocks noGrp="1"/>
          </p:cNvSpPr>
          <p:nvPr>
            <p:ph type="sldNum" sz="quarter" idx="12"/>
          </p:nvPr>
        </p:nvSpPr>
        <p:spPr/>
        <p:txBody>
          <a:bodyPr/>
          <a:lstStyle/>
          <a:p>
            <a:pPr>
              <a:defRPr/>
            </a:pPr>
            <a:fld id="{65B7EA61-351E-4105-9AD9-76D38C6E9934}" type="slidenum">
              <a:rPr lang="zh-CN" altLang="en-US" smtClean="0"/>
              <a:t>45</a:t>
            </a:fld>
            <a:endParaRPr lang="en-US" altLang="zh-CN"/>
          </a:p>
        </p:txBody>
      </p:sp>
    </p:spTree>
    <p:extLst>
      <p:ext uri="{BB962C8B-B14F-4D97-AF65-F5344CB8AC3E}">
        <p14:creationId xmlns:p14="http://schemas.microsoft.com/office/powerpoint/2010/main" val="3475254143"/>
      </p:ext>
    </p:extLst>
  </p:cSld>
  <p:clrMapOvr>
    <a:masterClrMapping/>
  </p:clrMapOvr>
  <p:transition spd="slow" advClick="0"/>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8661" name="Picture 4">
            <a:hlinkClick r:id="rId3" action="ppaction://hlinksldjump"/>
            <a:extLst>
              <a:ext uri="{FF2B5EF4-FFF2-40B4-BE49-F238E27FC236}">
                <a16:creationId xmlns:a16="http://schemas.microsoft.com/office/drawing/2014/main" id="{AD4E7FBC-4711-4EC0-A928-FE2A09380547}"/>
              </a:ext>
            </a:extLst>
          </p:cNvPr>
          <p:cNvPicPr>
            <a:picLocks noGrp="1" noChangeAspect="1" noChangeArrowheads="1"/>
          </p:cNvPicPr>
          <p:nvPr>
            <p:ph type="body" idx="1"/>
          </p:nvPr>
        </p:nvPicPr>
        <p:blipFill>
          <a:blip r:embed="rId4">
            <a:extLst>
              <a:ext uri="{28A0092B-C50C-407E-A947-70E740481C1C}">
                <a14:useLocalDpi xmlns:a14="http://schemas.microsoft.com/office/drawing/2010/main" val="0"/>
              </a:ext>
            </a:extLst>
          </a:blip>
          <a:srcRect/>
          <a:stretch>
            <a:fillRect/>
          </a:stretch>
        </p:blipFill>
        <p:spPr>
          <a:xfrm>
            <a:off x="384057" y="1196752"/>
            <a:ext cx="8759943" cy="4032448"/>
          </a:xfrm>
          <a:noFill/>
        </p:spPr>
      </p:pic>
      <p:sp>
        <p:nvSpPr>
          <p:cNvPr id="2" name="日期占位符 1">
            <a:extLst>
              <a:ext uri="{FF2B5EF4-FFF2-40B4-BE49-F238E27FC236}">
                <a16:creationId xmlns:a16="http://schemas.microsoft.com/office/drawing/2014/main" id="{4D899A36-7C35-3B14-9A8E-8E800AEBEFC4}"/>
              </a:ext>
            </a:extLst>
          </p:cNvPr>
          <p:cNvSpPr>
            <a:spLocks noGrp="1"/>
          </p:cNvSpPr>
          <p:nvPr>
            <p:ph type="dt" sz="half" idx="10"/>
          </p:nvPr>
        </p:nvSpPr>
        <p:spPr/>
        <p:txBody>
          <a:bodyPr/>
          <a:lstStyle/>
          <a:p>
            <a:pPr>
              <a:defRPr/>
            </a:pPr>
            <a:fld id="{35EFD611-092D-4655-820D-584D4E614720}" type="datetime1">
              <a:rPr lang="zh-CN" altLang="en-US" smtClean="0"/>
              <a:t>2025/10/16</a:t>
            </a:fld>
            <a:endParaRPr lang="en-US" altLang="zh-CN"/>
          </a:p>
        </p:txBody>
      </p:sp>
      <p:sp>
        <p:nvSpPr>
          <p:cNvPr id="3" name="页脚占位符 2">
            <a:extLst>
              <a:ext uri="{FF2B5EF4-FFF2-40B4-BE49-F238E27FC236}">
                <a16:creationId xmlns:a16="http://schemas.microsoft.com/office/drawing/2014/main" id="{15CBF0B7-9A01-0022-5EE3-01EAF12224CB}"/>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76007605-68FE-49AA-0CF3-8E8D9CDED084}"/>
              </a:ext>
            </a:extLst>
          </p:cNvPr>
          <p:cNvSpPr>
            <a:spLocks noGrp="1"/>
          </p:cNvSpPr>
          <p:nvPr>
            <p:ph type="sldNum" sz="quarter" idx="12"/>
          </p:nvPr>
        </p:nvSpPr>
        <p:spPr/>
        <p:txBody>
          <a:bodyPr/>
          <a:lstStyle/>
          <a:p>
            <a:pPr>
              <a:defRPr/>
            </a:pPr>
            <a:fld id="{8BCAC33D-D29A-48B3-BCD6-381D3D720D26}" type="slidenum">
              <a:rPr lang="zh-CN" altLang="en-US" smtClean="0"/>
              <a:t>46</a:t>
            </a:fld>
            <a:endParaRPr lang="en-US" altLang="zh-CN"/>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3">
            <a:hlinkClick r:id="" action="ppaction://noaction"/>
          </p:cNvPr>
          <p:cNvSpPr>
            <a:spLocks noChangeArrowheads="1"/>
          </p:cNvSpPr>
          <p:nvPr/>
        </p:nvSpPr>
        <p:spPr bwMode="auto">
          <a:xfrm>
            <a:off x="0" y="0"/>
            <a:ext cx="9144000" cy="68580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pic>
        <p:nvPicPr>
          <p:cNvPr id="27651" name="Picture 2" descr="arch79">
            <a:hlinkClick r:id="rId3" action="ppaction://hlinksldjump"/>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43000" y="874713"/>
            <a:ext cx="6858000" cy="5108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日期占位符 1">
            <a:extLst>
              <a:ext uri="{FF2B5EF4-FFF2-40B4-BE49-F238E27FC236}">
                <a16:creationId xmlns:a16="http://schemas.microsoft.com/office/drawing/2014/main" id="{80EDF4F5-F54B-1BD5-199E-1D8147692472}"/>
              </a:ext>
            </a:extLst>
          </p:cNvPr>
          <p:cNvSpPr>
            <a:spLocks noGrp="1"/>
          </p:cNvSpPr>
          <p:nvPr>
            <p:ph type="dt" sz="half" idx="10"/>
          </p:nvPr>
        </p:nvSpPr>
        <p:spPr/>
        <p:txBody>
          <a:bodyPr/>
          <a:lstStyle/>
          <a:p>
            <a:pPr>
              <a:defRPr/>
            </a:pPr>
            <a:fld id="{A368A5A0-D51E-4195-BE6D-C7343918F46B}" type="datetime1">
              <a:rPr lang="zh-CN" altLang="en-US" smtClean="0"/>
              <a:t>2025/10/16</a:t>
            </a:fld>
            <a:endParaRPr lang="en-US" altLang="zh-CN"/>
          </a:p>
        </p:txBody>
      </p:sp>
      <p:sp>
        <p:nvSpPr>
          <p:cNvPr id="3" name="页脚占位符 2">
            <a:extLst>
              <a:ext uri="{FF2B5EF4-FFF2-40B4-BE49-F238E27FC236}">
                <a16:creationId xmlns:a16="http://schemas.microsoft.com/office/drawing/2014/main" id="{248546A9-33D8-37E4-2632-984623DDE8EA}"/>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2ECC7F6C-3937-5C42-C281-76061B3E30E3}"/>
              </a:ext>
            </a:extLst>
          </p:cNvPr>
          <p:cNvSpPr>
            <a:spLocks noGrp="1"/>
          </p:cNvSpPr>
          <p:nvPr>
            <p:ph type="sldNum" sz="quarter" idx="12"/>
          </p:nvPr>
        </p:nvSpPr>
        <p:spPr/>
        <p:txBody>
          <a:bodyPr/>
          <a:lstStyle/>
          <a:p>
            <a:pPr>
              <a:defRPr/>
            </a:pPr>
            <a:fld id="{65B7EA61-351E-4105-9AD9-76D38C6E9934}" type="slidenum">
              <a:rPr lang="zh-CN" altLang="en-US" smtClean="0"/>
              <a:t>47</a:t>
            </a:fld>
            <a:endParaRPr lang="en-US" altLang="zh-CN"/>
          </a:p>
        </p:txBody>
      </p:sp>
    </p:spTree>
    <p:extLst>
      <p:ext uri="{BB962C8B-B14F-4D97-AF65-F5344CB8AC3E}">
        <p14:creationId xmlns:p14="http://schemas.microsoft.com/office/powerpoint/2010/main" val="2798030576"/>
      </p:ext>
    </p:extLst>
  </p:cSld>
  <p:clrMapOvr>
    <a:masterClrMapping/>
  </p:clrMapOvr>
  <p:transition spd="slow" advClick="0"/>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3">
            <a:hlinkClick r:id="" action="ppaction://noaction"/>
          </p:cNvPr>
          <p:cNvSpPr>
            <a:spLocks noChangeArrowheads="1"/>
          </p:cNvSpPr>
          <p:nvPr/>
        </p:nvSpPr>
        <p:spPr bwMode="auto">
          <a:xfrm>
            <a:off x="0" y="0"/>
            <a:ext cx="9144000" cy="68580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pic>
        <p:nvPicPr>
          <p:cNvPr id="28675" name="Picture 2" descr="arch80">
            <a:hlinkClick r:id="rId3" action="ppaction://hlinksldjump"/>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8200" y="1366838"/>
            <a:ext cx="7467600" cy="4121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日期占位符 1">
            <a:extLst>
              <a:ext uri="{FF2B5EF4-FFF2-40B4-BE49-F238E27FC236}">
                <a16:creationId xmlns:a16="http://schemas.microsoft.com/office/drawing/2014/main" id="{E801FE1B-A0D4-35B3-0DEE-7D656603A49C}"/>
              </a:ext>
            </a:extLst>
          </p:cNvPr>
          <p:cNvSpPr>
            <a:spLocks noGrp="1"/>
          </p:cNvSpPr>
          <p:nvPr>
            <p:ph type="dt" sz="half" idx="10"/>
          </p:nvPr>
        </p:nvSpPr>
        <p:spPr/>
        <p:txBody>
          <a:bodyPr/>
          <a:lstStyle/>
          <a:p>
            <a:pPr>
              <a:defRPr/>
            </a:pPr>
            <a:fld id="{5226A8CE-A08B-4EB1-A605-5BEF82C7A457}" type="datetime1">
              <a:rPr lang="zh-CN" altLang="en-US" smtClean="0"/>
              <a:t>2025/10/16</a:t>
            </a:fld>
            <a:endParaRPr lang="en-US" altLang="zh-CN"/>
          </a:p>
        </p:txBody>
      </p:sp>
      <p:sp>
        <p:nvSpPr>
          <p:cNvPr id="3" name="页脚占位符 2">
            <a:extLst>
              <a:ext uri="{FF2B5EF4-FFF2-40B4-BE49-F238E27FC236}">
                <a16:creationId xmlns:a16="http://schemas.microsoft.com/office/drawing/2014/main" id="{81BF20C4-C42A-609E-E347-0C0054808B36}"/>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671FA3E4-FC54-6760-6904-2F1213C7FD81}"/>
              </a:ext>
            </a:extLst>
          </p:cNvPr>
          <p:cNvSpPr>
            <a:spLocks noGrp="1"/>
          </p:cNvSpPr>
          <p:nvPr>
            <p:ph type="sldNum" sz="quarter" idx="12"/>
          </p:nvPr>
        </p:nvSpPr>
        <p:spPr/>
        <p:txBody>
          <a:bodyPr/>
          <a:lstStyle/>
          <a:p>
            <a:pPr>
              <a:defRPr/>
            </a:pPr>
            <a:fld id="{65B7EA61-351E-4105-9AD9-76D38C6E9934}" type="slidenum">
              <a:rPr lang="zh-CN" altLang="en-US" smtClean="0"/>
              <a:t>48</a:t>
            </a:fld>
            <a:endParaRPr lang="en-US" altLang="zh-CN"/>
          </a:p>
        </p:txBody>
      </p:sp>
    </p:spTree>
    <p:extLst>
      <p:ext uri="{BB962C8B-B14F-4D97-AF65-F5344CB8AC3E}">
        <p14:creationId xmlns:p14="http://schemas.microsoft.com/office/powerpoint/2010/main" val="935437911"/>
      </p:ext>
    </p:extLst>
  </p:cSld>
  <p:clrMapOvr>
    <a:masterClrMapping/>
  </p:clrMapOvr>
  <p:transition spd="slow" advClick="0"/>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3">
            <a:hlinkClick r:id="" action="ppaction://noaction"/>
          </p:cNvPr>
          <p:cNvSpPr>
            <a:spLocks noChangeArrowheads="1"/>
          </p:cNvSpPr>
          <p:nvPr/>
        </p:nvSpPr>
        <p:spPr bwMode="auto">
          <a:xfrm>
            <a:off x="0" y="0"/>
            <a:ext cx="9144000" cy="68580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2" name="日期占位符 1">
            <a:extLst>
              <a:ext uri="{FF2B5EF4-FFF2-40B4-BE49-F238E27FC236}">
                <a16:creationId xmlns:a16="http://schemas.microsoft.com/office/drawing/2014/main" id="{E713C2FB-13FE-7567-3710-772A56050658}"/>
              </a:ext>
            </a:extLst>
          </p:cNvPr>
          <p:cNvSpPr>
            <a:spLocks noGrp="1"/>
          </p:cNvSpPr>
          <p:nvPr>
            <p:ph type="dt" sz="half" idx="10"/>
          </p:nvPr>
        </p:nvSpPr>
        <p:spPr/>
        <p:txBody>
          <a:bodyPr/>
          <a:lstStyle/>
          <a:p>
            <a:pPr>
              <a:defRPr/>
            </a:pPr>
            <a:fld id="{8344A1B9-A357-4497-8834-6C0DA495D27F}" type="datetime1">
              <a:rPr lang="zh-CN" altLang="en-US" smtClean="0"/>
              <a:t>2025/10/16</a:t>
            </a:fld>
            <a:endParaRPr lang="en-US" altLang="zh-CN"/>
          </a:p>
        </p:txBody>
      </p:sp>
      <p:sp>
        <p:nvSpPr>
          <p:cNvPr id="3" name="页脚占位符 2">
            <a:extLst>
              <a:ext uri="{FF2B5EF4-FFF2-40B4-BE49-F238E27FC236}">
                <a16:creationId xmlns:a16="http://schemas.microsoft.com/office/drawing/2014/main" id="{56E2CE80-9569-6139-070A-8F1A988BE804}"/>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AA841C00-5FAB-CBAA-5353-95DAFA50B394}"/>
              </a:ext>
            </a:extLst>
          </p:cNvPr>
          <p:cNvSpPr>
            <a:spLocks noGrp="1"/>
          </p:cNvSpPr>
          <p:nvPr>
            <p:ph type="sldNum" sz="quarter" idx="12"/>
          </p:nvPr>
        </p:nvSpPr>
        <p:spPr/>
        <p:txBody>
          <a:bodyPr/>
          <a:lstStyle/>
          <a:p>
            <a:pPr>
              <a:defRPr/>
            </a:pPr>
            <a:fld id="{65B7EA61-351E-4105-9AD9-76D38C6E9934}" type="slidenum">
              <a:rPr lang="zh-CN" altLang="en-US" smtClean="0"/>
              <a:t>49</a:t>
            </a:fld>
            <a:endParaRPr lang="en-US" altLang="zh-CN"/>
          </a:p>
        </p:txBody>
      </p:sp>
      <p:grpSp>
        <p:nvGrpSpPr>
          <p:cNvPr id="7" name="组合 6">
            <a:extLst>
              <a:ext uri="{FF2B5EF4-FFF2-40B4-BE49-F238E27FC236}">
                <a16:creationId xmlns:a16="http://schemas.microsoft.com/office/drawing/2014/main" id="{8F4FA253-C7D3-36F2-D193-909EE0481481}"/>
              </a:ext>
            </a:extLst>
          </p:cNvPr>
          <p:cNvGrpSpPr/>
          <p:nvPr/>
        </p:nvGrpSpPr>
        <p:grpSpPr>
          <a:xfrm>
            <a:off x="914400" y="1195388"/>
            <a:ext cx="7315200" cy="4464050"/>
            <a:chOff x="914400" y="1195388"/>
            <a:chExt cx="7315200" cy="4464050"/>
          </a:xfrm>
        </p:grpSpPr>
        <p:pic>
          <p:nvPicPr>
            <p:cNvPr id="29699" name="Picture 2" descr="arch81">
              <a:hlinkClick r:id="rId3" action="ppaction://hlinksldjump"/>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4400" y="1195388"/>
              <a:ext cx="7315200" cy="4464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文本框 4">
              <a:extLst>
                <a:ext uri="{FF2B5EF4-FFF2-40B4-BE49-F238E27FC236}">
                  <a16:creationId xmlns:a16="http://schemas.microsoft.com/office/drawing/2014/main" id="{329A08D4-D93B-C4D7-1546-67339F77669A}"/>
                </a:ext>
              </a:extLst>
            </p:cNvPr>
            <p:cNvSpPr txBox="1"/>
            <p:nvPr/>
          </p:nvSpPr>
          <p:spPr>
            <a:xfrm>
              <a:off x="2555776" y="3429000"/>
              <a:ext cx="432048" cy="338554"/>
            </a:xfrm>
            <a:prstGeom prst="rect">
              <a:avLst/>
            </a:prstGeom>
            <a:noFill/>
          </p:spPr>
          <p:txBody>
            <a:bodyPr wrap="square" rtlCol="0">
              <a:spAutoFit/>
            </a:bodyPr>
            <a:lstStyle/>
            <a:p>
              <a:r>
                <a:rPr lang="en-US" altLang="zh-CN" sz="1600" dirty="0"/>
                <a:t>IF</a:t>
              </a:r>
              <a:endParaRPr lang="zh-CN" altLang="en-US" sz="1600" dirty="0"/>
            </a:p>
          </p:txBody>
        </p:sp>
        <p:sp>
          <p:nvSpPr>
            <p:cNvPr id="6" name="文本框 5">
              <a:extLst>
                <a:ext uri="{FF2B5EF4-FFF2-40B4-BE49-F238E27FC236}">
                  <a16:creationId xmlns:a16="http://schemas.microsoft.com/office/drawing/2014/main" id="{9BB8E3F1-FE42-D768-7C66-E1EBE1DD6D2A}"/>
                </a:ext>
              </a:extLst>
            </p:cNvPr>
            <p:cNvSpPr txBox="1"/>
            <p:nvPr/>
          </p:nvSpPr>
          <p:spPr>
            <a:xfrm>
              <a:off x="3131840" y="3810526"/>
              <a:ext cx="432048" cy="338554"/>
            </a:xfrm>
            <a:prstGeom prst="rect">
              <a:avLst/>
            </a:prstGeom>
            <a:noFill/>
          </p:spPr>
          <p:txBody>
            <a:bodyPr wrap="square" rtlCol="0">
              <a:spAutoFit/>
            </a:bodyPr>
            <a:lstStyle/>
            <a:p>
              <a:r>
                <a:rPr lang="en-US" altLang="zh-CN" sz="1600" dirty="0"/>
                <a:t>IF</a:t>
              </a:r>
              <a:endParaRPr lang="zh-CN" altLang="en-US" sz="1600" dirty="0"/>
            </a:p>
          </p:txBody>
        </p:sp>
      </p:grpSp>
    </p:spTree>
    <p:extLst>
      <p:ext uri="{BB962C8B-B14F-4D97-AF65-F5344CB8AC3E}">
        <p14:creationId xmlns:p14="http://schemas.microsoft.com/office/powerpoint/2010/main" val="3264542297"/>
      </p:ext>
    </p:extLst>
  </p:cSld>
  <p:clrMapOvr>
    <a:masterClrMapping/>
  </p:clrMapOvr>
  <p:transition spd="slow" advClick="0"/>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3">
            <a:hlinkClick r:id="" action="ppaction://noaction"/>
          </p:cNvPr>
          <p:cNvSpPr>
            <a:spLocks noChangeArrowheads="1"/>
          </p:cNvSpPr>
          <p:nvPr/>
        </p:nvSpPr>
        <p:spPr bwMode="auto">
          <a:xfrm>
            <a:off x="0" y="0"/>
            <a:ext cx="9144000" cy="68580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pic>
        <p:nvPicPr>
          <p:cNvPr id="30723" name="Picture 2" descr="arch82">
            <a:hlinkClick r:id="rId3" action="ppaction://hlinksldjump"/>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5800" y="1268413"/>
            <a:ext cx="7426325" cy="4532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日期占位符 1">
            <a:extLst>
              <a:ext uri="{FF2B5EF4-FFF2-40B4-BE49-F238E27FC236}">
                <a16:creationId xmlns:a16="http://schemas.microsoft.com/office/drawing/2014/main" id="{325DC9B1-DAAB-2AEB-B032-4A4DB44968E3}"/>
              </a:ext>
            </a:extLst>
          </p:cNvPr>
          <p:cNvSpPr>
            <a:spLocks noGrp="1"/>
          </p:cNvSpPr>
          <p:nvPr>
            <p:ph type="dt" sz="half" idx="10"/>
          </p:nvPr>
        </p:nvSpPr>
        <p:spPr/>
        <p:txBody>
          <a:bodyPr/>
          <a:lstStyle/>
          <a:p>
            <a:pPr>
              <a:defRPr/>
            </a:pPr>
            <a:fld id="{F19FEDBB-4BA0-41D4-9823-4DA24B7871EE}" type="datetime1">
              <a:rPr lang="zh-CN" altLang="en-US" smtClean="0"/>
              <a:t>2025/10/16</a:t>
            </a:fld>
            <a:endParaRPr lang="en-US" altLang="zh-CN"/>
          </a:p>
        </p:txBody>
      </p:sp>
      <p:sp>
        <p:nvSpPr>
          <p:cNvPr id="3" name="页脚占位符 2">
            <a:extLst>
              <a:ext uri="{FF2B5EF4-FFF2-40B4-BE49-F238E27FC236}">
                <a16:creationId xmlns:a16="http://schemas.microsoft.com/office/drawing/2014/main" id="{7B85F7D4-5F90-459F-D6A4-CEB12CAA954E}"/>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1D3C1C55-D684-82CC-47EB-5C8FE8BF187E}"/>
              </a:ext>
            </a:extLst>
          </p:cNvPr>
          <p:cNvSpPr>
            <a:spLocks noGrp="1"/>
          </p:cNvSpPr>
          <p:nvPr>
            <p:ph type="sldNum" sz="quarter" idx="12"/>
          </p:nvPr>
        </p:nvSpPr>
        <p:spPr/>
        <p:txBody>
          <a:bodyPr/>
          <a:lstStyle/>
          <a:p>
            <a:pPr>
              <a:defRPr/>
            </a:pPr>
            <a:fld id="{65B7EA61-351E-4105-9AD9-76D38C6E9934}" type="slidenum">
              <a:rPr lang="zh-CN" altLang="en-US" smtClean="0"/>
              <a:t>50</a:t>
            </a:fld>
            <a:endParaRPr lang="en-US" altLang="zh-CN"/>
          </a:p>
        </p:txBody>
      </p:sp>
    </p:spTree>
    <p:extLst>
      <p:ext uri="{BB962C8B-B14F-4D97-AF65-F5344CB8AC3E}">
        <p14:creationId xmlns:p14="http://schemas.microsoft.com/office/powerpoint/2010/main" val="672483299"/>
      </p:ext>
    </p:extLst>
  </p:cSld>
  <p:clrMapOvr>
    <a:masterClrMapping/>
  </p:clrMapOvr>
  <p:transition spd="slow" advClick="0"/>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3">
            <a:hlinkClick r:id="" action="ppaction://noaction"/>
          </p:cNvPr>
          <p:cNvSpPr>
            <a:spLocks noChangeArrowheads="1"/>
          </p:cNvSpPr>
          <p:nvPr/>
        </p:nvSpPr>
        <p:spPr bwMode="auto">
          <a:xfrm>
            <a:off x="0" y="0"/>
            <a:ext cx="9144000" cy="68580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pic>
        <p:nvPicPr>
          <p:cNvPr id="31747" name="Picture 2" descr="arch83">
            <a:hlinkClick r:id="rId3" action="ppaction://hlinksldjump"/>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43000" y="846138"/>
            <a:ext cx="6858000" cy="5165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日期占位符 1">
            <a:extLst>
              <a:ext uri="{FF2B5EF4-FFF2-40B4-BE49-F238E27FC236}">
                <a16:creationId xmlns:a16="http://schemas.microsoft.com/office/drawing/2014/main" id="{E903E892-34AD-498A-DAEE-D1C427ED06CD}"/>
              </a:ext>
            </a:extLst>
          </p:cNvPr>
          <p:cNvSpPr>
            <a:spLocks noGrp="1"/>
          </p:cNvSpPr>
          <p:nvPr>
            <p:ph type="dt" sz="half" idx="10"/>
          </p:nvPr>
        </p:nvSpPr>
        <p:spPr/>
        <p:txBody>
          <a:bodyPr/>
          <a:lstStyle/>
          <a:p>
            <a:pPr>
              <a:defRPr/>
            </a:pPr>
            <a:fld id="{0D9AE9B7-CE7F-4D38-863F-0BE61791CA5F}" type="datetime1">
              <a:rPr lang="zh-CN" altLang="en-US" smtClean="0"/>
              <a:t>2025/10/16</a:t>
            </a:fld>
            <a:endParaRPr lang="en-US" altLang="zh-CN"/>
          </a:p>
        </p:txBody>
      </p:sp>
      <p:sp>
        <p:nvSpPr>
          <p:cNvPr id="3" name="页脚占位符 2">
            <a:extLst>
              <a:ext uri="{FF2B5EF4-FFF2-40B4-BE49-F238E27FC236}">
                <a16:creationId xmlns:a16="http://schemas.microsoft.com/office/drawing/2014/main" id="{314DEA67-6014-1B8C-BD50-9BFBFB62409C}"/>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32DB98E8-FB5C-DF50-5DD3-159D00D7D201}"/>
              </a:ext>
            </a:extLst>
          </p:cNvPr>
          <p:cNvSpPr>
            <a:spLocks noGrp="1"/>
          </p:cNvSpPr>
          <p:nvPr>
            <p:ph type="sldNum" sz="quarter" idx="12"/>
          </p:nvPr>
        </p:nvSpPr>
        <p:spPr/>
        <p:txBody>
          <a:bodyPr/>
          <a:lstStyle/>
          <a:p>
            <a:pPr>
              <a:defRPr/>
            </a:pPr>
            <a:fld id="{65B7EA61-351E-4105-9AD9-76D38C6E9934}" type="slidenum">
              <a:rPr lang="zh-CN" altLang="en-US" smtClean="0"/>
              <a:t>51</a:t>
            </a:fld>
            <a:endParaRPr lang="en-US" altLang="zh-CN"/>
          </a:p>
        </p:txBody>
      </p:sp>
    </p:spTree>
    <p:extLst>
      <p:ext uri="{BB962C8B-B14F-4D97-AF65-F5344CB8AC3E}">
        <p14:creationId xmlns:p14="http://schemas.microsoft.com/office/powerpoint/2010/main" val="3289414344"/>
      </p:ext>
    </p:extLst>
  </p:cSld>
  <p:clrMapOvr>
    <a:masterClrMapping/>
  </p:clrMapOvr>
  <p:transition spd="slow" advClick="0"/>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3">
            <a:hlinkClick r:id="" action="ppaction://noaction"/>
          </p:cNvPr>
          <p:cNvSpPr>
            <a:spLocks noChangeArrowheads="1"/>
          </p:cNvSpPr>
          <p:nvPr/>
        </p:nvSpPr>
        <p:spPr bwMode="auto">
          <a:xfrm>
            <a:off x="0" y="0"/>
            <a:ext cx="9144000" cy="68580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pic>
        <p:nvPicPr>
          <p:cNvPr id="32771" name="Picture 4">
            <a:hlinkClick r:id="rId3" action="ppaction://hlinksldjump"/>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1196975"/>
            <a:ext cx="9144000" cy="4492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日期占位符 1">
            <a:extLst>
              <a:ext uri="{FF2B5EF4-FFF2-40B4-BE49-F238E27FC236}">
                <a16:creationId xmlns:a16="http://schemas.microsoft.com/office/drawing/2014/main" id="{62C72A41-D8CD-0983-ED20-A8B70FB67322}"/>
              </a:ext>
            </a:extLst>
          </p:cNvPr>
          <p:cNvSpPr>
            <a:spLocks noGrp="1"/>
          </p:cNvSpPr>
          <p:nvPr>
            <p:ph type="dt" sz="half" idx="10"/>
          </p:nvPr>
        </p:nvSpPr>
        <p:spPr/>
        <p:txBody>
          <a:bodyPr/>
          <a:lstStyle/>
          <a:p>
            <a:pPr>
              <a:defRPr/>
            </a:pPr>
            <a:fld id="{B160823F-F51B-4528-B5BA-7100BD49112E}" type="datetime1">
              <a:rPr lang="zh-CN" altLang="en-US" smtClean="0"/>
              <a:t>2025/10/16</a:t>
            </a:fld>
            <a:endParaRPr lang="en-US" altLang="zh-CN"/>
          </a:p>
        </p:txBody>
      </p:sp>
      <p:sp>
        <p:nvSpPr>
          <p:cNvPr id="3" name="页脚占位符 2">
            <a:extLst>
              <a:ext uri="{FF2B5EF4-FFF2-40B4-BE49-F238E27FC236}">
                <a16:creationId xmlns:a16="http://schemas.microsoft.com/office/drawing/2014/main" id="{4FD94BD3-58ED-7F10-B46C-3C01A187CA27}"/>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488B07A0-8E9C-ADF7-CC45-BBC24844E7EA}"/>
              </a:ext>
            </a:extLst>
          </p:cNvPr>
          <p:cNvSpPr>
            <a:spLocks noGrp="1"/>
          </p:cNvSpPr>
          <p:nvPr>
            <p:ph type="sldNum" sz="quarter" idx="12"/>
          </p:nvPr>
        </p:nvSpPr>
        <p:spPr/>
        <p:txBody>
          <a:bodyPr/>
          <a:lstStyle/>
          <a:p>
            <a:pPr>
              <a:defRPr/>
            </a:pPr>
            <a:fld id="{65B7EA61-351E-4105-9AD9-76D38C6E9934}" type="slidenum">
              <a:rPr lang="zh-CN" altLang="en-US" smtClean="0"/>
              <a:t>52</a:t>
            </a:fld>
            <a:endParaRPr lang="en-US" altLang="zh-CN"/>
          </a:p>
        </p:txBody>
      </p:sp>
    </p:spTree>
    <p:extLst>
      <p:ext uri="{BB962C8B-B14F-4D97-AF65-F5344CB8AC3E}">
        <p14:creationId xmlns:p14="http://schemas.microsoft.com/office/powerpoint/2010/main" val="3581151339"/>
      </p:ext>
    </p:extLst>
  </p:cSld>
  <p:clrMapOvr>
    <a:masterClrMapping/>
  </p:clrMapOvr>
  <p:transition spd="slow" advClick="0"/>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hlinkClick r:id="rId2" action="ppaction://hlinksldjump"/>
            <a:extLst>
              <a:ext uri="{FF2B5EF4-FFF2-40B4-BE49-F238E27FC236}">
                <a16:creationId xmlns:a16="http://schemas.microsoft.com/office/drawing/2014/main" id="{D102819E-D1CF-40AE-B8DA-1F470ACFB9B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5576" y="216655"/>
            <a:ext cx="6912768" cy="5923389"/>
          </a:xfrm>
          <a:prstGeom prst="rect">
            <a:avLst/>
          </a:prstGeom>
        </p:spPr>
      </p:pic>
      <p:sp>
        <p:nvSpPr>
          <p:cNvPr id="4" name="文本框 3">
            <a:extLst>
              <a:ext uri="{FF2B5EF4-FFF2-40B4-BE49-F238E27FC236}">
                <a16:creationId xmlns:a16="http://schemas.microsoft.com/office/drawing/2014/main" id="{882A1AEA-4F5D-4EC1-A023-80BF3AD6E5E1}"/>
              </a:ext>
            </a:extLst>
          </p:cNvPr>
          <p:cNvSpPr txBox="1"/>
          <p:nvPr/>
        </p:nvSpPr>
        <p:spPr>
          <a:xfrm>
            <a:off x="3203848" y="6021288"/>
            <a:ext cx="3780420" cy="338554"/>
          </a:xfrm>
          <a:prstGeom prst="rect">
            <a:avLst/>
          </a:prstGeom>
          <a:noFill/>
        </p:spPr>
        <p:txBody>
          <a:bodyPr wrap="square" rtlCol="0">
            <a:spAutoFit/>
          </a:bodyPr>
          <a:lstStyle/>
          <a:p>
            <a:r>
              <a:rPr lang="en-US" altLang="zh-CN" sz="1600" b="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mips_r4000_users_manual</a:t>
            </a:r>
            <a:endParaRPr lang="zh-CN" altLang="en-US" sz="1600" b="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2" name="日期占位符 1">
            <a:extLst>
              <a:ext uri="{FF2B5EF4-FFF2-40B4-BE49-F238E27FC236}">
                <a16:creationId xmlns:a16="http://schemas.microsoft.com/office/drawing/2014/main" id="{ED6B8BAE-EDFA-FA4C-6999-051ACEFCEDBC}"/>
              </a:ext>
            </a:extLst>
          </p:cNvPr>
          <p:cNvSpPr>
            <a:spLocks noGrp="1"/>
          </p:cNvSpPr>
          <p:nvPr>
            <p:ph type="dt" sz="half" idx="10"/>
          </p:nvPr>
        </p:nvSpPr>
        <p:spPr/>
        <p:txBody>
          <a:bodyPr/>
          <a:lstStyle/>
          <a:p>
            <a:pPr>
              <a:defRPr/>
            </a:pPr>
            <a:fld id="{DFD2DC75-5243-42DE-BA2F-A90E2D6324E8}" type="datetime1">
              <a:rPr lang="zh-CN" altLang="en-US" smtClean="0"/>
              <a:t>2025/10/16</a:t>
            </a:fld>
            <a:endParaRPr lang="en-US" altLang="zh-CN"/>
          </a:p>
        </p:txBody>
      </p:sp>
      <p:sp>
        <p:nvSpPr>
          <p:cNvPr id="5" name="页脚占位符 4">
            <a:extLst>
              <a:ext uri="{FF2B5EF4-FFF2-40B4-BE49-F238E27FC236}">
                <a16:creationId xmlns:a16="http://schemas.microsoft.com/office/drawing/2014/main" id="{3164CDD7-597A-7829-D060-8B9812B5CAD8}"/>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6" name="灯片编号占位符 5">
            <a:extLst>
              <a:ext uri="{FF2B5EF4-FFF2-40B4-BE49-F238E27FC236}">
                <a16:creationId xmlns:a16="http://schemas.microsoft.com/office/drawing/2014/main" id="{F0AFF925-2831-2337-3E25-64BE13716F65}"/>
              </a:ext>
            </a:extLst>
          </p:cNvPr>
          <p:cNvSpPr>
            <a:spLocks noGrp="1"/>
          </p:cNvSpPr>
          <p:nvPr>
            <p:ph type="sldNum" sz="quarter" idx="12"/>
          </p:nvPr>
        </p:nvSpPr>
        <p:spPr/>
        <p:txBody>
          <a:bodyPr/>
          <a:lstStyle/>
          <a:p>
            <a:pPr>
              <a:defRPr/>
            </a:pPr>
            <a:fld id="{65B7EA61-351E-4105-9AD9-76D38C6E9934}" type="slidenum">
              <a:rPr lang="zh-CN" altLang="en-US" smtClean="0"/>
              <a:t>53</a:t>
            </a:fld>
            <a:endParaRPr lang="en-US" altLang="zh-CN"/>
          </a:p>
        </p:txBody>
      </p:sp>
    </p:spTree>
    <p:extLst>
      <p:ext uri="{BB962C8B-B14F-4D97-AF65-F5344CB8AC3E}">
        <p14:creationId xmlns:p14="http://schemas.microsoft.com/office/powerpoint/2010/main" val="221893958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AutoShape 2">
            <a:hlinkClick r:id="rId3" action="ppaction://hlinksldjump" highlightClick="1"/>
          </p:cNvPr>
          <p:cNvSpPr>
            <a:spLocks noChangeArrowheads="1"/>
          </p:cNvSpPr>
          <p:nvPr/>
        </p:nvSpPr>
        <p:spPr bwMode="auto">
          <a:xfrm>
            <a:off x="7924800" y="914400"/>
            <a:ext cx="533400" cy="304800"/>
          </a:xfrm>
          <a:prstGeom prst="actionButtonReturn">
            <a:avLst/>
          </a:prstGeom>
          <a:solidFill>
            <a:srgbClr val="F4CCF3"/>
          </a:solidFill>
          <a:ln w="9525">
            <a:solidFill>
              <a:srgbClr val="FFFF00"/>
            </a:solidFill>
            <a:miter lim="800000"/>
            <a:headEnd/>
            <a:tailEnd/>
          </a:ln>
        </p:spPr>
        <p:txBody>
          <a:bodyPr wrap="none" anchor="ctr"/>
          <a:lstStyle/>
          <a:p>
            <a:endParaRPr lang="zh-CN" altLang="en-US"/>
          </a:p>
        </p:txBody>
      </p:sp>
      <p:sp>
        <p:nvSpPr>
          <p:cNvPr id="33795" name="Text Box 3"/>
          <p:cNvSpPr txBox="1">
            <a:spLocks noChangeArrowheads="1"/>
          </p:cNvSpPr>
          <p:nvPr/>
        </p:nvSpPr>
        <p:spPr bwMode="auto">
          <a:xfrm>
            <a:off x="1258888" y="762000"/>
            <a:ext cx="640873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itchFamily="34" charset="0"/>
                <a:ea typeface="宋体" charset="-122"/>
              </a:defRPr>
            </a:lvl1pPr>
            <a:lvl2pPr marL="742950" indent="-285750" eaLnBrk="0" hangingPunct="0">
              <a:defRPr>
                <a:solidFill>
                  <a:schemeClr val="tx1"/>
                </a:solidFill>
                <a:latin typeface="Calibri" pitchFamily="34" charset="0"/>
                <a:ea typeface="宋体" charset="-122"/>
              </a:defRPr>
            </a:lvl2pPr>
            <a:lvl3pPr marL="1143000" indent="-228600" eaLnBrk="0" hangingPunct="0">
              <a:defRPr>
                <a:solidFill>
                  <a:schemeClr val="tx1"/>
                </a:solidFill>
                <a:latin typeface="Calibri" pitchFamily="34" charset="0"/>
                <a:ea typeface="宋体" charset="-122"/>
              </a:defRPr>
            </a:lvl3pPr>
            <a:lvl4pPr marL="1600200" indent="-228600" eaLnBrk="0" hangingPunct="0">
              <a:defRPr>
                <a:solidFill>
                  <a:schemeClr val="tx1"/>
                </a:solidFill>
                <a:latin typeface="Calibri" pitchFamily="34" charset="0"/>
                <a:ea typeface="宋体" charset="-122"/>
              </a:defRPr>
            </a:lvl4pPr>
            <a:lvl5pPr marL="2057400" indent="-228600" eaLnBrk="0" hangingPunct="0">
              <a:defRPr>
                <a:solidFill>
                  <a:schemeClr val="tx1"/>
                </a:solidFill>
                <a:latin typeface="Calibri" pitchFamily="34" charset="0"/>
                <a:ea typeface="宋体" charset="-122"/>
              </a:defRPr>
            </a:lvl5pPr>
            <a:lvl6pPr marL="2514600" indent="-228600" eaLnBrk="0" fontAlgn="base" hangingPunct="0">
              <a:spcBef>
                <a:spcPct val="0"/>
              </a:spcBef>
              <a:spcAft>
                <a:spcPct val="0"/>
              </a:spcAft>
              <a:defRPr>
                <a:solidFill>
                  <a:schemeClr val="tx1"/>
                </a:solidFill>
                <a:latin typeface="Calibri" pitchFamily="34" charset="0"/>
                <a:ea typeface="宋体" charset="-122"/>
              </a:defRPr>
            </a:lvl6pPr>
            <a:lvl7pPr marL="2971800" indent="-228600" eaLnBrk="0" fontAlgn="base" hangingPunct="0">
              <a:spcBef>
                <a:spcPct val="0"/>
              </a:spcBef>
              <a:spcAft>
                <a:spcPct val="0"/>
              </a:spcAft>
              <a:defRPr>
                <a:solidFill>
                  <a:schemeClr val="tx1"/>
                </a:solidFill>
                <a:latin typeface="Calibri" pitchFamily="34" charset="0"/>
                <a:ea typeface="宋体" charset="-122"/>
              </a:defRPr>
            </a:lvl7pPr>
            <a:lvl8pPr marL="3429000" indent="-228600" eaLnBrk="0" fontAlgn="base" hangingPunct="0">
              <a:spcBef>
                <a:spcPct val="0"/>
              </a:spcBef>
              <a:spcAft>
                <a:spcPct val="0"/>
              </a:spcAft>
              <a:defRPr>
                <a:solidFill>
                  <a:schemeClr val="tx1"/>
                </a:solidFill>
                <a:latin typeface="Calibri" pitchFamily="34" charset="0"/>
                <a:ea typeface="宋体" charset="-122"/>
              </a:defRPr>
            </a:lvl8pPr>
            <a:lvl9pPr marL="3886200" indent="-228600" eaLnBrk="0" fontAlgn="base" hangingPunct="0">
              <a:spcBef>
                <a:spcPct val="0"/>
              </a:spcBef>
              <a:spcAft>
                <a:spcPct val="0"/>
              </a:spcAft>
              <a:defRPr>
                <a:solidFill>
                  <a:schemeClr val="tx1"/>
                </a:solidFill>
                <a:latin typeface="Calibri" pitchFamily="34" charset="0"/>
                <a:ea typeface="宋体" charset="-122"/>
              </a:defRPr>
            </a:lvl9pPr>
          </a:lstStyle>
          <a:p>
            <a:pPr eaLnBrk="1" hangingPunct="1">
              <a:spcBef>
                <a:spcPct val="50000"/>
              </a:spcBef>
            </a:pPr>
            <a:r>
              <a:rPr kumimoji="1" lang="en-US" altLang="zh-CN" sz="2800" b="1" dirty="0">
                <a:latin typeface="华文中宋" pitchFamily="2" charset="-122"/>
                <a:ea typeface="华文中宋" pitchFamily="2" charset="-122"/>
              </a:rPr>
              <a:t>   R4000</a:t>
            </a:r>
            <a:r>
              <a:rPr kumimoji="1" lang="zh-CN" altLang="en-US" sz="2800" b="1" dirty="0">
                <a:latin typeface="华文中宋" pitchFamily="2" charset="-122"/>
                <a:ea typeface="华文中宋" pitchFamily="2" charset="-122"/>
              </a:rPr>
              <a:t>浮点流水线中</a:t>
            </a:r>
            <a:r>
              <a:rPr kumimoji="1" lang="en-US" altLang="zh-CN" sz="2800" b="1" dirty="0">
                <a:latin typeface="华文中宋" pitchFamily="2" charset="-122"/>
                <a:ea typeface="华文中宋" pitchFamily="2" charset="-122"/>
              </a:rPr>
              <a:t>8</a:t>
            </a:r>
            <a:r>
              <a:rPr kumimoji="1" lang="zh-CN" altLang="en-US" sz="2800" b="1" dirty="0">
                <a:latin typeface="华文中宋" pitchFamily="2" charset="-122"/>
                <a:ea typeface="华文中宋" pitchFamily="2" charset="-122"/>
              </a:rPr>
              <a:t>个流水段</a:t>
            </a:r>
          </a:p>
        </p:txBody>
      </p:sp>
      <p:graphicFrame>
        <p:nvGraphicFramePr>
          <p:cNvPr id="118000" name="Group 240"/>
          <p:cNvGraphicFramePr>
            <a:graphicFrameLocks noGrp="1"/>
          </p:cNvGraphicFramePr>
          <p:nvPr/>
        </p:nvGraphicFramePr>
        <p:xfrm>
          <a:off x="468313" y="1628775"/>
          <a:ext cx="8208962" cy="4130675"/>
        </p:xfrm>
        <a:graphic>
          <a:graphicData uri="http://schemas.openxmlformats.org/drawingml/2006/table">
            <a:tbl>
              <a:tblPr/>
              <a:tblGrid>
                <a:gridCol w="2735262">
                  <a:extLst>
                    <a:ext uri="{9D8B030D-6E8A-4147-A177-3AD203B41FA5}">
                      <a16:colId xmlns:a16="http://schemas.microsoft.com/office/drawing/2014/main" val="20000"/>
                    </a:ext>
                  </a:extLst>
                </a:gridCol>
                <a:gridCol w="2736850">
                  <a:extLst>
                    <a:ext uri="{9D8B030D-6E8A-4147-A177-3AD203B41FA5}">
                      <a16:colId xmlns:a16="http://schemas.microsoft.com/office/drawing/2014/main" val="20001"/>
                    </a:ext>
                  </a:extLst>
                </a:gridCol>
                <a:gridCol w="2736850">
                  <a:extLst>
                    <a:ext uri="{9D8B030D-6E8A-4147-A177-3AD203B41FA5}">
                      <a16:colId xmlns:a16="http://schemas.microsoft.com/office/drawing/2014/main" val="20002"/>
                    </a:ext>
                  </a:extLst>
                </a:gridCol>
              </a:tblGrid>
              <a:tr h="473075">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zh-CN" altLang="en-US" sz="2400" b="1" i="0" u="none" strike="noStrike" cap="none" normalizeH="0" baseline="0" dirty="0">
                          <a:ln>
                            <a:noFill/>
                          </a:ln>
                          <a:solidFill>
                            <a:srgbClr val="3366FF"/>
                          </a:solidFill>
                          <a:effectLst/>
                          <a:latin typeface="华文中宋" pitchFamily="2" charset="-122"/>
                          <a:ea typeface="华文中宋" pitchFamily="2" charset="-122"/>
                        </a:rPr>
                        <a:t>流水段</a:t>
                      </a:r>
                    </a:p>
                  </a:txBody>
                  <a:tcPr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2"/>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zh-CN" altLang="en-US" sz="2400" b="1" i="0" u="none" strike="noStrike" cap="none" normalizeH="0" baseline="0">
                          <a:ln>
                            <a:noFill/>
                          </a:ln>
                          <a:solidFill>
                            <a:srgbClr val="3366FF"/>
                          </a:solidFill>
                          <a:effectLst/>
                          <a:latin typeface="华文中宋" pitchFamily="2" charset="-122"/>
                          <a:ea typeface="华文中宋" pitchFamily="2" charset="-122"/>
                        </a:rPr>
                        <a:t>功能部件</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2"/>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zh-CN" altLang="en-US" sz="2400" b="1" i="0" u="none" strike="noStrike" cap="none" normalizeH="0" baseline="0">
                          <a:ln>
                            <a:noFill/>
                          </a:ln>
                          <a:solidFill>
                            <a:srgbClr val="3366FF"/>
                          </a:solidFill>
                          <a:effectLst/>
                          <a:latin typeface="华文中宋" pitchFamily="2" charset="-122"/>
                          <a:ea typeface="华文中宋" pitchFamily="2" charset="-122"/>
                        </a:rPr>
                        <a:t>描述</a:t>
                      </a:r>
                    </a:p>
                  </a:txBody>
                  <a:tcPr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2"/>
                    </a:solidFill>
                  </a:tcPr>
                </a:tc>
                <a:extLst>
                  <a:ext uri="{0D108BD9-81ED-4DB2-BD59-A6C34878D82A}">
                    <a16:rowId xmlns:a16="http://schemas.microsoft.com/office/drawing/2014/main" val="10000"/>
                  </a:ext>
                </a:extLst>
              </a:tr>
              <a:tr h="452438">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altLang="zh-CN" sz="2400" b="1" i="0" u="none" strike="noStrike" cap="none" normalizeH="0" baseline="0">
                          <a:ln>
                            <a:noFill/>
                          </a:ln>
                          <a:solidFill>
                            <a:srgbClr val="000000"/>
                          </a:solidFill>
                          <a:effectLst/>
                          <a:latin typeface="华文中宋" pitchFamily="2" charset="-122"/>
                          <a:ea typeface="华文中宋" pitchFamily="2" charset="-122"/>
                        </a:rPr>
                        <a:t>A</a:t>
                      </a:r>
                    </a:p>
                  </a:txBody>
                  <a:tcPr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zh-CN" altLang="en-US" sz="2400" b="1" i="0" u="none" strike="noStrike" cap="none" normalizeH="0" baseline="0">
                          <a:ln>
                            <a:noFill/>
                          </a:ln>
                          <a:solidFill>
                            <a:srgbClr val="000000"/>
                          </a:solidFill>
                          <a:effectLst/>
                          <a:latin typeface="华文中宋" pitchFamily="2" charset="-122"/>
                          <a:ea typeface="华文中宋" pitchFamily="2" charset="-122"/>
                        </a:rPr>
                        <a:t>浮点加法器</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zh-CN" altLang="en-US" sz="2400" b="1" i="0" u="none" strike="noStrike" cap="none" normalizeH="0" baseline="0">
                          <a:ln>
                            <a:noFill/>
                          </a:ln>
                          <a:solidFill>
                            <a:srgbClr val="000000"/>
                          </a:solidFill>
                          <a:effectLst/>
                          <a:latin typeface="华文中宋" pitchFamily="2" charset="-122"/>
                          <a:ea typeface="华文中宋" pitchFamily="2" charset="-122"/>
                        </a:rPr>
                        <a:t>尾数加</a:t>
                      </a:r>
                    </a:p>
                  </a:txBody>
                  <a:tcPr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extLst>
                  <a:ext uri="{0D108BD9-81ED-4DB2-BD59-A6C34878D82A}">
                    <a16:rowId xmlns:a16="http://schemas.microsoft.com/office/drawing/2014/main" val="10001"/>
                  </a:ext>
                </a:extLst>
              </a:tr>
              <a:tr h="450850">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altLang="zh-CN" sz="2400" b="1" i="0" u="none" strike="noStrike" cap="none" normalizeH="0" baseline="0">
                          <a:ln>
                            <a:noFill/>
                          </a:ln>
                          <a:solidFill>
                            <a:srgbClr val="000000"/>
                          </a:solidFill>
                          <a:effectLst/>
                          <a:latin typeface="华文中宋" pitchFamily="2" charset="-122"/>
                          <a:ea typeface="华文中宋" pitchFamily="2" charset="-122"/>
                        </a:rPr>
                        <a:t>D</a:t>
                      </a:r>
                    </a:p>
                  </a:txBody>
                  <a:tcPr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zh-CN" altLang="en-US" sz="2400" b="1" i="0" u="none" strike="noStrike" cap="none" normalizeH="0" baseline="0">
                          <a:ln>
                            <a:noFill/>
                          </a:ln>
                          <a:solidFill>
                            <a:srgbClr val="000000"/>
                          </a:solidFill>
                          <a:effectLst/>
                          <a:latin typeface="华文中宋" pitchFamily="2" charset="-122"/>
                          <a:ea typeface="华文中宋" pitchFamily="2" charset="-122"/>
                        </a:rPr>
                        <a:t>浮点除法器</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zh-CN" altLang="en-US" sz="2400" b="1" i="0" u="none" strike="noStrike" cap="none" normalizeH="0" baseline="0">
                          <a:ln>
                            <a:noFill/>
                          </a:ln>
                          <a:solidFill>
                            <a:srgbClr val="000000"/>
                          </a:solidFill>
                          <a:effectLst/>
                          <a:latin typeface="华文中宋" pitchFamily="2" charset="-122"/>
                          <a:ea typeface="华文中宋" pitchFamily="2" charset="-122"/>
                        </a:rPr>
                        <a:t>除法</a:t>
                      </a:r>
                    </a:p>
                  </a:txBody>
                  <a:tcPr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extLst>
                  <a:ext uri="{0D108BD9-81ED-4DB2-BD59-A6C34878D82A}">
                    <a16:rowId xmlns:a16="http://schemas.microsoft.com/office/drawing/2014/main" val="10002"/>
                  </a:ext>
                </a:extLst>
              </a:tr>
              <a:tr h="452438">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altLang="zh-CN" sz="2400" b="1" i="0" u="none" strike="noStrike" cap="none" normalizeH="0" baseline="0">
                          <a:ln>
                            <a:noFill/>
                          </a:ln>
                          <a:solidFill>
                            <a:srgbClr val="000000"/>
                          </a:solidFill>
                          <a:effectLst/>
                          <a:latin typeface="华文中宋" pitchFamily="2" charset="-122"/>
                          <a:ea typeface="华文中宋" pitchFamily="2" charset="-122"/>
                        </a:rPr>
                        <a:t>E</a:t>
                      </a:r>
                    </a:p>
                  </a:txBody>
                  <a:tcPr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zh-CN" altLang="en-US" sz="2400" b="1" i="0" u="none" strike="noStrike" cap="none" normalizeH="0" baseline="0">
                          <a:ln>
                            <a:noFill/>
                          </a:ln>
                          <a:solidFill>
                            <a:srgbClr val="000000"/>
                          </a:solidFill>
                          <a:effectLst/>
                          <a:latin typeface="华文中宋" pitchFamily="2" charset="-122"/>
                          <a:ea typeface="华文中宋" pitchFamily="2" charset="-122"/>
                        </a:rPr>
                        <a:t>浮点乘法器</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zh-CN" altLang="en-US" sz="2400" b="1" i="0" u="none" strike="noStrike" cap="none" normalizeH="0" baseline="0">
                          <a:ln>
                            <a:noFill/>
                          </a:ln>
                          <a:solidFill>
                            <a:srgbClr val="000000"/>
                          </a:solidFill>
                          <a:effectLst/>
                          <a:latin typeface="华文中宋" pitchFamily="2" charset="-122"/>
                          <a:ea typeface="华文中宋" pitchFamily="2" charset="-122"/>
                        </a:rPr>
                        <a:t>例外测试</a:t>
                      </a:r>
                    </a:p>
                  </a:txBody>
                  <a:tcPr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extLst>
                  <a:ext uri="{0D108BD9-81ED-4DB2-BD59-A6C34878D82A}">
                    <a16:rowId xmlns:a16="http://schemas.microsoft.com/office/drawing/2014/main" val="10003"/>
                  </a:ext>
                </a:extLst>
              </a:tr>
              <a:tr h="450850">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altLang="zh-CN" sz="2400" b="1" i="0" u="none" strike="noStrike" cap="none" normalizeH="0" baseline="0">
                          <a:ln>
                            <a:noFill/>
                          </a:ln>
                          <a:solidFill>
                            <a:srgbClr val="000000"/>
                          </a:solidFill>
                          <a:effectLst/>
                          <a:latin typeface="华文中宋" pitchFamily="2" charset="-122"/>
                          <a:ea typeface="华文中宋" pitchFamily="2" charset="-122"/>
                        </a:rPr>
                        <a:t>M</a:t>
                      </a:r>
                    </a:p>
                  </a:txBody>
                  <a:tcPr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zh-CN" altLang="en-US" sz="2400" b="1" i="0" u="none" strike="noStrike" cap="none" normalizeH="0" baseline="0">
                          <a:ln>
                            <a:noFill/>
                          </a:ln>
                          <a:solidFill>
                            <a:srgbClr val="000000"/>
                          </a:solidFill>
                          <a:effectLst/>
                          <a:latin typeface="华文中宋" pitchFamily="2" charset="-122"/>
                          <a:ea typeface="华文中宋" pitchFamily="2" charset="-122"/>
                        </a:rPr>
                        <a:t>浮点乘法器</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zh-CN" altLang="en-US" sz="2400" b="1" i="0" u="none" strike="noStrike" cap="none" normalizeH="0" baseline="0" dirty="0">
                          <a:ln>
                            <a:noFill/>
                          </a:ln>
                          <a:solidFill>
                            <a:srgbClr val="000000"/>
                          </a:solidFill>
                          <a:effectLst/>
                          <a:latin typeface="华文中宋" pitchFamily="2" charset="-122"/>
                          <a:ea typeface="华文中宋" pitchFamily="2" charset="-122"/>
                        </a:rPr>
                        <a:t>乘法第一阶段</a:t>
                      </a:r>
                    </a:p>
                  </a:txBody>
                  <a:tcPr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extLst>
                  <a:ext uri="{0D108BD9-81ED-4DB2-BD59-A6C34878D82A}">
                    <a16:rowId xmlns:a16="http://schemas.microsoft.com/office/drawing/2014/main" val="10004"/>
                  </a:ext>
                </a:extLst>
              </a:tr>
              <a:tr h="452438">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altLang="zh-CN" sz="2400" b="1" i="0" u="none" strike="noStrike" cap="none" normalizeH="0" baseline="0">
                          <a:ln>
                            <a:noFill/>
                          </a:ln>
                          <a:solidFill>
                            <a:srgbClr val="000000"/>
                          </a:solidFill>
                          <a:effectLst/>
                          <a:latin typeface="华文中宋" pitchFamily="2" charset="-122"/>
                          <a:ea typeface="华文中宋" pitchFamily="2" charset="-122"/>
                        </a:rPr>
                        <a:t>N</a:t>
                      </a:r>
                    </a:p>
                  </a:txBody>
                  <a:tcPr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zh-CN" altLang="en-US" sz="2400" b="1" i="0" u="none" strike="noStrike" cap="none" normalizeH="0" baseline="0">
                          <a:ln>
                            <a:noFill/>
                          </a:ln>
                          <a:solidFill>
                            <a:srgbClr val="000000"/>
                          </a:solidFill>
                          <a:effectLst/>
                          <a:latin typeface="华文中宋" pitchFamily="2" charset="-122"/>
                          <a:ea typeface="华文中宋" pitchFamily="2" charset="-122"/>
                        </a:rPr>
                        <a:t>浮点乘法器</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zh-CN" altLang="en-US" sz="2400" b="1" i="0" u="none" strike="noStrike" cap="none" normalizeH="0" baseline="0">
                          <a:ln>
                            <a:noFill/>
                          </a:ln>
                          <a:solidFill>
                            <a:srgbClr val="000000"/>
                          </a:solidFill>
                          <a:effectLst/>
                          <a:latin typeface="华文中宋" pitchFamily="2" charset="-122"/>
                          <a:ea typeface="华文中宋" pitchFamily="2" charset="-122"/>
                        </a:rPr>
                        <a:t>乘法第二阶段</a:t>
                      </a:r>
                    </a:p>
                  </a:txBody>
                  <a:tcPr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extLst>
                  <a:ext uri="{0D108BD9-81ED-4DB2-BD59-A6C34878D82A}">
                    <a16:rowId xmlns:a16="http://schemas.microsoft.com/office/drawing/2014/main" val="10005"/>
                  </a:ext>
                </a:extLst>
              </a:tr>
              <a:tr h="450850">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altLang="zh-CN" sz="2400" b="1" i="0" u="none" strike="noStrike" cap="none" normalizeH="0" baseline="0">
                          <a:ln>
                            <a:noFill/>
                          </a:ln>
                          <a:solidFill>
                            <a:srgbClr val="000000"/>
                          </a:solidFill>
                          <a:effectLst/>
                          <a:latin typeface="华文中宋" pitchFamily="2" charset="-122"/>
                          <a:ea typeface="华文中宋" pitchFamily="2" charset="-122"/>
                        </a:rPr>
                        <a:t>R</a:t>
                      </a:r>
                    </a:p>
                  </a:txBody>
                  <a:tcPr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zh-CN" altLang="en-US" sz="2400" b="1" i="0" u="none" strike="noStrike" cap="none" normalizeH="0" baseline="0">
                          <a:ln>
                            <a:noFill/>
                          </a:ln>
                          <a:solidFill>
                            <a:srgbClr val="000000"/>
                          </a:solidFill>
                          <a:effectLst/>
                          <a:latin typeface="华文中宋" pitchFamily="2" charset="-122"/>
                          <a:ea typeface="华文中宋" pitchFamily="2" charset="-122"/>
                        </a:rPr>
                        <a:t>浮点加法器</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zh-CN" altLang="en-US" sz="2400" b="1" i="0" u="none" strike="noStrike" cap="none" normalizeH="0" baseline="0">
                          <a:ln>
                            <a:noFill/>
                          </a:ln>
                          <a:solidFill>
                            <a:srgbClr val="000000"/>
                          </a:solidFill>
                          <a:effectLst/>
                          <a:latin typeface="华文中宋" pitchFamily="2" charset="-122"/>
                          <a:ea typeface="华文中宋" pitchFamily="2" charset="-122"/>
                        </a:rPr>
                        <a:t>舍入</a:t>
                      </a:r>
                    </a:p>
                  </a:txBody>
                  <a:tcPr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extLst>
                  <a:ext uri="{0D108BD9-81ED-4DB2-BD59-A6C34878D82A}">
                    <a16:rowId xmlns:a16="http://schemas.microsoft.com/office/drawing/2014/main" val="10006"/>
                  </a:ext>
                </a:extLst>
              </a:tr>
              <a:tr h="452438">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altLang="zh-CN" sz="2400" b="1" i="0" u="none" strike="noStrike" cap="none" normalizeH="0" baseline="0">
                          <a:ln>
                            <a:noFill/>
                          </a:ln>
                          <a:solidFill>
                            <a:srgbClr val="000000"/>
                          </a:solidFill>
                          <a:effectLst/>
                          <a:latin typeface="华文中宋" pitchFamily="2" charset="-122"/>
                          <a:ea typeface="华文中宋" pitchFamily="2" charset="-122"/>
                        </a:rPr>
                        <a:t>S</a:t>
                      </a:r>
                    </a:p>
                  </a:txBody>
                  <a:tcPr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zh-CN" altLang="en-US" sz="2400" b="1" i="0" u="none" strike="noStrike" cap="none" normalizeH="0" baseline="0">
                          <a:ln>
                            <a:noFill/>
                          </a:ln>
                          <a:solidFill>
                            <a:srgbClr val="000000"/>
                          </a:solidFill>
                          <a:effectLst/>
                          <a:latin typeface="华文中宋" pitchFamily="2" charset="-122"/>
                          <a:ea typeface="华文中宋" pitchFamily="2" charset="-122"/>
                        </a:rPr>
                        <a:t>浮点加法器</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zh-CN" altLang="en-US" sz="2400" b="1" i="0" u="none" strike="noStrike" cap="none" normalizeH="0" baseline="0">
                          <a:ln>
                            <a:noFill/>
                          </a:ln>
                          <a:solidFill>
                            <a:srgbClr val="000000"/>
                          </a:solidFill>
                          <a:effectLst/>
                          <a:latin typeface="华文中宋" pitchFamily="2" charset="-122"/>
                          <a:ea typeface="华文中宋" pitchFamily="2" charset="-122"/>
                        </a:rPr>
                        <a:t>操作数移位</a:t>
                      </a:r>
                    </a:p>
                  </a:txBody>
                  <a:tcPr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extLst>
                  <a:ext uri="{0D108BD9-81ED-4DB2-BD59-A6C34878D82A}">
                    <a16:rowId xmlns:a16="http://schemas.microsoft.com/office/drawing/2014/main" val="10007"/>
                  </a:ext>
                </a:extLst>
              </a:tr>
              <a:tr h="450850">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altLang="zh-CN" sz="2400" b="1" i="0" u="none" strike="noStrike" cap="none" normalizeH="0" baseline="0">
                          <a:ln>
                            <a:noFill/>
                          </a:ln>
                          <a:solidFill>
                            <a:srgbClr val="000000"/>
                          </a:solidFill>
                          <a:effectLst/>
                          <a:latin typeface="华文中宋" pitchFamily="2" charset="-122"/>
                          <a:ea typeface="华文中宋" pitchFamily="2" charset="-122"/>
                        </a:rPr>
                        <a:t>U</a:t>
                      </a:r>
                    </a:p>
                  </a:txBody>
                  <a:tcPr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endParaRPr kumimoji="0" lang="en-US" altLang="zh-CN" sz="2400" b="1" i="0" u="none" strike="noStrike" cap="none" normalizeH="0" baseline="0">
                        <a:ln>
                          <a:noFill/>
                        </a:ln>
                        <a:solidFill>
                          <a:srgbClr val="000000"/>
                        </a:solidFill>
                        <a:effectLst/>
                        <a:latin typeface="华文中宋" pitchFamily="2" charset="-122"/>
                        <a:ea typeface="华文中宋"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zh-CN" altLang="en-US" sz="2400" b="1" i="0" u="none" strike="noStrike" cap="none" normalizeH="0" baseline="0" dirty="0">
                          <a:ln>
                            <a:noFill/>
                          </a:ln>
                          <a:solidFill>
                            <a:srgbClr val="000000"/>
                          </a:solidFill>
                          <a:effectLst/>
                          <a:latin typeface="华文中宋" pitchFamily="2" charset="-122"/>
                          <a:ea typeface="华文中宋" pitchFamily="2" charset="-122"/>
                        </a:rPr>
                        <a:t>展开浮点数</a:t>
                      </a:r>
                    </a:p>
                  </a:txBody>
                  <a:tcPr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extLst>
                  <a:ext uri="{0D108BD9-81ED-4DB2-BD59-A6C34878D82A}">
                    <a16:rowId xmlns:a16="http://schemas.microsoft.com/office/drawing/2014/main" val="10008"/>
                  </a:ext>
                </a:extLst>
              </a:tr>
            </a:tbl>
          </a:graphicData>
        </a:graphic>
      </p:graphicFrame>
      <p:sp>
        <p:nvSpPr>
          <p:cNvPr id="2" name="日期占位符 1">
            <a:extLst>
              <a:ext uri="{FF2B5EF4-FFF2-40B4-BE49-F238E27FC236}">
                <a16:creationId xmlns:a16="http://schemas.microsoft.com/office/drawing/2014/main" id="{7A3EBB3D-9669-9F5F-C325-E9A09A9ED3BB}"/>
              </a:ext>
            </a:extLst>
          </p:cNvPr>
          <p:cNvSpPr>
            <a:spLocks noGrp="1"/>
          </p:cNvSpPr>
          <p:nvPr>
            <p:ph type="dt" sz="half" idx="10"/>
          </p:nvPr>
        </p:nvSpPr>
        <p:spPr/>
        <p:txBody>
          <a:bodyPr/>
          <a:lstStyle/>
          <a:p>
            <a:pPr>
              <a:defRPr/>
            </a:pPr>
            <a:fld id="{605EC5BD-DE70-4CD9-A461-77BB83814CCA}" type="datetime1">
              <a:rPr lang="zh-CN" altLang="en-US" smtClean="0"/>
              <a:t>2025/10/16</a:t>
            </a:fld>
            <a:endParaRPr lang="en-US" altLang="zh-CN"/>
          </a:p>
        </p:txBody>
      </p:sp>
      <p:sp>
        <p:nvSpPr>
          <p:cNvPr id="3" name="页脚占位符 2">
            <a:extLst>
              <a:ext uri="{FF2B5EF4-FFF2-40B4-BE49-F238E27FC236}">
                <a16:creationId xmlns:a16="http://schemas.microsoft.com/office/drawing/2014/main" id="{72A2CFC9-9362-B042-084E-2F366EB83EDF}"/>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E8CC7CFD-0B7D-2519-F697-E11E96A3B1B9}"/>
              </a:ext>
            </a:extLst>
          </p:cNvPr>
          <p:cNvSpPr>
            <a:spLocks noGrp="1"/>
          </p:cNvSpPr>
          <p:nvPr>
            <p:ph type="sldNum" sz="quarter" idx="12"/>
          </p:nvPr>
        </p:nvSpPr>
        <p:spPr/>
        <p:txBody>
          <a:bodyPr/>
          <a:lstStyle/>
          <a:p>
            <a:pPr>
              <a:defRPr/>
            </a:pPr>
            <a:fld id="{65B7EA61-351E-4105-9AD9-76D38C6E9934}" type="slidenum">
              <a:rPr lang="zh-CN" altLang="en-US" smtClean="0"/>
              <a:t>54</a:t>
            </a:fld>
            <a:endParaRPr lang="en-US" altLang="zh-CN"/>
          </a:p>
        </p:txBody>
      </p:sp>
    </p:spTree>
    <p:extLst>
      <p:ext uri="{BB962C8B-B14F-4D97-AF65-F5344CB8AC3E}">
        <p14:creationId xmlns:p14="http://schemas.microsoft.com/office/powerpoint/2010/main" val="3754988626"/>
      </p:ext>
    </p:extLst>
  </p:cSld>
  <p:clrMapOvr>
    <a:masterClrMapping/>
  </p:clrMapOvr>
  <p:transition spd="slow"/>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AutoShape 2">
            <a:hlinkClick r:id="rId3" action="ppaction://hlinksldjump" highlightClick="1"/>
          </p:cNvPr>
          <p:cNvSpPr>
            <a:spLocks noChangeArrowheads="1"/>
          </p:cNvSpPr>
          <p:nvPr/>
        </p:nvSpPr>
        <p:spPr bwMode="auto">
          <a:xfrm>
            <a:off x="8243888" y="981075"/>
            <a:ext cx="533400" cy="304800"/>
          </a:xfrm>
          <a:prstGeom prst="actionButtonReturn">
            <a:avLst/>
          </a:prstGeom>
          <a:solidFill>
            <a:srgbClr val="F4CCF3"/>
          </a:solidFill>
          <a:ln w="9525">
            <a:solidFill>
              <a:srgbClr val="FFFF00"/>
            </a:solidFill>
            <a:miter lim="800000"/>
            <a:headEnd/>
            <a:tailEnd/>
          </a:ln>
        </p:spPr>
        <p:txBody>
          <a:bodyPr wrap="none" anchor="ctr"/>
          <a:lstStyle/>
          <a:p>
            <a:endParaRPr lang="zh-CN" altLang="en-US"/>
          </a:p>
        </p:txBody>
      </p:sp>
      <p:sp>
        <p:nvSpPr>
          <p:cNvPr id="34819" name="Text Box 3"/>
          <p:cNvSpPr txBox="1">
            <a:spLocks noChangeArrowheads="1"/>
          </p:cNvSpPr>
          <p:nvPr/>
        </p:nvSpPr>
        <p:spPr bwMode="auto">
          <a:xfrm>
            <a:off x="1403350" y="692150"/>
            <a:ext cx="6481763"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itchFamily="34" charset="0"/>
                <a:ea typeface="宋体" charset="-122"/>
              </a:defRPr>
            </a:lvl1pPr>
            <a:lvl2pPr marL="742950" indent="-285750" eaLnBrk="0" hangingPunct="0">
              <a:defRPr>
                <a:solidFill>
                  <a:schemeClr val="tx1"/>
                </a:solidFill>
                <a:latin typeface="Calibri" pitchFamily="34" charset="0"/>
                <a:ea typeface="宋体" charset="-122"/>
              </a:defRPr>
            </a:lvl2pPr>
            <a:lvl3pPr marL="1143000" indent="-228600" eaLnBrk="0" hangingPunct="0">
              <a:defRPr>
                <a:solidFill>
                  <a:schemeClr val="tx1"/>
                </a:solidFill>
                <a:latin typeface="Calibri" pitchFamily="34" charset="0"/>
                <a:ea typeface="宋体" charset="-122"/>
              </a:defRPr>
            </a:lvl3pPr>
            <a:lvl4pPr marL="1600200" indent="-228600" eaLnBrk="0" hangingPunct="0">
              <a:defRPr>
                <a:solidFill>
                  <a:schemeClr val="tx1"/>
                </a:solidFill>
                <a:latin typeface="Calibri" pitchFamily="34" charset="0"/>
                <a:ea typeface="宋体" charset="-122"/>
              </a:defRPr>
            </a:lvl4pPr>
            <a:lvl5pPr marL="2057400" indent="-228600" eaLnBrk="0" hangingPunct="0">
              <a:defRPr>
                <a:solidFill>
                  <a:schemeClr val="tx1"/>
                </a:solidFill>
                <a:latin typeface="Calibri" pitchFamily="34" charset="0"/>
                <a:ea typeface="宋体" charset="-122"/>
              </a:defRPr>
            </a:lvl5pPr>
            <a:lvl6pPr marL="2514600" indent="-228600" eaLnBrk="0" fontAlgn="base" hangingPunct="0">
              <a:spcBef>
                <a:spcPct val="0"/>
              </a:spcBef>
              <a:spcAft>
                <a:spcPct val="0"/>
              </a:spcAft>
              <a:defRPr>
                <a:solidFill>
                  <a:schemeClr val="tx1"/>
                </a:solidFill>
                <a:latin typeface="Calibri" pitchFamily="34" charset="0"/>
                <a:ea typeface="宋体" charset="-122"/>
              </a:defRPr>
            </a:lvl6pPr>
            <a:lvl7pPr marL="2971800" indent="-228600" eaLnBrk="0" fontAlgn="base" hangingPunct="0">
              <a:spcBef>
                <a:spcPct val="0"/>
              </a:spcBef>
              <a:spcAft>
                <a:spcPct val="0"/>
              </a:spcAft>
              <a:defRPr>
                <a:solidFill>
                  <a:schemeClr val="tx1"/>
                </a:solidFill>
                <a:latin typeface="Calibri" pitchFamily="34" charset="0"/>
                <a:ea typeface="宋体" charset="-122"/>
              </a:defRPr>
            </a:lvl7pPr>
            <a:lvl8pPr marL="3429000" indent="-228600" eaLnBrk="0" fontAlgn="base" hangingPunct="0">
              <a:spcBef>
                <a:spcPct val="0"/>
              </a:spcBef>
              <a:spcAft>
                <a:spcPct val="0"/>
              </a:spcAft>
              <a:defRPr>
                <a:solidFill>
                  <a:schemeClr val="tx1"/>
                </a:solidFill>
                <a:latin typeface="Calibri" pitchFamily="34" charset="0"/>
                <a:ea typeface="宋体" charset="-122"/>
              </a:defRPr>
            </a:lvl8pPr>
            <a:lvl9pPr marL="3886200" indent="-228600" eaLnBrk="0" fontAlgn="base" hangingPunct="0">
              <a:spcBef>
                <a:spcPct val="0"/>
              </a:spcBef>
              <a:spcAft>
                <a:spcPct val="0"/>
              </a:spcAft>
              <a:defRPr>
                <a:solidFill>
                  <a:schemeClr val="tx1"/>
                </a:solidFill>
                <a:latin typeface="Calibri" pitchFamily="34" charset="0"/>
                <a:ea typeface="宋体" charset="-122"/>
              </a:defRPr>
            </a:lvl9pPr>
          </a:lstStyle>
          <a:p>
            <a:pPr algn="ctr" eaLnBrk="1" hangingPunct="1">
              <a:spcBef>
                <a:spcPct val="50000"/>
              </a:spcBef>
            </a:pPr>
            <a:r>
              <a:rPr kumimoji="1" lang="en-US" altLang="zh-CN" sz="2800" b="1" dirty="0">
                <a:latin typeface="华文中宋" pitchFamily="2" charset="-122"/>
                <a:ea typeface="华文中宋" pitchFamily="2" charset="-122"/>
              </a:rPr>
              <a:t> </a:t>
            </a:r>
            <a:r>
              <a:rPr kumimoji="1" lang="zh-CN" altLang="en-US" sz="2800" b="1" dirty="0">
                <a:latin typeface="华文中宋" pitchFamily="2" charset="-122"/>
                <a:ea typeface="华文中宋" pitchFamily="2" charset="-122"/>
              </a:rPr>
              <a:t>双精度浮点操作指令延迟、初始化间隔和流水段的使用情况</a:t>
            </a:r>
          </a:p>
        </p:txBody>
      </p:sp>
      <p:graphicFrame>
        <p:nvGraphicFramePr>
          <p:cNvPr id="119939" name="Group 131"/>
          <p:cNvGraphicFramePr>
            <a:graphicFrameLocks noGrp="1"/>
          </p:cNvGraphicFramePr>
          <p:nvPr/>
        </p:nvGraphicFramePr>
        <p:xfrm>
          <a:off x="179388" y="1854200"/>
          <a:ext cx="8856662" cy="3635377"/>
        </p:xfrm>
        <a:graphic>
          <a:graphicData uri="http://schemas.openxmlformats.org/drawingml/2006/table">
            <a:tbl>
              <a:tblPr/>
              <a:tblGrid>
                <a:gridCol w="1439862">
                  <a:extLst>
                    <a:ext uri="{9D8B030D-6E8A-4147-A177-3AD203B41FA5}">
                      <a16:colId xmlns:a16="http://schemas.microsoft.com/office/drawing/2014/main" val="20000"/>
                    </a:ext>
                  </a:extLst>
                </a:gridCol>
                <a:gridCol w="865188">
                  <a:extLst>
                    <a:ext uri="{9D8B030D-6E8A-4147-A177-3AD203B41FA5}">
                      <a16:colId xmlns:a16="http://schemas.microsoft.com/office/drawing/2014/main" val="20001"/>
                    </a:ext>
                  </a:extLst>
                </a:gridCol>
                <a:gridCol w="2374900">
                  <a:extLst>
                    <a:ext uri="{9D8B030D-6E8A-4147-A177-3AD203B41FA5}">
                      <a16:colId xmlns:a16="http://schemas.microsoft.com/office/drawing/2014/main" val="20002"/>
                    </a:ext>
                  </a:extLst>
                </a:gridCol>
                <a:gridCol w="4176712">
                  <a:extLst>
                    <a:ext uri="{9D8B030D-6E8A-4147-A177-3AD203B41FA5}">
                      <a16:colId xmlns:a16="http://schemas.microsoft.com/office/drawing/2014/main" val="20003"/>
                    </a:ext>
                  </a:extLst>
                </a:gridCol>
              </a:tblGrid>
              <a:tr h="473075">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zh-CN" altLang="en-US" sz="2200" b="1" i="0" u="none" strike="noStrike" cap="none" normalizeH="0" baseline="0" dirty="0">
                          <a:ln>
                            <a:noFill/>
                          </a:ln>
                          <a:solidFill>
                            <a:schemeClr val="bg1"/>
                          </a:solidFill>
                          <a:effectLst/>
                          <a:latin typeface="Times New Roman" pitchFamily="18" charset="0"/>
                          <a:ea typeface="华文中宋" pitchFamily="2" charset="-122"/>
                        </a:rPr>
                        <a:t>浮点指令</a:t>
                      </a:r>
                    </a:p>
                  </a:txBody>
                  <a:tcPr marL="90000" marR="90000" marT="46800" marB="46800" anchor="ctr" anchorCtr="1"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2"/>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zh-CN" altLang="en-US" sz="2200" b="1" i="0" u="none" strike="noStrike" cap="none" normalizeH="0" baseline="0" dirty="0">
                          <a:ln>
                            <a:noFill/>
                          </a:ln>
                          <a:solidFill>
                            <a:schemeClr val="bg1"/>
                          </a:solidFill>
                          <a:effectLst/>
                          <a:latin typeface="Times New Roman" pitchFamily="18" charset="0"/>
                          <a:ea typeface="华文中宋" pitchFamily="2" charset="-122"/>
                        </a:rPr>
                        <a:t>延迟</a:t>
                      </a:r>
                    </a:p>
                  </a:txBody>
                  <a:tcPr marL="90000" marR="90000" marT="46800" marB="4680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2"/>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zh-CN" altLang="en-US" sz="2200" b="1" i="0" u="none" strike="noStrike" cap="none" normalizeH="0" baseline="0" dirty="0">
                          <a:ln>
                            <a:noFill/>
                          </a:ln>
                          <a:solidFill>
                            <a:schemeClr val="bg1"/>
                          </a:solidFill>
                          <a:effectLst/>
                          <a:latin typeface="Times New Roman" pitchFamily="18" charset="0"/>
                          <a:ea typeface="华文中宋" pitchFamily="2" charset="-122"/>
                        </a:rPr>
                        <a:t>初始化间隔</a:t>
                      </a:r>
                    </a:p>
                  </a:txBody>
                  <a:tcPr marL="90000" marR="90000" marT="46800" marB="4680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2"/>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zh-CN" altLang="en-US" sz="2200" b="1" i="0" u="none" strike="noStrike" cap="none" normalizeH="0" baseline="0" dirty="0">
                          <a:ln>
                            <a:noFill/>
                          </a:ln>
                          <a:solidFill>
                            <a:schemeClr val="bg1"/>
                          </a:solidFill>
                          <a:effectLst/>
                          <a:latin typeface="Times New Roman" pitchFamily="18" charset="0"/>
                          <a:ea typeface="华文中宋" pitchFamily="2" charset="-122"/>
                        </a:rPr>
                        <a:t>使用的流水段</a:t>
                      </a:r>
                    </a:p>
                  </a:txBody>
                  <a:tcPr marL="90000" marR="90000" marT="46800" marB="46800" anchor="ctr" anchorCtr="1"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2"/>
                    </a:solidFill>
                  </a:tcPr>
                </a:tc>
                <a:extLst>
                  <a:ext uri="{0D108BD9-81ED-4DB2-BD59-A6C34878D82A}">
                    <a16:rowId xmlns:a16="http://schemas.microsoft.com/office/drawing/2014/main" val="10000"/>
                  </a:ext>
                </a:extLst>
              </a:tr>
              <a:tr h="452438">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zh-CN" altLang="en-US" sz="2200" b="1" i="0" u="none" strike="noStrike" cap="none" normalizeH="0" baseline="0">
                          <a:ln>
                            <a:noFill/>
                          </a:ln>
                          <a:solidFill>
                            <a:srgbClr val="000000"/>
                          </a:solidFill>
                          <a:effectLst/>
                          <a:latin typeface="Times New Roman" pitchFamily="18" charset="0"/>
                          <a:ea typeface="华文中宋" pitchFamily="2" charset="-122"/>
                        </a:rPr>
                        <a:t>加、减</a:t>
                      </a:r>
                    </a:p>
                  </a:txBody>
                  <a:tcPr marL="90000" marR="90000" marT="46800" marB="46800" anchor="ctr" anchorCtr="1"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altLang="zh-CN" sz="2200" b="1" i="0" u="none" strike="noStrike" cap="none" normalizeH="0" baseline="0">
                          <a:ln>
                            <a:noFill/>
                          </a:ln>
                          <a:solidFill>
                            <a:srgbClr val="000000"/>
                          </a:solidFill>
                          <a:effectLst/>
                          <a:latin typeface="Times New Roman" pitchFamily="18" charset="0"/>
                          <a:ea typeface="华文中宋" pitchFamily="2" charset="-122"/>
                        </a:rPr>
                        <a:t>4</a:t>
                      </a:r>
                    </a:p>
                  </a:txBody>
                  <a:tcPr marL="90000" marR="90000" marT="46800" marB="4680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altLang="zh-CN" sz="2200" b="1" i="0" u="none" strike="noStrike" cap="none" normalizeH="0" baseline="0" dirty="0">
                          <a:ln>
                            <a:noFill/>
                          </a:ln>
                          <a:solidFill>
                            <a:srgbClr val="000000"/>
                          </a:solidFill>
                          <a:effectLst/>
                          <a:latin typeface="Times New Roman" pitchFamily="18" charset="0"/>
                          <a:ea typeface="华文中宋" pitchFamily="2" charset="-122"/>
                        </a:rPr>
                        <a:t>3</a:t>
                      </a:r>
                    </a:p>
                  </a:txBody>
                  <a:tcPr marL="90000" marR="90000" marT="46800" marB="4680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altLang="zh-CN" sz="2200" b="1" i="0" u="none" strike="noStrike" cap="none" normalizeH="0" baseline="0" dirty="0">
                          <a:ln>
                            <a:noFill/>
                          </a:ln>
                          <a:solidFill>
                            <a:srgbClr val="000000"/>
                          </a:solidFill>
                          <a:effectLst/>
                          <a:latin typeface="Times New Roman" pitchFamily="18" charset="0"/>
                          <a:ea typeface="华文中宋" pitchFamily="2" charset="-122"/>
                        </a:rPr>
                        <a:t>U,S+A,A+R,R+S</a:t>
                      </a:r>
                    </a:p>
                  </a:txBody>
                  <a:tcPr marL="90000" marR="90000" marT="46800" marB="46800" anchor="ctr"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extLst>
                  <a:ext uri="{0D108BD9-81ED-4DB2-BD59-A6C34878D82A}">
                    <a16:rowId xmlns:a16="http://schemas.microsoft.com/office/drawing/2014/main" val="10001"/>
                  </a:ext>
                </a:extLst>
              </a:tr>
              <a:tr h="450850">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zh-CN" altLang="en-US" sz="2200" b="1" i="0" u="none" strike="noStrike" cap="none" normalizeH="0" baseline="0">
                          <a:ln>
                            <a:noFill/>
                          </a:ln>
                          <a:solidFill>
                            <a:srgbClr val="000000"/>
                          </a:solidFill>
                          <a:effectLst/>
                          <a:latin typeface="Times New Roman" pitchFamily="18" charset="0"/>
                          <a:ea typeface="华文中宋" pitchFamily="2" charset="-122"/>
                        </a:rPr>
                        <a:t>乘</a:t>
                      </a:r>
                    </a:p>
                  </a:txBody>
                  <a:tcPr marL="90000" marR="90000" marT="46800" marB="46800" anchor="ctr" anchorCtr="1"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altLang="zh-CN" sz="2200" b="1" i="0" u="none" strike="noStrike" cap="none" normalizeH="0" baseline="0">
                          <a:ln>
                            <a:noFill/>
                          </a:ln>
                          <a:solidFill>
                            <a:srgbClr val="000000"/>
                          </a:solidFill>
                          <a:effectLst/>
                          <a:latin typeface="Times New Roman" pitchFamily="18" charset="0"/>
                          <a:ea typeface="华文中宋" pitchFamily="2" charset="-122"/>
                        </a:rPr>
                        <a:t>8</a:t>
                      </a:r>
                    </a:p>
                  </a:txBody>
                  <a:tcPr marL="90000" marR="90000" marT="46800" marB="4680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altLang="zh-CN" sz="2200" b="1" i="0" u="none" strike="noStrike" cap="none" normalizeH="0" baseline="0">
                          <a:ln>
                            <a:noFill/>
                          </a:ln>
                          <a:solidFill>
                            <a:srgbClr val="000000"/>
                          </a:solidFill>
                          <a:effectLst/>
                          <a:latin typeface="Times New Roman" pitchFamily="18" charset="0"/>
                          <a:ea typeface="华文中宋" pitchFamily="2" charset="-122"/>
                        </a:rPr>
                        <a:t>4</a:t>
                      </a:r>
                    </a:p>
                  </a:txBody>
                  <a:tcPr marL="90000" marR="90000" marT="46800" marB="4680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altLang="zh-CN" sz="2200" b="1" i="0" u="none" strike="noStrike" cap="none" normalizeH="0" baseline="0">
                          <a:ln>
                            <a:noFill/>
                          </a:ln>
                          <a:solidFill>
                            <a:srgbClr val="000000"/>
                          </a:solidFill>
                          <a:effectLst/>
                          <a:latin typeface="Times New Roman" pitchFamily="18" charset="0"/>
                          <a:ea typeface="华文中宋" pitchFamily="2" charset="-122"/>
                        </a:rPr>
                        <a:t>U,E+M,M,M,M,N,N+A,R</a:t>
                      </a:r>
                    </a:p>
                  </a:txBody>
                  <a:tcPr marL="90000" marR="90000" marT="46800" marB="46800" anchor="ctr"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extLst>
                  <a:ext uri="{0D108BD9-81ED-4DB2-BD59-A6C34878D82A}">
                    <a16:rowId xmlns:a16="http://schemas.microsoft.com/office/drawing/2014/main" val="10002"/>
                  </a:ext>
                </a:extLst>
              </a:tr>
              <a:tr h="452438">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zh-CN" altLang="en-US" sz="2200" b="1" i="0" u="none" strike="noStrike" cap="none" normalizeH="0" baseline="0">
                          <a:ln>
                            <a:noFill/>
                          </a:ln>
                          <a:solidFill>
                            <a:srgbClr val="000000"/>
                          </a:solidFill>
                          <a:effectLst/>
                          <a:latin typeface="Times New Roman" pitchFamily="18" charset="0"/>
                          <a:ea typeface="华文中宋" pitchFamily="2" charset="-122"/>
                        </a:rPr>
                        <a:t>除</a:t>
                      </a:r>
                    </a:p>
                  </a:txBody>
                  <a:tcPr marL="90000" marR="90000" marT="46800" marB="46800" anchor="ctr" anchorCtr="1"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altLang="zh-CN" sz="2200" b="1" i="0" u="none" strike="noStrike" cap="none" normalizeH="0" baseline="0">
                          <a:ln>
                            <a:noFill/>
                          </a:ln>
                          <a:solidFill>
                            <a:srgbClr val="000000"/>
                          </a:solidFill>
                          <a:effectLst/>
                          <a:latin typeface="Times New Roman" pitchFamily="18" charset="0"/>
                          <a:ea typeface="华文中宋" pitchFamily="2" charset="-122"/>
                        </a:rPr>
                        <a:t>36</a:t>
                      </a:r>
                    </a:p>
                  </a:txBody>
                  <a:tcPr marL="90000" marR="90000" marT="46800" marB="4680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altLang="zh-CN" sz="2200" b="1" i="0" u="none" strike="noStrike" cap="none" normalizeH="0" baseline="0">
                          <a:ln>
                            <a:noFill/>
                          </a:ln>
                          <a:solidFill>
                            <a:srgbClr val="000000"/>
                          </a:solidFill>
                          <a:effectLst/>
                          <a:latin typeface="Times New Roman" pitchFamily="18" charset="0"/>
                          <a:ea typeface="华文中宋" pitchFamily="2" charset="-122"/>
                        </a:rPr>
                        <a:t>35</a:t>
                      </a:r>
                    </a:p>
                  </a:txBody>
                  <a:tcPr marL="90000" marR="90000" marT="46800" marB="4680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altLang="zh-CN" sz="2000" b="1" i="0" u="none" strike="noStrike" cap="none" normalizeH="0" baseline="0">
                          <a:ln>
                            <a:noFill/>
                          </a:ln>
                          <a:solidFill>
                            <a:srgbClr val="000000"/>
                          </a:solidFill>
                          <a:effectLst/>
                          <a:latin typeface="Times New Roman" pitchFamily="18" charset="0"/>
                          <a:ea typeface="华文中宋" pitchFamily="2" charset="-122"/>
                        </a:rPr>
                        <a:t>U,A,R,D</a:t>
                      </a:r>
                      <a:r>
                        <a:rPr kumimoji="0" lang="en-US" altLang="zh-CN" sz="2000" b="1" i="0" u="none" strike="noStrike" cap="none" normalizeH="0" baseline="30000">
                          <a:ln>
                            <a:noFill/>
                          </a:ln>
                          <a:solidFill>
                            <a:srgbClr val="000000"/>
                          </a:solidFill>
                          <a:effectLst/>
                          <a:latin typeface="Times New Roman" pitchFamily="18" charset="0"/>
                          <a:ea typeface="华文中宋" pitchFamily="2" charset="-122"/>
                        </a:rPr>
                        <a:t>28</a:t>
                      </a:r>
                      <a:r>
                        <a:rPr kumimoji="0" lang="en-US" altLang="zh-CN" sz="2000" b="1" i="0" u="none" strike="noStrike" cap="none" normalizeH="0" baseline="0">
                          <a:ln>
                            <a:noFill/>
                          </a:ln>
                          <a:solidFill>
                            <a:srgbClr val="000000"/>
                          </a:solidFill>
                          <a:effectLst/>
                          <a:latin typeface="Times New Roman" pitchFamily="18" charset="0"/>
                          <a:ea typeface="华文中宋" pitchFamily="2" charset="-122"/>
                        </a:rPr>
                        <a:t>,D+A,D+R,D+A,D+R,A,R</a:t>
                      </a:r>
                    </a:p>
                  </a:txBody>
                  <a:tcPr marL="90000" marR="90000" marT="46800" marB="46800" anchor="ctr"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extLst>
                  <a:ext uri="{0D108BD9-81ED-4DB2-BD59-A6C34878D82A}">
                    <a16:rowId xmlns:a16="http://schemas.microsoft.com/office/drawing/2014/main" val="10003"/>
                  </a:ext>
                </a:extLst>
              </a:tr>
              <a:tr h="450850">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zh-CN" altLang="en-US" sz="2200" b="1" i="0" u="none" strike="noStrike" cap="none" normalizeH="0" baseline="0">
                          <a:ln>
                            <a:noFill/>
                          </a:ln>
                          <a:solidFill>
                            <a:srgbClr val="000000"/>
                          </a:solidFill>
                          <a:effectLst/>
                          <a:latin typeface="Times New Roman" pitchFamily="18" charset="0"/>
                          <a:ea typeface="华文中宋" pitchFamily="2" charset="-122"/>
                        </a:rPr>
                        <a:t>求平方根</a:t>
                      </a:r>
                    </a:p>
                  </a:txBody>
                  <a:tcPr marL="90000" marR="90000" marT="46800" marB="46800" anchor="ctr" anchorCtr="1"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altLang="zh-CN" sz="2200" b="1" i="0" u="none" strike="noStrike" cap="none" normalizeH="0" baseline="0">
                          <a:ln>
                            <a:noFill/>
                          </a:ln>
                          <a:solidFill>
                            <a:srgbClr val="000000"/>
                          </a:solidFill>
                          <a:effectLst/>
                          <a:latin typeface="Times New Roman" pitchFamily="18" charset="0"/>
                          <a:ea typeface="华文中宋" pitchFamily="2" charset="-122"/>
                        </a:rPr>
                        <a:t>112</a:t>
                      </a:r>
                    </a:p>
                  </a:txBody>
                  <a:tcPr marL="90000" marR="90000" marT="46800" marB="4680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altLang="zh-CN" sz="2200" b="1" i="0" u="none" strike="noStrike" cap="none" normalizeH="0" baseline="0">
                          <a:ln>
                            <a:noFill/>
                          </a:ln>
                          <a:solidFill>
                            <a:srgbClr val="000000"/>
                          </a:solidFill>
                          <a:effectLst/>
                          <a:latin typeface="Times New Roman" pitchFamily="18" charset="0"/>
                          <a:ea typeface="华文中宋" pitchFamily="2" charset="-122"/>
                        </a:rPr>
                        <a:t>111</a:t>
                      </a:r>
                    </a:p>
                  </a:txBody>
                  <a:tcPr marL="90000" marR="90000" marT="46800" marB="4680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altLang="zh-CN" sz="2200" b="1" i="0" u="none" strike="noStrike" cap="none" normalizeH="0" baseline="0">
                          <a:ln>
                            <a:noFill/>
                          </a:ln>
                          <a:solidFill>
                            <a:srgbClr val="000000"/>
                          </a:solidFill>
                          <a:effectLst/>
                          <a:latin typeface="Times New Roman" pitchFamily="18" charset="0"/>
                          <a:ea typeface="华文中宋" pitchFamily="2" charset="-122"/>
                        </a:rPr>
                        <a:t>U,E,(A+R)</a:t>
                      </a:r>
                      <a:r>
                        <a:rPr kumimoji="0" lang="en-US" altLang="zh-CN" sz="2200" b="1" i="0" u="none" strike="noStrike" cap="none" normalizeH="0" baseline="30000">
                          <a:ln>
                            <a:noFill/>
                          </a:ln>
                          <a:solidFill>
                            <a:srgbClr val="000000"/>
                          </a:solidFill>
                          <a:effectLst/>
                          <a:latin typeface="Times New Roman" pitchFamily="18" charset="0"/>
                          <a:ea typeface="华文中宋" pitchFamily="2" charset="-122"/>
                        </a:rPr>
                        <a:t>108</a:t>
                      </a:r>
                      <a:r>
                        <a:rPr kumimoji="0" lang="en-US" altLang="zh-CN" sz="2200" b="1" i="0" u="none" strike="noStrike" cap="none" normalizeH="0" baseline="0">
                          <a:ln>
                            <a:noFill/>
                          </a:ln>
                          <a:solidFill>
                            <a:srgbClr val="000000"/>
                          </a:solidFill>
                          <a:effectLst/>
                          <a:latin typeface="Times New Roman" pitchFamily="18" charset="0"/>
                          <a:ea typeface="华文中宋" pitchFamily="2" charset="-122"/>
                        </a:rPr>
                        <a:t>,A,R</a:t>
                      </a:r>
                    </a:p>
                  </a:txBody>
                  <a:tcPr marL="90000" marR="90000" marT="46800" marB="46800" anchor="ctr"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extLst>
                  <a:ext uri="{0D108BD9-81ED-4DB2-BD59-A6C34878D82A}">
                    <a16:rowId xmlns:a16="http://schemas.microsoft.com/office/drawing/2014/main" val="10004"/>
                  </a:ext>
                </a:extLst>
              </a:tr>
              <a:tr h="452438">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zh-CN" altLang="en-US" sz="2200" b="1" i="0" u="none" strike="noStrike" cap="none" normalizeH="0" baseline="0">
                          <a:ln>
                            <a:noFill/>
                          </a:ln>
                          <a:solidFill>
                            <a:srgbClr val="000000"/>
                          </a:solidFill>
                          <a:effectLst/>
                          <a:latin typeface="Times New Roman" pitchFamily="18" charset="0"/>
                          <a:ea typeface="华文中宋" pitchFamily="2" charset="-122"/>
                        </a:rPr>
                        <a:t>取反</a:t>
                      </a:r>
                    </a:p>
                  </a:txBody>
                  <a:tcPr marL="90000" marR="90000" marT="46800" marB="46800" anchor="ctr" anchorCtr="1"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altLang="zh-CN" sz="2200" b="1" i="0" u="none" strike="noStrike" cap="none" normalizeH="0" baseline="0">
                          <a:ln>
                            <a:noFill/>
                          </a:ln>
                          <a:solidFill>
                            <a:srgbClr val="000000"/>
                          </a:solidFill>
                          <a:effectLst/>
                          <a:latin typeface="Times New Roman" pitchFamily="18" charset="0"/>
                          <a:ea typeface="华文中宋" pitchFamily="2" charset="-122"/>
                        </a:rPr>
                        <a:t>2</a:t>
                      </a:r>
                    </a:p>
                  </a:txBody>
                  <a:tcPr marL="90000" marR="90000" marT="46800" marB="4680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altLang="zh-CN" sz="2200" b="1" i="0" u="none" strike="noStrike" cap="none" normalizeH="0" baseline="0">
                          <a:ln>
                            <a:noFill/>
                          </a:ln>
                          <a:solidFill>
                            <a:srgbClr val="000000"/>
                          </a:solidFill>
                          <a:effectLst/>
                          <a:latin typeface="Times New Roman" pitchFamily="18" charset="0"/>
                          <a:ea typeface="华文中宋" pitchFamily="2" charset="-122"/>
                        </a:rPr>
                        <a:t>1</a:t>
                      </a:r>
                    </a:p>
                  </a:txBody>
                  <a:tcPr marL="90000" marR="90000" marT="46800" marB="4680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altLang="zh-CN" sz="2200" b="1" i="0" u="none" strike="noStrike" cap="none" normalizeH="0" baseline="0">
                          <a:ln>
                            <a:noFill/>
                          </a:ln>
                          <a:solidFill>
                            <a:srgbClr val="000000"/>
                          </a:solidFill>
                          <a:effectLst/>
                          <a:latin typeface="Times New Roman" pitchFamily="18" charset="0"/>
                          <a:ea typeface="华文中宋" pitchFamily="2" charset="-122"/>
                        </a:rPr>
                        <a:t>U,S</a:t>
                      </a:r>
                    </a:p>
                  </a:txBody>
                  <a:tcPr marL="90000" marR="90000" marT="46800" marB="46800" anchor="ctr"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extLst>
                  <a:ext uri="{0D108BD9-81ED-4DB2-BD59-A6C34878D82A}">
                    <a16:rowId xmlns:a16="http://schemas.microsoft.com/office/drawing/2014/main" val="10005"/>
                  </a:ext>
                </a:extLst>
              </a:tr>
              <a:tr h="450850">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zh-CN" altLang="en-US" sz="2200" b="1" i="0" u="none" strike="noStrike" cap="none" normalizeH="0" baseline="0">
                          <a:ln>
                            <a:noFill/>
                          </a:ln>
                          <a:solidFill>
                            <a:srgbClr val="000000"/>
                          </a:solidFill>
                          <a:effectLst/>
                          <a:latin typeface="Times New Roman" pitchFamily="18" charset="0"/>
                          <a:ea typeface="华文中宋" pitchFamily="2" charset="-122"/>
                        </a:rPr>
                        <a:t>求绝对值</a:t>
                      </a:r>
                    </a:p>
                  </a:txBody>
                  <a:tcPr marL="90000" marR="90000" marT="46800" marB="46800" anchor="ctr" anchorCtr="1"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altLang="zh-CN" sz="2200" b="1" i="0" u="none" strike="noStrike" cap="none" normalizeH="0" baseline="0">
                          <a:ln>
                            <a:noFill/>
                          </a:ln>
                          <a:solidFill>
                            <a:srgbClr val="000000"/>
                          </a:solidFill>
                          <a:effectLst/>
                          <a:latin typeface="Times New Roman" pitchFamily="18" charset="0"/>
                          <a:ea typeface="华文中宋" pitchFamily="2" charset="-122"/>
                        </a:rPr>
                        <a:t>2</a:t>
                      </a:r>
                    </a:p>
                  </a:txBody>
                  <a:tcPr marL="90000" marR="90000" marT="46800" marB="4680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altLang="zh-CN" sz="2200" b="1" i="0" u="none" strike="noStrike" cap="none" normalizeH="0" baseline="0">
                          <a:ln>
                            <a:noFill/>
                          </a:ln>
                          <a:solidFill>
                            <a:srgbClr val="000000"/>
                          </a:solidFill>
                          <a:effectLst/>
                          <a:latin typeface="Times New Roman" pitchFamily="18" charset="0"/>
                          <a:ea typeface="华文中宋" pitchFamily="2" charset="-122"/>
                        </a:rPr>
                        <a:t>1</a:t>
                      </a:r>
                    </a:p>
                  </a:txBody>
                  <a:tcPr marL="90000" marR="90000" marT="46800" marB="4680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altLang="zh-CN" sz="2200" b="1" i="0" u="none" strike="noStrike" cap="none" normalizeH="0" baseline="0">
                          <a:ln>
                            <a:noFill/>
                          </a:ln>
                          <a:solidFill>
                            <a:srgbClr val="000000"/>
                          </a:solidFill>
                          <a:effectLst/>
                          <a:latin typeface="Times New Roman" pitchFamily="18" charset="0"/>
                          <a:ea typeface="华文中宋" pitchFamily="2" charset="-122"/>
                        </a:rPr>
                        <a:t>U,S</a:t>
                      </a:r>
                    </a:p>
                  </a:txBody>
                  <a:tcPr marL="90000" marR="90000" marT="46800" marB="46800" anchor="ctr"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extLst>
                  <a:ext uri="{0D108BD9-81ED-4DB2-BD59-A6C34878D82A}">
                    <a16:rowId xmlns:a16="http://schemas.microsoft.com/office/drawing/2014/main" val="10006"/>
                  </a:ext>
                </a:extLst>
              </a:tr>
              <a:tr h="452438">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zh-CN" altLang="en-US" sz="2200" b="1" i="0" u="none" strike="noStrike" cap="none" normalizeH="0" baseline="0">
                          <a:ln>
                            <a:noFill/>
                          </a:ln>
                          <a:solidFill>
                            <a:srgbClr val="000000"/>
                          </a:solidFill>
                          <a:effectLst/>
                          <a:latin typeface="Times New Roman" pitchFamily="18" charset="0"/>
                          <a:ea typeface="华文中宋" pitchFamily="2" charset="-122"/>
                        </a:rPr>
                        <a:t>浮点比较</a:t>
                      </a:r>
                    </a:p>
                  </a:txBody>
                  <a:tcPr marL="90000" marR="90000" marT="46800" marB="46800" anchor="ctr" anchorCtr="1"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altLang="zh-CN" sz="2200" b="1" i="0" u="none" strike="noStrike" cap="none" normalizeH="0" baseline="0">
                          <a:ln>
                            <a:noFill/>
                          </a:ln>
                          <a:solidFill>
                            <a:srgbClr val="000000"/>
                          </a:solidFill>
                          <a:effectLst/>
                          <a:latin typeface="Times New Roman" pitchFamily="18" charset="0"/>
                          <a:ea typeface="华文中宋" pitchFamily="2" charset="-122"/>
                        </a:rPr>
                        <a:t>3</a:t>
                      </a:r>
                    </a:p>
                  </a:txBody>
                  <a:tcPr marL="90000" marR="90000" marT="46800" marB="4680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altLang="zh-CN" sz="2200" b="1" i="0" u="none" strike="noStrike" cap="none" normalizeH="0" baseline="0">
                          <a:ln>
                            <a:noFill/>
                          </a:ln>
                          <a:solidFill>
                            <a:srgbClr val="000000"/>
                          </a:solidFill>
                          <a:effectLst/>
                          <a:latin typeface="Times New Roman" pitchFamily="18" charset="0"/>
                          <a:ea typeface="华文中宋" pitchFamily="2" charset="-122"/>
                        </a:rPr>
                        <a:t>2</a:t>
                      </a:r>
                    </a:p>
                  </a:txBody>
                  <a:tcPr marL="90000" marR="90000" marT="46800" marB="4680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altLang="zh-CN" sz="2200" b="1" i="0" u="none" strike="noStrike" cap="none" normalizeH="0" baseline="0">
                          <a:ln>
                            <a:noFill/>
                          </a:ln>
                          <a:solidFill>
                            <a:srgbClr val="000000"/>
                          </a:solidFill>
                          <a:effectLst/>
                          <a:latin typeface="Times New Roman" pitchFamily="18" charset="0"/>
                          <a:ea typeface="华文中宋" pitchFamily="2" charset="-122"/>
                        </a:rPr>
                        <a:t>U,A,R</a:t>
                      </a:r>
                    </a:p>
                  </a:txBody>
                  <a:tcPr marL="90000" marR="90000" marT="46800" marB="46800" anchor="ctr"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extLst>
                  <a:ext uri="{0D108BD9-81ED-4DB2-BD59-A6C34878D82A}">
                    <a16:rowId xmlns:a16="http://schemas.microsoft.com/office/drawing/2014/main" val="10007"/>
                  </a:ext>
                </a:extLst>
              </a:tr>
            </a:tbl>
          </a:graphicData>
        </a:graphic>
      </p:graphicFrame>
      <p:sp>
        <p:nvSpPr>
          <p:cNvPr id="2" name="日期占位符 1">
            <a:extLst>
              <a:ext uri="{FF2B5EF4-FFF2-40B4-BE49-F238E27FC236}">
                <a16:creationId xmlns:a16="http://schemas.microsoft.com/office/drawing/2014/main" id="{1ED85015-E105-203D-92E4-05D3EB4260D6}"/>
              </a:ext>
            </a:extLst>
          </p:cNvPr>
          <p:cNvSpPr>
            <a:spLocks noGrp="1"/>
          </p:cNvSpPr>
          <p:nvPr>
            <p:ph type="dt" sz="half" idx="10"/>
          </p:nvPr>
        </p:nvSpPr>
        <p:spPr/>
        <p:txBody>
          <a:bodyPr/>
          <a:lstStyle/>
          <a:p>
            <a:pPr>
              <a:defRPr/>
            </a:pPr>
            <a:fld id="{F66F0875-D3C0-4110-A141-4A4516307EAC}" type="datetime1">
              <a:rPr lang="zh-CN" altLang="en-US" smtClean="0"/>
              <a:t>2025/10/16</a:t>
            </a:fld>
            <a:endParaRPr lang="en-US" altLang="zh-CN"/>
          </a:p>
        </p:txBody>
      </p:sp>
      <p:sp>
        <p:nvSpPr>
          <p:cNvPr id="3" name="页脚占位符 2">
            <a:extLst>
              <a:ext uri="{FF2B5EF4-FFF2-40B4-BE49-F238E27FC236}">
                <a16:creationId xmlns:a16="http://schemas.microsoft.com/office/drawing/2014/main" id="{EA22663B-84C5-9A42-17C8-36846AE2193D}"/>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E19B0943-796B-6355-BD97-22FC4D5B9C36}"/>
              </a:ext>
            </a:extLst>
          </p:cNvPr>
          <p:cNvSpPr>
            <a:spLocks noGrp="1"/>
          </p:cNvSpPr>
          <p:nvPr>
            <p:ph type="sldNum" sz="quarter" idx="12"/>
          </p:nvPr>
        </p:nvSpPr>
        <p:spPr/>
        <p:txBody>
          <a:bodyPr/>
          <a:lstStyle/>
          <a:p>
            <a:pPr>
              <a:defRPr/>
            </a:pPr>
            <a:fld id="{65B7EA61-351E-4105-9AD9-76D38C6E9934}" type="slidenum">
              <a:rPr lang="zh-CN" altLang="en-US" smtClean="0"/>
              <a:t>55</a:t>
            </a:fld>
            <a:endParaRPr lang="en-US" altLang="zh-CN"/>
          </a:p>
        </p:txBody>
      </p:sp>
    </p:spTree>
    <p:extLst>
      <p:ext uri="{BB962C8B-B14F-4D97-AF65-F5344CB8AC3E}">
        <p14:creationId xmlns:p14="http://schemas.microsoft.com/office/powerpoint/2010/main" val="138432648"/>
      </p:ext>
    </p:extLst>
  </p:cSld>
  <p:clrMapOvr>
    <a:masterClrMapping/>
  </p:clrMapOvr>
  <p:transition spd="slow"/>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2" name="Picture 2" descr="arch85">
            <a:extLst>
              <a:ext uri="{FF2B5EF4-FFF2-40B4-BE49-F238E27FC236}">
                <a16:creationId xmlns:a16="http://schemas.microsoft.com/office/drawing/2014/main" id="{20AA20EE-EFFD-411E-8411-AAE60BB53BD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1519238"/>
            <a:ext cx="7467600" cy="3819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3" name="Rectangle 3">
            <a:hlinkClick r:id="rId4" action="ppaction://hlinksldjump"/>
            <a:extLst>
              <a:ext uri="{FF2B5EF4-FFF2-40B4-BE49-F238E27FC236}">
                <a16:creationId xmlns:a16="http://schemas.microsoft.com/office/drawing/2014/main" id="{4F36118F-F9AB-4EFC-89BB-83D7E1D5E02A}"/>
              </a:ext>
            </a:extLst>
          </p:cNvPr>
          <p:cNvSpPr>
            <a:spLocks noChangeArrowheads="1"/>
          </p:cNvSpPr>
          <p:nvPr/>
        </p:nvSpPr>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sp>
        <p:nvSpPr>
          <p:cNvPr id="2" name="日期占位符 1">
            <a:extLst>
              <a:ext uri="{FF2B5EF4-FFF2-40B4-BE49-F238E27FC236}">
                <a16:creationId xmlns:a16="http://schemas.microsoft.com/office/drawing/2014/main" id="{100A470D-A925-C6A2-AF8E-6B6985A89EF0}"/>
              </a:ext>
            </a:extLst>
          </p:cNvPr>
          <p:cNvSpPr>
            <a:spLocks noGrp="1"/>
          </p:cNvSpPr>
          <p:nvPr>
            <p:ph type="dt" sz="half" idx="10"/>
          </p:nvPr>
        </p:nvSpPr>
        <p:spPr/>
        <p:txBody>
          <a:bodyPr/>
          <a:lstStyle/>
          <a:p>
            <a:pPr>
              <a:defRPr/>
            </a:pPr>
            <a:fld id="{0E331BB7-0D16-42BE-A976-CBD772210724}" type="datetime1">
              <a:rPr lang="zh-CN" altLang="en-US" smtClean="0"/>
              <a:t>2025/10/16</a:t>
            </a:fld>
            <a:endParaRPr lang="en-US" altLang="zh-CN"/>
          </a:p>
        </p:txBody>
      </p:sp>
      <p:sp>
        <p:nvSpPr>
          <p:cNvPr id="3" name="页脚占位符 2">
            <a:extLst>
              <a:ext uri="{FF2B5EF4-FFF2-40B4-BE49-F238E27FC236}">
                <a16:creationId xmlns:a16="http://schemas.microsoft.com/office/drawing/2014/main" id="{BF38C1C3-8753-47BC-EBB9-50A22919D388}"/>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911D6847-9603-4B9E-2D39-0A1F3CC43E0C}"/>
              </a:ext>
            </a:extLst>
          </p:cNvPr>
          <p:cNvSpPr>
            <a:spLocks noGrp="1"/>
          </p:cNvSpPr>
          <p:nvPr>
            <p:ph type="sldNum" sz="quarter" idx="12"/>
          </p:nvPr>
        </p:nvSpPr>
        <p:spPr/>
        <p:txBody>
          <a:bodyPr/>
          <a:lstStyle/>
          <a:p>
            <a:pPr>
              <a:defRPr/>
            </a:pPr>
            <a:fld id="{65B7EA61-351E-4105-9AD9-76D38C6E9934}" type="slidenum">
              <a:rPr lang="zh-CN" altLang="en-US" smtClean="0"/>
              <a:t>56</a:t>
            </a:fld>
            <a:endParaRPr lang="en-US" altLang="zh-CN"/>
          </a:p>
        </p:txBody>
      </p:sp>
    </p:spTree>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6" name="Picture 2" descr="arch86">
            <a:extLst>
              <a:ext uri="{FF2B5EF4-FFF2-40B4-BE49-F238E27FC236}">
                <a16:creationId xmlns:a16="http://schemas.microsoft.com/office/drawing/2014/main" id="{6C079683-A3C5-40BC-979B-21B3A021F2B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39825" y="1377950"/>
            <a:ext cx="6861175" cy="409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507" name="Rectangle 3">
            <a:hlinkClick r:id="rId4" action="ppaction://hlinksldjump"/>
            <a:extLst>
              <a:ext uri="{FF2B5EF4-FFF2-40B4-BE49-F238E27FC236}">
                <a16:creationId xmlns:a16="http://schemas.microsoft.com/office/drawing/2014/main" id="{6739A692-5028-48AA-A3DC-4A42F24F54D1}"/>
              </a:ext>
            </a:extLst>
          </p:cNvPr>
          <p:cNvSpPr>
            <a:spLocks noChangeArrowheads="1"/>
          </p:cNvSpPr>
          <p:nvPr/>
        </p:nvSpPr>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sp>
        <p:nvSpPr>
          <p:cNvPr id="2" name="日期占位符 1">
            <a:extLst>
              <a:ext uri="{FF2B5EF4-FFF2-40B4-BE49-F238E27FC236}">
                <a16:creationId xmlns:a16="http://schemas.microsoft.com/office/drawing/2014/main" id="{14CACF83-F770-018A-3FF6-E15C066BA53D}"/>
              </a:ext>
            </a:extLst>
          </p:cNvPr>
          <p:cNvSpPr>
            <a:spLocks noGrp="1"/>
          </p:cNvSpPr>
          <p:nvPr>
            <p:ph type="dt" sz="half" idx="10"/>
          </p:nvPr>
        </p:nvSpPr>
        <p:spPr/>
        <p:txBody>
          <a:bodyPr/>
          <a:lstStyle/>
          <a:p>
            <a:pPr>
              <a:defRPr/>
            </a:pPr>
            <a:fld id="{4F2E9754-37CE-406D-BA53-81F933B9A46B}" type="datetime1">
              <a:rPr lang="zh-CN" altLang="en-US" smtClean="0"/>
              <a:t>2025/10/16</a:t>
            </a:fld>
            <a:endParaRPr lang="en-US" altLang="zh-CN"/>
          </a:p>
        </p:txBody>
      </p:sp>
      <p:sp>
        <p:nvSpPr>
          <p:cNvPr id="3" name="页脚占位符 2">
            <a:extLst>
              <a:ext uri="{FF2B5EF4-FFF2-40B4-BE49-F238E27FC236}">
                <a16:creationId xmlns:a16="http://schemas.microsoft.com/office/drawing/2014/main" id="{DAB15D80-DB34-41D2-D1FD-EA7DE2A0682D}"/>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3CFFA934-37FF-4EB6-9111-F27BBCA05C39}"/>
              </a:ext>
            </a:extLst>
          </p:cNvPr>
          <p:cNvSpPr>
            <a:spLocks noGrp="1"/>
          </p:cNvSpPr>
          <p:nvPr>
            <p:ph type="sldNum" sz="quarter" idx="12"/>
          </p:nvPr>
        </p:nvSpPr>
        <p:spPr/>
        <p:txBody>
          <a:bodyPr/>
          <a:lstStyle/>
          <a:p>
            <a:pPr>
              <a:defRPr/>
            </a:pPr>
            <a:fld id="{65B7EA61-351E-4105-9AD9-76D38C6E9934}" type="slidenum">
              <a:rPr lang="zh-CN" altLang="en-US" smtClean="0"/>
              <a:t>57</a:t>
            </a:fld>
            <a:endParaRPr lang="en-US" altLang="zh-CN"/>
          </a:p>
        </p:txBody>
      </p:sp>
    </p:spTree>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30" name="Picture 2" descr="arch88">
            <a:extLst>
              <a:ext uri="{FF2B5EF4-FFF2-40B4-BE49-F238E27FC236}">
                <a16:creationId xmlns:a16="http://schemas.microsoft.com/office/drawing/2014/main" id="{7295ADAF-BA8A-4F86-8B34-A0BEEC7B4B5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7425" y="1366838"/>
            <a:ext cx="7165975" cy="412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531" name="Rectangle 3">
            <a:hlinkClick r:id="rId4" action="ppaction://hlinksldjump"/>
            <a:extLst>
              <a:ext uri="{FF2B5EF4-FFF2-40B4-BE49-F238E27FC236}">
                <a16:creationId xmlns:a16="http://schemas.microsoft.com/office/drawing/2014/main" id="{C5FF67C0-9DAC-4637-9F5A-01E997C7362D}"/>
              </a:ext>
            </a:extLst>
          </p:cNvPr>
          <p:cNvSpPr>
            <a:spLocks noChangeArrowheads="1"/>
          </p:cNvSpPr>
          <p:nvPr/>
        </p:nvSpPr>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sp>
        <p:nvSpPr>
          <p:cNvPr id="2" name="日期占位符 1">
            <a:extLst>
              <a:ext uri="{FF2B5EF4-FFF2-40B4-BE49-F238E27FC236}">
                <a16:creationId xmlns:a16="http://schemas.microsoft.com/office/drawing/2014/main" id="{5E7A3FF6-CF3D-D642-0CB9-413570D0602E}"/>
              </a:ext>
            </a:extLst>
          </p:cNvPr>
          <p:cNvSpPr>
            <a:spLocks noGrp="1"/>
          </p:cNvSpPr>
          <p:nvPr>
            <p:ph type="dt" sz="half" idx="10"/>
          </p:nvPr>
        </p:nvSpPr>
        <p:spPr/>
        <p:txBody>
          <a:bodyPr/>
          <a:lstStyle/>
          <a:p>
            <a:pPr>
              <a:defRPr/>
            </a:pPr>
            <a:fld id="{2E494116-B08E-42C1-B11A-3CAA129901C4}" type="datetime1">
              <a:rPr lang="zh-CN" altLang="en-US" smtClean="0"/>
              <a:t>2025/10/16</a:t>
            </a:fld>
            <a:endParaRPr lang="en-US" altLang="zh-CN"/>
          </a:p>
        </p:txBody>
      </p:sp>
      <p:sp>
        <p:nvSpPr>
          <p:cNvPr id="3" name="页脚占位符 2">
            <a:extLst>
              <a:ext uri="{FF2B5EF4-FFF2-40B4-BE49-F238E27FC236}">
                <a16:creationId xmlns:a16="http://schemas.microsoft.com/office/drawing/2014/main" id="{3C8B2511-992F-2AAD-CDDA-D356E0F3A025}"/>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DD68F799-7AD6-B138-62E8-4B648DD64819}"/>
              </a:ext>
            </a:extLst>
          </p:cNvPr>
          <p:cNvSpPr>
            <a:spLocks noGrp="1"/>
          </p:cNvSpPr>
          <p:nvPr>
            <p:ph type="sldNum" sz="quarter" idx="12"/>
          </p:nvPr>
        </p:nvSpPr>
        <p:spPr/>
        <p:txBody>
          <a:bodyPr/>
          <a:lstStyle/>
          <a:p>
            <a:pPr>
              <a:defRPr/>
            </a:pPr>
            <a:fld id="{65B7EA61-351E-4105-9AD9-76D38C6E9934}" type="slidenum">
              <a:rPr lang="zh-CN" altLang="en-US" smtClean="0"/>
              <a:t>58</a:t>
            </a:fld>
            <a:endParaRPr lang="en-US" altLang="zh-CN"/>
          </a:p>
        </p:txBody>
      </p:sp>
    </p:spTree>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3">
            <a:hlinkClick r:id="rId3" action="ppaction://hlinksldjump"/>
            <a:extLst>
              <a:ext uri="{FF2B5EF4-FFF2-40B4-BE49-F238E27FC236}">
                <a16:creationId xmlns:a16="http://schemas.microsoft.com/office/drawing/2014/main" id="{7336BFD0-D0FD-4DB1-8519-8F13AC2B1747}"/>
              </a:ext>
            </a:extLst>
          </p:cNvPr>
          <p:cNvSpPr>
            <a:spLocks noChangeArrowheads="1"/>
          </p:cNvSpPr>
          <p:nvPr/>
        </p:nvSpPr>
        <p:spPr bwMode="auto">
          <a:xfrm>
            <a:off x="0" y="0"/>
            <a:ext cx="9144000" cy="68580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pic>
        <p:nvPicPr>
          <p:cNvPr id="23555" name="Picture 2" descr="arch89">
            <a:hlinkClick r:id="rId3" action="ppaction://hlinksldjump"/>
            <a:extLst>
              <a:ext uri="{FF2B5EF4-FFF2-40B4-BE49-F238E27FC236}">
                <a16:creationId xmlns:a16="http://schemas.microsoft.com/office/drawing/2014/main" id="{92704D42-412F-4FB1-ACCA-6A636B04250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4213" y="600075"/>
            <a:ext cx="7848600" cy="578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日期占位符 1">
            <a:extLst>
              <a:ext uri="{FF2B5EF4-FFF2-40B4-BE49-F238E27FC236}">
                <a16:creationId xmlns:a16="http://schemas.microsoft.com/office/drawing/2014/main" id="{8BB22413-26AF-FC58-F9BA-715294570057}"/>
              </a:ext>
            </a:extLst>
          </p:cNvPr>
          <p:cNvSpPr>
            <a:spLocks noGrp="1"/>
          </p:cNvSpPr>
          <p:nvPr>
            <p:ph type="dt" sz="half" idx="10"/>
          </p:nvPr>
        </p:nvSpPr>
        <p:spPr/>
        <p:txBody>
          <a:bodyPr/>
          <a:lstStyle/>
          <a:p>
            <a:pPr>
              <a:defRPr/>
            </a:pPr>
            <a:fld id="{3063E1A0-9185-4305-AE81-8308082B7A3A}" type="datetime1">
              <a:rPr lang="zh-CN" altLang="en-US" smtClean="0"/>
              <a:t>2025/10/16</a:t>
            </a:fld>
            <a:endParaRPr lang="en-US" altLang="zh-CN"/>
          </a:p>
        </p:txBody>
      </p:sp>
      <p:sp>
        <p:nvSpPr>
          <p:cNvPr id="3" name="页脚占位符 2">
            <a:extLst>
              <a:ext uri="{FF2B5EF4-FFF2-40B4-BE49-F238E27FC236}">
                <a16:creationId xmlns:a16="http://schemas.microsoft.com/office/drawing/2014/main" id="{3F24C3B9-1910-6B84-9A5C-A3DD99C955FE}"/>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04086936-C804-0206-6469-CB2582799719}"/>
              </a:ext>
            </a:extLst>
          </p:cNvPr>
          <p:cNvSpPr>
            <a:spLocks noGrp="1"/>
          </p:cNvSpPr>
          <p:nvPr>
            <p:ph type="sldNum" sz="quarter" idx="12"/>
          </p:nvPr>
        </p:nvSpPr>
        <p:spPr/>
        <p:txBody>
          <a:bodyPr/>
          <a:lstStyle/>
          <a:p>
            <a:pPr>
              <a:defRPr/>
            </a:pPr>
            <a:fld id="{65B7EA61-351E-4105-9AD9-76D38C6E9934}" type="slidenum">
              <a:rPr lang="zh-CN" altLang="en-US" smtClean="0"/>
              <a:t>59</a:t>
            </a:fld>
            <a:endParaRPr lang="en-US" altLang="zh-CN"/>
          </a:p>
        </p:txBody>
      </p:sp>
    </p:spTree>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3">
            <a:hlinkClick r:id="rId3" action="ppaction://hlinksldjump"/>
            <a:extLst>
              <a:ext uri="{FF2B5EF4-FFF2-40B4-BE49-F238E27FC236}">
                <a16:creationId xmlns:a16="http://schemas.microsoft.com/office/drawing/2014/main" id="{D12EA54C-5246-4D02-9005-4EE9553E4C80}"/>
              </a:ext>
            </a:extLst>
          </p:cNvPr>
          <p:cNvSpPr>
            <a:spLocks noChangeArrowheads="1"/>
          </p:cNvSpPr>
          <p:nvPr/>
        </p:nvSpPr>
        <p:spPr bwMode="auto">
          <a:xfrm>
            <a:off x="0" y="0"/>
            <a:ext cx="9144000" cy="68580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pic>
        <p:nvPicPr>
          <p:cNvPr id="24579" name="Picture 2" descr="arch90">
            <a:hlinkClick r:id="rId3" action="ppaction://hlinksldjump"/>
            <a:extLst>
              <a:ext uri="{FF2B5EF4-FFF2-40B4-BE49-F238E27FC236}">
                <a16:creationId xmlns:a16="http://schemas.microsoft.com/office/drawing/2014/main" id="{D8AC3F41-8ED7-4F80-92A2-012DA02E603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0113" y="635000"/>
            <a:ext cx="7056437" cy="5818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日期占位符 1">
            <a:extLst>
              <a:ext uri="{FF2B5EF4-FFF2-40B4-BE49-F238E27FC236}">
                <a16:creationId xmlns:a16="http://schemas.microsoft.com/office/drawing/2014/main" id="{4795AAFA-1CBF-DAB7-89A5-244B5C7EC816}"/>
              </a:ext>
            </a:extLst>
          </p:cNvPr>
          <p:cNvSpPr>
            <a:spLocks noGrp="1"/>
          </p:cNvSpPr>
          <p:nvPr>
            <p:ph type="dt" sz="half" idx="10"/>
          </p:nvPr>
        </p:nvSpPr>
        <p:spPr/>
        <p:txBody>
          <a:bodyPr/>
          <a:lstStyle/>
          <a:p>
            <a:pPr>
              <a:defRPr/>
            </a:pPr>
            <a:fld id="{ADFA07FE-8806-4BE9-8404-E824202EAD20}" type="datetime1">
              <a:rPr lang="zh-CN" altLang="en-US" smtClean="0"/>
              <a:t>2025/10/16</a:t>
            </a:fld>
            <a:endParaRPr lang="en-US" altLang="zh-CN"/>
          </a:p>
        </p:txBody>
      </p:sp>
      <p:sp>
        <p:nvSpPr>
          <p:cNvPr id="3" name="页脚占位符 2">
            <a:extLst>
              <a:ext uri="{FF2B5EF4-FFF2-40B4-BE49-F238E27FC236}">
                <a16:creationId xmlns:a16="http://schemas.microsoft.com/office/drawing/2014/main" id="{FB6F7EB5-B850-40DB-E2D9-B550FAAE0E95}"/>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B7F0C175-A8B1-0365-E795-546FDEEAD8AE}"/>
              </a:ext>
            </a:extLst>
          </p:cNvPr>
          <p:cNvSpPr>
            <a:spLocks noGrp="1"/>
          </p:cNvSpPr>
          <p:nvPr>
            <p:ph type="sldNum" sz="quarter" idx="12"/>
          </p:nvPr>
        </p:nvSpPr>
        <p:spPr/>
        <p:txBody>
          <a:bodyPr/>
          <a:lstStyle/>
          <a:p>
            <a:pPr>
              <a:defRPr/>
            </a:pPr>
            <a:fld id="{65B7EA61-351E-4105-9AD9-76D38C6E9934}" type="slidenum">
              <a:rPr lang="zh-CN" altLang="en-US" smtClean="0"/>
              <a:t>60</a:t>
            </a:fld>
            <a:endParaRPr lang="en-US" altLang="zh-CN"/>
          </a:p>
        </p:txBody>
      </p:sp>
    </p:spTree>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ext Box 2">
            <a:extLst>
              <a:ext uri="{FF2B5EF4-FFF2-40B4-BE49-F238E27FC236}">
                <a16:creationId xmlns:a16="http://schemas.microsoft.com/office/drawing/2014/main" id="{E581ABAA-A9B2-4A74-B633-1D54AB99430C}"/>
              </a:ext>
            </a:extLst>
          </p:cNvPr>
          <p:cNvSpPr txBox="1">
            <a:spLocks noChangeArrowheads="1"/>
          </p:cNvSpPr>
          <p:nvPr/>
        </p:nvSpPr>
        <p:spPr bwMode="auto">
          <a:xfrm>
            <a:off x="682625" y="692150"/>
            <a:ext cx="7777163" cy="5305425"/>
          </a:xfrm>
          <a:prstGeom prst="rect">
            <a:avLst/>
          </a:prstGeom>
          <a:noFill/>
          <a:ln w="28575">
            <a:solidFill>
              <a:srgbClr val="FF33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marL="342900" indent="-342900"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spcBef>
                <a:spcPct val="20000"/>
              </a:spcBef>
            </a:pPr>
            <a:r>
              <a:rPr lang="en-US" altLang="zh-CN" sz="2400" dirty="0">
                <a:solidFill>
                  <a:srgbClr val="003366"/>
                </a:solidFill>
                <a:latin typeface="华文中宋" panose="02010600040101010101" pitchFamily="2" charset="-122"/>
                <a:ea typeface="华文中宋" panose="02010600040101010101" pitchFamily="2" charset="-122"/>
              </a:rPr>
              <a:t>	</a:t>
            </a:r>
            <a:r>
              <a:rPr lang="en-US" altLang="zh-CN" sz="2400" b="1" dirty="0">
                <a:solidFill>
                  <a:srgbClr val="003366"/>
                </a:solidFill>
                <a:latin typeface="华文中宋" panose="02010600040101010101" pitchFamily="2" charset="-122"/>
                <a:ea typeface="华文中宋" panose="02010600040101010101" pitchFamily="2" charset="-122"/>
              </a:rPr>
              <a:t>S1←5.0</a:t>
            </a:r>
            <a:r>
              <a:rPr lang="en-US" altLang="zh-CN" sz="2400" dirty="0">
                <a:solidFill>
                  <a:srgbClr val="003366"/>
                </a:solidFill>
                <a:latin typeface="华文中宋" panose="02010600040101010101" pitchFamily="2" charset="-122"/>
                <a:ea typeface="华文中宋" panose="02010600040101010101" pitchFamily="2" charset="-122"/>
              </a:rPr>
              <a:t>		</a:t>
            </a:r>
            <a:r>
              <a:rPr lang="zh-CN" altLang="en-US" sz="2400" dirty="0">
                <a:solidFill>
                  <a:srgbClr val="003366"/>
                </a:solidFill>
                <a:latin typeface="华文中宋" panose="02010600040101010101" pitchFamily="2" charset="-122"/>
                <a:ea typeface="华文中宋" panose="02010600040101010101" pitchFamily="2" charset="-122"/>
              </a:rPr>
              <a:t>；将常数</a:t>
            </a:r>
            <a:r>
              <a:rPr lang="en-US" altLang="zh-CN" sz="2400" dirty="0">
                <a:solidFill>
                  <a:srgbClr val="003366"/>
                </a:solidFill>
                <a:latin typeface="华文中宋" panose="02010600040101010101" pitchFamily="2" charset="-122"/>
                <a:ea typeface="华文中宋" panose="02010600040101010101" pitchFamily="2" charset="-122"/>
              </a:rPr>
              <a:t>5.0</a:t>
            </a:r>
            <a:r>
              <a:rPr lang="zh-CN" altLang="en-US" sz="2400" dirty="0">
                <a:solidFill>
                  <a:srgbClr val="003366"/>
                </a:solidFill>
                <a:latin typeface="华文中宋" panose="02010600040101010101" pitchFamily="2" charset="-122"/>
                <a:ea typeface="华文中宋" panose="02010600040101010101" pitchFamily="2" charset="-122"/>
              </a:rPr>
              <a:t>送入标量寄存器</a:t>
            </a:r>
            <a:r>
              <a:rPr lang="en-US" altLang="zh-CN" sz="2400" dirty="0">
                <a:solidFill>
                  <a:srgbClr val="003366"/>
                </a:solidFill>
                <a:latin typeface="华文中宋" panose="02010600040101010101" pitchFamily="2" charset="-122"/>
                <a:ea typeface="华文中宋" panose="02010600040101010101" pitchFamily="2" charset="-122"/>
              </a:rPr>
              <a:t>S1</a:t>
            </a:r>
          </a:p>
          <a:p>
            <a:pPr eaLnBrk="1" hangingPunct="1">
              <a:spcBef>
                <a:spcPct val="20000"/>
              </a:spcBef>
            </a:pPr>
            <a:r>
              <a:rPr lang="en-US" altLang="zh-CN" sz="2400" dirty="0">
                <a:solidFill>
                  <a:srgbClr val="003366"/>
                </a:solidFill>
                <a:latin typeface="华文中宋" panose="02010600040101010101" pitchFamily="2" charset="-122"/>
                <a:ea typeface="华文中宋" panose="02010600040101010101" pitchFamily="2" charset="-122"/>
              </a:rPr>
              <a:t>	</a:t>
            </a:r>
            <a:r>
              <a:rPr lang="en-US" altLang="zh-CN" sz="2400" b="1" dirty="0">
                <a:solidFill>
                  <a:srgbClr val="003366"/>
                </a:solidFill>
                <a:latin typeface="华文中宋" panose="02010600040101010101" pitchFamily="2" charset="-122"/>
                <a:ea typeface="华文中宋" panose="02010600040101010101" pitchFamily="2" charset="-122"/>
              </a:rPr>
              <a:t>S2←1.0</a:t>
            </a:r>
            <a:r>
              <a:rPr lang="en-US" altLang="zh-CN" sz="2400" dirty="0">
                <a:solidFill>
                  <a:srgbClr val="003366"/>
                </a:solidFill>
                <a:latin typeface="华文中宋" panose="02010600040101010101" pitchFamily="2" charset="-122"/>
                <a:ea typeface="华文中宋" panose="02010600040101010101" pitchFamily="2" charset="-122"/>
              </a:rPr>
              <a:t>		</a:t>
            </a:r>
            <a:r>
              <a:rPr lang="zh-CN" altLang="en-US" sz="2400" dirty="0">
                <a:solidFill>
                  <a:srgbClr val="003366"/>
                </a:solidFill>
                <a:latin typeface="华文中宋" panose="02010600040101010101" pitchFamily="2" charset="-122"/>
                <a:ea typeface="华文中宋" panose="02010600040101010101" pitchFamily="2" charset="-122"/>
              </a:rPr>
              <a:t>；将常数</a:t>
            </a:r>
            <a:r>
              <a:rPr lang="en-US" altLang="zh-CN" sz="2400" dirty="0">
                <a:solidFill>
                  <a:srgbClr val="003366"/>
                </a:solidFill>
                <a:latin typeface="华文中宋" panose="02010600040101010101" pitchFamily="2" charset="-122"/>
                <a:ea typeface="华文中宋" panose="02010600040101010101" pitchFamily="2" charset="-122"/>
              </a:rPr>
              <a:t>1.0</a:t>
            </a:r>
            <a:r>
              <a:rPr lang="zh-CN" altLang="en-US" sz="2400" dirty="0">
                <a:solidFill>
                  <a:srgbClr val="003366"/>
                </a:solidFill>
                <a:latin typeface="华文中宋" panose="02010600040101010101" pitchFamily="2" charset="-122"/>
                <a:ea typeface="华文中宋" panose="02010600040101010101" pitchFamily="2" charset="-122"/>
              </a:rPr>
              <a:t>送入标量寄存器</a:t>
            </a:r>
            <a:r>
              <a:rPr lang="en-US" altLang="zh-CN" sz="2400" dirty="0">
                <a:solidFill>
                  <a:srgbClr val="003366"/>
                </a:solidFill>
                <a:latin typeface="华文中宋" panose="02010600040101010101" pitchFamily="2" charset="-122"/>
                <a:ea typeface="华文中宋" panose="02010600040101010101" pitchFamily="2" charset="-122"/>
              </a:rPr>
              <a:t>S2</a:t>
            </a:r>
          </a:p>
          <a:p>
            <a:pPr eaLnBrk="1" hangingPunct="1">
              <a:spcBef>
                <a:spcPct val="20000"/>
              </a:spcBef>
            </a:pPr>
            <a:r>
              <a:rPr lang="en-US" altLang="zh-CN" sz="2400" dirty="0">
                <a:solidFill>
                  <a:srgbClr val="003366"/>
                </a:solidFill>
                <a:latin typeface="华文中宋" panose="02010600040101010101" pitchFamily="2" charset="-122"/>
                <a:ea typeface="华文中宋" panose="02010600040101010101" pitchFamily="2" charset="-122"/>
              </a:rPr>
              <a:t>	</a:t>
            </a:r>
            <a:r>
              <a:rPr lang="en-US" altLang="zh-CN" sz="2400" b="1" dirty="0">
                <a:solidFill>
                  <a:srgbClr val="003366"/>
                </a:solidFill>
                <a:latin typeface="华文中宋" panose="02010600040101010101" pitchFamily="2" charset="-122"/>
                <a:ea typeface="华文中宋" panose="02010600040101010101" pitchFamily="2" charset="-122"/>
              </a:rPr>
              <a:t>VL←N</a:t>
            </a:r>
            <a:r>
              <a:rPr lang="en-US" altLang="zh-CN" sz="2400" dirty="0">
                <a:solidFill>
                  <a:srgbClr val="003366"/>
                </a:solidFill>
                <a:latin typeface="华文中宋" panose="02010600040101010101" pitchFamily="2" charset="-122"/>
                <a:ea typeface="华文中宋" panose="02010600040101010101" pitchFamily="2" charset="-122"/>
              </a:rPr>
              <a:t>		</a:t>
            </a:r>
            <a:r>
              <a:rPr lang="zh-CN" altLang="en-US" sz="2400" dirty="0">
                <a:solidFill>
                  <a:srgbClr val="003366"/>
                </a:solidFill>
                <a:latin typeface="华文中宋" panose="02010600040101010101" pitchFamily="2" charset="-122"/>
                <a:ea typeface="华文中宋" panose="02010600040101010101" pitchFamily="2" charset="-122"/>
              </a:rPr>
              <a:t>；在向量长度寄存器</a:t>
            </a:r>
            <a:r>
              <a:rPr lang="en-US" altLang="zh-CN" sz="2400" dirty="0">
                <a:solidFill>
                  <a:srgbClr val="003366"/>
                </a:solidFill>
                <a:latin typeface="华文中宋" panose="02010600040101010101" pitchFamily="2" charset="-122"/>
                <a:ea typeface="华文中宋" panose="02010600040101010101" pitchFamily="2" charset="-122"/>
              </a:rPr>
              <a:t>VL</a:t>
            </a:r>
            <a:r>
              <a:rPr lang="zh-CN" altLang="en-US" sz="2400" dirty="0">
                <a:solidFill>
                  <a:srgbClr val="003366"/>
                </a:solidFill>
                <a:latin typeface="华文中宋" panose="02010600040101010101" pitchFamily="2" charset="-122"/>
                <a:ea typeface="华文中宋" panose="02010600040101010101" pitchFamily="2" charset="-122"/>
              </a:rPr>
              <a:t>中设</a:t>
            </a:r>
          </a:p>
          <a:p>
            <a:pPr eaLnBrk="1" hangingPunct="1">
              <a:spcBef>
                <a:spcPct val="20000"/>
              </a:spcBef>
            </a:pPr>
            <a:r>
              <a:rPr lang="zh-CN" altLang="en-US" sz="2400" dirty="0">
                <a:solidFill>
                  <a:srgbClr val="003366"/>
                </a:solidFill>
                <a:latin typeface="华文中宋" panose="02010600040101010101" pitchFamily="2" charset="-122"/>
                <a:ea typeface="华文中宋" panose="02010600040101010101" pitchFamily="2" charset="-122"/>
              </a:rPr>
              <a:t>				；置向量长度</a:t>
            </a:r>
            <a:r>
              <a:rPr lang="en-US" altLang="zh-CN" sz="2400" dirty="0">
                <a:solidFill>
                  <a:srgbClr val="003366"/>
                </a:solidFill>
                <a:latin typeface="华文中宋" panose="02010600040101010101" pitchFamily="2" charset="-122"/>
                <a:ea typeface="华文中宋" panose="02010600040101010101" pitchFamily="2" charset="-122"/>
              </a:rPr>
              <a:t>N</a:t>
            </a:r>
          </a:p>
          <a:p>
            <a:pPr eaLnBrk="1" hangingPunct="1">
              <a:spcBef>
                <a:spcPct val="20000"/>
              </a:spcBef>
            </a:pPr>
            <a:r>
              <a:rPr lang="en-US" altLang="zh-CN" sz="2400" dirty="0">
                <a:solidFill>
                  <a:srgbClr val="003366"/>
                </a:solidFill>
                <a:latin typeface="华文中宋" panose="02010600040101010101" pitchFamily="2" charset="-122"/>
                <a:ea typeface="华文中宋" panose="02010600040101010101" pitchFamily="2" charset="-122"/>
              </a:rPr>
              <a:t>	</a:t>
            </a:r>
            <a:r>
              <a:rPr lang="en-US" altLang="zh-CN" sz="2400" b="1" dirty="0">
                <a:solidFill>
                  <a:srgbClr val="003366"/>
                </a:solidFill>
                <a:latin typeface="华文中宋" panose="02010600040101010101" pitchFamily="2" charset="-122"/>
                <a:ea typeface="华文中宋" panose="02010600040101010101" pitchFamily="2" charset="-122"/>
              </a:rPr>
              <a:t>V0←B</a:t>
            </a:r>
            <a:r>
              <a:rPr lang="en-US" altLang="zh-CN" sz="2400" dirty="0">
                <a:solidFill>
                  <a:srgbClr val="003366"/>
                </a:solidFill>
                <a:latin typeface="华文中宋" panose="02010600040101010101" pitchFamily="2" charset="-122"/>
                <a:ea typeface="华文中宋" panose="02010600040101010101" pitchFamily="2" charset="-122"/>
              </a:rPr>
              <a:t>		</a:t>
            </a:r>
            <a:r>
              <a:rPr lang="zh-CN" altLang="en-US" sz="2400" dirty="0">
                <a:solidFill>
                  <a:srgbClr val="003366"/>
                </a:solidFill>
                <a:latin typeface="华文中宋" panose="02010600040101010101" pitchFamily="2" charset="-122"/>
                <a:ea typeface="华文中宋" panose="02010600040101010101" pitchFamily="2" charset="-122"/>
              </a:rPr>
              <a:t>；从存储器中将向量</a:t>
            </a:r>
            <a:r>
              <a:rPr lang="en-US" altLang="zh-CN" sz="2400" dirty="0">
                <a:solidFill>
                  <a:srgbClr val="003366"/>
                </a:solidFill>
                <a:latin typeface="华文中宋" panose="02010600040101010101" pitchFamily="2" charset="-122"/>
                <a:ea typeface="华文中宋" panose="02010600040101010101" pitchFamily="2" charset="-122"/>
              </a:rPr>
              <a:t>B</a:t>
            </a:r>
            <a:r>
              <a:rPr lang="zh-CN" altLang="en-US" sz="2400" dirty="0">
                <a:solidFill>
                  <a:srgbClr val="003366"/>
                </a:solidFill>
                <a:latin typeface="华文中宋" panose="02010600040101010101" pitchFamily="2" charset="-122"/>
                <a:ea typeface="华文中宋" panose="02010600040101010101" pitchFamily="2" charset="-122"/>
              </a:rPr>
              <a:t>读入向</a:t>
            </a:r>
          </a:p>
          <a:p>
            <a:pPr eaLnBrk="1" hangingPunct="1">
              <a:spcBef>
                <a:spcPct val="20000"/>
              </a:spcBef>
            </a:pPr>
            <a:r>
              <a:rPr lang="zh-CN" altLang="en-US" sz="2400" dirty="0">
                <a:solidFill>
                  <a:srgbClr val="003366"/>
                </a:solidFill>
                <a:latin typeface="华文中宋" panose="02010600040101010101" pitchFamily="2" charset="-122"/>
                <a:ea typeface="华文中宋" panose="02010600040101010101" pitchFamily="2" charset="-122"/>
              </a:rPr>
              <a:t>				；量寄存器</a:t>
            </a:r>
            <a:r>
              <a:rPr lang="en-US" altLang="zh-CN" sz="2400" dirty="0">
                <a:solidFill>
                  <a:srgbClr val="003366"/>
                </a:solidFill>
                <a:latin typeface="华文中宋" panose="02010600040101010101" pitchFamily="2" charset="-122"/>
                <a:ea typeface="华文中宋" panose="02010600040101010101" pitchFamily="2" charset="-122"/>
              </a:rPr>
              <a:t>V0</a:t>
            </a:r>
          </a:p>
          <a:p>
            <a:pPr eaLnBrk="1" hangingPunct="1">
              <a:spcBef>
                <a:spcPct val="20000"/>
              </a:spcBef>
            </a:pPr>
            <a:r>
              <a:rPr lang="en-US" altLang="zh-CN" sz="2400" dirty="0">
                <a:solidFill>
                  <a:srgbClr val="003366"/>
                </a:solidFill>
                <a:latin typeface="华文中宋" panose="02010600040101010101" pitchFamily="2" charset="-122"/>
                <a:ea typeface="华文中宋" panose="02010600040101010101" pitchFamily="2" charset="-122"/>
              </a:rPr>
              <a:t>	</a:t>
            </a:r>
            <a:r>
              <a:rPr lang="en-US" altLang="zh-CN" sz="2400" b="1" dirty="0">
                <a:solidFill>
                  <a:srgbClr val="003366"/>
                </a:solidFill>
                <a:latin typeface="华文中宋" panose="02010600040101010101" pitchFamily="2" charset="-122"/>
                <a:ea typeface="华文中宋" panose="02010600040101010101" pitchFamily="2" charset="-122"/>
              </a:rPr>
              <a:t>V1←S1*V0</a:t>
            </a:r>
            <a:r>
              <a:rPr lang="en-US" altLang="zh-CN" sz="2400" dirty="0">
                <a:solidFill>
                  <a:srgbClr val="003366"/>
                </a:solidFill>
                <a:latin typeface="华文中宋" panose="02010600040101010101" pitchFamily="2" charset="-122"/>
                <a:ea typeface="华文中宋" panose="02010600040101010101" pitchFamily="2" charset="-122"/>
              </a:rPr>
              <a:t>	</a:t>
            </a:r>
            <a:r>
              <a:rPr lang="zh-CN" altLang="en-US" sz="2400" dirty="0">
                <a:solidFill>
                  <a:srgbClr val="003366"/>
                </a:solidFill>
                <a:latin typeface="华文中宋" panose="02010600040101010101" pitchFamily="2" charset="-122"/>
                <a:ea typeface="华文中宋" panose="02010600040101010101" pitchFamily="2" charset="-122"/>
              </a:rPr>
              <a:t>；向量</a:t>
            </a:r>
            <a:r>
              <a:rPr lang="en-US" altLang="zh-CN" sz="2400" dirty="0">
                <a:solidFill>
                  <a:srgbClr val="003366"/>
                </a:solidFill>
                <a:latin typeface="华文中宋" panose="02010600040101010101" pitchFamily="2" charset="-122"/>
                <a:ea typeface="华文中宋" panose="02010600040101010101" pitchFamily="2" charset="-122"/>
              </a:rPr>
              <a:t>B</a:t>
            </a:r>
            <a:r>
              <a:rPr lang="zh-CN" altLang="en-US" sz="2400" dirty="0">
                <a:solidFill>
                  <a:srgbClr val="003366"/>
                </a:solidFill>
                <a:latin typeface="华文中宋" panose="02010600040101010101" pitchFamily="2" charset="-122"/>
                <a:ea typeface="华文中宋" panose="02010600040101010101" pitchFamily="2" charset="-122"/>
              </a:rPr>
              <a:t>中的每个元素分别和</a:t>
            </a:r>
          </a:p>
          <a:p>
            <a:pPr eaLnBrk="1" hangingPunct="1">
              <a:spcBef>
                <a:spcPct val="20000"/>
              </a:spcBef>
            </a:pPr>
            <a:r>
              <a:rPr lang="zh-CN" altLang="en-US" sz="2400" dirty="0">
                <a:solidFill>
                  <a:srgbClr val="003366"/>
                </a:solidFill>
                <a:latin typeface="华文中宋" panose="02010600040101010101" pitchFamily="2" charset="-122"/>
                <a:ea typeface="华文中宋" panose="02010600040101010101" pitchFamily="2" charset="-122"/>
              </a:rPr>
              <a:t>				；常数</a:t>
            </a:r>
            <a:r>
              <a:rPr lang="en-US" altLang="zh-CN" sz="2400" dirty="0">
                <a:solidFill>
                  <a:srgbClr val="003366"/>
                </a:solidFill>
                <a:latin typeface="华文中宋" panose="02010600040101010101" pitchFamily="2" charset="-122"/>
                <a:ea typeface="华文中宋" panose="02010600040101010101" pitchFamily="2" charset="-122"/>
              </a:rPr>
              <a:t>S1</a:t>
            </a:r>
            <a:r>
              <a:rPr lang="zh-CN" altLang="en-US" sz="2400" dirty="0">
                <a:solidFill>
                  <a:srgbClr val="003366"/>
                </a:solidFill>
                <a:latin typeface="华文中宋" panose="02010600040101010101" pitchFamily="2" charset="-122"/>
                <a:ea typeface="华文中宋" panose="02010600040101010101" pitchFamily="2" charset="-122"/>
              </a:rPr>
              <a:t>相乘</a:t>
            </a:r>
          </a:p>
          <a:p>
            <a:pPr eaLnBrk="1" hangingPunct="1">
              <a:spcBef>
                <a:spcPct val="20000"/>
              </a:spcBef>
            </a:pPr>
            <a:r>
              <a:rPr lang="zh-CN" altLang="en-US" sz="2400" dirty="0">
                <a:solidFill>
                  <a:srgbClr val="003366"/>
                </a:solidFill>
                <a:latin typeface="华文中宋" panose="02010600040101010101" pitchFamily="2" charset="-122"/>
                <a:ea typeface="华文中宋" panose="02010600040101010101" pitchFamily="2" charset="-122"/>
              </a:rPr>
              <a:t>	</a:t>
            </a:r>
            <a:r>
              <a:rPr lang="en-US" altLang="zh-CN" sz="2400" b="1" dirty="0">
                <a:solidFill>
                  <a:srgbClr val="003366"/>
                </a:solidFill>
                <a:latin typeface="华文中宋" panose="02010600040101010101" pitchFamily="2" charset="-122"/>
                <a:ea typeface="华文中宋" panose="02010600040101010101" pitchFamily="2" charset="-122"/>
              </a:rPr>
              <a:t>V2←S2+V1</a:t>
            </a:r>
            <a:r>
              <a:rPr lang="en-US" altLang="zh-CN" sz="2400" dirty="0">
                <a:solidFill>
                  <a:srgbClr val="003366"/>
                </a:solidFill>
                <a:latin typeface="华文中宋" panose="02010600040101010101" pitchFamily="2" charset="-122"/>
                <a:ea typeface="华文中宋" panose="02010600040101010101" pitchFamily="2" charset="-122"/>
              </a:rPr>
              <a:t>	</a:t>
            </a:r>
            <a:r>
              <a:rPr lang="zh-CN" altLang="en-US" sz="2400" dirty="0">
                <a:solidFill>
                  <a:srgbClr val="003366"/>
                </a:solidFill>
                <a:latin typeface="华文中宋" panose="02010600040101010101" pitchFamily="2" charset="-122"/>
                <a:ea typeface="华文中宋" panose="02010600040101010101" pitchFamily="2" charset="-122"/>
              </a:rPr>
              <a:t>；向量</a:t>
            </a:r>
            <a:r>
              <a:rPr lang="en-US" altLang="zh-CN" sz="2400" dirty="0">
                <a:solidFill>
                  <a:srgbClr val="003366"/>
                </a:solidFill>
                <a:latin typeface="华文中宋" panose="02010600040101010101" pitchFamily="2" charset="-122"/>
                <a:ea typeface="华文中宋" panose="02010600040101010101" pitchFamily="2" charset="-122"/>
              </a:rPr>
              <a:t>V1</a:t>
            </a:r>
            <a:r>
              <a:rPr lang="zh-CN" altLang="en-US" sz="2400" dirty="0">
                <a:solidFill>
                  <a:srgbClr val="003366"/>
                </a:solidFill>
                <a:latin typeface="华文中宋" panose="02010600040101010101" pitchFamily="2" charset="-122"/>
                <a:ea typeface="华文中宋" panose="02010600040101010101" pitchFamily="2" charset="-122"/>
              </a:rPr>
              <a:t>中的每个元素分别</a:t>
            </a:r>
          </a:p>
          <a:p>
            <a:pPr eaLnBrk="1" hangingPunct="1">
              <a:spcBef>
                <a:spcPct val="20000"/>
              </a:spcBef>
            </a:pPr>
            <a:r>
              <a:rPr lang="zh-CN" altLang="en-US" sz="2400" dirty="0">
                <a:solidFill>
                  <a:srgbClr val="003366"/>
                </a:solidFill>
                <a:latin typeface="华文中宋" panose="02010600040101010101" pitchFamily="2" charset="-122"/>
                <a:ea typeface="华文中宋" panose="02010600040101010101" pitchFamily="2" charset="-122"/>
              </a:rPr>
              <a:t>				；和常数</a:t>
            </a:r>
            <a:r>
              <a:rPr lang="en-US" altLang="zh-CN" sz="2400" dirty="0">
                <a:solidFill>
                  <a:srgbClr val="003366"/>
                </a:solidFill>
                <a:latin typeface="华文中宋" panose="02010600040101010101" pitchFamily="2" charset="-122"/>
                <a:ea typeface="华文中宋" panose="02010600040101010101" pitchFamily="2" charset="-122"/>
              </a:rPr>
              <a:t>S2</a:t>
            </a:r>
            <a:r>
              <a:rPr lang="zh-CN" altLang="en-US" sz="2400" dirty="0">
                <a:solidFill>
                  <a:srgbClr val="003366"/>
                </a:solidFill>
                <a:latin typeface="华文中宋" panose="02010600040101010101" pitchFamily="2" charset="-122"/>
                <a:ea typeface="华文中宋" panose="02010600040101010101" pitchFamily="2" charset="-122"/>
              </a:rPr>
              <a:t>相加</a:t>
            </a:r>
          </a:p>
          <a:p>
            <a:pPr eaLnBrk="1" hangingPunct="1">
              <a:spcBef>
                <a:spcPct val="20000"/>
              </a:spcBef>
            </a:pPr>
            <a:r>
              <a:rPr lang="zh-CN" altLang="en-US" sz="2400" dirty="0">
                <a:solidFill>
                  <a:srgbClr val="003366"/>
                </a:solidFill>
                <a:latin typeface="华文中宋" panose="02010600040101010101" pitchFamily="2" charset="-122"/>
                <a:ea typeface="华文中宋" panose="02010600040101010101" pitchFamily="2" charset="-122"/>
              </a:rPr>
              <a:t>	</a:t>
            </a:r>
            <a:r>
              <a:rPr lang="en-US" altLang="zh-CN" sz="2400" b="1" dirty="0">
                <a:solidFill>
                  <a:srgbClr val="003366"/>
                </a:solidFill>
                <a:latin typeface="华文中宋" panose="02010600040101010101" pitchFamily="2" charset="-122"/>
                <a:ea typeface="华文中宋" panose="02010600040101010101" pitchFamily="2" charset="-122"/>
              </a:rPr>
              <a:t>A←V2</a:t>
            </a:r>
            <a:r>
              <a:rPr lang="en-US" altLang="zh-CN" sz="2400" dirty="0">
                <a:solidFill>
                  <a:srgbClr val="003366"/>
                </a:solidFill>
                <a:latin typeface="华文中宋" panose="02010600040101010101" pitchFamily="2" charset="-122"/>
                <a:ea typeface="华文中宋" panose="02010600040101010101" pitchFamily="2" charset="-122"/>
              </a:rPr>
              <a:t>		</a:t>
            </a:r>
            <a:r>
              <a:rPr lang="zh-CN" altLang="en-US" sz="2400" dirty="0">
                <a:solidFill>
                  <a:srgbClr val="003366"/>
                </a:solidFill>
                <a:latin typeface="华文中宋" panose="02010600040101010101" pitchFamily="2" charset="-122"/>
                <a:ea typeface="华文中宋" panose="02010600040101010101" pitchFamily="2" charset="-122"/>
              </a:rPr>
              <a:t>；将计算结果从向量寄存器</a:t>
            </a:r>
          </a:p>
          <a:p>
            <a:pPr eaLnBrk="1" hangingPunct="1">
              <a:spcBef>
                <a:spcPct val="20000"/>
              </a:spcBef>
            </a:pPr>
            <a:r>
              <a:rPr lang="zh-CN" altLang="en-US" sz="2400" dirty="0">
                <a:solidFill>
                  <a:srgbClr val="003366"/>
                </a:solidFill>
                <a:latin typeface="华文中宋" panose="02010600040101010101" pitchFamily="2" charset="-122"/>
                <a:ea typeface="华文中宋" panose="02010600040101010101" pitchFamily="2" charset="-122"/>
              </a:rPr>
              <a:t>			</a:t>
            </a:r>
            <a:r>
              <a:rPr lang="zh-CN" altLang="en-US" sz="2400">
                <a:solidFill>
                  <a:srgbClr val="003366"/>
                </a:solidFill>
                <a:latin typeface="华文中宋" panose="02010600040101010101" pitchFamily="2" charset="-122"/>
                <a:ea typeface="华文中宋" panose="02010600040101010101" pitchFamily="2" charset="-122"/>
              </a:rPr>
              <a:t>	；</a:t>
            </a:r>
            <a:r>
              <a:rPr lang="en-US" altLang="zh-CN" sz="2400" dirty="0">
                <a:solidFill>
                  <a:srgbClr val="003366"/>
                </a:solidFill>
                <a:latin typeface="华文中宋" panose="02010600040101010101" pitchFamily="2" charset="-122"/>
                <a:ea typeface="华文中宋" panose="02010600040101010101" pitchFamily="2" charset="-122"/>
              </a:rPr>
              <a:t>V2</a:t>
            </a:r>
            <a:r>
              <a:rPr lang="zh-CN" altLang="en-US" sz="2400" dirty="0">
                <a:solidFill>
                  <a:srgbClr val="003366"/>
                </a:solidFill>
                <a:latin typeface="华文中宋" panose="02010600040101010101" pitchFamily="2" charset="-122"/>
                <a:ea typeface="华文中宋" panose="02010600040101010101" pitchFamily="2" charset="-122"/>
              </a:rPr>
              <a:t>存入存储器的向量</a:t>
            </a:r>
            <a:r>
              <a:rPr lang="en-US" altLang="zh-CN" sz="2400" dirty="0">
                <a:solidFill>
                  <a:srgbClr val="003366"/>
                </a:solidFill>
                <a:latin typeface="华文中宋" panose="02010600040101010101" pitchFamily="2" charset="-122"/>
                <a:ea typeface="华文中宋" panose="02010600040101010101" pitchFamily="2" charset="-122"/>
              </a:rPr>
              <a:t>A</a:t>
            </a:r>
          </a:p>
        </p:txBody>
      </p:sp>
      <p:sp>
        <p:nvSpPr>
          <p:cNvPr id="25603" name="AutoShape 3">
            <a:hlinkClick r:id="rId2" action="ppaction://hlinksldjump" highlightClick="1"/>
            <a:extLst>
              <a:ext uri="{FF2B5EF4-FFF2-40B4-BE49-F238E27FC236}">
                <a16:creationId xmlns:a16="http://schemas.microsoft.com/office/drawing/2014/main" id="{3237B427-79C9-47E2-BB44-729A06AFDA0D}"/>
              </a:ext>
            </a:extLst>
          </p:cNvPr>
          <p:cNvSpPr>
            <a:spLocks noChangeArrowheads="1"/>
          </p:cNvSpPr>
          <p:nvPr/>
        </p:nvSpPr>
        <p:spPr bwMode="auto">
          <a:xfrm>
            <a:off x="8388350" y="6308725"/>
            <a:ext cx="533400" cy="304800"/>
          </a:xfrm>
          <a:prstGeom prst="actionButtonReturn">
            <a:avLst/>
          </a:prstGeom>
          <a:solidFill>
            <a:srgbClr val="F4CCF3"/>
          </a:solidFill>
          <a:ln w="9525">
            <a:solidFill>
              <a:srgbClr val="FFFF00"/>
            </a:solidFill>
            <a:miter lim="800000"/>
            <a:headEnd/>
            <a:tailEnd/>
          </a:ln>
        </p:spPr>
        <p:txBody>
          <a:bodyPr wrap="none" anchor="ct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sp>
        <p:nvSpPr>
          <p:cNvPr id="2" name="日期占位符 1">
            <a:extLst>
              <a:ext uri="{FF2B5EF4-FFF2-40B4-BE49-F238E27FC236}">
                <a16:creationId xmlns:a16="http://schemas.microsoft.com/office/drawing/2014/main" id="{408E5882-96C5-E0DC-A731-E9B715E81EA1}"/>
              </a:ext>
            </a:extLst>
          </p:cNvPr>
          <p:cNvSpPr>
            <a:spLocks noGrp="1"/>
          </p:cNvSpPr>
          <p:nvPr>
            <p:ph type="dt" sz="half" idx="10"/>
          </p:nvPr>
        </p:nvSpPr>
        <p:spPr/>
        <p:txBody>
          <a:bodyPr/>
          <a:lstStyle/>
          <a:p>
            <a:pPr>
              <a:defRPr/>
            </a:pPr>
            <a:fld id="{64FD1E9A-0586-4B97-B7CE-C502581D12A1}" type="datetime1">
              <a:rPr lang="zh-CN" altLang="en-US" smtClean="0"/>
              <a:t>2025/10/16</a:t>
            </a:fld>
            <a:endParaRPr lang="en-US" altLang="zh-CN"/>
          </a:p>
        </p:txBody>
      </p:sp>
      <p:sp>
        <p:nvSpPr>
          <p:cNvPr id="3" name="页脚占位符 2">
            <a:extLst>
              <a:ext uri="{FF2B5EF4-FFF2-40B4-BE49-F238E27FC236}">
                <a16:creationId xmlns:a16="http://schemas.microsoft.com/office/drawing/2014/main" id="{CC59E541-8A99-339C-8069-250C3BD271BD}"/>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66E401B8-08EC-C41B-9C5E-1C0331DAE173}"/>
              </a:ext>
            </a:extLst>
          </p:cNvPr>
          <p:cNvSpPr>
            <a:spLocks noGrp="1"/>
          </p:cNvSpPr>
          <p:nvPr>
            <p:ph type="sldNum" sz="quarter" idx="12"/>
          </p:nvPr>
        </p:nvSpPr>
        <p:spPr/>
        <p:txBody>
          <a:bodyPr/>
          <a:lstStyle/>
          <a:p>
            <a:pPr>
              <a:defRPr/>
            </a:pPr>
            <a:fld id="{8BCAC33D-D29A-48B3-BCD6-381D3D720D26}" type="slidenum">
              <a:rPr lang="zh-CN" altLang="en-US" smtClean="0"/>
              <a:t>61</a:t>
            </a:fld>
            <a:endParaRPr lang="en-US" altLang="zh-CN"/>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ext Box 2">
            <a:extLst>
              <a:ext uri="{FF2B5EF4-FFF2-40B4-BE49-F238E27FC236}">
                <a16:creationId xmlns:a16="http://schemas.microsoft.com/office/drawing/2014/main" id="{1295A62F-13BC-4A35-9130-4F0C6C5F7A8A}"/>
              </a:ext>
            </a:extLst>
          </p:cNvPr>
          <p:cNvSpPr txBox="1">
            <a:spLocks noChangeArrowheads="1"/>
          </p:cNvSpPr>
          <p:nvPr/>
        </p:nvSpPr>
        <p:spPr bwMode="auto">
          <a:xfrm>
            <a:off x="900113" y="1773238"/>
            <a:ext cx="3384550" cy="3595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spcBef>
                <a:spcPct val="20000"/>
              </a:spcBef>
            </a:pPr>
            <a:r>
              <a:rPr lang="en-US" altLang="zh-CN" sz="2800" b="1">
                <a:latin typeface="Times New Roman" panose="02020603050405020304" pitchFamily="18" charset="0"/>
                <a:ea typeface="楷体_GB2312" pitchFamily="49" charset="-122"/>
              </a:rPr>
              <a:t>	S1←5.0</a:t>
            </a:r>
            <a:r>
              <a:rPr lang="zh-CN" altLang="en-US" sz="2800" b="1">
                <a:latin typeface="Times New Roman" panose="02020603050405020304" pitchFamily="18" charset="0"/>
                <a:ea typeface="楷体_GB2312" pitchFamily="49" charset="-122"/>
              </a:rPr>
              <a:t>；</a:t>
            </a:r>
          </a:p>
          <a:p>
            <a:pPr eaLnBrk="1" hangingPunct="1">
              <a:spcBef>
                <a:spcPct val="20000"/>
              </a:spcBef>
            </a:pPr>
            <a:r>
              <a:rPr lang="zh-CN" altLang="en-US" sz="2800" b="1">
                <a:latin typeface="Times New Roman" panose="02020603050405020304" pitchFamily="18" charset="0"/>
                <a:ea typeface="楷体_GB2312" pitchFamily="49" charset="-122"/>
              </a:rPr>
              <a:t>	</a:t>
            </a:r>
            <a:r>
              <a:rPr lang="en-US" altLang="zh-CN" sz="2800" b="1">
                <a:latin typeface="Times New Roman" panose="02020603050405020304" pitchFamily="18" charset="0"/>
                <a:ea typeface="楷体_GB2312" pitchFamily="49" charset="-122"/>
              </a:rPr>
              <a:t>S2←1.0</a:t>
            </a:r>
            <a:r>
              <a:rPr lang="zh-CN" altLang="en-US" sz="2800" b="1">
                <a:latin typeface="Times New Roman" panose="02020603050405020304" pitchFamily="18" charset="0"/>
                <a:ea typeface="楷体_GB2312" pitchFamily="49" charset="-122"/>
              </a:rPr>
              <a:t>；</a:t>
            </a:r>
          </a:p>
          <a:p>
            <a:pPr eaLnBrk="1" hangingPunct="1">
              <a:spcBef>
                <a:spcPct val="20000"/>
              </a:spcBef>
            </a:pPr>
            <a:r>
              <a:rPr lang="zh-CN" altLang="en-US" sz="2800" b="1">
                <a:latin typeface="Times New Roman" panose="02020603050405020304" pitchFamily="18" charset="0"/>
                <a:ea typeface="楷体_GB2312" pitchFamily="49" charset="-122"/>
              </a:rPr>
              <a:t>	</a:t>
            </a:r>
            <a:r>
              <a:rPr lang="en-US" altLang="zh-CN" sz="2800" b="1">
                <a:latin typeface="Times New Roman" panose="02020603050405020304" pitchFamily="18" charset="0"/>
                <a:ea typeface="楷体_GB2312" pitchFamily="49" charset="-122"/>
              </a:rPr>
              <a:t>VL←L</a:t>
            </a:r>
            <a:r>
              <a:rPr lang="zh-CN" altLang="en-US" sz="2800" b="1">
                <a:latin typeface="Times New Roman" panose="02020603050405020304" pitchFamily="18" charset="0"/>
                <a:ea typeface="楷体_GB2312" pitchFamily="49" charset="-122"/>
              </a:rPr>
              <a:t>；</a:t>
            </a:r>
          </a:p>
          <a:p>
            <a:pPr eaLnBrk="1" hangingPunct="1">
              <a:spcBef>
                <a:spcPct val="20000"/>
              </a:spcBef>
            </a:pPr>
            <a:r>
              <a:rPr lang="zh-CN" altLang="en-US" sz="2800" b="1">
                <a:latin typeface="Times New Roman" panose="02020603050405020304" pitchFamily="18" charset="0"/>
                <a:ea typeface="楷体_GB2312" pitchFamily="49" charset="-122"/>
              </a:rPr>
              <a:t>	</a:t>
            </a:r>
            <a:r>
              <a:rPr lang="en-US" altLang="zh-CN" sz="2800" b="1">
                <a:latin typeface="Times New Roman" panose="02020603050405020304" pitchFamily="18" charset="0"/>
                <a:ea typeface="楷体_GB2312" pitchFamily="49" charset="-122"/>
              </a:rPr>
              <a:t>V0←B</a:t>
            </a:r>
            <a:r>
              <a:rPr lang="zh-CN" altLang="en-US" sz="2800" b="1">
                <a:latin typeface="Times New Roman" panose="02020603050405020304" pitchFamily="18" charset="0"/>
                <a:ea typeface="楷体_GB2312" pitchFamily="49" charset="-122"/>
              </a:rPr>
              <a:t>；</a:t>
            </a:r>
          </a:p>
          <a:p>
            <a:pPr eaLnBrk="1" hangingPunct="1">
              <a:spcBef>
                <a:spcPct val="20000"/>
              </a:spcBef>
            </a:pPr>
            <a:r>
              <a:rPr lang="zh-CN" altLang="en-US" sz="2800" b="1">
                <a:latin typeface="Times New Roman" panose="02020603050405020304" pitchFamily="18" charset="0"/>
                <a:ea typeface="楷体_GB2312" pitchFamily="49" charset="-122"/>
              </a:rPr>
              <a:t>	</a:t>
            </a:r>
            <a:r>
              <a:rPr lang="en-US" altLang="zh-CN" sz="2800" b="1">
                <a:latin typeface="Times New Roman" panose="02020603050405020304" pitchFamily="18" charset="0"/>
                <a:ea typeface="楷体_GB2312" pitchFamily="49" charset="-122"/>
              </a:rPr>
              <a:t>V1←S1*V0</a:t>
            </a:r>
            <a:r>
              <a:rPr lang="zh-CN" altLang="en-US" sz="2800" b="1">
                <a:latin typeface="Times New Roman" panose="02020603050405020304" pitchFamily="18" charset="0"/>
                <a:ea typeface="楷体_GB2312" pitchFamily="49" charset="-122"/>
              </a:rPr>
              <a:t>；</a:t>
            </a:r>
          </a:p>
          <a:p>
            <a:pPr eaLnBrk="1" hangingPunct="1">
              <a:spcBef>
                <a:spcPct val="20000"/>
              </a:spcBef>
            </a:pPr>
            <a:r>
              <a:rPr lang="zh-CN" altLang="en-US" sz="2800" b="1">
                <a:latin typeface="Times New Roman" panose="02020603050405020304" pitchFamily="18" charset="0"/>
                <a:ea typeface="楷体_GB2312" pitchFamily="49" charset="-122"/>
              </a:rPr>
              <a:t>	</a:t>
            </a:r>
            <a:r>
              <a:rPr lang="en-US" altLang="zh-CN" sz="2800" b="1">
                <a:latin typeface="Times New Roman" panose="02020603050405020304" pitchFamily="18" charset="0"/>
                <a:ea typeface="楷体_GB2312" pitchFamily="49" charset="-122"/>
              </a:rPr>
              <a:t>V2←S2+V1</a:t>
            </a:r>
            <a:r>
              <a:rPr lang="zh-CN" altLang="en-US" sz="2800" b="1">
                <a:latin typeface="Times New Roman" panose="02020603050405020304" pitchFamily="18" charset="0"/>
                <a:ea typeface="楷体_GB2312" pitchFamily="49" charset="-122"/>
              </a:rPr>
              <a:t>；</a:t>
            </a:r>
          </a:p>
          <a:p>
            <a:pPr eaLnBrk="1" hangingPunct="1">
              <a:spcBef>
                <a:spcPct val="20000"/>
              </a:spcBef>
            </a:pPr>
            <a:r>
              <a:rPr lang="zh-CN" altLang="en-US" sz="2800" b="1">
                <a:latin typeface="Times New Roman" panose="02020603050405020304" pitchFamily="18" charset="0"/>
                <a:ea typeface="楷体_GB2312" pitchFamily="49" charset="-122"/>
              </a:rPr>
              <a:t>	</a:t>
            </a:r>
            <a:r>
              <a:rPr lang="en-US" altLang="zh-CN" sz="2800" b="1">
                <a:latin typeface="Times New Roman" panose="02020603050405020304" pitchFamily="18" charset="0"/>
                <a:ea typeface="楷体_GB2312" pitchFamily="49" charset="-122"/>
              </a:rPr>
              <a:t>A←V2</a:t>
            </a:r>
            <a:r>
              <a:rPr lang="zh-CN" altLang="en-US" sz="2800" b="1">
                <a:latin typeface="Times New Roman" panose="02020603050405020304" pitchFamily="18" charset="0"/>
                <a:ea typeface="楷体_GB2312" pitchFamily="49" charset="-122"/>
              </a:rPr>
              <a:t>；</a:t>
            </a:r>
          </a:p>
        </p:txBody>
      </p:sp>
      <p:sp>
        <p:nvSpPr>
          <p:cNvPr id="26627" name="AutoShape 3">
            <a:hlinkClick r:id="rId2" action="ppaction://hlinksldjump" highlightClick="1"/>
            <a:extLst>
              <a:ext uri="{FF2B5EF4-FFF2-40B4-BE49-F238E27FC236}">
                <a16:creationId xmlns:a16="http://schemas.microsoft.com/office/drawing/2014/main" id="{25E7ECDF-2090-4EF5-AA33-7C70A0F3FA76}"/>
              </a:ext>
            </a:extLst>
          </p:cNvPr>
          <p:cNvSpPr>
            <a:spLocks noChangeArrowheads="1"/>
          </p:cNvSpPr>
          <p:nvPr/>
        </p:nvSpPr>
        <p:spPr bwMode="auto">
          <a:xfrm>
            <a:off x="8101013" y="6165850"/>
            <a:ext cx="533400" cy="304800"/>
          </a:xfrm>
          <a:prstGeom prst="actionButtonReturn">
            <a:avLst/>
          </a:prstGeom>
          <a:solidFill>
            <a:srgbClr val="F4CCF3"/>
          </a:solidFill>
          <a:ln w="9525">
            <a:solidFill>
              <a:srgbClr val="FFFF00"/>
            </a:solidFill>
            <a:miter lim="800000"/>
            <a:headEnd/>
            <a:tailEnd/>
          </a:ln>
        </p:spPr>
        <p:txBody>
          <a:bodyPr wrap="none" anchor="ct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sp>
        <p:nvSpPr>
          <p:cNvPr id="26628" name="Text Box 4">
            <a:extLst>
              <a:ext uri="{FF2B5EF4-FFF2-40B4-BE49-F238E27FC236}">
                <a16:creationId xmlns:a16="http://schemas.microsoft.com/office/drawing/2014/main" id="{CE2986EA-8AB7-4EE6-BCA2-CC8EB49E9E6A}"/>
              </a:ext>
            </a:extLst>
          </p:cNvPr>
          <p:cNvSpPr txBox="1">
            <a:spLocks noChangeArrowheads="1"/>
          </p:cNvSpPr>
          <p:nvPr/>
        </p:nvSpPr>
        <p:spPr bwMode="auto">
          <a:xfrm>
            <a:off x="4356100" y="1773238"/>
            <a:ext cx="3960813" cy="3595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spcBef>
                <a:spcPct val="20000"/>
              </a:spcBef>
            </a:pPr>
            <a:r>
              <a:rPr lang="en-US" altLang="zh-CN" sz="2800" b="1">
                <a:latin typeface="Times New Roman" panose="02020603050405020304" pitchFamily="18" charset="0"/>
                <a:ea typeface="楷体_GB2312" pitchFamily="49" charset="-122"/>
              </a:rPr>
              <a:t>	VL←64</a:t>
            </a:r>
            <a:r>
              <a:rPr lang="zh-CN" altLang="en-US" sz="2800" b="1">
                <a:latin typeface="Times New Roman" panose="02020603050405020304" pitchFamily="18" charset="0"/>
                <a:ea typeface="楷体_GB2312" pitchFamily="49" charset="-122"/>
              </a:rPr>
              <a:t>；</a:t>
            </a:r>
          </a:p>
          <a:p>
            <a:pPr eaLnBrk="1" hangingPunct="1">
              <a:spcBef>
                <a:spcPct val="20000"/>
              </a:spcBef>
            </a:pPr>
            <a:r>
              <a:rPr lang="zh-CN" altLang="en-US" sz="2800" b="1">
                <a:latin typeface="Times New Roman" panose="02020603050405020304" pitchFamily="18" charset="0"/>
                <a:ea typeface="楷体_GB2312" pitchFamily="49" charset="-122"/>
              </a:rPr>
              <a:t>	</a:t>
            </a:r>
            <a:r>
              <a:rPr lang="en-US" altLang="zh-CN" sz="2800" b="1">
                <a:latin typeface="Times New Roman" panose="02020603050405020304" pitchFamily="18" charset="0"/>
                <a:ea typeface="楷体_GB2312" pitchFamily="49" charset="-122"/>
              </a:rPr>
              <a:t>for (I=0 to K-1)  {</a:t>
            </a:r>
          </a:p>
          <a:p>
            <a:pPr eaLnBrk="1" hangingPunct="1">
              <a:spcBef>
                <a:spcPct val="20000"/>
              </a:spcBef>
            </a:pPr>
            <a:r>
              <a:rPr lang="en-US" altLang="zh-CN" sz="2800" b="1">
                <a:latin typeface="Times New Roman" panose="02020603050405020304" pitchFamily="18" charset="0"/>
                <a:ea typeface="楷体_GB2312" pitchFamily="49" charset="-122"/>
              </a:rPr>
              <a:t>		V0←B</a:t>
            </a:r>
            <a:r>
              <a:rPr lang="zh-CN" altLang="en-US" sz="2800" b="1">
                <a:latin typeface="Times New Roman" panose="02020603050405020304" pitchFamily="18" charset="0"/>
                <a:ea typeface="楷体_GB2312" pitchFamily="49" charset="-122"/>
              </a:rPr>
              <a:t>；</a:t>
            </a:r>
          </a:p>
          <a:p>
            <a:pPr eaLnBrk="1" hangingPunct="1">
              <a:spcBef>
                <a:spcPct val="20000"/>
              </a:spcBef>
            </a:pPr>
            <a:r>
              <a:rPr lang="zh-CN" altLang="en-US" sz="2800" b="1">
                <a:latin typeface="Times New Roman" panose="02020603050405020304" pitchFamily="18" charset="0"/>
                <a:ea typeface="楷体_GB2312" pitchFamily="49" charset="-122"/>
              </a:rPr>
              <a:t>		</a:t>
            </a:r>
            <a:r>
              <a:rPr lang="en-US" altLang="zh-CN" sz="2800" b="1">
                <a:latin typeface="Times New Roman" panose="02020603050405020304" pitchFamily="18" charset="0"/>
                <a:ea typeface="楷体_GB2312" pitchFamily="49" charset="-122"/>
              </a:rPr>
              <a:t>V1←S1*V0</a:t>
            </a:r>
            <a:r>
              <a:rPr lang="zh-CN" altLang="en-US" sz="2800" b="1">
                <a:latin typeface="Times New Roman" panose="02020603050405020304" pitchFamily="18" charset="0"/>
                <a:ea typeface="楷体_GB2312" pitchFamily="49" charset="-122"/>
              </a:rPr>
              <a:t>；</a:t>
            </a:r>
          </a:p>
          <a:p>
            <a:pPr eaLnBrk="1" hangingPunct="1">
              <a:spcBef>
                <a:spcPct val="20000"/>
              </a:spcBef>
            </a:pPr>
            <a:r>
              <a:rPr lang="zh-CN" altLang="en-US" sz="2800" b="1">
                <a:latin typeface="Times New Roman" panose="02020603050405020304" pitchFamily="18" charset="0"/>
                <a:ea typeface="楷体_GB2312" pitchFamily="49" charset="-122"/>
              </a:rPr>
              <a:t>		</a:t>
            </a:r>
            <a:r>
              <a:rPr lang="en-US" altLang="zh-CN" sz="2800" b="1">
                <a:latin typeface="Times New Roman" panose="02020603050405020304" pitchFamily="18" charset="0"/>
                <a:ea typeface="楷体_GB2312" pitchFamily="49" charset="-122"/>
              </a:rPr>
              <a:t>V2←S2+V1</a:t>
            </a:r>
            <a:r>
              <a:rPr lang="zh-CN" altLang="en-US" sz="2800" b="1">
                <a:latin typeface="Times New Roman" panose="02020603050405020304" pitchFamily="18" charset="0"/>
                <a:ea typeface="楷体_GB2312" pitchFamily="49" charset="-122"/>
              </a:rPr>
              <a:t>；</a:t>
            </a:r>
          </a:p>
          <a:p>
            <a:pPr eaLnBrk="1" hangingPunct="1">
              <a:spcBef>
                <a:spcPct val="20000"/>
              </a:spcBef>
            </a:pPr>
            <a:r>
              <a:rPr lang="zh-CN" altLang="en-US" sz="2800" b="1">
                <a:latin typeface="Times New Roman" panose="02020603050405020304" pitchFamily="18" charset="0"/>
                <a:ea typeface="楷体_GB2312" pitchFamily="49" charset="-122"/>
              </a:rPr>
              <a:t>		</a:t>
            </a:r>
            <a:r>
              <a:rPr lang="en-US" altLang="zh-CN" sz="2800" b="1">
                <a:latin typeface="Times New Roman" panose="02020603050405020304" pitchFamily="18" charset="0"/>
                <a:ea typeface="楷体_GB2312" pitchFamily="49" charset="-122"/>
              </a:rPr>
              <a:t>A←V2</a:t>
            </a:r>
            <a:r>
              <a:rPr lang="zh-CN" altLang="en-US" sz="2800" b="1">
                <a:latin typeface="Times New Roman" panose="02020603050405020304" pitchFamily="18" charset="0"/>
                <a:ea typeface="楷体_GB2312" pitchFamily="49" charset="-122"/>
              </a:rPr>
              <a:t>；</a:t>
            </a:r>
          </a:p>
          <a:p>
            <a:pPr eaLnBrk="1" hangingPunct="1">
              <a:spcBef>
                <a:spcPct val="20000"/>
              </a:spcBef>
            </a:pPr>
            <a:r>
              <a:rPr lang="zh-CN" altLang="en-US" sz="2800" b="1">
                <a:latin typeface="Times New Roman" panose="02020603050405020304" pitchFamily="18" charset="0"/>
                <a:ea typeface="楷体_GB2312" pitchFamily="49" charset="-122"/>
              </a:rPr>
              <a:t>	</a:t>
            </a:r>
            <a:r>
              <a:rPr lang="en-US" altLang="zh-CN" sz="2800" b="1">
                <a:latin typeface="Times New Roman" panose="02020603050405020304" pitchFamily="18" charset="0"/>
                <a:ea typeface="楷体_GB2312" pitchFamily="49" charset="-122"/>
              </a:rPr>
              <a:t>}</a:t>
            </a:r>
          </a:p>
        </p:txBody>
      </p:sp>
      <p:sp>
        <p:nvSpPr>
          <p:cNvPr id="26629" name="Text Box 5">
            <a:extLst>
              <a:ext uri="{FF2B5EF4-FFF2-40B4-BE49-F238E27FC236}">
                <a16:creationId xmlns:a16="http://schemas.microsoft.com/office/drawing/2014/main" id="{01963808-2AF0-4675-BBA2-79D868102EAB}"/>
              </a:ext>
            </a:extLst>
          </p:cNvPr>
          <p:cNvSpPr txBox="1">
            <a:spLocks noChangeArrowheads="1"/>
          </p:cNvSpPr>
          <p:nvPr/>
        </p:nvSpPr>
        <p:spPr bwMode="auto">
          <a:xfrm>
            <a:off x="2903538" y="749300"/>
            <a:ext cx="33242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800" b="1">
                <a:latin typeface="Times New Roman" panose="02020603050405020304" pitchFamily="18" charset="0"/>
                <a:ea typeface="华文中宋" panose="02010600040101010101" pitchFamily="2" charset="-122"/>
              </a:rPr>
              <a:t>假    设    </a:t>
            </a:r>
            <a:r>
              <a:rPr lang="en-US" altLang="zh-CN" sz="2800" b="1">
                <a:latin typeface="Times New Roman" panose="02020603050405020304" pitchFamily="18" charset="0"/>
                <a:ea typeface="华文中宋" panose="02010600040101010101" pitchFamily="2" charset="-122"/>
              </a:rPr>
              <a:t>N=K*64+L</a:t>
            </a:r>
          </a:p>
        </p:txBody>
      </p:sp>
      <p:sp>
        <p:nvSpPr>
          <p:cNvPr id="2" name="日期占位符 1">
            <a:extLst>
              <a:ext uri="{FF2B5EF4-FFF2-40B4-BE49-F238E27FC236}">
                <a16:creationId xmlns:a16="http://schemas.microsoft.com/office/drawing/2014/main" id="{E0E587D5-9ABB-7ECB-3EE1-774298AB36DB}"/>
              </a:ext>
            </a:extLst>
          </p:cNvPr>
          <p:cNvSpPr>
            <a:spLocks noGrp="1"/>
          </p:cNvSpPr>
          <p:nvPr>
            <p:ph type="dt" sz="half" idx="10"/>
          </p:nvPr>
        </p:nvSpPr>
        <p:spPr/>
        <p:txBody>
          <a:bodyPr/>
          <a:lstStyle/>
          <a:p>
            <a:pPr>
              <a:defRPr/>
            </a:pPr>
            <a:fld id="{26DC5506-F6B1-4F7C-BE3C-0A56971BF631}" type="datetime1">
              <a:rPr lang="zh-CN" altLang="en-US" smtClean="0"/>
              <a:t>2025/10/16</a:t>
            </a:fld>
            <a:endParaRPr lang="en-US" altLang="zh-CN"/>
          </a:p>
        </p:txBody>
      </p:sp>
      <p:sp>
        <p:nvSpPr>
          <p:cNvPr id="3" name="页脚占位符 2">
            <a:extLst>
              <a:ext uri="{FF2B5EF4-FFF2-40B4-BE49-F238E27FC236}">
                <a16:creationId xmlns:a16="http://schemas.microsoft.com/office/drawing/2014/main" id="{7B4C9CD1-48D0-EC4C-5845-3583EF05B55C}"/>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E41E2537-DC5A-0054-8B72-056C4B21E766}"/>
              </a:ext>
            </a:extLst>
          </p:cNvPr>
          <p:cNvSpPr>
            <a:spLocks noGrp="1"/>
          </p:cNvSpPr>
          <p:nvPr>
            <p:ph type="sldNum" sz="quarter" idx="12"/>
          </p:nvPr>
        </p:nvSpPr>
        <p:spPr/>
        <p:txBody>
          <a:bodyPr/>
          <a:lstStyle/>
          <a:p>
            <a:pPr>
              <a:defRPr/>
            </a:pPr>
            <a:fld id="{8BCAC33D-D29A-48B3-BCD6-381D3D720D26}" type="slidenum">
              <a:rPr lang="zh-CN" altLang="en-US" smtClean="0"/>
              <a:t>62</a:t>
            </a:fld>
            <a:endParaRPr lang="en-US" altLang="zh-CN"/>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3">
            <a:hlinkClick r:id="" action="ppaction://noaction"/>
          </p:cNvPr>
          <p:cNvSpPr>
            <a:spLocks noChangeArrowheads="1"/>
          </p:cNvSpPr>
          <p:nvPr/>
        </p:nvSpPr>
        <p:spPr bwMode="auto">
          <a:xfrm>
            <a:off x="0" y="0"/>
            <a:ext cx="9144000" cy="68580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pic>
        <p:nvPicPr>
          <p:cNvPr id="44035" name="Picture 2" descr="arch91">
            <a:hlinkClick r:id="rId3" action="ppaction://hlinksldjump"/>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4400" y="457200"/>
            <a:ext cx="7315200" cy="5775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日期占位符 1">
            <a:extLst>
              <a:ext uri="{FF2B5EF4-FFF2-40B4-BE49-F238E27FC236}">
                <a16:creationId xmlns:a16="http://schemas.microsoft.com/office/drawing/2014/main" id="{B90EA6A1-5328-C750-F3AD-419CC07F902A}"/>
              </a:ext>
            </a:extLst>
          </p:cNvPr>
          <p:cNvSpPr>
            <a:spLocks noGrp="1"/>
          </p:cNvSpPr>
          <p:nvPr>
            <p:ph type="dt" sz="half" idx="10"/>
          </p:nvPr>
        </p:nvSpPr>
        <p:spPr/>
        <p:txBody>
          <a:bodyPr/>
          <a:lstStyle/>
          <a:p>
            <a:pPr>
              <a:defRPr/>
            </a:pPr>
            <a:fld id="{C7E769FF-0F65-41BF-8887-186DE8B0CC32}" type="datetime1">
              <a:rPr lang="zh-CN" altLang="en-US" smtClean="0"/>
              <a:t>2025/10/16</a:t>
            </a:fld>
            <a:endParaRPr lang="en-US" altLang="zh-CN"/>
          </a:p>
        </p:txBody>
      </p:sp>
      <p:sp>
        <p:nvSpPr>
          <p:cNvPr id="3" name="页脚占位符 2">
            <a:extLst>
              <a:ext uri="{FF2B5EF4-FFF2-40B4-BE49-F238E27FC236}">
                <a16:creationId xmlns:a16="http://schemas.microsoft.com/office/drawing/2014/main" id="{D374A307-E8B6-7AA3-00FC-DFF5D5D67AA9}"/>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8BCAB7C3-8F50-C25E-7500-B1313F35593B}"/>
              </a:ext>
            </a:extLst>
          </p:cNvPr>
          <p:cNvSpPr>
            <a:spLocks noGrp="1"/>
          </p:cNvSpPr>
          <p:nvPr>
            <p:ph type="sldNum" sz="quarter" idx="12"/>
          </p:nvPr>
        </p:nvSpPr>
        <p:spPr/>
        <p:txBody>
          <a:bodyPr/>
          <a:lstStyle/>
          <a:p>
            <a:pPr>
              <a:defRPr/>
            </a:pPr>
            <a:fld id="{65B7EA61-351E-4105-9AD9-76D38C6E9934}" type="slidenum">
              <a:rPr lang="zh-CN" altLang="en-US" smtClean="0"/>
              <a:t>63</a:t>
            </a:fld>
            <a:endParaRPr lang="en-US" altLang="zh-CN"/>
          </a:p>
        </p:txBody>
      </p:sp>
    </p:spTree>
    <p:extLst>
      <p:ext uri="{BB962C8B-B14F-4D97-AF65-F5344CB8AC3E}">
        <p14:creationId xmlns:p14="http://schemas.microsoft.com/office/powerpoint/2010/main" val="3785522388"/>
      </p:ext>
    </p:extLst>
  </p:cSld>
  <p:clrMapOvr>
    <a:masterClrMapping/>
  </p:clrMapOvr>
  <p:transition spd="slow" advClick="0"/>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3">
            <a:hlinkClick r:id="" action="ppaction://noaction"/>
          </p:cNvPr>
          <p:cNvSpPr>
            <a:spLocks noChangeArrowheads="1"/>
          </p:cNvSpPr>
          <p:nvPr/>
        </p:nvSpPr>
        <p:spPr bwMode="auto">
          <a:xfrm>
            <a:off x="0" y="0"/>
            <a:ext cx="9144000" cy="68580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pic>
        <p:nvPicPr>
          <p:cNvPr id="45059" name="Picture 2" descr="arch92">
            <a:hlinkClick r:id="rId3" action="ppaction://hlinksldjump"/>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8200" y="1355725"/>
            <a:ext cx="7467600" cy="414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日期占位符 1">
            <a:extLst>
              <a:ext uri="{FF2B5EF4-FFF2-40B4-BE49-F238E27FC236}">
                <a16:creationId xmlns:a16="http://schemas.microsoft.com/office/drawing/2014/main" id="{51695F71-BE81-DD55-3A56-E00C01E90B2E}"/>
              </a:ext>
            </a:extLst>
          </p:cNvPr>
          <p:cNvSpPr>
            <a:spLocks noGrp="1"/>
          </p:cNvSpPr>
          <p:nvPr>
            <p:ph type="dt" sz="half" idx="10"/>
          </p:nvPr>
        </p:nvSpPr>
        <p:spPr/>
        <p:txBody>
          <a:bodyPr/>
          <a:lstStyle/>
          <a:p>
            <a:pPr>
              <a:defRPr/>
            </a:pPr>
            <a:fld id="{420F43FF-9E26-4970-8AC1-095A95A9BE42}" type="datetime1">
              <a:rPr lang="zh-CN" altLang="en-US" smtClean="0"/>
              <a:t>2025/10/16</a:t>
            </a:fld>
            <a:endParaRPr lang="en-US" altLang="zh-CN"/>
          </a:p>
        </p:txBody>
      </p:sp>
      <p:sp>
        <p:nvSpPr>
          <p:cNvPr id="3" name="页脚占位符 2">
            <a:extLst>
              <a:ext uri="{FF2B5EF4-FFF2-40B4-BE49-F238E27FC236}">
                <a16:creationId xmlns:a16="http://schemas.microsoft.com/office/drawing/2014/main" id="{4A8703AF-E2B4-49FD-A314-FEB3784BF7B3}"/>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9BEE2908-3ACF-6164-84C8-647B12F924B7}"/>
              </a:ext>
            </a:extLst>
          </p:cNvPr>
          <p:cNvSpPr>
            <a:spLocks noGrp="1"/>
          </p:cNvSpPr>
          <p:nvPr>
            <p:ph type="sldNum" sz="quarter" idx="12"/>
          </p:nvPr>
        </p:nvSpPr>
        <p:spPr/>
        <p:txBody>
          <a:bodyPr/>
          <a:lstStyle/>
          <a:p>
            <a:pPr>
              <a:defRPr/>
            </a:pPr>
            <a:fld id="{65B7EA61-351E-4105-9AD9-76D38C6E9934}" type="slidenum">
              <a:rPr lang="zh-CN" altLang="en-US" smtClean="0"/>
              <a:t>64</a:t>
            </a:fld>
            <a:endParaRPr lang="en-US" altLang="zh-CN"/>
          </a:p>
        </p:txBody>
      </p:sp>
    </p:spTree>
    <p:extLst>
      <p:ext uri="{BB962C8B-B14F-4D97-AF65-F5344CB8AC3E}">
        <p14:creationId xmlns:p14="http://schemas.microsoft.com/office/powerpoint/2010/main" val="1880345460"/>
      </p:ext>
    </p:extLst>
  </p:cSld>
  <p:clrMapOvr>
    <a:masterClrMapping/>
  </p:clrMapOvr>
  <p:transition spd="slow" advClick="0"/>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3">
            <a:hlinkClick r:id="" action="ppaction://noaction"/>
          </p:cNvPr>
          <p:cNvSpPr>
            <a:spLocks noChangeArrowheads="1"/>
          </p:cNvSpPr>
          <p:nvPr/>
        </p:nvSpPr>
        <p:spPr bwMode="auto">
          <a:xfrm>
            <a:off x="0" y="0"/>
            <a:ext cx="9144000" cy="68580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pic>
        <p:nvPicPr>
          <p:cNvPr id="46083" name="Picture 2" descr="arch93">
            <a:hlinkClick r:id="rId3" action="ppaction://hlinksldjump"/>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6738" y="333375"/>
            <a:ext cx="8108950" cy="6264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日期占位符 1">
            <a:extLst>
              <a:ext uri="{FF2B5EF4-FFF2-40B4-BE49-F238E27FC236}">
                <a16:creationId xmlns:a16="http://schemas.microsoft.com/office/drawing/2014/main" id="{3F51C669-503F-A8D6-045E-303D7E18BBFA}"/>
              </a:ext>
            </a:extLst>
          </p:cNvPr>
          <p:cNvSpPr>
            <a:spLocks noGrp="1"/>
          </p:cNvSpPr>
          <p:nvPr>
            <p:ph type="dt" sz="half" idx="10"/>
          </p:nvPr>
        </p:nvSpPr>
        <p:spPr/>
        <p:txBody>
          <a:bodyPr/>
          <a:lstStyle/>
          <a:p>
            <a:pPr>
              <a:defRPr/>
            </a:pPr>
            <a:fld id="{8C9EE0B4-4CC1-4657-85DB-37229BF6F600}" type="datetime1">
              <a:rPr lang="zh-CN" altLang="en-US" smtClean="0"/>
              <a:t>2025/10/16</a:t>
            </a:fld>
            <a:endParaRPr lang="en-US" altLang="zh-CN"/>
          </a:p>
        </p:txBody>
      </p:sp>
      <p:sp>
        <p:nvSpPr>
          <p:cNvPr id="3" name="页脚占位符 2">
            <a:extLst>
              <a:ext uri="{FF2B5EF4-FFF2-40B4-BE49-F238E27FC236}">
                <a16:creationId xmlns:a16="http://schemas.microsoft.com/office/drawing/2014/main" id="{79007916-26B3-F263-ABBD-7283B9DA3749}"/>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62ED00CF-4F04-9AE9-F3E1-B41C554E394A}"/>
              </a:ext>
            </a:extLst>
          </p:cNvPr>
          <p:cNvSpPr>
            <a:spLocks noGrp="1"/>
          </p:cNvSpPr>
          <p:nvPr>
            <p:ph type="sldNum" sz="quarter" idx="12"/>
          </p:nvPr>
        </p:nvSpPr>
        <p:spPr/>
        <p:txBody>
          <a:bodyPr/>
          <a:lstStyle/>
          <a:p>
            <a:pPr>
              <a:defRPr/>
            </a:pPr>
            <a:fld id="{65B7EA61-351E-4105-9AD9-76D38C6E9934}" type="slidenum">
              <a:rPr lang="zh-CN" altLang="en-US" smtClean="0"/>
              <a:t>65</a:t>
            </a:fld>
            <a:endParaRPr lang="en-US" altLang="zh-CN"/>
          </a:p>
        </p:txBody>
      </p:sp>
    </p:spTree>
    <p:extLst>
      <p:ext uri="{BB962C8B-B14F-4D97-AF65-F5344CB8AC3E}">
        <p14:creationId xmlns:p14="http://schemas.microsoft.com/office/powerpoint/2010/main" val="1816911735"/>
      </p:ext>
    </p:extLst>
  </p:cSld>
  <p:clrMapOvr>
    <a:masterClrMapping/>
  </p:clrMapOvr>
  <p:transition spd="slow" advClick="0"/>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6786</TotalTime>
  <Words>3632</Words>
  <Application>Microsoft Office PowerPoint</Application>
  <PresentationFormat>全屏显示(4:3)</PresentationFormat>
  <Paragraphs>598</Paragraphs>
  <Slides>65</Slides>
  <Notes>56</Notes>
  <HiddenSlides>0</HiddenSlides>
  <MMClips>0</MMClips>
  <ScaleCrop>false</ScaleCrop>
  <HeadingPairs>
    <vt:vector size="8" baseType="variant">
      <vt:variant>
        <vt:lpstr>已用的字体</vt:lpstr>
      </vt:variant>
      <vt:variant>
        <vt:i4>7</vt:i4>
      </vt:variant>
      <vt:variant>
        <vt:lpstr>主题</vt:lpstr>
      </vt:variant>
      <vt:variant>
        <vt:i4>1</vt:i4>
      </vt:variant>
      <vt:variant>
        <vt:lpstr>嵌入 OLE 服务器</vt:lpstr>
      </vt:variant>
      <vt:variant>
        <vt:i4>1</vt:i4>
      </vt:variant>
      <vt:variant>
        <vt:lpstr>幻灯片标题</vt:lpstr>
      </vt:variant>
      <vt:variant>
        <vt:i4>65</vt:i4>
      </vt:variant>
    </vt:vector>
  </HeadingPairs>
  <TitlesOfParts>
    <vt:vector size="74" baseType="lpstr">
      <vt:lpstr>华文中宋</vt:lpstr>
      <vt:lpstr>楷体_GB2312</vt:lpstr>
      <vt:lpstr>宋体</vt:lpstr>
      <vt:lpstr>Arial</vt:lpstr>
      <vt:lpstr>Calibri</vt:lpstr>
      <vt:lpstr>Times New Roman</vt:lpstr>
      <vt:lpstr>Wingdings</vt:lpstr>
      <vt:lpstr>Office 主题​​</vt:lpstr>
      <vt:lpstr>图片</vt:lpstr>
      <vt:lpstr>计算机体系结构</vt:lpstr>
      <vt:lpstr>Recap</vt:lpstr>
      <vt:lpstr>PowerPoint 演示文稿</vt:lpstr>
      <vt:lpstr>PowerPoint 演示文稿</vt:lpstr>
      <vt:lpstr>PowerPoint 演示文稿</vt:lpstr>
      <vt:lpstr>PowerPoint 演示文稿</vt:lpstr>
      <vt:lpstr>PowerPoint 演示文稿</vt:lpstr>
      <vt:lpstr>3.4  实例分析：MIPS R4000</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向量机总结</vt:lpstr>
      <vt:lpstr>本章小结</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suzi</dc:creator>
  <cp:lastModifiedBy>hw liu</cp:lastModifiedBy>
  <cp:revision>1944</cp:revision>
  <cp:lastPrinted>2021-10-26T02:30:14Z</cp:lastPrinted>
  <dcterms:created xsi:type="dcterms:W3CDTF">2113-01-01T00:00:00Z</dcterms:created>
  <dcterms:modified xsi:type="dcterms:W3CDTF">2025-10-16T15:27:56Z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2052-10.1.0.7520</vt:lpwstr>
  </property>
</Properties>
</file>