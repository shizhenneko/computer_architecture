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8"/>
  </p:notesMasterIdLst>
  <p:handoutMasterIdLst>
    <p:handoutMasterId r:id="rId59"/>
  </p:handoutMasterIdLst>
  <p:sldIdLst>
    <p:sldId id="256" r:id="rId2"/>
    <p:sldId id="1033" r:id="rId3"/>
    <p:sldId id="1119" r:id="rId4"/>
    <p:sldId id="1361" r:id="rId5"/>
    <p:sldId id="1297" r:id="rId6"/>
    <p:sldId id="1299" r:id="rId7"/>
    <p:sldId id="1368" r:id="rId8"/>
    <p:sldId id="274" r:id="rId9"/>
    <p:sldId id="294" r:id="rId10"/>
    <p:sldId id="706" r:id="rId11"/>
    <p:sldId id="275" r:id="rId12"/>
    <p:sldId id="276" r:id="rId13"/>
    <p:sldId id="277" r:id="rId14"/>
    <p:sldId id="278" r:id="rId15"/>
    <p:sldId id="279" r:id="rId16"/>
    <p:sldId id="1372" r:id="rId17"/>
    <p:sldId id="1282" r:id="rId18"/>
    <p:sldId id="1283" r:id="rId19"/>
    <p:sldId id="1284" r:id="rId20"/>
    <p:sldId id="1285" r:id="rId21"/>
    <p:sldId id="707" r:id="rId22"/>
    <p:sldId id="745" r:id="rId23"/>
    <p:sldId id="708" r:id="rId24"/>
    <p:sldId id="709" r:id="rId25"/>
    <p:sldId id="710" r:id="rId26"/>
    <p:sldId id="1238" r:id="rId27"/>
    <p:sldId id="1286" r:id="rId28"/>
    <p:sldId id="307" r:id="rId29"/>
    <p:sldId id="1287" r:id="rId30"/>
    <p:sldId id="1288" r:id="rId31"/>
    <p:sldId id="1289" r:id="rId32"/>
    <p:sldId id="1290" r:id="rId33"/>
    <p:sldId id="1291" r:id="rId34"/>
    <p:sldId id="1369" r:id="rId35"/>
    <p:sldId id="1374" r:id="rId36"/>
    <p:sldId id="1357" r:id="rId37"/>
    <p:sldId id="1347" r:id="rId38"/>
    <p:sldId id="1370" r:id="rId39"/>
    <p:sldId id="1348" r:id="rId40"/>
    <p:sldId id="1349" r:id="rId41"/>
    <p:sldId id="1301" r:id="rId42"/>
    <p:sldId id="1350" r:id="rId43"/>
    <p:sldId id="1367" r:id="rId44"/>
    <p:sldId id="1373" r:id="rId45"/>
    <p:sldId id="1302" r:id="rId46"/>
    <p:sldId id="1303" r:id="rId47"/>
    <p:sldId id="1304" r:id="rId48"/>
    <p:sldId id="1371" r:id="rId49"/>
    <p:sldId id="1305" r:id="rId50"/>
    <p:sldId id="1306" r:id="rId51"/>
    <p:sldId id="1307" r:id="rId52"/>
    <p:sldId id="1375" r:id="rId53"/>
    <p:sldId id="1353" r:id="rId54"/>
    <p:sldId id="1354" r:id="rId55"/>
    <p:sldId id="1355" r:id="rId56"/>
    <p:sldId id="1356" r:id="rId57"/>
  </p:sldIdLst>
  <p:sldSz cx="9144000" cy="6858000" type="screen4x3"/>
  <p:notesSz cx="6797675" cy="9925050"/>
  <p:kinsoku lang="zh-CN" invalStChars="!),.:;?]}、。—ˇ¨〃々～‖…’”〕〉》」』〗】∶！＂＇），．：；？］｀｜｝·" invalEndChars="([{‘“〔〈《「『〖【（［｛．·"/>
  <p:defaultTextStyle>
    <a:defPPr>
      <a:defRPr lang="en-US"/>
    </a:defPPr>
    <a:lvl1pPr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003399"/>
    <a:srgbClr val="0066FF"/>
    <a:srgbClr val="3366FF"/>
    <a:srgbClr val="C28F3E"/>
    <a:srgbClr val="BC7D3E"/>
    <a:srgbClr val="B0753A"/>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9" autoAdjust="0"/>
    <p:restoredTop sz="86499" autoAdjust="0"/>
  </p:normalViewPr>
  <p:slideViewPr>
    <p:cSldViewPr>
      <p:cViewPr varScale="1">
        <p:scale>
          <a:sx n="76" d="100"/>
          <a:sy n="76" d="100"/>
        </p:scale>
        <p:origin x="1413" y="5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862" cy="495714"/>
          </a:xfrm>
          <a:prstGeom prst="rect">
            <a:avLst/>
          </a:prstGeom>
        </p:spPr>
        <p:txBody>
          <a:bodyPr vert="horz" lIns="95542" tIns="47771" rIns="95542" bIns="47771" rtlCol="0"/>
          <a:lstStyle>
            <a:lvl1pPr algn="l">
              <a:defRPr sz="1300">
                <a:latin typeface="宋体" panose="02010600030101010101" pitchFamily="2" charset="-122"/>
                <a:ea typeface="宋体" panose="02010600030101010101" pitchFamily="2" charset="-122"/>
              </a:defRPr>
            </a:lvl1pPr>
          </a:lstStyle>
          <a:p>
            <a:pPr>
              <a:defRPr/>
            </a:pPr>
            <a:endParaRPr lang="zh-CN" altLang="en-US"/>
          </a:p>
        </p:txBody>
      </p:sp>
      <p:sp>
        <p:nvSpPr>
          <p:cNvPr id="3" name="日期占位符 2"/>
          <p:cNvSpPr>
            <a:spLocks noGrp="1"/>
          </p:cNvSpPr>
          <p:nvPr>
            <p:ph type="dt" sz="quarter" idx="1"/>
          </p:nvPr>
        </p:nvSpPr>
        <p:spPr>
          <a:xfrm>
            <a:off x="3850295" y="0"/>
            <a:ext cx="2945862" cy="495714"/>
          </a:xfrm>
          <a:prstGeom prst="rect">
            <a:avLst/>
          </a:prstGeom>
        </p:spPr>
        <p:txBody>
          <a:bodyPr vert="horz" lIns="95542" tIns="47771" rIns="95542" bIns="47771" rtlCol="0"/>
          <a:lstStyle>
            <a:lvl1pPr algn="r">
              <a:defRPr sz="1300">
                <a:latin typeface="宋体" panose="02010600030101010101" pitchFamily="2" charset="-122"/>
                <a:ea typeface="宋体" panose="02010600030101010101" pitchFamily="2" charset="-122"/>
              </a:defRPr>
            </a:lvl1pPr>
          </a:lstStyle>
          <a:p>
            <a:pPr>
              <a:defRPr/>
            </a:pPr>
            <a:fld id="{5C9833CB-0817-44DC-BDA6-97E8269B2A4B}" type="datetimeFigureOut">
              <a:rPr lang="zh-CN" altLang="en-US"/>
              <a:t>2025/9/18</a:t>
            </a:fld>
            <a:endParaRPr lang="zh-CN" altLang="en-US"/>
          </a:p>
        </p:txBody>
      </p:sp>
      <p:sp>
        <p:nvSpPr>
          <p:cNvPr id="4" name="页脚占位符 3"/>
          <p:cNvSpPr>
            <a:spLocks noGrp="1"/>
          </p:cNvSpPr>
          <p:nvPr>
            <p:ph type="ftr" sz="quarter" idx="2"/>
          </p:nvPr>
        </p:nvSpPr>
        <p:spPr>
          <a:xfrm>
            <a:off x="0" y="9427797"/>
            <a:ext cx="2945862" cy="495714"/>
          </a:xfrm>
          <a:prstGeom prst="rect">
            <a:avLst/>
          </a:prstGeom>
        </p:spPr>
        <p:txBody>
          <a:bodyPr vert="horz" lIns="95542" tIns="47771" rIns="95542" bIns="47771" rtlCol="0" anchor="b"/>
          <a:lstStyle>
            <a:lvl1pPr algn="l">
              <a:defRPr sz="1300">
                <a:latin typeface="宋体" panose="02010600030101010101" pitchFamily="2" charset="-122"/>
                <a:ea typeface="宋体" panose="02010600030101010101" pitchFamily="2" charset="-122"/>
              </a:defRPr>
            </a:lvl1pPr>
          </a:lstStyle>
          <a:p>
            <a:pPr>
              <a:defRPr/>
            </a:pPr>
            <a:endParaRPr lang="zh-CN" altLang="en-US"/>
          </a:p>
        </p:txBody>
      </p:sp>
      <p:sp>
        <p:nvSpPr>
          <p:cNvPr id="5" name="灯片编号占位符 4"/>
          <p:cNvSpPr>
            <a:spLocks noGrp="1"/>
          </p:cNvSpPr>
          <p:nvPr>
            <p:ph type="sldNum" sz="quarter" idx="3"/>
          </p:nvPr>
        </p:nvSpPr>
        <p:spPr>
          <a:xfrm>
            <a:off x="3850295" y="9427797"/>
            <a:ext cx="2945862" cy="495714"/>
          </a:xfrm>
          <a:prstGeom prst="rect">
            <a:avLst/>
          </a:prstGeom>
        </p:spPr>
        <p:txBody>
          <a:bodyPr vert="horz" lIns="95542" tIns="47771" rIns="95542" bIns="47771" rtlCol="0" anchor="b"/>
          <a:lstStyle>
            <a:lvl1pPr algn="r">
              <a:defRPr sz="1300">
                <a:latin typeface="宋体" panose="02010600030101010101" pitchFamily="2" charset="-122"/>
                <a:ea typeface="宋体" panose="02010600030101010101" pitchFamily="2" charset="-122"/>
              </a:defRPr>
            </a:lvl1pPr>
          </a:lstStyle>
          <a:p>
            <a:pPr>
              <a:defRPr/>
            </a:pPr>
            <a:fld id="{78BBD55E-9969-4143-865D-25DDD65926A5}" type="slidenum">
              <a:rPr lang="zh-CN" altLang="en-US"/>
              <a:t>‹#›</a:t>
            </a:fld>
            <a:endParaRPr lang="zh-CN" altLang="en-US"/>
          </a:p>
        </p:txBody>
      </p:sp>
    </p:spTree>
    <p:extLst>
      <p:ext uri="{BB962C8B-B14F-4D97-AF65-F5344CB8AC3E}">
        <p14:creationId xmlns:p14="http://schemas.microsoft.com/office/powerpoint/2010/main" val="32362760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Rectangle 2"/>
          <p:cNvSpPr>
            <a:spLocks noGrp="1" noChangeArrowheads="1"/>
          </p:cNvSpPr>
          <p:nvPr>
            <p:ph type="hdr" sz="quarter"/>
          </p:nvPr>
        </p:nvSpPr>
        <p:spPr bwMode="auto">
          <a:xfrm>
            <a:off x="0" y="0"/>
            <a:ext cx="2945862" cy="495714"/>
          </a:xfrm>
          <a:prstGeom prst="rect">
            <a:avLst/>
          </a:prstGeom>
          <a:noFill/>
          <a:ln w="9525">
            <a:noFill/>
            <a:miter lim="800000"/>
          </a:ln>
          <a:effectLst/>
        </p:spPr>
        <p:txBody>
          <a:bodyPr vert="horz" wrap="square" lIns="95542" tIns="47771" rIns="95542" bIns="47771" numCol="1" anchor="t" anchorCtr="0" compatLnSpc="1"/>
          <a:lstStyle>
            <a:lvl1pPr>
              <a:spcBef>
                <a:spcPct val="20000"/>
              </a:spcBef>
              <a:defRPr sz="1300">
                <a:latin typeface="宋体" panose="02010600030101010101" pitchFamily="2" charset="-122"/>
                <a:ea typeface="宋体" panose="02010600030101010101" pitchFamily="2" charset="-122"/>
              </a:defRPr>
            </a:lvl1pPr>
          </a:lstStyle>
          <a:p>
            <a:pPr>
              <a:defRPr/>
            </a:pPr>
            <a:endParaRPr lang="zh-CN" altLang="en-US"/>
          </a:p>
        </p:txBody>
      </p:sp>
      <p:sp>
        <p:nvSpPr>
          <p:cNvPr id="51203" name="Rectangle 3"/>
          <p:cNvSpPr>
            <a:spLocks noGrp="1" noChangeArrowheads="1"/>
          </p:cNvSpPr>
          <p:nvPr>
            <p:ph type="dt" idx="1"/>
          </p:nvPr>
        </p:nvSpPr>
        <p:spPr bwMode="auto">
          <a:xfrm>
            <a:off x="3851814" y="0"/>
            <a:ext cx="2945862" cy="495714"/>
          </a:xfrm>
          <a:prstGeom prst="rect">
            <a:avLst/>
          </a:prstGeom>
          <a:noFill/>
          <a:ln w="9525">
            <a:noFill/>
            <a:miter lim="800000"/>
          </a:ln>
          <a:effectLst/>
        </p:spPr>
        <p:txBody>
          <a:bodyPr vert="horz" wrap="square" lIns="95542" tIns="47771" rIns="95542" bIns="47771" numCol="1" anchor="t" anchorCtr="0" compatLnSpc="1"/>
          <a:lstStyle>
            <a:lvl1pPr algn="r">
              <a:spcBef>
                <a:spcPct val="20000"/>
              </a:spcBef>
              <a:defRPr sz="1300">
                <a:latin typeface="宋体" panose="02010600030101010101" pitchFamily="2" charset="-122"/>
                <a:ea typeface="宋体" panose="02010600030101010101" pitchFamily="2" charset="-122"/>
              </a:defRPr>
            </a:lvl1pPr>
          </a:lstStyle>
          <a:p>
            <a:pPr>
              <a:defRPr/>
            </a:pPr>
            <a:endParaRPr lang="en-US" altLang="zh-CN"/>
          </a:p>
        </p:txBody>
      </p:sp>
      <p:sp>
        <p:nvSpPr>
          <p:cNvPr id="44036" name="Rectangle 4"/>
          <p:cNvSpPr>
            <a:spLocks noGrp="1" noRot="1" noChangeAspect="1" noChangeArrowheads="1" noTextEdit="1"/>
          </p:cNvSpPr>
          <p:nvPr>
            <p:ph type="sldImg" idx="2"/>
          </p:nvPr>
        </p:nvSpPr>
        <p:spPr bwMode="auto">
          <a:xfrm>
            <a:off x="917575" y="744538"/>
            <a:ext cx="4962525" cy="3722687"/>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51205" name="Rectangle 5"/>
          <p:cNvSpPr>
            <a:spLocks noGrp="1" noChangeArrowheads="1"/>
          </p:cNvSpPr>
          <p:nvPr>
            <p:ph type="body" sz="quarter" idx="3"/>
          </p:nvPr>
        </p:nvSpPr>
        <p:spPr bwMode="auto">
          <a:xfrm>
            <a:off x="905951" y="4713899"/>
            <a:ext cx="4985773" cy="4466041"/>
          </a:xfrm>
          <a:prstGeom prst="rect">
            <a:avLst/>
          </a:prstGeom>
          <a:noFill/>
          <a:ln w="9525">
            <a:noFill/>
            <a:miter lim="800000"/>
          </a:ln>
          <a:effectLst/>
        </p:spPr>
        <p:txBody>
          <a:bodyPr vert="horz" wrap="square" lIns="95542" tIns="47771" rIns="95542" bIns="47771"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51206" name="Rectangle 6"/>
          <p:cNvSpPr>
            <a:spLocks noGrp="1" noChangeArrowheads="1"/>
          </p:cNvSpPr>
          <p:nvPr>
            <p:ph type="ftr" sz="quarter" idx="4"/>
          </p:nvPr>
        </p:nvSpPr>
        <p:spPr bwMode="auto">
          <a:xfrm>
            <a:off x="0" y="9429337"/>
            <a:ext cx="2945862" cy="495714"/>
          </a:xfrm>
          <a:prstGeom prst="rect">
            <a:avLst/>
          </a:prstGeom>
          <a:noFill/>
          <a:ln w="9525">
            <a:noFill/>
            <a:miter lim="800000"/>
          </a:ln>
          <a:effectLst/>
        </p:spPr>
        <p:txBody>
          <a:bodyPr vert="horz" wrap="square" lIns="95542" tIns="47771" rIns="95542" bIns="47771" numCol="1" anchor="b" anchorCtr="0" compatLnSpc="1"/>
          <a:lstStyle>
            <a:lvl1pPr>
              <a:spcBef>
                <a:spcPct val="20000"/>
              </a:spcBef>
              <a:defRPr sz="1300">
                <a:latin typeface="宋体" panose="02010600030101010101" pitchFamily="2" charset="-122"/>
                <a:ea typeface="宋体" panose="02010600030101010101" pitchFamily="2" charset="-122"/>
              </a:defRPr>
            </a:lvl1pPr>
          </a:lstStyle>
          <a:p>
            <a:pPr>
              <a:defRPr/>
            </a:pPr>
            <a:endParaRPr lang="en-US" altLang="zh-CN"/>
          </a:p>
        </p:txBody>
      </p:sp>
      <p:sp>
        <p:nvSpPr>
          <p:cNvPr id="51207" name="Rectangle 7"/>
          <p:cNvSpPr>
            <a:spLocks noGrp="1" noChangeArrowheads="1"/>
          </p:cNvSpPr>
          <p:nvPr>
            <p:ph type="sldNum" sz="quarter" idx="5"/>
          </p:nvPr>
        </p:nvSpPr>
        <p:spPr bwMode="auto">
          <a:xfrm>
            <a:off x="3851814" y="9429337"/>
            <a:ext cx="2945862" cy="495714"/>
          </a:xfrm>
          <a:prstGeom prst="rect">
            <a:avLst/>
          </a:prstGeom>
          <a:noFill/>
          <a:ln w="9525">
            <a:noFill/>
            <a:miter lim="800000"/>
          </a:ln>
          <a:effectLst/>
        </p:spPr>
        <p:txBody>
          <a:bodyPr vert="horz" wrap="square" lIns="95542" tIns="47771" rIns="95542" bIns="47771" numCol="1" anchor="b" anchorCtr="0" compatLnSpc="1"/>
          <a:lstStyle>
            <a:lvl1pPr algn="r">
              <a:spcBef>
                <a:spcPct val="20000"/>
              </a:spcBef>
              <a:defRPr sz="1300">
                <a:latin typeface="宋体" panose="02010600030101010101" pitchFamily="2" charset="-122"/>
                <a:ea typeface="宋体" panose="02010600030101010101" pitchFamily="2" charset="-122"/>
              </a:defRPr>
            </a:lvl1pPr>
          </a:lstStyle>
          <a:p>
            <a:pPr>
              <a:defRPr/>
            </a:pPr>
            <a:fld id="{E900B983-0E40-4C29-87BA-CE566D420E22}" type="slidenum">
              <a:rPr lang="zh-CN" altLang="en-US"/>
              <a:t>‹#›</a:t>
            </a:fld>
            <a:endParaRPr lang="en-US" altLang="zh-CN"/>
          </a:p>
        </p:txBody>
      </p:sp>
    </p:spTree>
    <p:extLst>
      <p:ext uri="{BB962C8B-B14F-4D97-AF65-F5344CB8AC3E}">
        <p14:creationId xmlns:p14="http://schemas.microsoft.com/office/powerpoint/2010/main" val="316728920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900B983-0E40-4C29-87BA-CE566D420E22}" type="slidenum">
              <a:rPr lang="zh-CN" altLang="en-US" smtClean="0"/>
              <a:t>2</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29" name="幻灯片图像占位符 1"/>
          <p:cNvSpPr>
            <a:spLocks noGrp="1" noRot="1" noChangeAspect="1" noTextEdit="1"/>
          </p:cNvSpPr>
          <p:nvPr>
            <p:ph type="sldImg"/>
          </p:nvPr>
        </p:nvSpPr>
        <p:spPr/>
      </p:sp>
      <p:sp>
        <p:nvSpPr>
          <p:cNvPr id="176130"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76131" name="幻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a:solidFill>
                  <a:schemeClr val="tx1"/>
                </a:solidFill>
                <a:latin typeface="Tahoma" panose="020B0604030504040204" pitchFamily="34" charset="0"/>
                <a:ea typeface="黑体" panose="02010609060101010101" pitchFamily="49" charset="-122"/>
              </a:defRPr>
            </a:lvl1pPr>
            <a:lvl2pPr marL="804545" indent="-309245">
              <a:defRPr kumimoji="1" sz="2800">
                <a:solidFill>
                  <a:schemeClr val="tx1"/>
                </a:solidFill>
                <a:latin typeface="Tahoma" panose="020B0604030504040204" pitchFamily="34" charset="0"/>
                <a:ea typeface="黑体" panose="02010609060101010101" pitchFamily="49" charset="-122"/>
              </a:defRPr>
            </a:lvl2pPr>
            <a:lvl3pPr marL="1238250" indent="-247650">
              <a:defRPr kumimoji="1" sz="2800">
                <a:solidFill>
                  <a:schemeClr val="tx1"/>
                </a:solidFill>
                <a:latin typeface="Tahoma" panose="020B0604030504040204" pitchFamily="34" charset="0"/>
                <a:ea typeface="黑体" panose="02010609060101010101" pitchFamily="49" charset="-122"/>
              </a:defRPr>
            </a:lvl3pPr>
            <a:lvl4pPr marL="1733550" indent="-247650">
              <a:defRPr kumimoji="1" sz="2800">
                <a:solidFill>
                  <a:schemeClr val="tx1"/>
                </a:solidFill>
                <a:latin typeface="Tahoma" panose="020B0604030504040204" pitchFamily="34" charset="0"/>
                <a:ea typeface="黑体" panose="02010609060101010101" pitchFamily="49" charset="-122"/>
              </a:defRPr>
            </a:lvl4pPr>
            <a:lvl5pPr marL="2228850" indent="-247650">
              <a:defRPr kumimoji="1" sz="2800">
                <a:solidFill>
                  <a:schemeClr val="tx1"/>
                </a:solidFill>
                <a:latin typeface="Tahoma" panose="020B0604030504040204" pitchFamily="34" charset="0"/>
                <a:ea typeface="黑体" panose="02010609060101010101" pitchFamily="49" charset="-122"/>
              </a:defRPr>
            </a:lvl5pPr>
            <a:lvl6pPr marL="2723515" indent="-247650" eaLnBrk="0" fontAlgn="base" hangingPunct="0">
              <a:spcBef>
                <a:spcPct val="0"/>
              </a:spcBef>
              <a:spcAft>
                <a:spcPct val="0"/>
              </a:spcAft>
              <a:defRPr kumimoji="1" sz="2800">
                <a:solidFill>
                  <a:schemeClr val="tx1"/>
                </a:solidFill>
                <a:latin typeface="Tahoma" panose="020B0604030504040204" pitchFamily="34" charset="0"/>
                <a:ea typeface="黑体" panose="02010609060101010101" pitchFamily="49" charset="-122"/>
              </a:defRPr>
            </a:lvl6pPr>
            <a:lvl7pPr marL="3218815" indent="-247650" eaLnBrk="0" fontAlgn="base" hangingPunct="0">
              <a:spcBef>
                <a:spcPct val="0"/>
              </a:spcBef>
              <a:spcAft>
                <a:spcPct val="0"/>
              </a:spcAft>
              <a:defRPr kumimoji="1" sz="2800">
                <a:solidFill>
                  <a:schemeClr val="tx1"/>
                </a:solidFill>
                <a:latin typeface="Tahoma" panose="020B0604030504040204" pitchFamily="34" charset="0"/>
                <a:ea typeface="黑体" panose="02010609060101010101" pitchFamily="49" charset="-122"/>
              </a:defRPr>
            </a:lvl7pPr>
            <a:lvl8pPr marL="3714115" indent="-247650" eaLnBrk="0" fontAlgn="base" hangingPunct="0">
              <a:spcBef>
                <a:spcPct val="0"/>
              </a:spcBef>
              <a:spcAft>
                <a:spcPct val="0"/>
              </a:spcAft>
              <a:defRPr kumimoji="1" sz="2800">
                <a:solidFill>
                  <a:schemeClr val="tx1"/>
                </a:solidFill>
                <a:latin typeface="Tahoma" panose="020B0604030504040204" pitchFamily="34" charset="0"/>
                <a:ea typeface="黑体" panose="02010609060101010101" pitchFamily="49" charset="-122"/>
              </a:defRPr>
            </a:lvl8pPr>
            <a:lvl9pPr marL="4209415" indent="-247650" eaLnBrk="0" fontAlgn="base" hangingPunct="0">
              <a:spcBef>
                <a:spcPct val="0"/>
              </a:spcBef>
              <a:spcAft>
                <a:spcPct val="0"/>
              </a:spcAft>
              <a:defRPr kumimoji="1" sz="2800">
                <a:solidFill>
                  <a:schemeClr val="tx1"/>
                </a:solidFill>
                <a:latin typeface="Tahoma" panose="020B0604030504040204" pitchFamily="34" charset="0"/>
                <a:ea typeface="黑体" panose="02010609060101010101" pitchFamily="49" charset="-122"/>
              </a:defRPr>
            </a:lvl9pPr>
          </a:lstStyle>
          <a:p>
            <a:fld id="{8689A309-8602-4A2E-9BA6-8935D97E660C}" type="slidenum">
              <a:rPr lang="en-US" altLang="zh-CN" sz="1400">
                <a:latin typeface="Times New Roman" panose="02020603050405020304" pitchFamily="18" charset="0"/>
                <a:ea typeface="宋体" panose="02010600030101010101" pitchFamily="2" charset="-122"/>
              </a:rPr>
              <a:t>3</a:t>
            </a:fld>
            <a:endParaRPr lang="en-US" altLang="zh-CN" sz="1400">
              <a:latin typeface="Times New Roman" panose="02020603050405020304" pitchFamily="18" charset="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defRPr kumimoji="1" sz="800" b="1">
                <a:solidFill>
                  <a:schemeClr val="tx1"/>
                </a:solidFill>
                <a:latin typeface="宋体" charset="-122"/>
                <a:ea typeface="宋体" charset="-122"/>
              </a:defRPr>
            </a:lvl1pPr>
            <a:lvl2pPr marL="691352" indent="-265905" eaLnBrk="0" hangingPunct="0">
              <a:defRPr kumimoji="1" sz="800" b="1">
                <a:solidFill>
                  <a:schemeClr val="tx1"/>
                </a:solidFill>
                <a:latin typeface="宋体" charset="-122"/>
                <a:ea typeface="宋体" charset="-122"/>
              </a:defRPr>
            </a:lvl2pPr>
            <a:lvl3pPr marL="1063618" indent="-212723" eaLnBrk="0" hangingPunct="0">
              <a:defRPr kumimoji="1" sz="800" b="1">
                <a:solidFill>
                  <a:schemeClr val="tx1"/>
                </a:solidFill>
                <a:latin typeface="宋体" charset="-122"/>
                <a:ea typeface="宋体" charset="-122"/>
              </a:defRPr>
            </a:lvl3pPr>
            <a:lvl4pPr marL="1489066" indent="-212723" eaLnBrk="0" hangingPunct="0">
              <a:defRPr kumimoji="1" sz="800" b="1">
                <a:solidFill>
                  <a:schemeClr val="tx1"/>
                </a:solidFill>
                <a:latin typeface="宋体" charset="-122"/>
                <a:ea typeface="宋体" charset="-122"/>
              </a:defRPr>
            </a:lvl4pPr>
            <a:lvl5pPr marL="1914513" indent="-212723" eaLnBrk="0" hangingPunct="0">
              <a:defRPr kumimoji="1" sz="800" b="1">
                <a:solidFill>
                  <a:schemeClr val="tx1"/>
                </a:solidFill>
                <a:latin typeface="宋体" charset="-122"/>
                <a:ea typeface="宋体" charset="-122"/>
              </a:defRPr>
            </a:lvl5pPr>
            <a:lvl6pPr marL="2339960" indent="-212723" eaLnBrk="0" fontAlgn="base" hangingPunct="0">
              <a:spcBef>
                <a:spcPct val="0"/>
              </a:spcBef>
              <a:spcAft>
                <a:spcPct val="0"/>
              </a:spcAft>
              <a:defRPr kumimoji="1" sz="800" b="1">
                <a:solidFill>
                  <a:schemeClr val="tx1"/>
                </a:solidFill>
                <a:latin typeface="宋体" charset="-122"/>
                <a:ea typeface="宋体" charset="-122"/>
              </a:defRPr>
            </a:lvl6pPr>
            <a:lvl7pPr marL="2765407" indent="-212723" eaLnBrk="0" fontAlgn="base" hangingPunct="0">
              <a:spcBef>
                <a:spcPct val="0"/>
              </a:spcBef>
              <a:spcAft>
                <a:spcPct val="0"/>
              </a:spcAft>
              <a:defRPr kumimoji="1" sz="800" b="1">
                <a:solidFill>
                  <a:schemeClr val="tx1"/>
                </a:solidFill>
                <a:latin typeface="宋体" charset="-122"/>
                <a:ea typeface="宋体" charset="-122"/>
              </a:defRPr>
            </a:lvl7pPr>
            <a:lvl8pPr marL="3190854" indent="-212723" eaLnBrk="0" fontAlgn="base" hangingPunct="0">
              <a:spcBef>
                <a:spcPct val="0"/>
              </a:spcBef>
              <a:spcAft>
                <a:spcPct val="0"/>
              </a:spcAft>
              <a:defRPr kumimoji="1" sz="800" b="1">
                <a:solidFill>
                  <a:schemeClr val="tx1"/>
                </a:solidFill>
                <a:latin typeface="宋体" charset="-122"/>
                <a:ea typeface="宋体" charset="-122"/>
              </a:defRPr>
            </a:lvl8pPr>
            <a:lvl9pPr marL="3616302" indent="-212723"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fld id="{F4A2486F-8AA1-44E2-B769-48A472BAED01}" type="slidenum">
              <a:rPr lang="en-US" altLang="zh-CN" sz="1300">
                <a:latin typeface="Times New Roman" pitchFamily="18" charset="0"/>
              </a:rPr>
              <a:pPr eaLnBrk="1" hangingPunct="1"/>
              <a:t>4</a:t>
            </a:fld>
            <a:endParaRPr lang="en-US" altLang="zh-CN" sz="1300">
              <a:latin typeface="Times New Roman" pitchFamily="18" charset="0"/>
            </a:endParaRPr>
          </a:p>
        </p:txBody>
      </p:sp>
      <p:sp>
        <p:nvSpPr>
          <p:cNvPr id="126979" name="Rectangle 2"/>
          <p:cNvSpPr>
            <a:spLocks noGrp="1" noRot="1" noChangeAspect="1" noChangeArrowheads="1" noTextEdit="1"/>
          </p:cNvSpPr>
          <p:nvPr>
            <p:ph type="sldImg"/>
          </p:nvPr>
        </p:nvSpPr>
        <p:spPr>
          <a:ln/>
        </p:spPr>
      </p:sp>
      <p:sp>
        <p:nvSpPr>
          <p:cNvPr id="1269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dirty="0">
              <a:ea typeface="宋体" charset="-122"/>
            </a:endParaRPr>
          </a:p>
        </p:txBody>
      </p:sp>
    </p:spTree>
    <p:extLst>
      <p:ext uri="{BB962C8B-B14F-4D97-AF65-F5344CB8AC3E}">
        <p14:creationId xmlns:p14="http://schemas.microsoft.com/office/powerpoint/2010/main" val="2332090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defRPr kumimoji="1" sz="800" b="1">
                <a:solidFill>
                  <a:schemeClr val="tx1"/>
                </a:solidFill>
                <a:latin typeface="宋体" charset="-122"/>
                <a:ea typeface="宋体" charset="-122"/>
              </a:defRPr>
            </a:lvl1pPr>
            <a:lvl2pPr marL="691352" indent="-265905" eaLnBrk="0" hangingPunct="0">
              <a:defRPr kumimoji="1" sz="800" b="1">
                <a:solidFill>
                  <a:schemeClr val="tx1"/>
                </a:solidFill>
                <a:latin typeface="宋体" charset="-122"/>
                <a:ea typeface="宋体" charset="-122"/>
              </a:defRPr>
            </a:lvl2pPr>
            <a:lvl3pPr marL="1063618" indent="-212723" eaLnBrk="0" hangingPunct="0">
              <a:defRPr kumimoji="1" sz="800" b="1">
                <a:solidFill>
                  <a:schemeClr val="tx1"/>
                </a:solidFill>
                <a:latin typeface="宋体" charset="-122"/>
                <a:ea typeface="宋体" charset="-122"/>
              </a:defRPr>
            </a:lvl3pPr>
            <a:lvl4pPr marL="1489066" indent="-212723" eaLnBrk="0" hangingPunct="0">
              <a:defRPr kumimoji="1" sz="800" b="1">
                <a:solidFill>
                  <a:schemeClr val="tx1"/>
                </a:solidFill>
                <a:latin typeface="宋体" charset="-122"/>
                <a:ea typeface="宋体" charset="-122"/>
              </a:defRPr>
            </a:lvl4pPr>
            <a:lvl5pPr marL="1914513" indent="-212723" eaLnBrk="0" hangingPunct="0">
              <a:defRPr kumimoji="1" sz="800" b="1">
                <a:solidFill>
                  <a:schemeClr val="tx1"/>
                </a:solidFill>
                <a:latin typeface="宋体" charset="-122"/>
                <a:ea typeface="宋体" charset="-122"/>
              </a:defRPr>
            </a:lvl5pPr>
            <a:lvl6pPr marL="2339960" indent="-212723" eaLnBrk="0" fontAlgn="base" hangingPunct="0">
              <a:spcBef>
                <a:spcPct val="0"/>
              </a:spcBef>
              <a:spcAft>
                <a:spcPct val="0"/>
              </a:spcAft>
              <a:defRPr kumimoji="1" sz="800" b="1">
                <a:solidFill>
                  <a:schemeClr val="tx1"/>
                </a:solidFill>
                <a:latin typeface="宋体" charset="-122"/>
                <a:ea typeface="宋体" charset="-122"/>
              </a:defRPr>
            </a:lvl6pPr>
            <a:lvl7pPr marL="2765407" indent="-212723" eaLnBrk="0" fontAlgn="base" hangingPunct="0">
              <a:spcBef>
                <a:spcPct val="0"/>
              </a:spcBef>
              <a:spcAft>
                <a:spcPct val="0"/>
              </a:spcAft>
              <a:defRPr kumimoji="1" sz="800" b="1">
                <a:solidFill>
                  <a:schemeClr val="tx1"/>
                </a:solidFill>
                <a:latin typeface="宋体" charset="-122"/>
                <a:ea typeface="宋体" charset="-122"/>
              </a:defRPr>
            </a:lvl7pPr>
            <a:lvl8pPr marL="3190854" indent="-212723" eaLnBrk="0" fontAlgn="base" hangingPunct="0">
              <a:spcBef>
                <a:spcPct val="0"/>
              </a:spcBef>
              <a:spcAft>
                <a:spcPct val="0"/>
              </a:spcAft>
              <a:defRPr kumimoji="1" sz="800" b="1">
                <a:solidFill>
                  <a:schemeClr val="tx1"/>
                </a:solidFill>
                <a:latin typeface="宋体" charset="-122"/>
                <a:ea typeface="宋体" charset="-122"/>
              </a:defRPr>
            </a:lvl8pPr>
            <a:lvl9pPr marL="3616302" indent="-212723"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fld id="{3779603E-A8A6-4D82-A3DB-188CA8D2409E}" type="slidenum">
              <a:rPr lang="en-US" altLang="zh-CN" sz="1300">
                <a:latin typeface="Times New Roman" pitchFamily="18" charset="0"/>
              </a:rPr>
              <a:pPr eaLnBrk="1" hangingPunct="1"/>
              <a:t>5</a:t>
            </a:fld>
            <a:endParaRPr lang="en-US" altLang="zh-CN" sz="1300">
              <a:latin typeface="Times New Roman" pitchFamily="18" charset="0"/>
            </a:endParaRPr>
          </a:p>
        </p:txBody>
      </p:sp>
      <p:sp>
        <p:nvSpPr>
          <p:cNvPr id="133123" name="Rectangle 2"/>
          <p:cNvSpPr>
            <a:spLocks noGrp="1" noRot="1" noChangeAspect="1" noChangeArrowheads="1" noTextEdit="1"/>
          </p:cNvSpPr>
          <p:nvPr>
            <p:ph type="sldImg"/>
          </p:nvPr>
        </p:nvSpPr>
        <p:spPr>
          <a:ln/>
        </p:spPr>
      </p:sp>
      <p:sp>
        <p:nvSpPr>
          <p:cNvPr id="1331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dirty="0">
              <a:ea typeface="宋体" charset="-122"/>
            </a:endParaRPr>
          </a:p>
        </p:txBody>
      </p:sp>
    </p:spTree>
    <p:extLst>
      <p:ext uri="{BB962C8B-B14F-4D97-AF65-F5344CB8AC3E}">
        <p14:creationId xmlns:p14="http://schemas.microsoft.com/office/powerpoint/2010/main" val="12053691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3E033E14-5114-4E1B-A5AC-9EF0A45C6DEF}"/>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16724" indent="-275663" eaLnBrk="0" hangingPunct="0">
              <a:defRPr>
                <a:solidFill>
                  <a:schemeClr val="tx1"/>
                </a:solidFill>
                <a:latin typeface="Verdana" panose="020B0604030504040204" pitchFamily="34" charset="0"/>
                <a:ea typeface="宋体" panose="02010600030101010101" pitchFamily="2" charset="-122"/>
              </a:defRPr>
            </a:lvl2pPr>
            <a:lvl3pPr marL="1102652" indent="-220530" eaLnBrk="0" hangingPunct="0">
              <a:defRPr>
                <a:solidFill>
                  <a:schemeClr val="tx1"/>
                </a:solidFill>
                <a:latin typeface="Verdana" panose="020B0604030504040204" pitchFamily="34" charset="0"/>
                <a:ea typeface="宋体" panose="02010600030101010101" pitchFamily="2" charset="-122"/>
              </a:defRPr>
            </a:lvl3pPr>
            <a:lvl4pPr marL="1543713" indent="-220530" eaLnBrk="0" hangingPunct="0">
              <a:defRPr>
                <a:solidFill>
                  <a:schemeClr val="tx1"/>
                </a:solidFill>
                <a:latin typeface="Verdana" panose="020B0604030504040204" pitchFamily="34" charset="0"/>
                <a:ea typeface="宋体" panose="02010600030101010101" pitchFamily="2" charset="-122"/>
              </a:defRPr>
            </a:lvl4pPr>
            <a:lvl5pPr marL="1984774" indent="-220530" eaLnBrk="0" hangingPunct="0">
              <a:defRPr>
                <a:solidFill>
                  <a:schemeClr val="tx1"/>
                </a:solidFill>
                <a:latin typeface="Verdana" panose="020B0604030504040204" pitchFamily="34" charset="0"/>
                <a:ea typeface="宋体" panose="02010600030101010101" pitchFamily="2" charset="-122"/>
              </a:defRPr>
            </a:lvl5pPr>
            <a:lvl6pPr marL="2425835" indent="-220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866895" indent="-220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307956" indent="-220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749017" indent="-220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4FE956D1-58B7-4931-94A3-B8DD723BD98F}" type="slidenum">
              <a:rPr lang="en-US" altLang="zh-CN">
                <a:latin typeface="Times New Roman" panose="02020603050405020304" pitchFamily="18" charset="0"/>
              </a:rPr>
              <a:pPr eaLnBrk="1" hangingPunct="1"/>
              <a:t>8</a:t>
            </a:fld>
            <a:endParaRPr lang="en-US" altLang="zh-CN">
              <a:latin typeface="Times New Roman" panose="02020603050405020304" pitchFamily="18" charset="0"/>
            </a:endParaRPr>
          </a:p>
        </p:txBody>
      </p:sp>
      <p:sp>
        <p:nvSpPr>
          <p:cNvPr id="41987" name="Rectangle 2">
            <a:extLst>
              <a:ext uri="{FF2B5EF4-FFF2-40B4-BE49-F238E27FC236}">
                <a16:creationId xmlns:a16="http://schemas.microsoft.com/office/drawing/2014/main" id="{EFB097C9-88F7-4F05-B201-D5B4B26705CC}"/>
              </a:ext>
            </a:extLst>
          </p:cNvPr>
          <p:cNvSpPr>
            <a:spLocks noGrp="1" noRot="1" noChangeAspect="1" noChangeArrowheads="1" noTextEdit="1"/>
          </p:cNvSpPr>
          <p:nvPr>
            <p:ph type="sldImg"/>
          </p:nvPr>
        </p:nvSpPr>
        <p:spPr>
          <a:ln/>
        </p:spPr>
      </p:sp>
      <p:sp>
        <p:nvSpPr>
          <p:cNvPr id="41988" name="Rectangle 3">
            <a:extLst>
              <a:ext uri="{FF2B5EF4-FFF2-40B4-BE49-F238E27FC236}">
                <a16:creationId xmlns:a16="http://schemas.microsoft.com/office/drawing/2014/main" id="{C6816F87-8DD3-43FD-BDF2-EDA8152D2A6D}"/>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dirty="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F9868752-D0C6-47D9-8374-8FE1902DA8CD}"/>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16724" indent="-275663" eaLnBrk="0" hangingPunct="0">
              <a:defRPr>
                <a:solidFill>
                  <a:schemeClr val="tx1"/>
                </a:solidFill>
                <a:latin typeface="Verdana" panose="020B0604030504040204" pitchFamily="34" charset="0"/>
                <a:ea typeface="宋体" panose="02010600030101010101" pitchFamily="2" charset="-122"/>
              </a:defRPr>
            </a:lvl2pPr>
            <a:lvl3pPr marL="1102652" indent="-220530" eaLnBrk="0" hangingPunct="0">
              <a:defRPr>
                <a:solidFill>
                  <a:schemeClr val="tx1"/>
                </a:solidFill>
                <a:latin typeface="Verdana" panose="020B0604030504040204" pitchFamily="34" charset="0"/>
                <a:ea typeface="宋体" panose="02010600030101010101" pitchFamily="2" charset="-122"/>
              </a:defRPr>
            </a:lvl3pPr>
            <a:lvl4pPr marL="1543713" indent="-220530" eaLnBrk="0" hangingPunct="0">
              <a:defRPr>
                <a:solidFill>
                  <a:schemeClr val="tx1"/>
                </a:solidFill>
                <a:latin typeface="Verdana" panose="020B0604030504040204" pitchFamily="34" charset="0"/>
                <a:ea typeface="宋体" panose="02010600030101010101" pitchFamily="2" charset="-122"/>
              </a:defRPr>
            </a:lvl4pPr>
            <a:lvl5pPr marL="1984774" indent="-220530" eaLnBrk="0" hangingPunct="0">
              <a:defRPr>
                <a:solidFill>
                  <a:schemeClr val="tx1"/>
                </a:solidFill>
                <a:latin typeface="Verdana" panose="020B0604030504040204" pitchFamily="34" charset="0"/>
                <a:ea typeface="宋体" panose="02010600030101010101" pitchFamily="2" charset="-122"/>
              </a:defRPr>
            </a:lvl5pPr>
            <a:lvl6pPr marL="2425835" indent="-220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866895" indent="-220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307956" indent="-220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749017" indent="-220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9174FB11-2AC8-457D-9AAA-1A57034359DC}" type="slidenum">
              <a:rPr lang="en-US" altLang="zh-CN">
                <a:latin typeface="Times New Roman" panose="02020603050405020304" pitchFamily="18" charset="0"/>
              </a:rPr>
              <a:pPr eaLnBrk="1" hangingPunct="1"/>
              <a:t>9</a:t>
            </a:fld>
            <a:endParaRPr lang="en-US" altLang="zh-CN">
              <a:latin typeface="Times New Roman" panose="02020603050405020304" pitchFamily="18" charset="0"/>
            </a:endParaRPr>
          </a:p>
        </p:txBody>
      </p:sp>
      <p:sp>
        <p:nvSpPr>
          <p:cNvPr id="43011" name="Rectangle 2">
            <a:extLst>
              <a:ext uri="{FF2B5EF4-FFF2-40B4-BE49-F238E27FC236}">
                <a16:creationId xmlns:a16="http://schemas.microsoft.com/office/drawing/2014/main" id="{AB55E34E-7903-4BB5-80A4-ED2CB054249D}"/>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9FDA464A-3B5F-4681-BC6D-63E48281D8AB}"/>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dirty="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幻灯片图像占位符 1">
            <a:extLst>
              <a:ext uri="{FF2B5EF4-FFF2-40B4-BE49-F238E27FC236}">
                <a16:creationId xmlns:a16="http://schemas.microsoft.com/office/drawing/2014/main" id="{3D2E7759-3E71-4008-B965-9FD40EF8F183}"/>
              </a:ext>
            </a:extLst>
          </p:cNvPr>
          <p:cNvSpPr>
            <a:spLocks noGrp="1" noRot="1" noChangeAspect="1" noTextEdit="1"/>
          </p:cNvSpPr>
          <p:nvPr>
            <p:ph type="sldImg"/>
          </p:nvPr>
        </p:nvSpPr>
        <p:spPr>
          <a:ln/>
        </p:spPr>
      </p:sp>
      <p:sp>
        <p:nvSpPr>
          <p:cNvPr id="35842" name="备注占位符 2">
            <a:extLst>
              <a:ext uri="{FF2B5EF4-FFF2-40B4-BE49-F238E27FC236}">
                <a16:creationId xmlns:a16="http://schemas.microsoft.com/office/drawing/2014/main" id="{22AC49A0-E754-41B8-B4FE-B21106AE1A5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5843" name="幻灯片编号占位符 3">
            <a:extLst>
              <a:ext uri="{FF2B5EF4-FFF2-40B4-BE49-F238E27FC236}">
                <a16:creationId xmlns:a16="http://schemas.microsoft.com/office/drawing/2014/main" id="{06EF0B49-071F-405D-BF37-3938A06B28D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500">
                <a:solidFill>
                  <a:schemeClr val="tx1"/>
                </a:solidFill>
                <a:latin typeface="Tahoma" panose="020B0604030504040204" pitchFamily="34" charset="0"/>
                <a:ea typeface="黑体" panose="02010609060101010101" pitchFamily="49" charset="-122"/>
              </a:defRPr>
            </a:lvl1pPr>
            <a:lvl2pPr marL="716724" indent="-275663">
              <a:defRPr kumimoji="1" sz="2500">
                <a:solidFill>
                  <a:schemeClr val="tx1"/>
                </a:solidFill>
                <a:latin typeface="Tahoma" panose="020B0604030504040204" pitchFamily="34" charset="0"/>
                <a:ea typeface="黑体" panose="02010609060101010101" pitchFamily="49" charset="-122"/>
              </a:defRPr>
            </a:lvl2pPr>
            <a:lvl3pPr marL="1102652" indent="-220530">
              <a:defRPr kumimoji="1" sz="2500">
                <a:solidFill>
                  <a:schemeClr val="tx1"/>
                </a:solidFill>
                <a:latin typeface="Tahoma" panose="020B0604030504040204" pitchFamily="34" charset="0"/>
                <a:ea typeface="黑体" panose="02010609060101010101" pitchFamily="49" charset="-122"/>
              </a:defRPr>
            </a:lvl3pPr>
            <a:lvl4pPr marL="1543713" indent="-220530">
              <a:defRPr kumimoji="1" sz="2500">
                <a:solidFill>
                  <a:schemeClr val="tx1"/>
                </a:solidFill>
                <a:latin typeface="Tahoma" panose="020B0604030504040204" pitchFamily="34" charset="0"/>
                <a:ea typeface="黑体" panose="02010609060101010101" pitchFamily="49" charset="-122"/>
              </a:defRPr>
            </a:lvl4pPr>
            <a:lvl5pPr marL="1984774" indent="-220530">
              <a:defRPr kumimoji="1" sz="2500">
                <a:solidFill>
                  <a:schemeClr val="tx1"/>
                </a:solidFill>
                <a:latin typeface="Tahoma" panose="020B0604030504040204" pitchFamily="34" charset="0"/>
                <a:ea typeface="黑体" panose="02010609060101010101" pitchFamily="49" charset="-122"/>
              </a:defRPr>
            </a:lvl5pPr>
            <a:lvl6pPr marL="2425835" indent="-220530" eaLnBrk="0" fontAlgn="base" hangingPunct="0">
              <a:spcBef>
                <a:spcPct val="0"/>
              </a:spcBef>
              <a:spcAft>
                <a:spcPct val="0"/>
              </a:spcAft>
              <a:defRPr kumimoji="1" sz="2500">
                <a:solidFill>
                  <a:schemeClr val="tx1"/>
                </a:solidFill>
                <a:latin typeface="Tahoma" panose="020B0604030504040204" pitchFamily="34" charset="0"/>
                <a:ea typeface="黑体" panose="02010609060101010101" pitchFamily="49" charset="-122"/>
              </a:defRPr>
            </a:lvl6pPr>
            <a:lvl7pPr marL="2866895" indent="-220530" eaLnBrk="0" fontAlgn="base" hangingPunct="0">
              <a:spcBef>
                <a:spcPct val="0"/>
              </a:spcBef>
              <a:spcAft>
                <a:spcPct val="0"/>
              </a:spcAft>
              <a:defRPr kumimoji="1" sz="2500">
                <a:solidFill>
                  <a:schemeClr val="tx1"/>
                </a:solidFill>
                <a:latin typeface="Tahoma" panose="020B0604030504040204" pitchFamily="34" charset="0"/>
                <a:ea typeface="黑体" panose="02010609060101010101" pitchFamily="49" charset="-122"/>
              </a:defRPr>
            </a:lvl7pPr>
            <a:lvl8pPr marL="3307956" indent="-220530" eaLnBrk="0" fontAlgn="base" hangingPunct="0">
              <a:spcBef>
                <a:spcPct val="0"/>
              </a:spcBef>
              <a:spcAft>
                <a:spcPct val="0"/>
              </a:spcAft>
              <a:defRPr kumimoji="1" sz="2500">
                <a:solidFill>
                  <a:schemeClr val="tx1"/>
                </a:solidFill>
                <a:latin typeface="Tahoma" panose="020B0604030504040204" pitchFamily="34" charset="0"/>
                <a:ea typeface="黑体" panose="02010609060101010101" pitchFamily="49" charset="-122"/>
              </a:defRPr>
            </a:lvl8pPr>
            <a:lvl9pPr marL="3749017" indent="-220530" eaLnBrk="0" fontAlgn="base" hangingPunct="0">
              <a:spcBef>
                <a:spcPct val="0"/>
              </a:spcBef>
              <a:spcAft>
                <a:spcPct val="0"/>
              </a:spcAft>
              <a:defRPr kumimoji="1" sz="2500">
                <a:solidFill>
                  <a:schemeClr val="tx1"/>
                </a:solidFill>
                <a:latin typeface="Tahoma" panose="020B0604030504040204" pitchFamily="34" charset="0"/>
                <a:ea typeface="黑体" panose="02010609060101010101" pitchFamily="49" charset="-122"/>
              </a:defRPr>
            </a:lvl9pPr>
          </a:lstStyle>
          <a:p>
            <a:fld id="{048983C5-AC9D-442F-BBFB-34B1718455F3}" type="slidenum">
              <a:rPr lang="en-US" altLang="zh-CN" sz="1200">
                <a:latin typeface="Times New Roman" panose="02020603050405020304" pitchFamily="18" charset="0"/>
                <a:ea typeface="宋体" panose="02010600030101010101" pitchFamily="2" charset="-122"/>
              </a:rPr>
              <a:pPr/>
              <a:t>10</a:t>
            </a:fld>
            <a:endParaRPr lang="en-US" altLang="zh-CN" sz="1200">
              <a:latin typeface="Times New Roman" panose="02020603050405020304" pitchFamily="18" charset="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DC9EACA6-5709-418C-952B-D79A4AD3B936}"/>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16724" indent="-275663" eaLnBrk="0" hangingPunct="0">
              <a:defRPr>
                <a:solidFill>
                  <a:schemeClr val="tx1"/>
                </a:solidFill>
                <a:latin typeface="Verdana" panose="020B0604030504040204" pitchFamily="34" charset="0"/>
                <a:ea typeface="宋体" panose="02010600030101010101" pitchFamily="2" charset="-122"/>
              </a:defRPr>
            </a:lvl2pPr>
            <a:lvl3pPr marL="1102652" indent="-220530" eaLnBrk="0" hangingPunct="0">
              <a:defRPr>
                <a:solidFill>
                  <a:schemeClr val="tx1"/>
                </a:solidFill>
                <a:latin typeface="Verdana" panose="020B0604030504040204" pitchFamily="34" charset="0"/>
                <a:ea typeface="宋体" panose="02010600030101010101" pitchFamily="2" charset="-122"/>
              </a:defRPr>
            </a:lvl3pPr>
            <a:lvl4pPr marL="1543713" indent="-220530" eaLnBrk="0" hangingPunct="0">
              <a:defRPr>
                <a:solidFill>
                  <a:schemeClr val="tx1"/>
                </a:solidFill>
                <a:latin typeface="Verdana" panose="020B0604030504040204" pitchFamily="34" charset="0"/>
                <a:ea typeface="宋体" panose="02010600030101010101" pitchFamily="2" charset="-122"/>
              </a:defRPr>
            </a:lvl4pPr>
            <a:lvl5pPr marL="1984774" indent="-220530" eaLnBrk="0" hangingPunct="0">
              <a:defRPr>
                <a:solidFill>
                  <a:schemeClr val="tx1"/>
                </a:solidFill>
                <a:latin typeface="Verdana" panose="020B0604030504040204" pitchFamily="34" charset="0"/>
                <a:ea typeface="宋体" panose="02010600030101010101" pitchFamily="2" charset="-122"/>
              </a:defRPr>
            </a:lvl5pPr>
            <a:lvl6pPr marL="2425835" indent="-220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866895" indent="-220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307956" indent="-220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749017" indent="-220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B2D5AED5-14AD-46F7-B541-EC25A0A496FF}" type="slidenum">
              <a:rPr lang="en-US" altLang="zh-CN">
                <a:latin typeface="Times New Roman" panose="02020603050405020304" pitchFamily="18" charset="0"/>
              </a:rPr>
              <a:pPr eaLnBrk="1" hangingPunct="1"/>
              <a:t>11</a:t>
            </a:fld>
            <a:endParaRPr lang="en-US" altLang="zh-CN">
              <a:latin typeface="Times New Roman" panose="02020603050405020304" pitchFamily="18" charset="0"/>
            </a:endParaRPr>
          </a:p>
        </p:txBody>
      </p:sp>
      <p:sp>
        <p:nvSpPr>
          <p:cNvPr id="44035" name="Rectangle 2">
            <a:extLst>
              <a:ext uri="{FF2B5EF4-FFF2-40B4-BE49-F238E27FC236}">
                <a16:creationId xmlns:a16="http://schemas.microsoft.com/office/drawing/2014/main" id="{D1C6183D-1410-49BB-9F90-81829B956EC5}"/>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F46B8092-0E8B-486A-86BB-20AD2CB288B8}"/>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dirty="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0B0827F1-1E18-4FA7-A505-E4407C966A33}"/>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16724" indent="-275663" eaLnBrk="0" hangingPunct="0">
              <a:defRPr>
                <a:solidFill>
                  <a:schemeClr val="tx1"/>
                </a:solidFill>
                <a:latin typeface="Verdana" panose="020B0604030504040204" pitchFamily="34" charset="0"/>
                <a:ea typeface="宋体" panose="02010600030101010101" pitchFamily="2" charset="-122"/>
              </a:defRPr>
            </a:lvl2pPr>
            <a:lvl3pPr marL="1102652" indent="-220530" eaLnBrk="0" hangingPunct="0">
              <a:defRPr>
                <a:solidFill>
                  <a:schemeClr val="tx1"/>
                </a:solidFill>
                <a:latin typeface="Verdana" panose="020B0604030504040204" pitchFamily="34" charset="0"/>
                <a:ea typeface="宋体" panose="02010600030101010101" pitchFamily="2" charset="-122"/>
              </a:defRPr>
            </a:lvl3pPr>
            <a:lvl4pPr marL="1543713" indent="-220530" eaLnBrk="0" hangingPunct="0">
              <a:defRPr>
                <a:solidFill>
                  <a:schemeClr val="tx1"/>
                </a:solidFill>
                <a:latin typeface="Verdana" panose="020B0604030504040204" pitchFamily="34" charset="0"/>
                <a:ea typeface="宋体" panose="02010600030101010101" pitchFamily="2" charset="-122"/>
              </a:defRPr>
            </a:lvl4pPr>
            <a:lvl5pPr marL="1984774" indent="-220530" eaLnBrk="0" hangingPunct="0">
              <a:defRPr>
                <a:solidFill>
                  <a:schemeClr val="tx1"/>
                </a:solidFill>
                <a:latin typeface="Verdana" panose="020B0604030504040204" pitchFamily="34" charset="0"/>
                <a:ea typeface="宋体" panose="02010600030101010101" pitchFamily="2" charset="-122"/>
              </a:defRPr>
            </a:lvl5pPr>
            <a:lvl6pPr marL="2425835" indent="-220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866895" indent="-220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307956" indent="-220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749017" indent="-220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5DF5EF74-6F5B-45A3-8730-FDBEB744707F}" type="slidenum">
              <a:rPr lang="en-US" altLang="zh-CN">
                <a:latin typeface="Times New Roman" panose="02020603050405020304" pitchFamily="18" charset="0"/>
              </a:rPr>
              <a:pPr eaLnBrk="1" hangingPunct="1"/>
              <a:t>12</a:t>
            </a:fld>
            <a:endParaRPr lang="en-US" altLang="zh-CN">
              <a:latin typeface="Times New Roman" panose="02020603050405020304" pitchFamily="18" charset="0"/>
            </a:endParaRPr>
          </a:p>
        </p:txBody>
      </p:sp>
      <p:sp>
        <p:nvSpPr>
          <p:cNvPr id="45059" name="Rectangle 2">
            <a:extLst>
              <a:ext uri="{FF2B5EF4-FFF2-40B4-BE49-F238E27FC236}">
                <a16:creationId xmlns:a16="http://schemas.microsoft.com/office/drawing/2014/main" id="{605B19F7-E228-485D-BD34-BC047BB31783}"/>
              </a:ext>
            </a:extLst>
          </p:cNvPr>
          <p:cNvSpPr>
            <a:spLocks noGrp="1" noRot="1" noChangeAspect="1" noChangeArrowheads="1" noTextEdit="1"/>
          </p:cNvSpPr>
          <p:nvPr>
            <p:ph type="sldImg"/>
          </p:nvPr>
        </p:nvSpPr>
        <p:spPr>
          <a:ln/>
        </p:spPr>
      </p:sp>
      <p:sp>
        <p:nvSpPr>
          <p:cNvPr id="45060" name="Rectangle 3">
            <a:extLst>
              <a:ext uri="{FF2B5EF4-FFF2-40B4-BE49-F238E27FC236}">
                <a16:creationId xmlns:a16="http://schemas.microsoft.com/office/drawing/2014/main" id="{84A362FC-2CB3-4279-B4C8-0C76CB9F8C30}"/>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dirty="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350263C0-249A-46F0-90E1-3CE03501B910}"/>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defRPr>
                <a:solidFill>
                  <a:schemeClr val="tx1"/>
                </a:solidFill>
                <a:latin typeface="Verdana" panose="020B0604030504040204" pitchFamily="34" charset="0"/>
                <a:ea typeface="宋体" panose="02010600030101010101" pitchFamily="2" charset="-122"/>
              </a:defRPr>
            </a:lvl1pPr>
            <a:lvl2pPr marL="716724" indent="-275663" eaLnBrk="0" hangingPunct="0">
              <a:defRPr>
                <a:solidFill>
                  <a:schemeClr val="tx1"/>
                </a:solidFill>
                <a:latin typeface="Verdana" panose="020B0604030504040204" pitchFamily="34" charset="0"/>
                <a:ea typeface="宋体" panose="02010600030101010101" pitchFamily="2" charset="-122"/>
              </a:defRPr>
            </a:lvl2pPr>
            <a:lvl3pPr marL="1102652" indent="-220530" eaLnBrk="0" hangingPunct="0">
              <a:defRPr>
                <a:solidFill>
                  <a:schemeClr val="tx1"/>
                </a:solidFill>
                <a:latin typeface="Verdana" panose="020B0604030504040204" pitchFamily="34" charset="0"/>
                <a:ea typeface="宋体" panose="02010600030101010101" pitchFamily="2" charset="-122"/>
              </a:defRPr>
            </a:lvl3pPr>
            <a:lvl4pPr marL="1543713" indent="-220530" eaLnBrk="0" hangingPunct="0">
              <a:defRPr>
                <a:solidFill>
                  <a:schemeClr val="tx1"/>
                </a:solidFill>
                <a:latin typeface="Verdana" panose="020B0604030504040204" pitchFamily="34" charset="0"/>
                <a:ea typeface="宋体" panose="02010600030101010101" pitchFamily="2" charset="-122"/>
              </a:defRPr>
            </a:lvl4pPr>
            <a:lvl5pPr marL="1984774" indent="-220530" eaLnBrk="0" hangingPunct="0">
              <a:defRPr>
                <a:solidFill>
                  <a:schemeClr val="tx1"/>
                </a:solidFill>
                <a:latin typeface="Verdana" panose="020B0604030504040204" pitchFamily="34" charset="0"/>
                <a:ea typeface="宋体" panose="02010600030101010101" pitchFamily="2" charset="-122"/>
              </a:defRPr>
            </a:lvl5pPr>
            <a:lvl6pPr marL="2425835" indent="-220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866895" indent="-220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307956" indent="-220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749017" indent="-22053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fld id="{D8CA4288-F73C-482F-8CD1-A205828B5FB4}" type="slidenum">
              <a:rPr lang="en-US" altLang="zh-CN">
                <a:latin typeface="Times New Roman" panose="02020603050405020304" pitchFamily="18" charset="0"/>
              </a:rPr>
              <a:pPr eaLnBrk="1" hangingPunct="1"/>
              <a:t>13</a:t>
            </a:fld>
            <a:endParaRPr lang="en-US" altLang="zh-CN">
              <a:latin typeface="Times New Roman" panose="02020603050405020304" pitchFamily="18" charset="0"/>
            </a:endParaRPr>
          </a:p>
        </p:txBody>
      </p:sp>
      <p:sp>
        <p:nvSpPr>
          <p:cNvPr id="46083" name="Rectangle 2">
            <a:extLst>
              <a:ext uri="{FF2B5EF4-FFF2-40B4-BE49-F238E27FC236}">
                <a16:creationId xmlns:a16="http://schemas.microsoft.com/office/drawing/2014/main" id="{982900F1-D28C-4411-B030-17AD58EB3984}"/>
              </a:ext>
            </a:extLst>
          </p:cNvPr>
          <p:cNvSpPr>
            <a:spLocks noGrp="1" noRot="1" noChangeAspect="1" noChangeArrowheads="1" noTextEdit="1"/>
          </p:cNvSpPr>
          <p:nvPr>
            <p:ph type="sldImg"/>
          </p:nvPr>
        </p:nvSpPr>
        <p:spPr>
          <a:ln/>
        </p:spPr>
      </p:sp>
      <p:sp>
        <p:nvSpPr>
          <p:cNvPr id="46084" name="Rectangle 3">
            <a:extLst>
              <a:ext uri="{FF2B5EF4-FFF2-40B4-BE49-F238E27FC236}">
                <a16:creationId xmlns:a16="http://schemas.microsoft.com/office/drawing/2014/main" id="{6E092574-DF91-4556-B069-A60DB13DF509}"/>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dirty="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900B983-0E40-4C29-87BA-CE566D420E22}" type="slidenum">
              <a:rPr lang="zh-CN" altLang="en-US" smtClean="0"/>
              <a:t>15</a:t>
            </a:fld>
            <a:endParaRPr lang="en-US" altLang="zh-CN"/>
          </a:p>
        </p:txBody>
      </p:sp>
    </p:spTree>
    <p:extLst>
      <p:ext uri="{BB962C8B-B14F-4D97-AF65-F5344CB8AC3E}">
        <p14:creationId xmlns:p14="http://schemas.microsoft.com/office/powerpoint/2010/main" val="35910471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defRPr kumimoji="1" sz="800" b="1">
                <a:solidFill>
                  <a:schemeClr val="tx1"/>
                </a:solidFill>
                <a:latin typeface="宋体" charset="-122"/>
                <a:ea typeface="宋体" charset="-122"/>
              </a:defRPr>
            </a:lvl1pPr>
            <a:lvl2pPr marL="716724" indent="-275663" eaLnBrk="0" hangingPunct="0">
              <a:defRPr kumimoji="1" sz="800" b="1">
                <a:solidFill>
                  <a:schemeClr val="tx1"/>
                </a:solidFill>
                <a:latin typeface="宋体" charset="-122"/>
                <a:ea typeface="宋体" charset="-122"/>
              </a:defRPr>
            </a:lvl2pPr>
            <a:lvl3pPr marL="1102652" indent="-220530" eaLnBrk="0" hangingPunct="0">
              <a:defRPr kumimoji="1" sz="800" b="1">
                <a:solidFill>
                  <a:schemeClr val="tx1"/>
                </a:solidFill>
                <a:latin typeface="宋体" charset="-122"/>
                <a:ea typeface="宋体" charset="-122"/>
              </a:defRPr>
            </a:lvl3pPr>
            <a:lvl4pPr marL="1543713" indent="-220530" eaLnBrk="0" hangingPunct="0">
              <a:defRPr kumimoji="1" sz="800" b="1">
                <a:solidFill>
                  <a:schemeClr val="tx1"/>
                </a:solidFill>
                <a:latin typeface="宋体" charset="-122"/>
                <a:ea typeface="宋体" charset="-122"/>
              </a:defRPr>
            </a:lvl4pPr>
            <a:lvl5pPr marL="1984774" indent="-220530" eaLnBrk="0" hangingPunct="0">
              <a:defRPr kumimoji="1" sz="800" b="1">
                <a:solidFill>
                  <a:schemeClr val="tx1"/>
                </a:solidFill>
                <a:latin typeface="宋体" charset="-122"/>
                <a:ea typeface="宋体" charset="-122"/>
              </a:defRPr>
            </a:lvl5pPr>
            <a:lvl6pPr marL="2425835" indent="-220530" eaLnBrk="0" fontAlgn="base" hangingPunct="0">
              <a:spcBef>
                <a:spcPct val="0"/>
              </a:spcBef>
              <a:spcAft>
                <a:spcPct val="0"/>
              </a:spcAft>
              <a:defRPr kumimoji="1" sz="800" b="1">
                <a:solidFill>
                  <a:schemeClr val="tx1"/>
                </a:solidFill>
                <a:latin typeface="宋体" charset="-122"/>
                <a:ea typeface="宋体" charset="-122"/>
              </a:defRPr>
            </a:lvl6pPr>
            <a:lvl7pPr marL="2866895" indent="-220530" eaLnBrk="0" fontAlgn="base" hangingPunct="0">
              <a:spcBef>
                <a:spcPct val="0"/>
              </a:spcBef>
              <a:spcAft>
                <a:spcPct val="0"/>
              </a:spcAft>
              <a:defRPr kumimoji="1" sz="800" b="1">
                <a:solidFill>
                  <a:schemeClr val="tx1"/>
                </a:solidFill>
                <a:latin typeface="宋体" charset="-122"/>
                <a:ea typeface="宋体" charset="-122"/>
              </a:defRPr>
            </a:lvl7pPr>
            <a:lvl8pPr marL="3307956" indent="-220530" eaLnBrk="0" fontAlgn="base" hangingPunct="0">
              <a:spcBef>
                <a:spcPct val="0"/>
              </a:spcBef>
              <a:spcAft>
                <a:spcPct val="0"/>
              </a:spcAft>
              <a:defRPr kumimoji="1" sz="800" b="1">
                <a:solidFill>
                  <a:schemeClr val="tx1"/>
                </a:solidFill>
                <a:latin typeface="宋体" charset="-122"/>
                <a:ea typeface="宋体" charset="-122"/>
              </a:defRPr>
            </a:lvl8pPr>
            <a:lvl9pPr marL="3749017" indent="-22053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fld id="{086A0ADB-B188-4FD6-8B91-77F68BC4B2AF}" type="slidenum">
              <a:rPr lang="en-US" altLang="zh-CN" sz="1300">
                <a:latin typeface="Times New Roman" pitchFamily="18" charset="0"/>
              </a:rPr>
              <a:pPr eaLnBrk="1" hangingPunct="1"/>
              <a:t>17</a:t>
            </a:fld>
            <a:endParaRPr lang="en-US" altLang="zh-CN" sz="1300">
              <a:latin typeface="Times New Roman" pitchFamily="18" charset="0"/>
            </a:endParaRPr>
          </a:p>
        </p:txBody>
      </p:sp>
      <p:sp>
        <p:nvSpPr>
          <p:cNvPr id="121859" name="Rectangle 2"/>
          <p:cNvSpPr>
            <a:spLocks noGrp="1" noRot="1" noChangeAspect="1" noChangeArrowheads="1" noTextEdit="1"/>
          </p:cNvSpPr>
          <p:nvPr>
            <p:ph type="sldImg"/>
          </p:nvPr>
        </p:nvSpPr>
        <p:spPr>
          <a:ln/>
        </p:spPr>
      </p:sp>
      <p:sp>
        <p:nvSpPr>
          <p:cNvPr id="1218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dirty="0">
              <a:ea typeface="宋体"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defRPr kumimoji="1" sz="800" b="1">
                <a:solidFill>
                  <a:schemeClr val="tx1"/>
                </a:solidFill>
                <a:latin typeface="宋体" charset="-122"/>
                <a:ea typeface="宋体" charset="-122"/>
              </a:defRPr>
            </a:lvl1pPr>
            <a:lvl2pPr marL="716724" indent="-275663" eaLnBrk="0" hangingPunct="0">
              <a:defRPr kumimoji="1" sz="800" b="1">
                <a:solidFill>
                  <a:schemeClr val="tx1"/>
                </a:solidFill>
                <a:latin typeface="宋体" charset="-122"/>
                <a:ea typeface="宋体" charset="-122"/>
              </a:defRPr>
            </a:lvl2pPr>
            <a:lvl3pPr marL="1102652" indent="-220530" eaLnBrk="0" hangingPunct="0">
              <a:defRPr kumimoji="1" sz="800" b="1">
                <a:solidFill>
                  <a:schemeClr val="tx1"/>
                </a:solidFill>
                <a:latin typeface="宋体" charset="-122"/>
                <a:ea typeface="宋体" charset="-122"/>
              </a:defRPr>
            </a:lvl3pPr>
            <a:lvl4pPr marL="1543713" indent="-220530" eaLnBrk="0" hangingPunct="0">
              <a:defRPr kumimoji="1" sz="800" b="1">
                <a:solidFill>
                  <a:schemeClr val="tx1"/>
                </a:solidFill>
                <a:latin typeface="宋体" charset="-122"/>
                <a:ea typeface="宋体" charset="-122"/>
              </a:defRPr>
            </a:lvl4pPr>
            <a:lvl5pPr marL="1984774" indent="-220530" eaLnBrk="0" hangingPunct="0">
              <a:defRPr kumimoji="1" sz="800" b="1">
                <a:solidFill>
                  <a:schemeClr val="tx1"/>
                </a:solidFill>
                <a:latin typeface="宋体" charset="-122"/>
                <a:ea typeface="宋体" charset="-122"/>
              </a:defRPr>
            </a:lvl5pPr>
            <a:lvl6pPr marL="2425835" indent="-220530" eaLnBrk="0" fontAlgn="base" hangingPunct="0">
              <a:spcBef>
                <a:spcPct val="0"/>
              </a:spcBef>
              <a:spcAft>
                <a:spcPct val="0"/>
              </a:spcAft>
              <a:defRPr kumimoji="1" sz="800" b="1">
                <a:solidFill>
                  <a:schemeClr val="tx1"/>
                </a:solidFill>
                <a:latin typeface="宋体" charset="-122"/>
                <a:ea typeface="宋体" charset="-122"/>
              </a:defRPr>
            </a:lvl6pPr>
            <a:lvl7pPr marL="2866895" indent="-220530" eaLnBrk="0" fontAlgn="base" hangingPunct="0">
              <a:spcBef>
                <a:spcPct val="0"/>
              </a:spcBef>
              <a:spcAft>
                <a:spcPct val="0"/>
              </a:spcAft>
              <a:defRPr kumimoji="1" sz="800" b="1">
                <a:solidFill>
                  <a:schemeClr val="tx1"/>
                </a:solidFill>
                <a:latin typeface="宋体" charset="-122"/>
                <a:ea typeface="宋体" charset="-122"/>
              </a:defRPr>
            </a:lvl7pPr>
            <a:lvl8pPr marL="3307956" indent="-220530" eaLnBrk="0" fontAlgn="base" hangingPunct="0">
              <a:spcBef>
                <a:spcPct val="0"/>
              </a:spcBef>
              <a:spcAft>
                <a:spcPct val="0"/>
              </a:spcAft>
              <a:defRPr kumimoji="1" sz="800" b="1">
                <a:solidFill>
                  <a:schemeClr val="tx1"/>
                </a:solidFill>
                <a:latin typeface="宋体" charset="-122"/>
                <a:ea typeface="宋体" charset="-122"/>
              </a:defRPr>
            </a:lvl8pPr>
            <a:lvl9pPr marL="3749017" indent="-22053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fld id="{5F9C0084-C0F0-46FC-BA5A-9C43E4ADB30B}" type="slidenum">
              <a:rPr lang="en-US" altLang="zh-CN" sz="1300">
                <a:latin typeface="Times New Roman" pitchFamily="18" charset="0"/>
              </a:rPr>
              <a:pPr eaLnBrk="1" hangingPunct="1"/>
              <a:t>18</a:t>
            </a:fld>
            <a:endParaRPr lang="en-US" altLang="zh-CN" sz="1300">
              <a:latin typeface="Times New Roman" pitchFamily="18" charset="0"/>
            </a:endParaRPr>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dirty="0">
              <a:ea typeface="宋体"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defRPr kumimoji="1" sz="800" b="1">
                <a:solidFill>
                  <a:schemeClr val="tx1"/>
                </a:solidFill>
                <a:latin typeface="宋体" charset="-122"/>
                <a:ea typeface="宋体" charset="-122"/>
              </a:defRPr>
            </a:lvl1pPr>
            <a:lvl2pPr marL="716724" indent="-275663" eaLnBrk="0" hangingPunct="0">
              <a:defRPr kumimoji="1" sz="800" b="1">
                <a:solidFill>
                  <a:schemeClr val="tx1"/>
                </a:solidFill>
                <a:latin typeface="宋体" charset="-122"/>
                <a:ea typeface="宋体" charset="-122"/>
              </a:defRPr>
            </a:lvl2pPr>
            <a:lvl3pPr marL="1102652" indent="-220530" eaLnBrk="0" hangingPunct="0">
              <a:defRPr kumimoji="1" sz="800" b="1">
                <a:solidFill>
                  <a:schemeClr val="tx1"/>
                </a:solidFill>
                <a:latin typeface="宋体" charset="-122"/>
                <a:ea typeface="宋体" charset="-122"/>
              </a:defRPr>
            </a:lvl3pPr>
            <a:lvl4pPr marL="1543713" indent="-220530" eaLnBrk="0" hangingPunct="0">
              <a:defRPr kumimoji="1" sz="800" b="1">
                <a:solidFill>
                  <a:schemeClr val="tx1"/>
                </a:solidFill>
                <a:latin typeface="宋体" charset="-122"/>
                <a:ea typeface="宋体" charset="-122"/>
              </a:defRPr>
            </a:lvl4pPr>
            <a:lvl5pPr marL="1984774" indent="-220530" eaLnBrk="0" hangingPunct="0">
              <a:defRPr kumimoji="1" sz="800" b="1">
                <a:solidFill>
                  <a:schemeClr val="tx1"/>
                </a:solidFill>
                <a:latin typeface="宋体" charset="-122"/>
                <a:ea typeface="宋体" charset="-122"/>
              </a:defRPr>
            </a:lvl5pPr>
            <a:lvl6pPr marL="2425835" indent="-220530" eaLnBrk="0" fontAlgn="base" hangingPunct="0">
              <a:spcBef>
                <a:spcPct val="0"/>
              </a:spcBef>
              <a:spcAft>
                <a:spcPct val="0"/>
              </a:spcAft>
              <a:defRPr kumimoji="1" sz="800" b="1">
                <a:solidFill>
                  <a:schemeClr val="tx1"/>
                </a:solidFill>
                <a:latin typeface="宋体" charset="-122"/>
                <a:ea typeface="宋体" charset="-122"/>
              </a:defRPr>
            </a:lvl6pPr>
            <a:lvl7pPr marL="2866895" indent="-220530" eaLnBrk="0" fontAlgn="base" hangingPunct="0">
              <a:spcBef>
                <a:spcPct val="0"/>
              </a:spcBef>
              <a:spcAft>
                <a:spcPct val="0"/>
              </a:spcAft>
              <a:defRPr kumimoji="1" sz="800" b="1">
                <a:solidFill>
                  <a:schemeClr val="tx1"/>
                </a:solidFill>
                <a:latin typeface="宋体" charset="-122"/>
                <a:ea typeface="宋体" charset="-122"/>
              </a:defRPr>
            </a:lvl7pPr>
            <a:lvl8pPr marL="3307956" indent="-220530" eaLnBrk="0" fontAlgn="base" hangingPunct="0">
              <a:spcBef>
                <a:spcPct val="0"/>
              </a:spcBef>
              <a:spcAft>
                <a:spcPct val="0"/>
              </a:spcAft>
              <a:defRPr kumimoji="1" sz="800" b="1">
                <a:solidFill>
                  <a:schemeClr val="tx1"/>
                </a:solidFill>
                <a:latin typeface="宋体" charset="-122"/>
                <a:ea typeface="宋体" charset="-122"/>
              </a:defRPr>
            </a:lvl8pPr>
            <a:lvl9pPr marL="3749017" indent="-22053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fld id="{2FF3FEBE-1D6C-4250-B203-1408BF322365}" type="slidenum">
              <a:rPr lang="en-US" altLang="zh-CN" sz="1300">
                <a:latin typeface="Times New Roman" pitchFamily="18" charset="0"/>
              </a:rPr>
              <a:pPr eaLnBrk="1" hangingPunct="1"/>
              <a:t>19</a:t>
            </a:fld>
            <a:endParaRPr lang="en-US" altLang="zh-CN" sz="1300">
              <a:latin typeface="Times New Roman" pitchFamily="18" charset="0"/>
            </a:endParaRPr>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dirty="0">
              <a:ea typeface="宋体"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E900B983-0E40-4C29-87BA-CE566D420E22}" type="slidenum">
              <a:rPr lang="zh-CN" altLang="en-US" smtClean="0"/>
              <a:t>20</a:t>
            </a:fld>
            <a:endParaRPr lang="en-US" altLang="zh-CN"/>
          </a:p>
        </p:txBody>
      </p:sp>
    </p:spTree>
    <p:extLst>
      <p:ext uri="{BB962C8B-B14F-4D97-AF65-F5344CB8AC3E}">
        <p14:creationId xmlns:p14="http://schemas.microsoft.com/office/powerpoint/2010/main" val="8599691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幻灯片图像占位符 1">
            <a:extLst>
              <a:ext uri="{FF2B5EF4-FFF2-40B4-BE49-F238E27FC236}">
                <a16:creationId xmlns:a16="http://schemas.microsoft.com/office/drawing/2014/main" id="{12806D19-270B-4DF3-921A-C77A02701986}"/>
              </a:ext>
            </a:extLst>
          </p:cNvPr>
          <p:cNvSpPr>
            <a:spLocks noGrp="1" noRot="1" noChangeAspect="1" noTextEdit="1"/>
          </p:cNvSpPr>
          <p:nvPr>
            <p:ph type="sldImg"/>
          </p:nvPr>
        </p:nvSpPr>
        <p:spPr>
          <a:ln/>
        </p:spPr>
      </p:sp>
      <p:sp>
        <p:nvSpPr>
          <p:cNvPr id="51202" name="备注占位符 2">
            <a:extLst>
              <a:ext uri="{FF2B5EF4-FFF2-40B4-BE49-F238E27FC236}">
                <a16:creationId xmlns:a16="http://schemas.microsoft.com/office/drawing/2014/main" id="{EAFA5624-DF93-45E0-9934-44ED446ECB4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1203" name="幻灯片编号占位符 3">
            <a:extLst>
              <a:ext uri="{FF2B5EF4-FFF2-40B4-BE49-F238E27FC236}">
                <a16:creationId xmlns:a16="http://schemas.microsoft.com/office/drawing/2014/main" id="{A67AA439-DC81-433C-BDA9-F92FF3314BF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500">
                <a:solidFill>
                  <a:schemeClr val="tx1"/>
                </a:solidFill>
                <a:latin typeface="Tahoma" panose="020B0604030504040204" pitchFamily="34" charset="0"/>
                <a:ea typeface="黑体" panose="02010609060101010101" pitchFamily="49" charset="-122"/>
              </a:defRPr>
            </a:lvl1pPr>
            <a:lvl2pPr marL="716724" indent="-275663">
              <a:defRPr kumimoji="1" sz="2500">
                <a:solidFill>
                  <a:schemeClr val="tx1"/>
                </a:solidFill>
                <a:latin typeface="Tahoma" panose="020B0604030504040204" pitchFamily="34" charset="0"/>
                <a:ea typeface="黑体" panose="02010609060101010101" pitchFamily="49" charset="-122"/>
              </a:defRPr>
            </a:lvl2pPr>
            <a:lvl3pPr marL="1102652" indent="-220530">
              <a:defRPr kumimoji="1" sz="2500">
                <a:solidFill>
                  <a:schemeClr val="tx1"/>
                </a:solidFill>
                <a:latin typeface="Tahoma" panose="020B0604030504040204" pitchFamily="34" charset="0"/>
                <a:ea typeface="黑体" panose="02010609060101010101" pitchFamily="49" charset="-122"/>
              </a:defRPr>
            </a:lvl3pPr>
            <a:lvl4pPr marL="1543713" indent="-220530">
              <a:defRPr kumimoji="1" sz="2500">
                <a:solidFill>
                  <a:schemeClr val="tx1"/>
                </a:solidFill>
                <a:latin typeface="Tahoma" panose="020B0604030504040204" pitchFamily="34" charset="0"/>
                <a:ea typeface="黑体" panose="02010609060101010101" pitchFamily="49" charset="-122"/>
              </a:defRPr>
            </a:lvl4pPr>
            <a:lvl5pPr marL="1984774" indent="-220530">
              <a:defRPr kumimoji="1" sz="2500">
                <a:solidFill>
                  <a:schemeClr val="tx1"/>
                </a:solidFill>
                <a:latin typeface="Tahoma" panose="020B0604030504040204" pitchFamily="34" charset="0"/>
                <a:ea typeface="黑体" panose="02010609060101010101" pitchFamily="49" charset="-122"/>
              </a:defRPr>
            </a:lvl5pPr>
            <a:lvl6pPr marL="2425835" indent="-220530" eaLnBrk="0" fontAlgn="base" hangingPunct="0">
              <a:spcBef>
                <a:spcPct val="0"/>
              </a:spcBef>
              <a:spcAft>
                <a:spcPct val="0"/>
              </a:spcAft>
              <a:defRPr kumimoji="1" sz="2500">
                <a:solidFill>
                  <a:schemeClr val="tx1"/>
                </a:solidFill>
                <a:latin typeface="Tahoma" panose="020B0604030504040204" pitchFamily="34" charset="0"/>
                <a:ea typeface="黑体" panose="02010609060101010101" pitchFamily="49" charset="-122"/>
              </a:defRPr>
            </a:lvl6pPr>
            <a:lvl7pPr marL="2866895" indent="-220530" eaLnBrk="0" fontAlgn="base" hangingPunct="0">
              <a:spcBef>
                <a:spcPct val="0"/>
              </a:spcBef>
              <a:spcAft>
                <a:spcPct val="0"/>
              </a:spcAft>
              <a:defRPr kumimoji="1" sz="2500">
                <a:solidFill>
                  <a:schemeClr val="tx1"/>
                </a:solidFill>
                <a:latin typeface="Tahoma" panose="020B0604030504040204" pitchFamily="34" charset="0"/>
                <a:ea typeface="黑体" panose="02010609060101010101" pitchFamily="49" charset="-122"/>
              </a:defRPr>
            </a:lvl7pPr>
            <a:lvl8pPr marL="3307956" indent="-220530" eaLnBrk="0" fontAlgn="base" hangingPunct="0">
              <a:spcBef>
                <a:spcPct val="0"/>
              </a:spcBef>
              <a:spcAft>
                <a:spcPct val="0"/>
              </a:spcAft>
              <a:defRPr kumimoji="1" sz="2500">
                <a:solidFill>
                  <a:schemeClr val="tx1"/>
                </a:solidFill>
                <a:latin typeface="Tahoma" panose="020B0604030504040204" pitchFamily="34" charset="0"/>
                <a:ea typeface="黑体" panose="02010609060101010101" pitchFamily="49" charset="-122"/>
              </a:defRPr>
            </a:lvl8pPr>
            <a:lvl9pPr marL="3749017" indent="-220530" eaLnBrk="0" fontAlgn="base" hangingPunct="0">
              <a:spcBef>
                <a:spcPct val="0"/>
              </a:spcBef>
              <a:spcAft>
                <a:spcPct val="0"/>
              </a:spcAft>
              <a:defRPr kumimoji="1" sz="2500">
                <a:solidFill>
                  <a:schemeClr val="tx1"/>
                </a:solidFill>
                <a:latin typeface="Tahoma" panose="020B0604030504040204" pitchFamily="34" charset="0"/>
                <a:ea typeface="黑体" panose="02010609060101010101" pitchFamily="49" charset="-122"/>
              </a:defRPr>
            </a:lvl9pPr>
          </a:lstStyle>
          <a:p>
            <a:fld id="{45673A6B-828D-4FCB-829F-F27FCA40B8E4}" type="slidenum">
              <a:rPr lang="en-US" altLang="zh-CN" sz="1200">
                <a:latin typeface="Times New Roman" panose="02020603050405020304" pitchFamily="18" charset="0"/>
                <a:ea typeface="宋体" panose="02010600030101010101" pitchFamily="2" charset="-122"/>
              </a:rPr>
              <a:pPr/>
              <a:t>23</a:t>
            </a:fld>
            <a:endParaRPr lang="en-US" altLang="zh-CN" sz="1200">
              <a:latin typeface="Times New Roman" panose="02020603050405020304" pitchFamily="18" charset="0"/>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900B983-0E40-4C29-87BA-CE566D420E22}" type="slidenum">
              <a:rPr lang="zh-CN" altLang="en-US" smtClean="0"/>
              <a:t>25</a:t>
            </a:fld>
            <a:endParaRPr lang="en-US" altLang="zh-CN"/>
          </a:p>
        </p:txBody>
      </p:sp>
    </p:spTree>
    <p:extLst>
      <p:ext uri="{BB962C8B-B14F-4D97-AF65-F5344CB8AC3E}">
        <p14:creationId xmlns:p14="http://schemas.microsoft.com/office/powerpoint/2010/main" val="2896761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defRPr kumimoji="1" sz="800" b="1">
                <a:solidFill>
                  <a:schemeClr val="tx1"/>
                </a:solidFill>
                <a:latin typeface="宋体" charset="-122"/>
                <a:ea typeface="宋体" charset="-122"/>
              </a:defRPr>
            </a:lvl1pPr>
            <a:lvl2pPr marL="716650" indent="-275634" eaLnBrk="0" hangingPunct="0">
              <a:defRPr kumimoji="1" sz="800" b="1">
                <a:solidFill>
                  <a:schemeClr val="tx1"/>
                </a:solidFill>
                <a:latin typeface="宋体" charset="-122"/>
                <a:ea typeface="宋体" charset="-122"/>
              </a:defRPr>
            </a:lvl2pPr>
            <a:lvl3pPr marL="1102538" indent="-220508" eaLnBrk="0" hangingPunct="0">
              <a:defRPr kumimoji="1" sz="800" b="1">
                <a:solidFill>
                  <a:schemeClr val="tx1"/>
                </a:solidFill>
                <a:latin typeface="宋体" charset="-122"/>
                <a:ea typeface="宋体" charset="-122"/>
              </a:defRPr>
            </a:lvl3pPr>
            <a:lvl4pPr marL="1543553" indent="-220508" eaLnBrk="0" hangingPunct="0">
              <a:defRPr kumimoji="1" sz="800" b="1">
                <a:solidFill>
                  <a:schemeClr val="tx1"/>
                </a:solidFill>
                <a:latin typeface="宋体" charset="-122"/>
                <a:ea typeface="宋体" charset="-122"/>
              </a:defRPr>
            </a:lvl4pPr>
            <a:lvl5pPr marL="1984568" indent="-220508" eaLnBrk="0" hangingPunct="0">
              <a:defRPr kumimoji="1" sz="800" b="1">
                <a:solidFill>
                  <a:schemeClr val="tx1"/>
                </a:solidFill>
                <a:latin typeface="宋体" charset="-122"/>
                <a:ea typeface="宋体" charset="-122"/>
              </a:defRPr>
            </a:lvl5pPr>
            <a:lvl6pPr marL="2425583" indent="-220508" eaLnBrk="0" fontAlgn="base" hangingPunct="0">
              <a:spcBef>
                <a:spcPct val="0"/>
              </a:spcBef>
              <a:spcAft>
                <a:spcPct val="0"/>
              </a:spcAft>
              <a:defRPr kumimoji="1" sz="800" b="1">
                <a:solidFill>
                  <a:schemeClr val="tx1"/>
                </a:solidFill>
                <a:latin typeface="宋体" charset="-122"/>
                <a:ea typeface="宋体" charset="-122"/>
              </a:defRPr>
            </a:lvl6pPr>
            <a:lvl7pPr marL="2866598" indent="-220508" eaLnBrk="0" fontAlgn="base" hangingPunct="0">
              <a:spcBef>
                <a:spcPct val="0"/>
              </a:spcBef>
              <a:spcAft>
                <a:spcPct val="0"/>
              </a:spcAft>
              <a:defRPr kumimoji="1" sz="800" b="1">
                <a:solidFill>
                  <a:schemeClr val="tx1"/>
                </a:solidFill>
                <a:latin typeface="宋体" charset="-122"/>
                <a:ea typeface="宋体" charset="-122"/>
              </a:defRPr>
            </a:lvl7pPr>
            <a:lvl8pPr marL="3307613" indent="-220508" eaLnBrk="0" fontAlgn="base" hangingPunct="0">
              <a:spcBef>
                <a:spcPct val="0"/>
              </a:spcBef>
              <a:spcAft>
                <a:spcPct val="0"/>
              </a:spcAft>
              <a:defRPr kumimoji="1" sz="800" b="1">
                <a:solidFill>
                  <a:schemeClr val="tx1"/>
                </a:solidFill>
                <a:latin typeface="宋体" charset="-122"/>
                <a:ea typeface="宋体" charset="-122"/>
              </a:defRPr>
            </a:lvl8pPr>
            <a:lvl9pPr marL="3748629" indent="-220508"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fld id="{C2A32235-0FC2-48FE-8FE8-F611C7A9B35A}" type="slidenum">
              <a:rPr lang="en-US" altLang="zh-CN" sz="1300">
                <a:latin typeface="Times New Roman" pitchFamily="18" charset="0"/>
              </a:rPr>
              <a:pPr eaLnBrk="1" hangingPunct="1"/>
              <a:t>33</a:t>
            </a:fld>
            <a:endParaRPr lang="en-US" altLang="zh-CN" sz="1300">
              <a:latin typeface="Times New Roman" pitchFamily="18" charset="0"/>
            </a:endParaRPr>
          </a:p>
        </p:txBody>
      </p:sp>
      <p:sp>
        <p:nvSpPr>
          <p:cNvPr id="115715" name="Rectangle 2"/>
          <p:cNvSpPr>
            <a:spLocks noGrp="1" noRot="1" noChangeAspect="1" noChangeArrowheads="1" noTextEdit="1"/>
          </p:cNvSpPr>
          <p:nvPr>
            <p:ph type="sldImg"/>
          </p:nvPr>
        </p:nvSpPr>
        <p:spPr>
          <a:ln/>
        </p:spPr>
      </p:sp>
      <p:sp>
        <p:nvSpPr>
          <p:cNvPr id="1157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dirty="0">
              <a:ea typeface="宋体" charset="-122"/>
            </a:endParaRPr>
          </a:p>
        </p:txBody>
      </p:sp>
    </p:spTree>
    <p:extLst>
      <p:ext uri="{BB962C8B-B14F-4D97-AF65-F5344CB8AC3E}">
        <p14:creationId xmlns:p14="http://schemas.microsoft.com/office/powerpoint/2010/main" val="20463318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900B983-0E40-4C29-87BA-CE566D420E22}" type="slidenum">
              <a:rPr lang="zh-CN" altLang="en-US" smtClean="0"/>
              <a:t>39</a:t>
            </a:fld>
            <a:endParaRPr lang="en-US" altLang="zh-CN"/>
          </a:p>
        </p:txBody>
      </p:sp>
    </p:spTree>
    <p:extLst>
      <p:ext uri="{BB962C8B-B14F-4D97-AF65-F5344CB8AC3E}">
        <p14:creationId xmlns:p14="http://schemas.microsoft.com/office/powerpoint/2010/main" val="16147199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defRPr kumimoji="1" sz="800" b="1">
                <a:solidFill>
                  <a:schemeClr val="tx1"/>
                </a:solidFill>
                <a:latin typeface="宋体" charset="-122"/>
                <a:ea typeface="宋体" charset="-122"/>
              </a:defRPr>
            </a:lvl1pPr>
            <a:lvl2pPr marL="716650" indent="-275634" eaLnBrk="0" hangingPunct="0">
              <a:defRPr kumimoji="1" sz="800" b="1">
                <a:solidFill>
                  <a:schemeClr val="tx1"/>
                </a:solidFill>
                <a:latin typeface="宋体" charset="-122"/>
                <a:ea typeface="宋体" charset="-122"/>
              </a:defRPr>
            </a:lvl2pPr>
            <a:lvl3pPr marL="1102538" indent="-220508" eaLnBrk="0" hangingPunct="0">
              <a:defRPr kumimoji="1" sz="800" b="1">
                <a:solidFill>
                  <a:schemeClr val="tx1"/>
                </a:solidFill>
                <a:latin typeface="宋体" charset="-122"/>
                <a:ea typeface="宋体" charset="-122"/>
              </a:defRPr>
            </a:lvl3pPr>
            <a:lvl4pPr marL="1543553" indent="-220508" eaLnBrk="0" hangingPunct="0">
              <a:defRPr kumimoji="1" sz="800" b="1">
                <a:solidFill>
                  <a:schemeClr val="tx1"/>
                </a:solidFill>
                <a:latin typeface="宋体" charset="-122"/>
                <a:ea typeface="宋体" charset="-122"/>
              </a:defRPr>
            </a:lvl4pPr>
            <a:lvl5pPr marL="1984568" indent="-220508" eaLnBrk="0" hangingPunct="0">
              <a:defRPr kumimoji="1" sz="800" b="1">
                <a:solidFill>
                  <a:schemeClr val="tx1"/>
                </a:solidFill>
                <a:latin typeface="宋体" charset="-122"/>
                <a:ea typeface="宋体" charset="-122"/>
              </a:defRPr>
            </a:lvl5pPr>
            <a:lvl6pPr marL="2425583" indent="-220508" eaLnBrk="0" fontAlgn="base" hangingPunct="0">
              <a:spcBef>
                <a:spcPct val="0"/>
              </a:spcBef>
              <a:spcAft>
                <a:spcPct val="0"/>
              </a:spcAft>
              <a:defRPr kumimoji="1" sz="800" b="1">
                <a:solidFill>
                  <a:schemeClr val="tx1"/>
                </a:solidFill>
                <a:latin typeface="宋体" charset="-122"/>
                <a:ea typeface="宋体" charset="-122"/>
              </a:defRPr>
            </a:lvl6pPr>
            <a:lvl7pPr marL="2866598" indent="-220508" eaLnBrk="0" fontAlgn="base" hangingPunct="0">
              <a:spcBef>
                <a:spcPct val="0"/>
              </a:spcBef>
              <a:spcAft>
                <a:spcPct val="0"/>
              </a:spcAft>
              <a:defRPr kumimoji="1" sz="800" b="1">
                <a:solidFill>
                  <a:schemeClr val="tx1"/>
                </a:solidFill>
                <a:latin typeface="宋体" charset="-122"/>
                <a:ea typeface="宋体" charset="-122"/>
              </a:defRPr>
            </a:lvl7pPr>
            <a:lvl8pPr marL="3307613" indent="-220508" eaLnBrk="0" fontAlgn="base" hangingPunct="0">
              <a:spcBef>
                <a:spcPct val="0"/>
              </a:spcBef>
              <a:spcAft>
                <a:spcPct val="0"/>
              </a:spcAft>
              <a:defRPr kumimoji="1" sz="800" b="1">
                <a:solidFill>
                  <a:schemeClr val="tx1"/>
                </a:solidFill>
                <a:latin typeface="宋体" charset="-122"/>
                <a:ea typeface="宋体" charset="-122"/>
              </a:defRPr>
            </a:lvl8pPr>
            <a:lvl9pPr marL="3748629" indent="-220508"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fld id="{B056111F-E0D0-405E-A714-1A35CC341963}" type="slidenum">
              <a:rPr lang="en-US" altLang="zh-CN" sz="1300">
                <a:latin typeface="Times New Roman" pitchFamily="18" charset="0"/>
              </a:rPr>
              <a:pPr eaLnBrk="1" hangingPunct="1"/>
              <a:t>41</a:t>
            </a:fld>
            <a:endParaRPr lang="en-US" altLang="zh-CN" sz="1300">
              <a:latin typeface="Times New Roman" pitchFamily="18" charset="0"/>
            </a:endParaRPr>
          </a:p>
        </p:txBody>
      </p:sp>
      <p:sp>
        <p:nvSpPr>
          <p:cNvPr id="136195" name="Rectangle 2"/>
          <p:cNvSpPr>
            <a:spLocks noGrp="1" noRot="1" noChangeAspect="1" noChangeArrowheads="1" noTextEdit="1"/>
          </p:cNvSpPr>
          <p:nvPr>
            <p:ph type="sldImg"/>
          </p:nvPr>
        </p:nvSpPr>
        <p:spPr>
          <a:ln/>
        </p:spPr>
      </p:sp>
      <p:sp>
        <p:nvSpPr>
          <p:cNvPr id="1361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dirty="0">
              <a:ea typeface="宋体"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幻灯片图像占位符 1"/>
          <p:cNvSpPr>
            <a:spLocks noGrp="1" noRot="1" noChangeAspect="1" noTextEdit="1"/>
          </p:cNvSpPr>
          <p:nvPr>
            <p:ph type="sldImg"/>
          </p:nvPr>
        </p:nvSpPr>
        <p:spPr>
          <a:ln/>
        </p:spPr>
      </p:sp>
      <p:sp>
        <p:nvSpPr>
          <p:cNvPr id="63490"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63491" name="幻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700">
                <a:solidFill>
                  <a:schemeClr val="tx1"/>
                </a:solidFill>
                <a:latin typeface="Tahoma" pitchFamily="34" charset="0"/>
                <a:ea typeface="黑体" pitchFamily="49" charset="-122"/>
              </a:defRPr>
            </a:lvl1pPr>
            <a:lvl2pPr marL="776274" indent="-298567">
              <a:defRPr kumimoji="1" sz="2700">
                <a:solidFill>
                  <a:schemeClr val="tx1"/>
                </a:solidFill>
                <a:latin typeface="Tahoma" pitchFamily="34" charset="0"/>
                <a:ea typeface="黑体" pitchFamily="49" charset="-122"/>
              </a:defRPr>
            </a:lvl2pPr>
            <a:lvl3pPr marL="1194269" indent="-238854">
              <a:defRPr kumimoji="1" sz="2700">
                <a:solidFill>
                  <a:schemeClr val="tx1"/>
                </a:solidFill>
                <a:latin typeface="Tahoma" pitchFamily="34" charset="0"/>
                <a:ea typeface="黑体" pitchFamily="49" charset="-122"/>
              </a:defRPr>
            </a:lvl3pPr>
            <a:lvl4pPr marL="1671977" indent="-238854">
              <a:defRPr kumimoji="1" sz="2700">
                <a:solidFill>
                  <a:schemeClr val="tx1"/>
                </a:solidFill>
                <a:latin typeface="Tahoma" pitchFamily="34" charset="0"/>
                <a:ea typeface="黑体" pitchFamily="49" charset="-122"/>
              </a:defRPr>
            </a:lvl4pPr>
            <a:lvl5pPr marL="2149684" indent="-238854">
              <a:defRPr kumimoji="1" sz="2700">
                <a:solidFill>
                  <a:schemeClr val="tx1"/>
                </a:solidFill>
                <a:latin typeface="Tahoma" pitchFamily="34" charset="0"/>
                <a:ea typeface="黑体" pitchFamily="49" charset="-122"/>
              </a:defRPr>
            </a:lvl5pPr>
            <a:lvl6pPr marL="2627392" indent="-238854" eaLnBrk="0" fontAlgn="base" hangingPunct="0">
              <a:spcBef>
                <a:spcPct val="0"/>
              </a:spcBef>
              <a:spcAft>
                <a:spcPct val="0"/>
              </a:spcAft>
              <a:defRPr kumimoji="1" sz="2700">
                <a:solidFill>
                  <a:schemeClr val="tx1"/>
                </a:solidFill>
                <a:latin typeface="Tahoma" pitchFamily="34" charset="0"/>
                <a:ea typeface="黑体" pitchFamily="49" charset="-122"/>
              </a:defRPr>
            </a:lvl6pPr>
            <a:lvl7pPr marL="3105099" indent="-238854" eaLnBrk="0" fontAlgn="base" hangingPunct="0">
              <a:spcBef>
                <a:spcPct val="0"/>
              </a:spcBef>
              <a:spcAft>
                <a:spcPct val="0"/>
              </a:spcAft>
              <a:defRPr kumimoji="1" sz="2700">
                <a:solidFill>
                  <a:schemeClr val="tx1"/>
                </a:solidFill>
                <a:latin typeface="Tahoma" pitchFamily="34" charset="0"/>
                <a:ea typeface="黑体" pitchFamily="49" charset="-122"/>
              </a:defRPr>
            </a:lvl7pPr>
            <a:lvl8pPr marL="3582807" indent="-238854" eaLnBrk="0" fontAlgn="base" hangingPunct="0">
              <a:spcBef>
                <a:spcPct val="0"/>
              </a:spcBef>
              <a:spcAft>
                <a:spcPct val="0"/>
              </a:spcAft>
              <a:defRPr kumimoji="1" sz="2700">
                <a:solidFill>
                  <a:schemeClr val="tx1"/>
                </a:solidFill>
                <a:latin typeface="Tahoma" pitchFamily="34" charset="0"/>
                <a:ea typeface="黑体" pitchFamily="49" charset="-122"/>
              </a:defRPr>
            </a:lvl8pPr>
            <a:lvl9pPr marL="4060515" indent="-238854" eaLnBrk="0" fontAlgn="base" hangingPunct="0">
              <a:spcBef>
                <a:spcPct val="0"/>
              </a:spcBef>
              <a:spcAft>
                <a:spcPct val="0"/>
              </a:spcAft>
              <a:defRPr kumimoji="1" sz="2700">
                <a:solidFill>
                  <a:schemeClr val="tx1"/>
                </a:solidFill>
                <a:latin typeface="Tahoma" pitchFamily="34" charset="0"/>
                <a:ea typeface="黑体" pitchFamily="49" charset="-122"/>
              </a:defRPr>
            </a:lvl9pPr>
          </a:lstStyle>
          <a:p>
            <a:fld id="{E75274B0-B442-49E1-BF40-0798A2FE6025}" type="slidenum">
              <a:rPr lang="en-US" altLang="zh-CN" sz="1300">
                <a:latin typeface="Times New Roman" pitchFamily="18" charset="0"/>
                <a:ea typeface="宋体" pitchFamily="2" charset="-122"/>
              </a:rPr>
              <a:pPr/>
              <a:t>42</a:t>
            </a:fld>
            <a:endParaRPr lang="en-US" altLang="zh-CN" sz="1300">
              <a:latin typeface="Times New Roman" pitchFamily="18" charset="0"/>
              <a:ea typeface="宋体"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幻灯片图像占位符 1"/>
          <p:cNvSpPr>
            <a:spLocks noGrp="1" noRot="1" noChangeAspect="1" noTextEdit="1"/>
          </p:cNvSpPr>
          <p:nvPr>
            <p:ph type="sldImg"/>
          </p:nvPr>
        </p:nvSpPr>
        <p:spPr>
          <a:ln/>
        </p:spPr>
      </p:sp>
      <p:sp>
        <p:nvSpPr>
          <p:cNvPr id="63490"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63491" name="幻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700">
                <a:solidFill>
                  <a:schemeClr val="tx1"/>
                </a:solidFill>
                <a:latin typeface="Tahoma" pitchFamily="34" charset="0"/>
                <a:ea typeface="黑体" pitchFamily="49" charset="-122"/>
              </a:defRPr>
            </a:lvl1pPr>
            <a:lvl2pPr marL="776274" indent="-298567">
              <a:defRPr kumimoji="1" sz="2700">
                <a:solidFill>
                  <a:schemeClr val="tx1"/>
                </a:solidFill>
                <a:latin typeface="Tahoma" pitchFamily="34" charset="0"/>
                <a:ea typeface="黑体" pitchFamily="49" charset="-122"/>
              </a:defRPr>
            </a:lvl2pPr>
            <a:lvl3pPr marL="1194269" indent="-238854">
              <a:defRPr kumimoji="1" sz="2700">
                <a:solidFill>
                  <a:schemeClr val="tx1"/>
                </a:solidFill>
                <a:latin typeface="Tahoma" pitchFamily="34" charset="0"/>
                <a:ea typeface="黑体" pitchFamily="49" charset="-122"/>
              </a:defRPr>
            </a:lvl3pPr>
            <a:lvl4pPr marL="1671977" indent="-238854">
              <a:defRPr kumimoji="1" sz="2700">
                <a:solidFill>
                  <a:schemeClr val="tx1"/>
                </a:solidFill>
                <a:latin typeface="Tahoma" pitchFamily="34" charset="0"/>
                <a:ea typeface="黑体" pitchFamily="49" charset="-122"/>
              </a:defRPr>
            </a:lvl4pPr>
            <a:lvl5pPr marL="2149684" indent="-238854">
              <a:defRPr kumimoji="1" sz="2700">
                <a:solidFill>
                  <a:schemeClr val="tx1"/>
                </a:solidFill>
                <a:latin typeface="Tahoma" pitchFamily="34" charset="0"/>
                <a:ea typeface="黑体" pitchFamily="49" charset="-122"/>
              </a:defRPr>
            </a:lvl5pPr>
            <a:lvl6pPr marL="2627392" indent="-238854" eaLnBrk="0" fontAlgn="base" hangingPunct="0">
              <a:spcBef>
                <a:spcPct val="0"/>
              </a:spcBef>
              <a:spcAft>
                <a:spcPct val="0"/>
              </a:spcAft>
              <a:defRPr kumimoji="1" sz="2700">
                <a:solidFill>
                  <a:schemeClr val="tx1"/>
                </a:solidFill>
                <a:latin typeface="Tahoma" pitchFamily="34" charset="0"/>
                <a:ea typeface="黑体" pitchFamily="49" charset="-122"/>
              </a:defRPr>
            </a:lvl6pPr>
            <a:lvl7pPr marL="3105099" indent="-238854" eaLnBrk="0" fontAlgn="base" hangingPunct="0">
              <a:spcBef>
                <a:spcPct val="0"/>
              </a:spcBef>
              <a:spcAft>
                <a:spcPct val="0"/>
              </a:spcAft>
              <a:defRPr kumimoji="1" sz="2700">
                <a:solidFill>
                  <a:schemeClr val="tx1"/>
                </a:solidFill>
                <a:latin typeface="Tahoma" pitchFamily="34" charset="0"/>
                <a:ea typeface="黑体" pitchFamily="49" charset="-122"/>
              </a:defRPr>
            </a:lvl7pPr>
            <a:lvl8pPr marL="3582807" indent="-238854" eaLnBrk="0" fontAlgn="base" hangingPunct="0">
              <a:spcBef>
                <a:spcPct val="0"/>
              </a:spcBef>
              <a:spcAft>
                <a:spcPct val="0"/>
              </a:spcAft>
              <a:defRPr kumimoji="1" sz="2700">
                <a:solidFill>
                  <a:schemeClr val="tx1"/>
                </a:solidFill>
                <a:latin typeface="Tahoma" pitchFamily="34" charset="0"/>
                <a:ea typeface="黑体" pitchFamily="49" charset="-122"/>
              </a:defRPr>
            </a:lvl8pPr>
            <a:lvl9pPr marL="4060515" indent="-238854" eaLnBrk="0" fontAlgn="base" hangingPunct="0">
              <a:spcBef>
                <a:spcPct val="0"/>
              </a:spcBef>
              <a:spcAft>
                <a:spcPct val="0"/>
              </a:spcAft>
              <a:defRPr kumimoji="1" sz="2700">
                <a:solidFill>
                  <a:schemeClr val="tx1"/>
                </a:solidFill>
                <a:latin typeface="Tahoma" pitchFamily="34" charset="0"/>
                <a:ea typeface="黑体" pitchFamily="49" charset="-122"/>
              </a:defRPr>
            </a:lvl9pPr>
          </a:lstStyle>
          <a:p>
            <a:fld id="{E75274B0-B442-49E1-BF40-0798A2FE6025}" type="slidenum">
              <a:rPr lang="en-US" altLang="zh-CN" sz="1300">
                <a:latin typeface="Times New Roman" pitchFamily="18" charset="0"/>
                <a:ea typeface="宋体" pitchFamily="2" charset="-122"/>
              </a:rPr>
              <a:pPr/>
              <a:t>43</a:t>
            </a:fld>
            <a:endParaRPr lang="en-US" altLang="zh-CN" sz="1300">
              <a:latin typeface="Times New Roman" pitchFamily="18" charset="0"/>
              <a:ea typeface="宋体" pitchFamily="2" charset="-122"/>
            </a:endParaRPr>
          </a:p>
        </p:txBody>
      </p:sp>
    </p:spTree>
    <p:extLst>
      <p:ext uri="{BB962C8B-B14F-4D97-AF65-F5344CB8AC3E}">
        <p14:creationId xmlns:p14="http://schemas.microsoft.com/office/powerpoint/2010/main" val="42356343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defRPr kumimoji="1" sz="800" b="1">
                <a:solidFill>
                  <a:schemeClr val="tx1"/>
                </a:solidFill>
                <a:latin typeface="宋体" charset="-122"/>
                <a:ea typeface="宋体" charset="-122"/>
              </a:defRPr>
            </a:lvl1pPr>
            <a:lvl2pPr marL="716650" indent="-275634" eaLnBrk="0" hangingPunct="0">
              <a:defRPr kumimoji="1" sz="800" b="1">
                <a:solidFill>
                  <a:schemeClr val="tx1"/>
                </a:solidFill>
                <a:latin typeface="宋体" charset="-122"/>
                <a:ea typeface="宋体" charset="-122"/>
              </a:defRPr>
            </a:lvl2pPr>
            <a:lvl3pPr marL="1102538" indent="-220508" eaLnBrk="0" hangingPunct="0">
              <a:defRPr kumimoji="1" sz="800" b="1">
                <a:solidFill>
                  <a:schemeClr val="tx1"/>
                </a:solidFill>
                <a:latin typeface="宋体" charset="-122"/>
                <a:ea typeface="宋体" charset="-122"/>
              </a:defRPr>
            </a:lvl3pPr>
            <a:lvl4pPr marL="1543553" indent="-220508" eaLnBrk="0" hangingPunct="0">
              <a:defRPr kumimoji="1" sz="800" b="1">
                <a:solidFill>
                  <a:schemeClr val="tx1"/>
                </a:solidFill>
                <a:latin typeface="宋体" charset="-122"/>
                <a:ea typeface="宋体" charset="-122"/>
              </a:defRPr>
            </a:lvl4pPr>
            <a:lvl5pPr marL="1984568" indent="-220508" eaLnBrk="0" hangingPunct="0">
              <a:defRPr kumimoji="1" sz="800" b="1">
                <a:solidFill>
                  <a:schemeClr val="tx1"/>
                </a:solidFill>
                <a:latin typeface="宋体" charset="-122"/>
                <a:ea typeface="宋体" charset="-122"/>
              </a:defRPr>
            </a:lvl5pPr>
            <a:lvl6pPr marL="2425583" indent="-220508" eaLnBrk="0" fontAlgn="base" hangingPunct="0">
              <a:spcBef>
                <a:spcPct val="0"/>
              </a:spcBef>
              <a:spcAft>
                <a:spcPct val="0"/>
              </a:spcAft>
              <a:defRPr kumimoji="1" sz="800" b="1">
                <a:solidFill>
                  <a:schemeClr val="tx1"/>
                </a:solidFill>
                <a:latin typeface="宋体" charset="-122"/>
                <a:ea typeface="宋体" charset="-122"/>
              </a:defRPr>
            </a:lvl6pPr>
            <a:lvl7pPr marL="2866598" indent="-220508" eaLnBrk="0" fontAlgn="base" hangingPunct="0">
              <a:spcBef>
                <a:spcPct val="0"/>
              </a:spcBef>
              <a:spcAft>
                <a:spcPct val="0"/>
              </a:spcAft>
              <a:defRPr kumimoji="1" sz="800" b="1">
                <a:solidFill>
                  <a:schemeClr val="tx1"/>
                </a:solidFill>
                <a:latin typeface="宋体" charset="-122"/>
                <a:ea typeface="宋体" charset="-122"/>
              </a:defRPr>
            </a:lvl7pPr>
            <a:lvl8pPr marL="3307613" indent="-220508" eaLnBrk="0" fontAlgn="base" hangingPunct="0">
              <a:spcBef>
                <a:spcPct val="0"/>
              </a:spcBef>
              <a:spcAft>
                <a:spcPct val="0"/>
              </a:spcAft>
              <a:defRPr kumimoji="1" sz="800" b="1">
                <a:solidFill>
                  <a:schemeClr val="tx1"/>
                </a:solidFill>
                <a:latin typeface="宋体" charset="-122"/>
                <a:ea typeface="宋体" charset="-122"/>
              </a:defRPr>
            </a:lvl8pPr>
            <a:lvl9pPr marL="3748629" indent="-220508"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fld id="{1502CD59-6F6A-46F7-8CCC-B90399BA28BE}" type="slidenum">
              <a:rPr lang="en-US" altLang="zh-CN" sz="1300">
                <a:latin typeface="Times New Roman" pitchFamily="18" charset="0"/>
              </a:rPr>
              <a:pPr eaLnBrk="1" hangingPunct="1"/>
              <a:t>45</a:t>
            </a:fld>
            <a:endParaRPr lang="en-US" altLang="zh-CN" sz="1300">
              <a:latin typeface="Times New Roman" pitchFamily="18" charset="0"/>
            </a:endParaRPr>
          </a:p>
        </p:txBody>
      </p:sp>
      <p:sp>
        <p:nvSpPr>
          <p:cNvPr id="137219" name="Rectangle 2"/>
          <p:cNvSpPr>
            <a:spLocks noGrp="1" noRot="1" noChangeAspect="1" noChangeArrowheads="1" noTextEdit="1"/>
          </p:cNvSpPr>
          <p:nvPr>
            <p:ph type="sldImg"/>
          </p:nvPr>
        </p:nvSpPr>
        <p:spPr>
          <a:ln/>
        </p:spPr>
      </p:sp>
      <p:sp>
        <p:nvSpPr>
          <p:cNvPr id="1372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dirty="0">
              <a:ea typeface="宋体"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defRPr kumimoji="1" sz="800" b="1">
                <a:solidFill>
                  <a:schemeClr val="tx1"/>
                </a:solidFill>
                <a:latin typeface="宋体" charset="-122"/>
                <a:ea typeface="宋体" charset="-122"/>
              </a:defRPr>
            </a:lvl1pPr>
            <a:lvl2pPr marL="716650" indent="-275634" eaLnBrk="0" hangingPunct="0">
              <a:defRPr kumimoji="1" sz="800" b="1">
                <a:solidFill>
                  <a:schemeClr val="tx1"/>
                </a:solidFill>
                <a:latin typeface="宋体" charset="-122"/>
                <a:ea typeface="宋体" charset="-122"/>
              </a:defRPr>
            </a:lvl2pPr>
            <a:lvl3pPr marL="1102538" indent="-220508" eaLnBrk="0" hangingPunct="0">
              <a:defRPr kumimoji="1" sz="800" b="1">
                <a:solidFill>
                  <a:schemeClr val="tx1"/>
                </a:solidFill>
                <a:latin typeface="宋体" charset="-122"/>
                <a:ea typeface="宋体" charset="-122"/>
              </a:defRPr>
            </a:lvl3pPr>
            <a:lvl4pPr marL="1543553" indent="-220508" eaLnBrk="0" hangingPunct="0">
              <a:defRPr kumimoji="1" sz="800" b="1">
                <a:solidFill>
                  <a:schemeClr val="tx1"/>
                </a:solidFill>
                <a:latin typeface="宋体" charset="-122"/>
                <a:ea typeface="宋体" charset="-122"/>
              </a:defRPr>
            </a:lvl4pPr>
            <a:lvl5pPr marL="1984568" indent="-220508" eaLnBrk="0" hangingPunct="0">
              <a:defRPr kumimoji="1" sz="800" b="1">
                <a:solidFill>
                  <a:schemeClr val="tx1"/>
                </a:solidFill>
                <a:latin typeface="宋体" charset="-122"/>
                <a:ea typeface="宋体" charset="-122"/>
              </a:defRPr>
            </a:lvl5pPr>
            <a:lvl6pPr marL="2425583" indent="-220508" eaLnBrk="0" fontAlgn="base" hangingPunct="0">
              <a:spcBef>
                <a:spcPct val="0"/>
              </a:spcBef>
              <a:spcAft>
                <a:spcPct val="0"/>
              </a:spcAft>
              <a:defRPr kumimoji="1" sz="800" b="1">
                <a:solidFill>
                  <a:schemeClr val="tx1"/>
                </a:solidFill>
                <a:latin typeface="宋体" charset="-122"/>
                <a:ea typeface="宋体" charset="-122"/>
              </a:defRPr>
            </a:lvl6pPr>
            <a:lvl7pPr marL="2866598" indent="-220508" eaLnBrk="0" fontAlgn="base" hangingPunct="0">
              <a:spcBef>
                <a:spcPct val="0"/>
              </a:spcBef>
              <a:spcAft>
                <a:spcPct val="0"/>
              </a:spcAft>
              <a:defRPr kumimoji="1" sz="800" b="1">
                <a:solidFill>
                  <a:schemeClr val="tx1"/>
                </a:solidFill>
                <a:latin typeface="宋体" charset="-122"/>
                <a:ea typeface="宋体" charset="-122"/>
              </a:defRPr>
            </a:lvl7pPr>
            <a:lvl8pPr marL="3307613" indent="-220508" eaLnBrk="0" fontAlgn="base" hangingPunct="0">
              <a:spcBef>
                <a:spcPct val="0"/>
              </a:spcBef>
              <a:spcAft>
                <a:spcPct val="0"/>
              </a:spcAft>
              <a:defRPr kumimoji="1" sz="800" b="1">
                <a:solidFill>
                  <a:schemeClr val="tx1"/>
                </a:solidFill>
                <a:latin typeface="宋体" charset="-122"/>
                <a:ea typeface="宋体" charset="-122"/>
              </a:defRPr>
            </a:lvl8pPr>
            <a:lvl9pPr marL="3748629" indent="-220508"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fld id="{B6C70470-6B9E-416B-99DA-A3B927366CF2}" type="slidenum">
              <a:rPr lang="en-US" altLang="zh-CN" sz="1300">
                <a:latin typeface="Times New Roman" pitchFamily="18" charset="0"/>
              </a:rPr>
              <a:pPr eaLnBrk="1" hangingPunct="1"/>
              <a:t>47</a:t>
            </a:fld>
            <a:endParaRPr lang="en-US" altLang="zh-CN" sz="1300">
              <a:latin typeface="Times New Roman" pitchFamily="18" charset="0"/>
            </a:endParaRPr>
          </a:p>
        </p:txBody>
      </p:sp>
      <p:sp>
        <p:nvSpPr>
          <p:cNvPr id="138243" name="Rectangle 2"/>
          <p:cNvSpPr>
            <a:spLocks noGrp="1" noRot="1" noChangeAspect="1" noChangeArrowheads="1" noTextEdit="1"/>
          </p:cNvSpPr>
          <p:nvPr>
            <p:ph type="sldImg"/>
          </p:nvPr>
        </p:nvSpPr>
        <p:spPr>
          <a:ln/>
        </p:spPr>
      </p:sp>
      <p:sp>
        <p:nvSpPr>
          <p:cNvPr id="1382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dirty="0">
              <a:ea typeface="宋体"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defRPr kumimoji="1" sz="800" b="1">
                <a:solidFill>
                  <a:schemeClr val="tx1"/>
                </a:solidFill>
                <a:latin typeface="宋体" charset="-122"/>
                <a:ea typeface="宋体" charset="-122"/>
              </a:defRPr>
            </a:lvl1pPr>
            <a:lvl2pPr marL="716650" indent="-275634" eaLnBrk="0" hangingPunct="0">
              <a:defRPr kumimoji="1" sz="800" b="1">
                <a:solidFill>
                  <a:schemeClr val="tx1"/>
                </a:solidFill>
                <a:latin typeface="宋体" charset="-122"/>
                <a:ea typeface="宋体" charset="-122"/>
              </a:defRPr>
            </a:lvl2pPr>
            <a:lvl3pPr marL="1102538" indent="-220508" eaLnBrk="0" hangingPunct="0">
              <a:defRPr kumimoji="1" sz="800" b="1">
                <a:solidFill>
                  <a:schemeClr val="tx1"/>
                </a:solidFill>
                <a:latin typeface="宋体" charset="-122"/>
                <a:ea typeface="宋体" charset="-122"/>
              </a:defRPr>
            </a:lvl3pPr>
            <a:lvl4pPr marL="1543553" indent="-220508" eaLnBrk="0" hangingPunct="0">
              <a:defRPr kumimoji="1" sz="800" b="1">
                <a:solidFill>
                  <a:schemeClr val="tx1"/>
                </a:solidFill>
                <a:latin typeface="宋体" charset="-122"/>
                <a:ea typeface="宋体" charset="-122"/>
              </a:defRPr>
            </a:lvl4pPr>
            <a:lvl5pPr marL="1984568" indent="-220508" eaLnBrk="0" hangingPunct="0">
              <a:defRPr kumimoji="1" sz="800" b="1">
                <a:solidFill>
                  <a:schemeClr val="tx1"/>
                </a:solidFill>
                <a:latin typeface="宋体" charset="-122"/>
                <a:ea typeface="宋体" charset="-122"/>
              </a:defRPr>
            </a:lvl5pPr>
            <a:lvl6pPr marL="2425583" indent="-220508" eaLnBrk="0" fontAlgn="base" hangingPunct="0">
              <a:spcBef>
                <a:spcPct val="0"/>
              </a:spcBef>
              <a:spcAft>
                <a:spcPct val="0"/>
              </a:spcAft>
              <a:defRPr kumimoji="1" sz="800" b="1">
                <a:solidFill>
                  <a:schemeClr val="tx1"/>
                </a:solidFill>
                <a:latin typeface="宋体" charset="-122"/>
                <a:ea typeface="宋体" charset="-122"/>
              </a:defRPr>
            </a:lvl6pPr>
            <a:lvl7pPr marL="2866598" indent="-220508" eaLnBrk="0" fontAlgn="base" hangingPunct="0">
              <a:spcBef>
                <a:spcPct val="0"/>
              </a:spcBef>
              <a:spcAft>
                <a:spcPct val="0"/>
              </a:spcAft>
              <a:defRPr kumimoji="1" sz="800" b="1">
                <a:solidFill>
                  <a:schemeClr val="tx1"/>
                </a:solidFill>
                <a:latin typeface="宋体" charset="-122"/>
                <a:ea typeface="宋体" charset="-122"/>
              </a:defRPr>
            </a:lvl7pPr>
            <a:lvl8pPr marL="3307613" indent="-220508" eaLnBrk="0" fontAlgn="base" hangingPunct="0">
              <a:spcBef>
                <a:spcPct val="0"/>
              </a:spcBef>
              <a:spcAft>
                <a:spcPct val="0"/>
              </a:spcAft>
              <a:defRPr kumimoji="1" sz="800" b="1">
                <a:solidFill>
                  <a:schemeClr val="tx1"/>
                </a:solidFill>
                <a:latin typeface="宋体" charset="-122"/>
                <a:ea typeface="宋体" charset="-122"/>
              </a:defRPr>
            </a:lvl8pPr>
            <a:lvl9pPr marL="3748629" indent="-220508"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fld id="{12B64B1C-99C6-4C75-85A1-4ADDF1D1CFCB}" type="slidenum">
              <a:rPr lang="en-US" altLang="zh-CN" sz="1300">
                <a:latin typeface="Times New Roman" pitchFamily="18" charset="0"/>
              </a:rPr>
              <a:pPr eaLnBrk="1" hangingPunct="1"/>
              <a:t>49</a:t>
            </a:fld>
            <a:endParaRPr lang="en-US" altLang="zh-CN" sz="1300">
              <a:latin typeface="Times New Roman" pitchFamily="18" charset="0"/>
            </a:endParaRPr>
          </a:p>
        </p:txBody>
      </p:sp>
      <p:sp>
        <p:nvSpPr>
          <p:cNvPr id="139267" name="Rectangle 2"/>
          <p:cNvSpPr>
            <a:spLocks noGrp="1" noRot="1" noChangeAspect="1" noChangeArrowheads="1" noTextEdit="1"/>
          </p:cNvSpPr>
          <p:nvPr>
            <p:ph type="sldImg"/>
          </p:nvPr>
        </p:nvSpPr>
        <p:spPr>
          <a:ln/>
        </p:spPr>
      </p:sp>
      <p:sp>
        <p:nvSpPr>
          <p:cNvPr id="1392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dirty="0">
              <a:ea typeface="宋体"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defRPr kumimoji="1" sz="800" b="1">
                <a:solidFill>
                  <a:schemeClr val="tx1"/>
                </a:solidFill>
                <a:latin typeface="宋体" charset="-122"/>
                <a:ea typeface="宋体" charset="-122"/>
              </a:defRPr>
            </a:lvl1pPr>
            <a:lvl2pPr marL="716650" indent="-275634" eaLnBrk="0" hangingPunct="0">
              <a:defRPr kumimoji="1" sz="800" b="1">
                <a:solidFill>
                  <a:schemeClr val="tx1"/>
                </a:solidFill>
                <a:latin typeface="宋体" charset="-122"/>
                <a:ea typeface="宋体" charset="-122"/>
              </a:defRPr>
            </a:lvl2pPr>
            <a:lvl3pPr marL="1102538" indent="-220508" eaLnBrk="0" hangingPunct="0">
              <a:defRPr kumimoji="1" sz="800" b="1">
                <a:solidFill>
                  <a:schemeClr val="tx1"/>
                </a:solidFill>
                <a:latin typeface="宋体" charset="-122"/>
                <a:ea typeface="宋体" charset="-122"/>
              </a:defRPr>
            </a:lvl3pPr>
            <a:lvl4pPr marL="1543553" indent="-220508" eaLnBrk="0" hangingPunct="0">
              <a:defRPr kumimoji="1" sz="800" b="1">
                <a:solidFill>
                  <a:schemeClr val="tx1"/>
                </a:solidFill>
                <a:latin typeface="宋体" charset="-122"/>
                <a:ea typeface="宋体" charset="-122"/>
              </a:defRPr>
            </a:lvl4pPr>
            <a:lvl5pPr marL="1984568" indent="-220508" eaLnBrk="0" hangingPunct="0">
              <a:defRPr kumimoji="1" sz="800" b="1">
                <a:solidFill>
                  <a:schemeClr val="tx1"/>
                </a:solidFill>
                <a:latin typeface="宋体" charset="-122"/>
                <a:ea typeface="宋体" charset="-122"/>
              </a:defRPr>
            </a:lvl5pPr>
            <a:lvl6pPr marL="2425583" indent="-220508" eaLnBrk="0" fontAlgn="base" hangingPunct="0">
              <a:spcBef>
                <a:spcPct val="0"/>
              </a:spcBef>
              <a:spcAft>
                <a:spcPct val="0"/>
              </a:spcAft>
              <a:defRPr kumimoji="1" sz="800" b="1">
                <a:solidFill>
                  <a:schemeClr val="tx1"/>
                </a:solidFill>
                <a:latin typeface="宋体" charset="-122"/>
                <a:ea typeface="宋体" charset="-122"/>
              </a:defRPr>
            </a:lvl6pPr>
            <a:lvl7pPr marL="2866598" indent="-220508" eaLnBrk="0" fontAlgn="base" hangingPunct="0">
              <a:spcBef>
                <a:spcPct val="0"/>
              </a:spcBef>
              <a:spcAft>
                <a:spcPct val="0"/>
              </a:spcAft>
              <a:defRPr kumimoji="1" sz="800" b="1">
                <a:solidFill>
                  <a:schemeClr val="tx1"/>
                </a:solidFill>
                <a:latin typeface="宋体" charset="-122"/>
                <a:ea typeface="宋体" charset="-122"/>
              </a:defRPr>
            </a:lvl7pPr>
            <a:lvl8pPr marL="3307613" indent="-220508" eaLnBrk="0" fontAlgn="base" hangingPunct="0">
              <a:spcBef>
                <a:spcPct val="0"/>
              </a:spcBef>
              <a:spcAft>
                <a:spcPct val="0"/>
              </a:spcAft>
              <a:defRPr kumimoji="1" sz="800" b="1">
                <a:solidFill>
                  <a:schemeClr val="tx1"/>
                </a:solidFill>
                <a:latin typeface="宋体" charset="-122"/>
                <a:ea typeface="宋体" charset="-122"/>
              </a:defRPr>
            </a:lvl8pPr>
            <a:lvl9pPr marL="3748629" indent="-220508"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fld id="{7526F8CD-D9BD-47E9-8072-1A1E6286B9D6}" type="slidenum">
              <a:rPr lang="en-US" altLang="zh-CN" sz="1300">
                <a:latin typeface="Times New Roman" pitchFamily="18" charset="0"/>
              </a:rPr>
              <a:pPr eaLnBrk="1" hangingPunct="1"/>
              <a:t>50</a:t>
            </a:fld>
            <a:endParaRPr lang="en-US" altLang="zh-CN" sz="1300">
              <a:latin typeface="Times New Roman" pitchFamily="18" charset="0"/>
            </a:endParaRPr>
          </a:p>
        </p:txBody>
      </p:sp>
      <p:sp>
        <p:nvSpPr>
          <p:cNvPr id="140291" name="Rectangle 2"/>
          <p:cNvSpPr>
            <a:spLocks noGrp="1" noRot="1" noChangeAspect="1" noChangeArrowheads="1" noTextEdit="1"/>
          </p:cNvSpPr>
          <p:nvPr>
            <p:ph type="sldImg"/>
          </p:nvPr>
        </p:nvSpPr>
        <p:spPr>
          <a:ln/>
        </p:spPr>
      </p:sp>
      <p:sp>
        <p:nvSpPr>
          <p:cNvPr id="1402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dirty="0">
              <a:ea typeface="宋体"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defRPr kumimoji="1" sz="800" b="1">
                <a:solidFill>
                  <a:schemeClr val="tx1"/>
                </a:solidFill>
                <a:latin typeface="宋体" charset="-122"/>
                <a:ea typeface="宋体" charset="-122"/>
              </a:defRPr>
            </a:lvl1pPr>
            <a:lvl2pPr marL="716650" indent="-275634" eaLnBrk="0" hangingPunct="0">
              <a:defRPr kumimoji="1" sz="800" b="1">
                <a:solidFill>
                  <a:schemeClr val="tx1"/>
                </a:solidFill>
                <a:latin typeface="宋体" charset="-122"/>
                <a:ea typeface="宋体" charset="-122"/>
              </a:defRPr>
            </a:lvl2pPr>
            <a:lvl3pPr marL="1102538" indent="-220508" eaLnBrk="0" hangingPunct="0">
              <a:defRPr kumimoji="1" sz="800" b="1">
                <a:solidFill>
                  <a:schemeClr val="tx1"/>
                </a:solidFill>
                <a:latin typeface="宋体" charset="-122"/>
                <a:ea typeface="宋体" charset="-122"/>
              </a:defRPr>
            </a:lvl3pPr>
            <a:lvl4pPr marL="1543553" indent="-220508" eaLnBrk="0" hangingPunct="0">
              <a:defRPr kumimoji="1" sz="800" b="1">
                <a:solidFill>
                  <a:schemeClr val="tx1"/>
                </a:solidFill>
                <a:latin typeface="宋体" charset="-122"/>
                <a:ea typeface="宋体" charset="-122"/>
              </a:defRPr>
            </a:lvl4pPr>
            <a:lvl5pPr marL="1984568" indent="-220508" eaLnBrk="0" hangingPunct="0">
              <a:defRPr kumimoji="1" sz="800" b="1">
                <a:solidFill>
                  <a:schemeClr val="tx1"/>
                </a:solidFill>
                <a:latin typeface="宋体" charset="-122"/>
                <a:ea typeface="宋体" charset="-122"/>
              </a:defRPr>
            </a:lvl5pPr>
            <a:lvl6pPr marL="2425583" indent="-220508" eaLnBrk="0" fontAlgn="base" hangingPunct="0">
              <a:spcBef>
                <a:spcPct val="0"/>
              </a:spcBef>
              <a:spcAft>
                <a:spcPct val="0"/>
              </a:spcAft>
              <a:defRPr kumimoji="1" sz="800" b="1">
                <a:solidFill>
                  <a:schemeClr val="tx1"/>
                </a:solidFill>
                <a:latin typeface="宋体" charset="-122"/>
                <a:ea typeface="宋体" charset="-122"/>
              </a:defRPr>
            </a:lvl6pPr>
            <a:lvl7pPr marL="2866598" indent="-220508" eaLnBrk="0" fontAlgn="base" hangingPunct="0">
              <a:spcBef>
                <a:spcPct val="0"/>
              </a:spcBef>
              <a:spcAft>
                <a:spcPct val="0"/>
              </a:spcAft>
              <a:defRPr kumimoji="1" sz="800" b="1">
                <a:solidFill>
                  <a:schemeClr val="tx1"/>
                </a:solidFill>
                <a:latin typeface="宋体" charset="-122"/>
                <a:ea typeface="宋体" charset="-122"/>
              </a:defRPr>
            </a:lvl7pPr>
            <a:lvl8pPr marL="3307613" indent="-220508" eaLnBrk="0" fontAlgn="base" hangingPunct="0">
              <a:spcBef>
                <a:spcPct val="0"/>
              </a:spcBef>
              <a:spcAft>
                <a:spcPct val="0"/>
              </a:spcAft>
              <a:defRPr kumimoji="1" sz="800" b="1">
                <a:solidFill>
                  <a:schemeClr val="tx1"/>
                </a:solidFill>
                <a:latin typeface="宋体" charset="-122"/>
                <a:ea typeface="宋体" charset="-122"/>
              </a:defRPr>
            </a:lvl8pPr>
            <a:lvl9pPr marL="3748629" indent="-220508"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fld id="{1502CD59-6F6A-46F7-8CCC-B90399BA28BE}" type="slidenum">
              <a:rPr lang="en-US" altLang="zh-CN" sz="1300">
                <a:latin typeface="Times New Roman" pitchFamily="18" charset="0"/>
              </a:rPr>
              <a:pPr eaLnBrk="1" hangingPunct="1"/>
              <a:t>53</a:t>
            </a:fld>
            <a:endParaRPr lang="en-US" altLang="zh-CN" sz="1300">
              <a:latin typeface="Times New Roman" pitchFamily="18" charset="0"/>
            </a:endParaRPr>
          </a:p>
        </p:txBody>
      </p:sp>
      <p:sp>
        <p:nvSpPr>
          <p:cNvPr id="137219" name="Rectangle 2"/>
          <p:cNvSpPr>
            <a:spLocks noGrp="1" noRot="1" noChangeAspect="1" noChangeArrowheads="1" noTextEdit="1"/>
          </p:cNvSpPr>
          <p:nvPr>
            <p:ph type="sldImg"/>
          </p:nvPr>
        </p:nvSpPr>
        <p:spPr>
          <a:ln/>
        </p:spPr>
      </p:sp>
      <p:sp>
        <p:nvSpPr>
          <p:cNvPr id="1372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dirty="0">
              <a:ea typeface="宋体"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defRPr kumimoji="1" sz="800" b="1">
                <a:solidFill>
                  <a:schemeClr val="tx1"/>
                </a:solidFill>
                <a:latin typeface="宋体" charset="-122"/>
                <a:ea typeface="宋体" charset="-122"/>
              </a:defRPr>
            </a:lvl1pPr>
            <a:lvl2pPr marL="716650" indent="-275634" eaLnBrk="0" hangingPunct="0">
              <a:defRPr kumimoji="1" sz="800" b="1">
                <a:solidFill>
                  <a:schemeClr val="tx1"/>
                </a:solidFill>
                <a:latin typeface="宋体" charset="-122"/>
                <a:ea typeface="宋体" charset="-122"/>
              </a:defRPr>
            </a:lvl2pPr>
            <a:lvl3pPr marL="1102538" indent="-220508" eaLnBrk="0" hangingPunct="0">
              <a:defRPr kumimoji="1" sz="800" b="1">
                <a:solidFill>
                  <a:schemeClr val="tx1"/>
                </a:solidFill>
                <a:latin typeface="宋体" charset="-122"/>
                <a:ea typeface="宋体" charset="-122"/>
              </a:defRPr>
            </a:lvl3pPr>
            <a:lvl4pPr marL="1543553" indent="-220508" eaLnBrk="0" hangingPunct="0">
              <a:defRPr kumimoji="1" sz="800" b="1">
                <a:solidFill>
                  <a:schemeClr val="tx1"/>
                </a:solidFill>
                <a:latin typeface="宋体" charset="-122"/>
                <a:ea typeface="宋体" charset="-122"/>
              </a:defRPr>
            </a:lvl4pPr>
            <a:lvl5pPr marL="1984568" indent="-220508" eaLnBrk="0" hangingPunct="0">
              <a:defRPr kumimoji="1" sz="800" b="1">
                <a:solidFill>
                  <a:schemeClr val="tx1"/>
                </a:solidFill>
                <a:latin typeface="宋体" charset="-122"/>
                <a:ea typeface="宋体" charset="-122"/>
              </a:defRPr>
            </a:lvl5pPr>
            <a:lvl6pPr marL="2425583" indent="-220508" eaLnBrk="0" fontAlgn="base" hangingPunct="0">
              <a:spcBef>
                <a:spcPct val="0"/>
              </a:spcBef>
              <a:spcAft>
                <a:spcPct val="0"/>
              </a:spcAft>
              <a:defRPr kumimoji="1" sz="800" b="1">
                <a:solidFill>
                  <a:schemeClr val="tx1"/>
                </a:solidFill>
                <a:latin typeface="宋体" charset="-122"/>
                <a:ea typeface="宋体" charset="-122"/>
              </a:defRPr>
            </a:lvl6pPr>
            <a:lvl7pPr marL="2866598" indent="-220508" eaLnBrk="0" fontAlgn="base" hangingPunct="0">
              <a:spcBef>
                <a:spcPct val="0"/>
              </a:spcBef>
              <a:spcAft>
                <a:spcPct val="0"/>
              </a:spcAft>
              <a:defRPr kumimoji="1" sz="800" b="1">
                <a:solidFill>
                  <a:schemeClr val="tx1"/>
                </a:solidFill>
                <a:latin typeface="宋体" charset="-122"/>
                <a:ea typeface="宋体" charset="-122"/>
              </a:defRPr>
            </a:lvl7pPr>
            <a:lvl8pPr marL="3307613" indent="-220508" eaLnBrk="0" fontAlgn="base" hangingPunct="0">
              <a:spcBef>
                <a:spcPct val="0"/>
              </a:spcBef>
              <a:spcAft>
                <a:spcPct val="0"/>
              </a:spcAft>
              <a:defRPr kumimoji="1" sz="800" b="1">
                <a:solidFill>
                  <a:schemeClr val="tx1"/>
                </a:solidFill>
                <a:latin typeface="宋体" charset="-122"/>
                <a:ea typeface="宋体" charset="-122"/>
              </a:defRPr>
            </a:lvl8pPr>
            <a:lvl9pPr marL="3748629" indent="-220508"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fld id="{1502CD59-6F6A-46F7-8CCC-B90399BA28BE}" type="slidenum">
              <a:rPr lang="en-US" altLang="zh-CN" sz="1300">
                <a:latin typeface="Times New Roman" pitchFamily="18" charset="0"/>
              </a:rPr>
              <a:pPr eaLnBrk="1" hangingPunct="1"/>
              <a:t>54</a:t>
            </a:fld>
            <a:endParaRPr lang="en-US" altLang="zh-CN" sz="1300">
              <a:latin typeface="Times New Roman" pitchFamily="18" charset="0"/>
            </a:endParaRPr>
          </a:p>
        </p:txBody>
      </p:sp>
      <p:sp>
        <p:nvSpPr>
          <p:cNvPr id="137219" name="Rectangle 2"/>
          <p:cNvSpPr>
            <a:spLocks noGrp="1" noRot="1" noChangeAspect="1" noChangeArrowheads="1" noTextEdit="1"/>
          </p:cNvSpPr>
          <p:nvPr>
            <p:ph type="sldImg"/>
          </p:nvPr>
        </p:nvSpPr>
        <p:spPr>
          <a:ln/>
        </p:spPr>
      </p:sp>
      <p:sp>
        <p:nvSpPr>
          <p:cNvPr id="1372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dirty="0">
              <a:ea typeface="宋体"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defRPr kumimoji="1" sz="800" b="1">
                <a:solidFill>
                  <a:schemeClr val="tx1"/>
                </a:solidFill>
                <a:latin typeface="宋体" charset="-122"/>
                <a:ea typeface="宋体" charset="-122"/>
              </a:defRPr>
            </a:lvl1pPr>
            <a:lvl2pPr marL="716650" indent="-275634" eaLnBrk="0" hangingPunct="0">
              <a:defRPr kumimoji="1" sz="800" b="1">
                <a:solidFill>
                  <a:schemeClr val="tx1"/>
                </a:solidFill>
                <a:latin typeface="宋体" charset="-122"/>
                <a:ea typeface="宋体" charset="-122"/>
              </a:defRPr>
            </a:lvl2pPr>
            <a:lvl3pPr marL="1102538" indent="-220508" eaLnBrk="0" hangingPunct="0">
              <a:defRPr kumimoji="1" sz="800" b="1">
                <a:solidFill>
                  <a:schemeClr val="tx1"/>
                </a:solidFill>
                <a:latin typeface="宋体" charset="-122"/>
                <a:ea typeface="宋体" charset="-122"/>
              </a:defRPr>
            </a:lvl3pPr>
            <a:lvl4pPr marL="1543553" indent="-220508" eaLnBrk="0" hangingPunct="0">
              <a:defRPr kumimoji="1" sz="800" b="1">
                <a:solidFill>
                  <a:schemeClr val="tx1"/>
                </a:solidFill>
                <a:latin typeface="宋体" charset="-122"/>
                <a:ea typeface="宋体" charset="-122"/>
              </a:defRPr>
            </a:lvl4pPr>
            <a:lvl5pPr marL="1984568" indent="-220508" eaLnBrk="0" hangingPunct="0">
              <a:defRPr kumimoji="1" sz="800" b="1">
                <a:solidFill>
                  <a:schemeClr val="tx1"/>
                </a:solidFill>
                <a:latin typeface="宋体" charset="-122"/>
                <a:ea typeface="宋体" charset="-122"/>
              </a:defRPr>
            </a:lvl5pPr>
            <a:lvl6pPr marL="2425583" indent="-220508" eaLnBrk="0" fontAlgn="base" hangingPunct="0">
              <a:spcBef>
                <a:spcPct val="0"/>
              </a:spcBef>
              <a:spcAft>
                <a:spcPct val="0"/>
              </a:spcAft>
              <a:defRPr kumimoji="1" sz="800" b="1">
                <a:solidFill>
                  <a:schemeClr val="tx1"/>
                </a:solidFill>
                <a:latin typeface="宋体" charset="-122"/>
                <a:ea typeface="宋体" charset="-122"/>
              </a:defRPr>
            </a:lvl6pPr>
            <a:lvl7pPr marL="2866598" indent="-220508" eaLnBrk="0" fontAlgn="base" hangingPunct="0">
              <a:spcBef>
                <a:spcPct val="0"/>
              </a:spcBef>
              <a:spcAft>
                <a:spcPct val="0"/>
              </a:spcAft>
              <a:defRPr kumimoji="1" sz="800" b="1">
                <a:solidFill>
                  <a:schemeClr val="tx1"/>
                </a:solidFill>
                <a:latin typeface="宋体" charset="-122"/>
                <a:ea typeface="宋体" charset="-122"/>
              </a:defRPr>
            </a:lvl7pPr>
            <a:lvl8pPr marL="3307613" indent="-220508" eaLnBrk="0" fontAlgn="base" hangingPunct="0">
              <a:spcBef>
                <a:spcPct val="0"/>
              </a:spcBef>
              <a:spcAft>
                <a:spcPct val="0"/>
              </a:spcAft>
              <a:defRPr kumimoji="1" sz="800" b="1">
                <a:solidFill>
                  <a:schemeClr val="tx1"/>
                </a:solidFill>
                <a:latin typeface="宋体" charset="-122"/>
                <a:ea typeface="宋体" charset="-122"/>
              </a:defRPr>
            </a:lvl8pPr>
            <a:lvl9pPr marL="3748629" indent="-220508"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fld id="{1502CD59-6F6A-46F7-8CCC-B90399BA28BE}" type="slidenum">
              <a:rPr lang="en-US" altLang="zh-CN" sz="1300">
                <a:latin typeface="Times New Roman" pitchFamily="18" charset="0"/>
              </a:rPr>
              <a:pPr eaLnBrk="1" hangingPunct="1"/>
              <a:t>55</a:t>
            </a:fld>
            <a:endParaRPr lang="en-US" altLang="zh-CN" sz="1300">
              <a:latin typeface="Times New Roman" pitchFamily="18" charset="0"/>
            </a:endParaRPr>
          </a:p>
        </p:txBody>
      </p:sp>
      <p:sp>
        <p:nvSpPr>
          <p:cNvPr id="137219" name="Rectangle 2"/>
          <p:cNvSpPr>
            <a:spLocks noGrp="1" noRot="1" noChangeAspect="1" noChangeArrowheads="1" noTextEdit="1"/>
          </p:cNvSpPr>
          <p:nvPr>
            <p:ph type="sldImg"/>
          </p:nvPr>
        </p:nvSpPr>
        <p:spPr>
          <a:ln/>
        </p:spPr>
      </p:sp>
      <p:sp>
        <p:nvSpPr>
          <p:cNvPr id="1372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dirty="0">
              <a:ea typeface="宋体"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eaLnBrk="0" hangingPunct="0">
              <a:defRPr kumimoji="1" sz="800" b="1">
                <a:solidFill>
                  <a:schemeClr val="tx1"/>
                </a:solidFill>
                <a:latin typeface="宋体" charset="-122"/>
                <a:ea typeface="宋体" charset="-122"/>
              </a:defRPr>
            </a:lvl1pPr>
            <a:lvl2pPr marL="716650" indent="-275634" eaLnBrk="0" hangingPunct="0">
              <a:defRPr kumimoji="1" sz="800" b="1">
                <a:solidFill>
                  <a:schemeClr val="tx1"/>
                </a:solidFill>
                <a:latin typeface="宋体" charset="-122"/>
                <a:ea typeface="宋体" charset="-122"/>
              </a:defRPr>
            </a:lvl2pPr>
            <a:lvl3pPr marL="1102538" indent="-220508" eaLnBrk="0" hangingPunct="0">
              <a:defRPr kumimoji="1" sz="800" b="1">
                <a:solidFill>
                  <a:schemeClr val="tx1"/>
                </a:solidFill>
                <a:latin typeface="宋体" charset="-122"/>
                <a:ea typeface="宋体" charset="-122"/>
              </a:defRPr>
            </a:lvl3pPr>
            <a:lvl4pPr marL="1543553" indent="-220508" eaLnBrk="0" hangingPunct="0">
              <a:defRPr kumimoji="1" sz="800" b="1">
                <a:solidFill>
                  <a:schemeClr val="tx1"/>
                </a:solidFill>
                <a:latin typeface="宋体" charset="-122"/>
                <a:ea typeface="宋体" charset="-122"/>
              </a:defRPr>
            </a:lvl4pPr>
            <a:lvl5pPr marL="1984568" indent="-220508" eaLnBrk="0" hangingPunct="0">
              <a:defRPr kumimoji="1" sz="800" b="1">
                <a:solidFill>
                  <a:schemeClr val="tx1"/>
                </a:solidFill>
                <a:latin typeface="宋体" charset="-122"/>
                <a:ea typeface="宋体" charset="-122"/>
              </a:defRPr>
            </a:lvl5pPr>
            <a:lvl6pPr marL="2425583" indent="-220508" eaLnBrk="0" fontAlgn="base" hangingPunct="0">
              <a:spcBef>
                <a:spcPct val="0"/>
              </a:spcBef>
              <a:spcAft>
                <a:spcPct val="0"/>
              </a:spcAft>
              <a:defRPr kumimoji="1" sz="800" b="1">
                <a:solidFill>
                  <a:schemeClr val="tx1"/>
                </a:solidFill>
                <a:latin typeface="宋体" charset="-122"/>
                <a:ea typeface="宋体" charset="-122"/>
              </a:defRPr>
            </a:lvl6pPr>
            <a:lvl7pPr marL="2866598" indent="-220508" eaLnBrk="0" fontAlgn="base" hangingPunct="0">
              <a:spcBef>
                <a:spcPct val="0"/>
              </a:spcBef>
              <a:spcAft>
                <a:spcPct val="0"/>
              </a:spcAft>
              <a:defRPr kumimoji="1" sz="800" b="1">
                <a:solidFill>
                  <a:schemeClr val="tx1"/>
                </a:solidFill>
                <a:latin typeface="宋体" charset="-122"/>
                <a:ea typeface="宋体" charset="-122"/>
              </a:defRPr>
            </a:lvl7pPr>
            <a:lvl8pPr marL="3307613" indent="-220508" eaLnBrk="0" fontAlgn="base" hangingPunct="0">
              <a:spcBef>
                <a:spcPct val="0"/>
              </a:spcBef>
              <a:spcAft>
                <a:spcPct val="0"/>
              </a:spcAft>
              <a:defRPr kumimoji="1" sz="800" b="1">
                <a:solidFill>
                  <a:schemeClr val="tx1"/>
                </a:solidFill>
                <a:latin typeface="宋体" charset="-122"/>
                <a:ea typeface="宋体" charset="-122"/>
              </a:defRPr>
            </a:lvl8pPr>
            <a:lvl9pPr marL="3748629" indent="-220508"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fld id="{1502CD59-6F6A-46F7-8CCC-B90399BA28BE}" type="slidenum">
              <a:rPr lang="en-US" altLang="zh-CN" sz="1300">
                <a:latin typeface="Times New Roman" pitchFamily="18" charset="0"/>
              </a:rPr>
              <a:pPr eaLnBrk="1" hangingPunct="1"/>
              <a:t>56</a:t>
            </a:fld>
            <a:endParaRPr lang="en-US" altLang="zh-CN" sz="1300">
              <a:latin typeface="Times New Roman" pitchFamily="18" charset="0"/>
            </a:endParaRPr>
          </a:p>
        </p:txBody>
      </p:sp>
      <p:sp>
        <p:nvSpPr>
          <p:cNvPr id="137219" name="Rectangle 2"/>
          <p:cNvSpPr>
            <a:spLocks noGrp="1" noRot="1" noChangeAspect="1" noChangeArrowheads="1" noTextEdit="1"/>
          </p:cNvSpPr>
          <p:nvPr>
            <p:ph type="sldImg"/>
          </p:nvPr>
        </p:nvSpPr>
        <p:spPr>
          <a:ln/>
        </p:spPr>
      </p:sp>
      <p:sp>
        <p:nvSpPr>
          <p:cNvPr id="1372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sq">
                <a:solidFill>
                  <a:srgbClr val="000000"/>
                </a:solidFill>
                <a:miter lim="800000"/>
                <a:headEnd type="none" w="sm" len="sm"/>
                <a:tailEnd type="none" w="sm" len="sm"/>
              </a14:hiddenLine>
            </a:ext>
          </a:extLst>
        </p:spPr>
        <p:txBody>
          <a:bodyPr/>
          <a:lstStyle/>
          <a:p>
            <a:pPr eaLnBrk="1" hangingPunct="1"/>
            <a:endParaRPr lang="zh-CN" altLang="en-US" dirty="0">
              <a:ea typeface="宋体"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63613D6C-7637-40DA-9631-25663AD2AB8D}" type="datetime1">
              <a:rPr lang="zh-CN" altLang="en-US" smtClean="0"/>
              <a:t>2025/9/18</a:t>
            </a:fld>
            <a:endParaRPr lang="en-US" altLang="zh-CN"/>
          </a:p>
        </p:txBody>
      </p:sp>
      <p:sp>
        <p:nvSpPr>
          <p:cNvPr id="5" name="页脚占位符 4"/>
          <p:cNvSpPr>
            <a:spLocks noGrp="1"/>
          </p:cNvSpPr>
          <p:nvPr>
            <p:ph type="ftr" sz="quarter" idx="11"/>
          </p:nvPr>
        </p:nvSpPr>
        <p:spPr/>
        <p:txBody>
          <a:bodyPr/>
          <a:lstStyle>
            <a:lvl1pPr>
              <a:defRPr/>
            </a:lvl1p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A5AE633C-541A-4E3F-A22A-3C4C63E8EF5F}" type="slidenum">
              <a:rPr lang="zh-CN" altLang="en-US"/>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A9A51FA8-5AC0-4E87-862C-24E8D486FCBE}" type="datetime1">
              <a:rPr lang="zh-CN" altLang="en-US" smtClean="0"/>
              <a:t>2025/9/18</a:t>
            </a:fld>
            <a:endParaRPr lang="en-US" altLang="zh-CN"/>
          </a:p>
        </p:txBody>
      </p:sp>
      <p:sp>
        <p:nvSpPr>
          <p:cNvPr id="5" name="页脚占位符 4"/>
          <p:cNvSpPr>
            <a:spLocks noGrp="1"/>
          </p:cNvSpPr>
          <p:nvPr>
            <p:ph type="ftr" sz="quarter" idx="11"/>
          </p:nvPr>
        </p:nvSpPr>
        <p:spPr/>
        <p:txBody>
          <a:bodyPr/>
          <a:lstStyle>
            <a:lvl1pPr>
              <a:defRPr/>
            </a:lvl1p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8BCAC33D-D29A-48B3-BCD6-381D3D720D26}" type="slidenum">
              <a:rPr lang="zh-CN" altLang="en-US"/>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4F7B7954-E1C0-4EC9-B8BC-3FE2461138CD}" type="datetime1">
              <a:rPr lang="zh-CN" altLang="en-US" smtClean="0"/>
              <a:t>2025/9/18</a:t>
            </a:fld>
            <a:endParaRPr lang="en-US" altLang="zh-CN"/>
          </a:p>
        </p:txBody>
      </p:sp>
      <p:sp>
        <p:nvSpPr>
          <p:cNvPr id="5" name="页脚占位符 4"/>
          <p:cNvSpPr>
            <a:spLocks noGrp="1"/>
          </p:cNvSpPr>
          <p:nvPr>
            <p:ph type="ftr" sz="quarter" idx="11"/>
          </p:nvPr>
        </p:nvSpPr>
        <p:spPr/>
        <p:txBody>
          <a:bodyPr/>
          <a:lstStyle>
            <a:lvl1pPr>
              <a:defRPr/>
            </a:lvl1p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0836AFD5-B4CE-4309-A85F-E56CFD431173}" type="slidenum">
              <a:rPr lang="zh-CN" altLang="en-US"/>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B07B4052-3989-4877-A69B-98FC81B3A21C}" type="datetime1">
              <a:rPr lang="zh-CN" altLang="en-US" smtClean="0"/>
              <a:t>2025/9/18</a:t>
            </a:fld>
            <a:endParaRPr lang="en-US" altLang="zh-CN"/>
          </a:p>
        </p:txBody>
      </p:sp>
      <p:sp>
        <p:nvSpPr>
          <p:cNvPr id="6" name="页脚占位符 4"/>
          <p:cNvSpPr>
            <a:spLocks noGrp="1"/>
          </p:cNvSpPr>
          <p:nvPr>
            <p:ph type="ftr" sz="quarter" idx="11"/>
          </p:nvPr>
        </p:nvSpPr>
        <p:spPr/>
        <p:txBody>
          <a:bodyPr/>
          <a:lstStyle>
            <a:lvl1pPr>
              <a:defRPr/>
            </a:lvl1p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B3CCC3E9-608E-4023-AA79-77ECC6312F57}" type="slidenum">
              <a:rPr lang="zh-CN" altLang="en-US"/>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C53E17AE-D8CF-4D89-9FB3-461C2D5B1C4A}" type="datetime1">
              <a:rPr lang="zh-CN" altLang="en-US" smtClean="0"/>
              <a:t>2025/9/18</a:t>
            </a:fld>
            <a:endParaRPr lang="en-US" altLang="zh-CN"/>
          </a:p>
        </p:txBody>
      </p:sp>
      <p:sp>
        <p:nvSpPr>
          <p:cNvPr id="8" name="页脚占位符 4"/>
          <p:cNvSpPr>
            <a:spLocks noGrp="1"/>
          </p:cNvSpPr>
          <p:nvPr>
            <p:ph type="ftr" sz="quarter" idx="11"/>
          </p:nvPr>
        </p:nvSpPr>
        <p:spPr/>
        <p:txBody>
          <a:bodyPr/>
          <a:lstStyle>
            <a:lvl1pPr>
              <a:defRPr/>
            </a:lvl1p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9" name="灯片编号占位符 5"/>
          <p:cNvSpPr>
            <a:spLocks noGrp="1"/>
          </p:cNvSpPr>
          <p:nvPr>
            <p:ph type="sldNum" sz="quarter" idx="12"/>
          </p:nvPr>
        </p:nvSpPr>
        <p:spPr/>
        <p:txBody>
          <a:bodyPr/>
          <a:lstStyle>
            <a:lvl1pPr>
              <a:defRPr/>
            </a:lvl1pPr>
          </a:lstStyle>
          <a:p>
            <a:pPr>
              <a:defRPr/>
            </a:pPr>
            <a:fld id="{CD980664-B5A2-458D-9781-BDBB3E444617}" type="slidenum">
              <a:rPr lang="zh-CN" altLang="en-US"/>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1A38AFA3-706B-4DDE-9092-CDA9830CB6B1}" type="datetime1">
              <a:rPr lang="zh-CN" altLang="en-US" smtClean="0"/>
              <a:t>2025/9/18</a:t>
            </a:fld>
            <a:endParaRPr lang="en-US" altLang="zh-CN"/>
          </a:p>
        </p:txBody>
      </p:sp>
      <p:sp>
        <p:nvSpPr>
          <p:cNvPr id="4" name="页脚占位符 4"/>
          <p:cNvSpPr>
            <a:spLocks noGrp="1"/>
          </p:cNvSpPr>
          <p:nvPr>
            <p:ph type="ftr" sz="quarter" idx="11"/>
          </p:nvPr>
        </p:nvSpPr>
        <p:spPr/>
        <p:txBody>
          <a:bodyPr/>
          <a:lstStyle>
            <a:lvl1pPr>
              <a:defRPr/>
            </a:lvl1p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5" name="灯片编号占位符 5"/>
          <p:cNvSpPr>
            <a:spLocks noGrp="1"/>
          </p:cNvSpPr>
          <p:nvPr>
            <p:ph type="sldNum" sz="quarter" idx="12"/>
          </p:nvPr>
        </p:nvSpPr>
        <p:spPr/>
        <p:txBody>
          <a:bodyPr/>
          <a:lstStyle>
            <a:lvl1pPr>
              <a:defRPr/>
            </a:lvl1pPr>
          </a:lstStyle>
          <a:p>
            <a:pPr>
              <a:defRPr/>
            </a:pPr>
            <a:fld id="{3342FEDC-7E89-472C-BFD5-D857A9C78A6E}" type="slidenum">
              <a:rPr lang="zh-CN" altLang="en-US"/>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8332AEB8-294F-4537-940B-2F019502DC7F}" type="datetime1">
              <a:rPr lang="zh-CN" altLang="en-US" smtClean="0"/>
              <a:t>2025/9/18</a:t>
            </a:fld>
            <a:endParaRPr lang="en-US" altLang="zh-CN"/>
          </a:p>
        </p:txBody>
      </p:sp>
      <p:sp>
        <p:nvSpPr>
          <p:cNvPr id="3" name="页脚占位符 4"/>
          <p:cNvSpPr>
            <a:spLocks noGrp="1"/>
          </p:cNvSpPr>
          <p:nvPr>
            <p:ph type="ftr" sz="quarter" idx="11"/>
          </p:nvPr>
        </p:nvSpPr>
        <p:spPr/>
        <p:txBody>
          <a:bodyPr/>
          <a:lstStyle>
            <a:lvl1pPr>
              <a:defRPr/>
            </a:lvl1p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4" name="灯片编号占位符 5"/>
          <p:cNvSpPr>
            <a:spLocks noGrp="1"/>
          </p:cNvSpPr>
          <p:nvPr>
            <p:ph type="sldNum" sz="quarter" idx="12"/>
          </p:nvPr>
        </p:nvSpPr>
        <p:spPr/>
        <p:txBody>
          <a:bodyPr/>
          <a:lstStyle>
            <a:lvl1pPr>
              <a:defRPr/>
            </a:lvl1pPr>
          </a:lstStyle>
          <a:p>
            <a:pPr>
              <a:defRPr/>
            </a:pPr>
            <a:fld id="{65B7EA61-351E-4105-9AD9-76D38C6E9934}" type="slidenum">
              <a:rPr lang="zh-CN" altLang="en-US"/>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B1C5A061-E693-41E4-952B-A3B2DD666938}" type="datetime1">
              <a:rPr lang="zh-CN" altLang="en-US" smtClean="0"/>
              <a:t>2025/9/18</a:t>
            </a:fld>
            <a:endParaRPr lang="en-US" altLang="zh-CN"/>
          </a:p>
        </p:txBody>
      </p:sp>
      <p:sp>
        <p:nvSpPr>
          <p:cNvPr id="6" name="页脚占位符 4"/>
          <p:cNvSpPr>
            <a:spLocks noGrp="1"/>
          </p:cNvSpPr>
          <p:nvPr>
            <p:ph type="ftr" sz="quarter" idx="11"/>
          </p:nvPr>
        </p:nvSpPr>
        <p:spPr/>
        <p:txBody>
          <a:bodyPr/>
          <a:lstStyle>
            <a:lvl1pPr>
              <a:defRPr/>
            </a:lvl1p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AFC75736-67D3-4C0D-9AD3-EBB1133B7A15}" type="slidenum">
              <a:rPr lang="zh-CN" altLang="en-US"/>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A25EB0CB-1837-49B1-B8E9-3B1C2E784B7A}" type="datetime1">
              <a:rPr lang="zh-CN" altLang="en-US" smtClean="0"/>
              <a:t>2025/9/18</a:t>
            </a:fld>
            <a:endParaRPr lang="en-US" altLang="zh-CN"/>
          </a:p>
        </p:txBody>
      </p:sp>
      <p:sp>
        <p:nvSpPr>
          <p:cNvPr id="6" name="页脚占位符 4"/>
          <p:cNvSpPr>
            <a:spLocks noGrp="1"/>
          </p:cNvSpPr>
          <p:nvPr>
            <p:ph type="ftr" sz="quarter" idx="11"/>
          </p:nvPr>
        </p:nvSpPr>
        <p:spPr/>
        <p:txBody>
          <a:bodyPr/>
          <a:lstStyle>
            <a:lvl1pPr>
              <a:defRPr/>
            </a:lvl1p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6B43B5C7-14AB-4EB9-8E35-9962854618D2}" type="slidenum">
              <a:rPr lang="zh-CN" altLang="en-US"/>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70FA1C8C-0F8E-4130-B146-DEE8ACE70AAD}" type="datetime1">
              <a:rPr lang="zh-CN" altLang="en-US" smtClean="0"/>
              <a:t>2025/9/18</a:t>
            </a:fld>
            <a:endParaRPr lang="en-US" altLang="zh-CN"/>
          </a:p>
        </p:txBody>
      </p:sp>
      <p:sp>
        <p:nvSpPr>
          <p:cNvPr id="5" name="页脚占位符 4"/>
          <p:cNvSpPr>
            <a:spLocks noGrp="1"/>
          </p:cNvSpPr>
          <p:nvPr>
            <p:ph type="ftr" sz="quarter" idx="11"/>
          </p:nvPr>
        </p:nvSpPr>
        <p:spPr/>
        <p:txBody>
          <a:bodyPr/>
          <a:lstStyle>
            <a:lvl1pPr>
              <a:defRPr/>
            </a:lvl1p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C739E446-6F6B-46FF-A641-54E99657CB0F}" type="slidenum">
              <a:rPr lang="zh-CN" altLang="en-US"/>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FE1D0629-B47E-44D9-A9C0-E3309671F850}" type="datetime1">
              <a:rPr lang="zh-CN" altLang="en-US" smtClean="0"/>
              <a:t>2025/9/18</a:t>
            </a:fld>
            <a:endParaRPr lang="en-US" altLang="zh-CN"/>
          </a:p>
        </p:txBody>
      </p:sp>
      <p:sp>
        <p:nvSpPr>
          <p:cNvPr id="5" name="页脚占位符 4"/>
          <p:cNvSpPr>
            <a:spLocks noGrp="1"/>
          </p:cNvSpPr>
          <p:nvPr>
            <p:ph type="ftr" sz="quarter" idx="11"/>
          </p:nvPr>
        </p:nvSpPr>
        <p:spPr/>
        <p:txBody>
          <a:bodyPr/>
          <a:lstStyle>
            <a:lvl1pPr>
              <a:defRPr/>
            </a:lvl1p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C295BA35-14E5-4401-B968-D9FCFD45D966}" type="slidenum">
              <a:rPr lang="zh-CN" altLang="en-US"/>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574675" y="188913"/>
            <a:ext cx="5942013" cy="676275"/>
          </a:xfrm>
        </p:spPr>
        <p:txBody>
          <a:bodyPr/>
          <a:lstStyle/>
          <a:p>
            <a:r>
              <a:rPr lang="zh-CN" altLang="en-US"/>
              <a:t>单击此处编辑母版标题样式</a:t>
            </a:r>
          </a:p>
        </p:txBody>
      </p:sp>
      <p:sp>
        <p:nvSpPr>
          <p:cNvPr id="3" name="表格占位符 2"/>
          <p:cNvSpPr>
            <a:spLocks noGrp="1"/>
          </p:cNvSpPr>
          <p:nvPr>
            <p:ph type="tbl" idx="1"/>
          </p:nvPr>
        </p:nvSpPr>
        <p:spPr>
          <a:xfrm>
            <a:off x="539750" y="1393825"/>
            <a:ext cx="8001000" cy="4483100"/>
          </a:xfrm>
        </p:spPr>
        <p:txBody>
          <a:bodyPr/>
          <a:lstStyle/>
          <a:p>
            <a:pPr lvl="0"/>
            <a:endParaRPr lang="zh-CN" altLang="en-US" noProof="0"/>
          </a:p>
        </p:txBody>
      </p:sp>
    </p:spTree>
    <p:extLst>
      <p:ext uri="{BB962C8B-B14F-4D97-AF65-F5344CB8AC3E}">
        <p14:creationId xmlns:p14="http://schemas.microsoft.com/office/powerpoint/2010/main" val="2809101112"/>
      </p:ext>
    </p:extLst>
  </p:cSld>
  <p:clrMapOvr>
    <a:masterClrMapping/>
  </p:clrMapOvr>
  <p:transition>
    <p:pull dir="rd"/>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ClipArt">
  <p:cSld name="标题，文本与剪贴画">
    <p:spTree>
      <p:nvGrpSpPr>
        <p:cNvPr id="1" name=""/>
        <p:cNvGrpSpPr/>
        <p:nvPr/>
      </p:nvGrpSpPr>
      <p:grpSpPr>
        <a:xfrm>
          <a:off x="0" y="0"/>
          <a:ext cx="0" cy="0"/>
          <a:chOff x="0" y="0"/>
          <a:chExt cx="0" cy="0"/>
        </a:xfrm>
      </p:grpSpPr>
      <p:sp>
        <p:nvSpPr>
          <p:cNvPr id="2" name="标题 1"/>
          <p:cNvSpPr>
            <a:spLocks noGrp="1"/>
          </p:cNvSpPr>
          <p:nvPr>
            <p:ph type="title"/>
          </p:nvPr>
        </p:nvSpPr>
        <p:spPr>
          <a:xfrm>
            <a:off x="574675" y="188913"/>
            <a:ext cx="5942013" cy="676275"/>
          </a:xfrm>
        </p:spPr>
        <p:txBody>
          <a:bodyPr/>
          <a:lstStyle/>
          <a:p>
            <a:r>
              <a:rPr lang="zh-CN" altLang="en-US"/>
              <a:t>单击此处编辑母版标题样式</a:t>
            </a:r>
          </a:p>
        </p:txBody>
      </p:sp>
      <p:sp>
        <p:nvSpPr>
          <p:cNvPr id="3" name="文本占位符 2"/>
          <p:cNvSpPr>
            <a:spLocks noGrp="1"/>
          </p:cNvSpPr>
          <p:nvPr>
            <p:ph type="body" sz="half" idx="1"/>
          </p:nvPr>
        </p:nvSpPr>
        <p:spPr>
          <a:xfrm>
            <a:off x="539750" y="1393825"/>
            <a:ext cx="3924300" cy="44831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剪贴画占位符 3"/>
          <p:cNvSpPr>
            <a:spLocks noGrp="1"/>
          </p:cNvSpPr>
          <p:nvPr>
            <p:ph type="clipArt" sz="half" idx="2"/>
          </p:nvPr>
        </p:nvSpPr>
        <p:spPr>
          <a:xfrm>
            <a:off x="4616450" y="1393825"/>
            <a:ext cx="3924300" cy="4483100"/>
          </a:xfrm>
        </p:spPr>
        <p:txBody>
          <a:bodyPr/>
          <a:lstStyle/>
          <a:p>
            <a:pPr lvl="0"/>
            <a:endParaRPr lang="zh-CN" altLang="en-US" noProof="0"/>
          </a:p>
        </p:txBody>
      </p:sp>
    </p:spTree>
    <p:extLst>
      <p:ext uri="{BB962C8B-B14F-4D97-AF65-F5344CB8AC3E}">
        <p14:creationId xmlns:p14="http://schemas.microsoft.com/office/powerpoint/2010/main" val="3719726655"/>
      </p:ext>
    </p:extLst>
  </p:cSld>
  <p:clrMapOvr>
    <a:masterClrMapping/>
  </p:clrMapOvr>
  <p:transition>
    <p:pull dir="rd"/>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OverObj">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574675" y="188913"/>
            <a:ext cx="5942013" cy="676275"/>
          </a:xfrm>
        </p:spPr>
        <p:txBody>
          <a:bodyPr/>
          <a:lstStyle/>
          <a:p>
            <a:r>
              <a:rPr lang="zh-CN" altLang="en-US"/>
              <a:t>单击此处编辑母版标题样式</a:t>
            </a:r>
          </a:p>
        </p:txBody>
      </p:sp>
      <p:sp>
        <p:nvSpPr>
          <p:cNvPr id="3" name="文本占位符 2"/>
          <p:cNvSpPr>
            <a:spLocks noGrp="1"/>
          </p:cNvSpPr>
          <p:nvPr>
            <p:ph type="body" sz="half" idx="1"/>
          </p:nvPr>
        </p:nvSpPr>
        <p:spPr>
          <a:xfrm>
            <a:off x="539750" y="1393825"/>
            <a:ext cx="8001000" cy="21653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39750" y="3711575"/>
            <a:ext cx="8001000" cy="21653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671195471"/>
      </p:ext>
    </p:extLst>
  </p:cSld>
  <p:clrMapOvr>
    <a:masterClrMapping/>
  </p:clrMapOvr>
  <p:transition>
    <p:pull dir="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27" name="文本占位符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spcBef>
                <a:spcPct val="20000"/>
              </a:spcBef>
              <a:defRPr sz="1200">
                <a:solidFill>
                  <a:schemeClr val="tx1">
                    <a:tint val="75000"/>
                  </a:schemeClr>
                </a:solidFill>
                <a:latin typeface="宋体" panose="02010600030101010101" pitchFamily="2" charset="-122"/>
                <a:ea typeface="宋体" panose="02010600030101010101" pitchFamily="2" charset="-122"/>
              </a:defRPr>
            </a:lvl1pPr>
          </a:lstStyle>
          <a:p>
            <a:pPr>
              <a:defRPr/>
            </a:pPr>
            <a:fld id="{86852938-DC28-4936-A75C-871FEDB26438}" type="datetime1">
              <a:rPr lang="zh-CN" altLang="en-US" smtClean="0"/>
              <a:t>2025/9/18</a:t>
            </a:fld>
            <a:endParaRPr lang="en-US" altLang="zh-CN"/>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spcBef>
                <a:spcPct val="20000"/>
              </a:spcBef>
              <a:defRPr sz="1200">
                <a:solidFill>
                  <a:schemeClr val="tx1">
                    <a:tint val="75000"/>
                  </a:schemeClr>
                </a:solidFill>
                <a:latin typeface="宋体" panose="02010600030101010101" pitchFamily="2" charset="-122"/>
                <a:ea typeface="宋体" panose="02010600030101010101" pitchFamily="2" charset="-122"/>
              </a:defRPr>
            </a:lvl1p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spcBef>
                <a:spcPct val="20000"/>
              </a:spcBef>
              <a:defRPr sz="1200">
                <a:solidFill>
                  <a:schemeClr val="tx1">
                    <a:tint val="75000"/>
                  </a:schemeClr>
                </a:solidFill>
                <a:latin typeface="宋体" panose="02010600030101010101" pitchFamily="2" charset="-122"/>
                <a:ea typeface="宋体" panose="02010600030101010101" pitchFamily="2" charset="-122"/>
              </a:defRPr>
            </a:lvl1pPr>
          </a:lstStyle>
          <a:p>
            <a:pPr>
              <a:defRPr/>
            </a:pPr>
            <a:fld id="{2CE38698-3FD2-4DD5-AB6F-61E8F41EBC15}" type="slidenum">
              <a:rPr lang="zh-CN" altLang="en-US"/>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3" r:id="rId12"/>
    <p:sldLayoutId id="2147483666" r:id="rId13"/>
    <p:sldLayoutId id="2147483667" r:id="rId14"/>
  </p:sldLayoutIdLst>
  <p:hf hd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e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19.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4.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18.xml"/><Relationship Id="rId1" Type="http://schemas.openxmlformats.org/officeDocument/2006/relationships/slideLayout" Target="../slideLayouts/slideLayout14.xml"/><Relationship Id="rId4" Type="http://schemas.openxmlformats.org/officeDocument/2006/relationships/image" Target="../media/image6.e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9.emf"/></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1.wmf"/></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a:xfrm>
            <a:off x="1726295" y="1333501"/>
            <a:ext cx="6048598" cy="1143000"/>
          </a:xfrm>
        </p:spPr>
        <p:txBody>
          <a:bodyPr/>
          <a:lstStyle/>
          <a:p>
            <a:pPr algn="dist" eaLnBrk="1" hangingPunct="1"/>
            <a:r>
              <a:rPr lang="zh-CN" altLang="en-US" sz="5400" b="1" dirty="0"/>
              <a:t>计算机体系结构</a:t>
            </a:r>
          </a:p>
        </p:txBody>
      </p:sp>
      <p:sp>
        <p:nvSpPr>
          <p:cNvPr id="2051" name="Text Box 7"/>
          <p:cNvSpPr txBox="1">
            <a:spLocks noChangeArrowheads="1"/>
          </p:cNvSpPr>
          <p:nvPr/>
        </p:nvSpPr>
        <p:spPr bwMode="auto">
          <a:xfrm>
            <a:off x="3714750" y="5072063"/>
            <a:ext cx="29511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eaLnBrk="1" hangingPunct="1">
              <a:spcBef>
                <a:spcPct val="50000"/>
              </a:spcBef>
            </a:pPr>
            <a:r>
              <a:rPr lang="zh-CN" altLang="en-US" sz="2800" dirty="0"/>
              <a:t> 刘宏伟</a:t>
            </a:r>
          </a:p>
        </p:txBody>
      </p:sp>
      <p:sp>
        <p:nvSpPr>
          <p:cNvPr id="2052" name="Text Box 7"/>
          <p:cNvSpPr txBox="1">
            <a:spLocks noChangeArrowheads="1"/>
          </p:cNvSpPr>
          <p:nvPr/>
        </p:nvSpPr>
        <p:spPr bwMode="auto">
          <a:xfrm>
            <a:off x="2571750" y="4500563"/>
            <a:ext cx="43576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eaLnBrk="1" hangingPunct="1">
              <a:spcBef>
                <a:spcPct val="50000"/>
              </a:spcBef>
            </a:pPr>
            <a:r>
              <a:rPr lang="zh-CN" altLang="en-US" sz="2800"/>
              <a:t> 计算机科学与技术学院</a:t>
            </a:r>
          </a:p>
        </p:txBody>
      </p:sp>
      <p:sp>
        <p:nvSpPr>
          <p:cNvPr id="5" name="Rectangle 2"/>
          <p:cNvSpPr txBox="1">
            <a:spLocks noChangeArrowheads="1"/>
          </p:cNvSpPr>
          <p:nvPr/>
        </p:nvSpPr>
        <p:spPr bwMode="auto">
          <a:xfrm>
            <a:off x="1714500" y="3071813"/>
            <a:ext cx="5673725" cy="1143000"/>
          </a:xfrm>
          <a:prstGeom prst="rect">
            <a:avLst/>
          </a:prstGeom>
          <a:noFill/>
          <a:ln w="9525">
            <a:noFill/>
            <a:miter lim="800000"/>
          </a:ln>
          <a:effectLst/>
        </p:spPr>
        <p:txBody>
          <a:bodyPr lIns="92075" tIns="46038" rIns="92075" bIns="46038" anchor="ctr"/>
          <a:lstStyle/>
          <a:p>
            <a:pPr algn="ctr">
              <a:defRPr/>
            </a:pPr>
            <a:r>
              <a:rPr lang="zh-CN" altLang="en-US" sz="4000" kern="0" dirty="0">
                <a:effectLst>
                  <a:outerShdw blurRad="38100" dist="38100" dir="2700000" algn="tl">
                    <a:srgbClr val="000000"/>
                  </a:outerShdw>
                </a:effectLst>
                <a:latin typeface="+mj-lt"/>
                <a:ea typeface="+mj-ea"/>
                <a:cs typeface="+mj-cs"/>
              </a:rPr>
              <a:t>第五讲</a:t>
            </a:r>
          </a:p>
        </p:txBody>
      </p:sp>
      <p:sp>
        <p:nvSpPr>
          <p:cNvPr id="2" name="日期占位符 1">
            <a:extLst>
              <a:ext uri="{FF2B5EF4-FFF2-40B4-BE49-F238E27FC236}">
                <a16:creationId xmlns:a16="http://schemas.microsoft.com/office/drawing/2014/main" id="{54C61F8C-AD48-878E-8B5F-047EAD753379}"/>
              </a:ext>
            </a:extLst>
          </p:cNvPr>
          <p:cNvSpPr>
            <a:spLocks noGrp="1"/>
          </p:cNvSpPr>
          <p:nvPr>
            <p:ph type="dt" sz="half" idx="10"/>
          </p:nvPr>
        </p:nvSpPr>
        <p:spPr/>
        <p:txBody>
          <a:bodyPr/>
          <a:lstStyle/>
          <a:p>
            <a:pPr>
              <a:defRPr/>
            </a:pPr>
            <a:fld id="{91C201F2-917B-483E-AFB3-50A3C86654E9}" type="datetime1">
              <a:rPr lang="zh-CN" altLang="en-US" smtClean="0"/>
              <a:t>2025/9/18</a:t>
            </a:fld>
            <a:endParaRPr lang="en-US" altLang="zh-CN"/>
          </a:p>
        </p:txBody>
      </p:sp>
      <p:sp>
        <p:nvSpPr>
          <p:cNvPr id="3" name="页脚占位符 2">
            <a:extLst>
              <a:ext uri="{FF2B5EF4-FFF2-40B4-BE49-F238E27FC236}">
                <a16:creationId xmlns:a16="http://schemas.microsoft.com/office/drawing/2014/main" id="{FF877225-A2F7-8956-5242-087149A60522}"/>
              </a:ext>
            </a:extLst>
          </p:cNvPr>
          <p:cNvSpPr>
            <a:spLocks noGrp="1"/>
          </p:cNvSpPr>
          <p:nvPr>
            <p:ph type="ftr" sz="quarter" idx="11"/>
          </p:nvPr>
        </p:nvSpPr>
        <p:spPr/>
        <p:txBody>
          <a:body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4" name="灯片编号占位符 3">
            <a:extLst>
              <a:ext uri="{FF2B5EF4-FFF2-40B4-BE49-F238E27FC236}">
                <a16:creationId xmlns:a16="http://schemas.microsoft.com/office/drawing/2014/main" id="{19348548-0E0F-2CE5-3F4A-E9E25580BAFE}"/>
              </a:ext>
            </a:extLst>
          </p:cNvPr>
          <p:cNvSpPr>
            <a:spLocks noGrp="1"/>
          </p:cNvSpPr>
          <p:nvPr>
            <p:ph type="sldNum" sz="quarter" idx="12"/>
          </p:nvPr>
        </p:nvSpPr>
        <p:spPr/>
        <p:txBody>
          <a:bodyPr/>
          <a:lstStyle/>
          <a:p>
            <a:pPr>
              <a:defRPr/>
            </a:pPr>
            <a:fld id="{8BCAC33D-D29A-48B3-BCD6-381D3D720D26}" type="slidenum">
              <a:rPr lang="zh-CN" altLang="en-US" smtClean="0"/>
              <a:t>1</a:t>
            </a:fld>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标题 1"/>
          <p:cNvSpPr>
            <a:spLocks noGrp="1"/>
          </p:cNvSpPr>
          <p:nvPr>
            <p:ph type="title"/>
          </p:nvPr>
        </p:nvSpPr>
        <p:spPr>
          <a:xfrm>
            <a:off x="685800" y="142875"/>
            <a:ext cx="7772400" cy="785813"/>
          </a:xfrm>
        </p:spPr>
        <p:txBody>
          <a:bodyPr/>
          <a:lstStyle/>
          <a:p>
            <a:pPr eaLnBrk="1" hangingPunct="1"/>
            <a:r>
              <a:rPr lang="en-US" altLang="zh-CN" b="1" dirty="0"/>
              <a:t>Recap</a:t>
            </a:r>
            <a:endParaRPr lang="zh-CN" altLang="en-US" b="1" dirty="0"/>
          </a:p>
        </p:txBody>
      </p:sp>
      <p:sp>
        <p:nvSpPr>
          <p:cNvPr id="3" name="内容占位符 2"/>
          <p:cNvSpPr>
            <a:spLocks noGrp="1"/>
          </p:cNvSpPr>
          <p:nvPr>
            <p:ph idx="1"/>
          </p:nvPr>
        </p:nvSpPr>
        <p:spPr>
          <a:xfrm>
            <a:off x="395537" y="1268760"/>
            <a:ext cx="8352927" cy="3816424"/>
          </a:xfrm>
        </p:spPr>
        <p:txBody>
          <a:bodyPr rtlCol="0">
            <a:normAutofit/>
          </a:bodyPr>
          <a:lstStyle/>
          <a:p>
            <a:pPr lvl="1" eaLnBrk="1" hangingPunct="1">
              <a:defRPr/>
            </a:pPr>
            <a:r>
              <a:rPr lang="en-US" altLang="zh-CN" b="1" dirty="0"/>
              <a:t>CPU</a:t>
            </a:r>
            <a:r>
              <a:rPr lang="zh-CN" altLang="en-US" b="1" dirty="0"/>
              <a:t>性能公式</a:t>
            </a:r>
            <a:endParaRPr lang="en-US" altLang="zh-CN" b="1" dirty="0"/>
          </a:p>
          <a:p>
            <a:pPr lvl="1" eaLnBrk="1" hangingPunct="1">
              <a:defRPr/>
            </a:pPr>
            <a:r>
              <a:rPr lang="zh-CN" altLang="en-US" b="1" dirty="0"/>
              <a:t>指令系统概述</a:t>
            </a:r>
            <a:endParaRPr lang="en-US" altLang="zh-CN" b="1" dirty="0"/>
          </a:p>
          <a:p>
            <a:pPr marL="1101600" lvl="1" eaLnBrk="1" hangingPunct="1">
              <a:buFont typeface="Wingdings" panose="05000000000000000000" pitchFamily="2" charset="2"/>
              <a:buChar char="ü"/>
              <a:defRPr/>
            </a:pPr>
            <a:r>
              <a:rPr lang="en-US" altLang="zh-CN" b="1" dirty="0"/>
              <a:t> </a:t>
            </a:r>
            <a:r>
              <a:rPr lang="zh-CN" altLang="en-US" b="1" dirty="0"/>
              <a:t>指令的表示方法</a:t>
            </a:r>
            <a:endParaRPr lang="en-US" altLang="zh-CN" b="1" dirty="0"/>
          </a:p>
          <a:p>
            <a:pPr marL="1101600" lvl="1" eaLnBrk="1" hangingPunct="1">
              <a:buFont typeface="Wingdings" panose="05000000000000000000" pitchFamily="2" charset="2"/>
              <a:buChar char="ü"/>
              <a:defRPr/>
            </a:pPr>
            <a:r>
              <a:rPr lang="zh-CN" altLang="en-US" b="1" dirty="0"/>
              <a:t> 指令系统与计算机的性能</a:t>
            </a:r>
            <a:endParaRPr lang="en-US" altLang="zh-CN" b="1" dirty="0"/>
          </a:p>
          <a:p>
            <a:pPr lvl="1" eaLnBrk="1" fontAlgn="auto" hangingPunct="1">
              <a:spcAft>
                <a:spcPts val="0"/>
              </a:spcAft>
              <a:defRPr/>
            </a:pPr>
            <a:r>
              <a:rPr lang="zh-CN" altLang="en-US" b="1" dirty="0">
                <a:latin typeface="+mj-lt"/>
              </a:rPr>
              <a:t>指令系统的分类</a:t>
            </a:r>
            <a:endParaRPr lang="en-US" altLang="zh-CN" b="1" dirty="0">
              <a:latin typeface="+mj-lt"/>
            </a:endParaRPr>
          </a:p>
          <a:p>
            <a:pPr marL="1101600" lvl="1" eaLnBrk="1" fontAlgn="auto" hangingPunct="1">
              <a:spcAft>
                <a:spcPts val="0"/>
              </a:spcAft>
              <a:buFont typeface="Wingdings" panose="05000000000000000000" pitchFamily="2" charset="2"/>
              <a:buChar char="ü"/>
              <a:defRPr/>
            </a:pPr>
            <a:r>
              <a:rPr lang="zh-CN" altLang="en-US" b="1" dirty="0"/>
              <a:t>堆栈、累加器、寄存器</a:t>
            </a:r>
            <a:endParaRPr lang="en-US" altLang="zh-CN" b="1" dirty="0"/>
          </a:p>
          <a:p>
            <a:pPr marL="1101600" lvl="1" eaLnBrk="1" fontAlgn="auto" hangingPunct="1">
              <a:spcAft>
                <a:spcPts val="0"/>
              </a:spcAft>
              <a:buFont typeface="Wingdings" panose="05000000000000000000" pitchFamily="2" charset="2"/>
              <a:buChar char="ü"/>
              <a:defRPr/>
            </a:pPr>
            <a:r>
              <a:rPr lang="zh-CN" altLang="en-US" b="1" dirty="0"/>
              <a:t> 通用寄存器型指令集结构分类及优缺点</a:t>
            </a:r>
            <a:endParaRPr lang="en-US" altLang="zh-CN" b="1" dirty="0">
              <a:latin typeface="+mj-lt"/>
            </a:endParaRPr>
          </a:p>
        </p:txBody>
      </p:sp>
      <p:sp>
        <p:nvSpPr>
          <p:cNvPr id="2" name="日期占位符 1">
            <a:extLst>
              <a:ext uri="{FF2B5EF4-FFF2-40B4-BE49-F238E27FC236}">
                <a16:creationId xmlns:a16="http://schemas.microsoft.com/office/drawing/2014/main" id="{7A63D913-6C18-BEE5-6543-AEE1B3010BDC}"/>
              </a:ext>
            </a:extLst>
          </p:cNvPr>
          <p:cNvSpPr>
            <a:spLocks noGrp="1"/>
          </p:cNvSpPr>
          <p:nvPr>
            <p:ph type="dt" sz="half" idx="10"/>
          </p:nvPr>
        </p:nvSpPr>
        <p:spPr/>
        <p:txBody>
          <a:bodyPr/>
          <a:lstStyle/>
          <a:p>
            <a:pPr>
              <a:defRPr/>
            </a:pPr>
            <a:fld id="{0685D000-8C7B-4158-A921-27AFEC3A5057}" type="datetime1">
              <a:rPr lang="zh-CN" altLang="en-US" smtClean="0"/>
              <a:t>2025/9/18</a:t>
            </a:fld>
            <a:endParaRPr lang="en-US" altLang="zh-CN"/>
          </a:p>
        </p:txBody>
      </p:sp>
      <p:sp>
        <p:nvSpPr>
          <p:cNvPr id="4" name="页脚占位符 3">
            <a:extLst>
              <a:ext uri="{FF2B5EF4-FFF2-40B4-BE49-F238E27FC236}">
                <a16:creationId xmlns:a16="http://schemas.microsoft.com/office/drawing/2014/main" id="{EE954DA5-7DD1-EEC9-2A19-EC0AC24F7299}"/>
              </a:ext>
            </a:extLst>
          </p:cNvPr>
          <p:cNvSpPr>
            <a:spLocks noGrp="1"/>
          </p:cNvSpPr>
          <p:nvPr>
            <p:ph type="ftr" sz="quarter" idx="11"/>
          </p:nvPr>
        </p:nvSpPr>
        <p:spPr/>
        <p:txBody>
          <a:body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5" name="灯片编号占位符 4">
            <a:extLst>
              <a:ext uri="{FF2B5EF4-FFF2-40B4-BE49-F238E27FC236}">
                <a16:creationId xmlns:a16="http://schemas.microsoft.com/office/drawing/2014/main" id="{5A630BAC-4894-847E-DB65-21F7DFBB24AA}"/>
              </a:ext>
            </a:extLst>
          </p:cNvPr>
          <p:cNvSpPr>
            <a:spLocks noGrp="1"/>
          </p:cNvSpPr>
          <p:nvPr>
            <p:ph type="sldNum" sz="quarter" idx="12"/>
          </p:nvPr>
        </p:nvSpPr>
        <p:spPr/>
        <p:txBody>
          <a:bodyPr/>
          <a:lstStyle/>
          <a:p>
            <a:pPr>
              <a:defRPr/>
            </a:pPr>
            <a:fld id="{8BCAC33D-D29A-48B3-BCD6-381D3D720D26}" type="slidenum">
              <a:rPr lang="zh-CN" altLang="en-US" smtClean="0"/>
              <a:t>2</a:t>
            </a:fld>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9" name="Rectangle 3" descr="Rectangle: Click to edit Master text styles&#10;Second level&#10;Third level&#10;Fourth level&#10;Fifth level"/>
          <p:cNvSpPr>
            <a:spLocks noGrp="1" noChangeArrowheads="1"/>
          </p:cNvSpPr>
          <p:nvPr>
            <p:ph type="body" idx="1"/>
          </p:nvPr>
        </p:nvSpPr>
        <p:spPr>
          <a:xfrm>
            <a:off x="234503" y="908720"/>
            <a:ext cx="8674993" cy="5363388"/>
          </a:xfrm>
        </p:spPr>
        <p:txBody>
          <a:bodyPr>
            <a:noAutofit/>
          </a:bodyPr>
          <a:lstStyle/>
          <a:p>
            <a:pPr marL="270000" lvl="1" indent="0" eaLnBrk="1" hangingPunct="1">
              <a:lnSpc>
                <a:spcPct val="110000"/>
              </a:lnSpc>
              <a:buNone/>
            </a:pPr>
            <a:r>
              <a:rPr lang="en-US" altLang="zh-CN" sz="2600" b="1" dirty="0">
                <a:latin typeface="Times New Roman" panose="02020603050405020304" pitchFamily="18" charset="0"/>
                <a:ea typeface="+mj-ea"/>
                <a:cs typeface="Times New Roman" panose="02020603050405020304" pitchFamily="18" charset="0"/>
              </a:rPr>
              <a:t>4. CPU</a:t>
            </a:r>
            <a:r>
              <a:rPr lang="zh-CN" altLang="en-US" sz="2600" b="1" dirty="0">
                <a:latin typeface="Times New Roman" panose="02020603050405020304" pitchFamily="18" charset="0"/>
                <a:ea typeface="+mj-ea"/>
                <a:cs typeface="Times New Roman" panose="02020603050405020304" pitchFamily="18" charset="0"/>
              </a:rPr>
              <a:t>性能公式</a:t>
            </a:r>
            <a:endParaRPr lang="en-US" altLang="zh-CN" sz="2600" b="1" dirty="0">
              <a:latin typeface="Times New Roman" panose="02020603050405020304" pitchFamily="18" charset="0"/>
              <a:ea typeface="+mj-ea"/>
              <a:cs typeface="Times New Roman" panose="02020603050405020304" pitchFamily="18" charset="0"/>
            </a:endParaRPr>
          </a:p>
          <a:p>
            <a:pPr marL="1085850" lvl="1" indent="-457200" eaLnBrk="1" hangingPunct="1">
              <a:lnSpc>
                <a:spcPct val="110000"/>
              </a:lnSpc>
              <a:buFont typeface="Arial" panose="020B0604020202020204" pitchFamily="34" charset="0"/>
              <a:buChar char="•"/>
            </a:pPr>
            <a:r>
              <a:rPr lang="zh-CN" altLang="en-US" sz="2400" b="1" dirty="0">
                <a:latin typeface="Times New Roman" panose="02020603050405020304" pitchFamily="18" charset="0"/>
                <a:ea typeface="+mj-ea"/>
                <a:cs typeface="Times New Roman" panose="02020603050405020304" pitchFamily="18" charset="0"/>
              </a:rPr>
              <a:t>执行一个程序所需的</a:t>
            </a:r>
            <a:r>
              <a:rPr lang="en-US" altLang="zh-CN" sz="2400" b="1" dirty="0">
                <a:latin typeface="Times New Roman" panose="02020603050405020304" pitchFamily="18" charset="0"/>
                <a:ea typeface="+mj-ea"/>
                <a:cs typeface="Times New Roman" panose="02020603050405020304" pitchFamily="18" charset="0"/>
              </a:rPr>
              <a:t>CPU</a:t>
            </a:r>
            <a:r>
              <a:rPr lang="zh-CN" altLang="en-US" sz="2400" b="1" dirty="0">
                <a:latin typeface="Times New Roman" panose="02020603050405020304" pitchFamily="18" charset="0"/>
                <a:ea typeface="+mj-ea"/>
                <a:cs typeface="Times New Roman" panose="02020603050405020304" pitchFamily="18" charset="0"/>
              </a:rPr>
              <a:t>时间</a:t>
            </a:r>
          </a:p>
          <a:p>
            <a:pPr marL="1085850" lvl="1" indent="-457200" eaLnBrk="1" hangingPunct="1">
              <a:lnSpc>
                <a:spcPct val="110000"/>
              </a:lnSpc>
              <a:buFont typeface="Wingdings" panose="05000000000000000000" pitchFamily="2" charset="2"/>
              <a:buNone/>
            </a:pPr>
            <a:r>
              <a:rPr lang="en-US" altLang="zh-CN" sz="2400" b="1" dirty="0">
                <a:latin typeface="Times New Roman" panose="02020603050405020304" pitchFamily="18" charset="0"/>
                <a:ea typeface="+mj-ea"/>
                <a:cs typeface="Times New Roman" panose="02020603050405020304" pitchFamily="18" charset="0"/>
              </a:rPr>
              <a:t>   </a:t>
            </a:r>
            <a:r>
              <a:rPr lang="en-US" altLang="zh-CN" sz="2400" b="1" dirty="0">
                <a:solidFill>
                  <a:srgbClr val="FF0000"/>
                </a:solidFill>
                <a:latin typeface="Times New Roman" panose="02020603050405020304" pitchFamily="18" charset="0"/>
                <a:ea typeface="+mj-ea"/>
                <a:cs typeface="Times New Roman" panose="02020603050405020304" pitchFamily="18" charset="0"/>
              </a:rPr>
              <a:t>CPU</a:t>
            </a:r>
            <a:r>
              <a:rPr lang="zh-CN" altLang="en-US" sz="2400" b="1" dirty="0">
                <a:solidFill>
                  <a:srgbClr val="FF0000"/>
                </a:solidFill>
                <a:latin typeface="Times New Roman" panose="02020603050405020304" pitchFamily="18" charset="0"/>
                <a:ea typeface="+mj-ea"/>
                <a:cs typeface="Times New Roman" panose="02020603050405020304" pitchFamily="18" charset="0"/>
              </a:rPr>
              <a:t>时间 </a:t>
            </a:r>
            <a:r>
              <a:rPr lang="en-US" altLang="zh-CN" sz="2400" b="1" dirty="0">
                <a:solidFill>
                  <a:srgbClr val="FF0000"/>
                </a:solidFill>
                <a:latin typeface="Times New Roman" panose="02020603050405020304" pitchFamily="18" charset="0"/>
                <a:ea typeface="+mj-ea"/>
                <a:cs typeface="Times New Roman" panose="02020603050405020304" pitchFamily="18" charset="0"/>
              </a:rPr>
              <a:t>= </a:t>
            </a:r>
            <a:r>
              <a:rPr lang="zh-CN" altLang="en-US" sz="2400" b="1" dirty="0">
                <a:solidFill>
                  <a:srgbClr val="FF0000"/>
                </a:solidFill>
                <a:latin typeface="Times New Roman" panose="02020603050405020304" pitchFamily="18" charset="0"/>
                <a:ea typeface="+mj-ea"/>
                <a:cs typeface="Times New Roman" panose="02020603050405020304" pitchFamily="18" charset="0"/>
              </a:rPr>
              <a:t>执行程序所需的时钟周期数</a:t>
            </a:r>
            <a:r>
              <a:rPr lang="en-US" altLang="zh-CN" sz="2400" b="1" dirty="0">
                <a:solidFill>
                  <a:srgbClr val="FF0000"/>
                </a:solidFill>
                <a:latin typeface="Times New Roman" panose="02020603050405020304" pitchFamily="18" charset="0"/>
                <a:ea typeface="+mj-ea"/>
                <a:cs typeface="Times New Roman" panose="02020603050405020304" pitchFamily="18" charset="0"/>
              </a:rPr>
              <a:t>×</a:t>
            </a:r>
            <a:r>
              <a:rPr lang="zh-CN" altLang="en-US" sz="2400" b="1" dirty="0">
                <a:solidFill>
                  <a:srgbClr val="FF0000"/>
                </a:solidFill>
                <a:latin typeface="Times New Roman" panose="02020603050405020304" pitchFamily="18" charset="0"/>
                <a:ea typeface="+mj-ea"/>
                <a:cs typeface="Times New Roman" panose="02020603050405020304" pitchFamily="18" charset="0"/>
              </a:rPr>
              <a:t>时钟周期时间</a:t>
            </a:r>
          </a:p>
          <a:p>
            <a:pPr marL="1085850" lvl="1" indent="-457200" eaLnBrk="1" hangingPunct="1">
              <a:lnSpc>
                <a:spcPct val="110000"/>
              </a:lnSpc>
              <a:buFont typeface="Wingdings" panose="05000000000000000000" pitchFamily="2" charset="2"/>
              <a:buNone/>
            </a:pPr>
            <a:r>
              <a:rPr lang="zh-CN" altLang="en-US" sz="2400" b="1" dirty="0">
                <a:latin typeface="Times New Roman" panose="02020603050405020304" pitchFamily="18" charset="0"/>
                <a:ea typeface="+mj-ea"/>
                <a:cs typeface="Times New Roman" panose="02020603050405020304" pitchFamily="18" charset="0"/>
              </a:rPr>
              <a:t>   其中：时钟周期时间是系统时钟频率的倒数。</a:t>
            </a:r>
          </a:p>
          <a:p>
            <a:pPr marL="1080135" lvl="1" indent="-457200" eaLnBrk="1" hangingPunct="1">
              <a:lnSpc>
                <a:spcPct val="110000"/>
              </a:lnSpc>
              <a:buFont typeface="Arial" panose="020B0604020202020204" pitchFamily="34" charset="0"/>
              <a:buChar char="•"/>
            </a:pPr>
            <a:r>
              <a:rPr lang="zh-CN" altLang="en-US" sz="2400" b="1" dirty="0">
                <a:latin typeface="Times New Roman" panose="02020603050405020304" pitchFamily="18" charset="0"/>
                <a:ea typeface="+mj-ea"/>
                <a:cs typeface="Times New Roman" panose="02020603050405020304" pitchFamily="18" charset="0"/>
              </a:rPr>
              <a:t>每条指令执行的平均时钟周期数</a:t>
            </a:r>
            <a:r>
              <a:rPr lang="en-US" altLang="zh-CN" sz="2400" b="1" dirty="0">
                <a:latin typeface="Times New Roman" panose="02020603050405020304" pitchFamily="18" charset="0"/>
                <a:ea typeface="+mj-ea"/>
                <a:cs typeface="Times New Roman" panose="02020603050405020304" pitchFamily="18" charset="0"/>
              </a:rPr>
              <a:t>CPI</a:t>
            </a:r>
          </a:p>
          <a:p>
            <a:pPr marL="1080135" lvl="1" indent="-457200" eaLnBrk="1" hangingPunct="1">
              <a:lnSpc>
                <a:spcPct val="110000"/>
              </a:lnSpc>
              <a:buNone/>
            </a:pPr>
            <a:r>
              <a:rPr lang="zh-CN" altLang="en-US" sz="2400" b="1" dirty="0">
                <a:latin typeface="Times New Roman" panose="02020603050405020304" pitchFamily="18" charset="0"/>
                <a:ea typeface="+mj-ea"/>
                <a:cs typeface="Times New Roman" panose="02020603050405020304" pitchFamily="18" charset="0"/>
              </a:rPr>
              <a:t>   </a:t>
            </a:r>
            <a:r>
              <a:rPr lang="en-US" altLang="zh-CN" sz="2400" b="1" dirty="0">
                <a:latin typeface="Times New Roman" panose="02020603050405020304" pitchFamily="18" charset="0"/>
                <a:ea typeface="+mj-ea"/>
                <a:cs typeface="Times New Roman" panose="02020603050405020304" pitchFamily="18" charset="0"/>
              </a:rPr>
              <a:t>CPI = </a:t>
            </a:r>
            <a:r>
              <a:rPr lang="zh-CN" altLang="en-US" sz="2400" b="1" dirty="0">
                <a:latin typeface="Times New Roman" panose="02020603050405020304" pitchFamily="18" charset="0"/>
                <a:ea typeface="+mj-ea"/>
                <a:cs typeface="Times New Roman" panose="02020603050405020304" pitchFamily="18" charset="0"/>
              </a:rPr>
              <a:t>执行程序所需的时钟周期数／</a:t>
            </a:r>
            <a:r>
              <a:rPr lang="en-US" altLang="zh-CN" sz="2400" b="1" dirty="0">
                <a:latin typeface="Times New Roman" panose="02020603050405020304" pitchFamily="18" charset="0"/>
                <a:ea typeface="+mj-ea"/>
                <a:cs typeface="Times New Roman" panose="02020603050405020304" pitchFamily="18" charset="0"/>
              </a:rPr>
              <a:t>IC</a:t>
            </a:r>
          </a:p>
          <a:p>
            <a:pPr marL="628650" lvl="1" indent="0" eaLnBrk="1" hangingPunct="1">
              <a:lnSpc>
                <a:spcPct val="110000"/>
              </a:lnSpc>
              <a:buNone/>
            </a:pPr>
            <a:r>
              <a:rPr lang="en-US" altLang="zh-CN" sz="2400" b="1" dirty="0">
                <a:latin typeface="Times New Roman" panose="02020603050405020304" pitchFamily="18" charset="0"/>
                <a:ea typeface="+mj-ea"/>
                <a:cs typeface="Times New Roman" panose="02020603050405020304" pitchFamily="18" charset="0"/>
              </a:rPr>
              <a:t>   IC</a:t>
            </a:r>
            <a:r>
              <a:rPr lang="zh-CN" altLang="en-US" sz="2400" b="1" dirty="0">
                <a:latin typeface="Times New Roman" panose="02020603050405020304" pitchFamily="18" charset="0"/>
                <a:ea typeface="+mj-ea"/>
                <a:cs typeface="Times New Roman" panose="02020603050405020304" pitchFamily="18" charset="0"/>
              </a:rPr>
              <a:t>：所执行的指令条数</a:t>
            </a:r>
          </a:p>
          <a:p>
            <a:pPr marL="1085850" lvl="1" indent="-457200" eaLnBrk="1" hangingPunct="1">
              <a:lnSpc>
                <a:spcPct val="110000"/>
              </a:lnSpc>
              <a:buFont typeface="Arial" panose="020B0604020202020204" pitchFamily="34" charset="0"/>
              <a:buChar char="•"/>
            </a:pPr>
            <a:r>
              <a:rPr lang="zh-CN" altLang="en-US" sz="2400" b="1" dirty="0">
                <a:latin typeface="Times New Roman" panose="02020603050405020304" pitchFamily="18" charset="0"/>
                <a:ea typeface="+mj-ea"/>
                <a:cs typeface="Times New Roman" panose="02020603050405020304" pitchFamily="18" charset="0"/>
              </a:rPr>
              <a:t>程序执行的</a:t>
            </a:r>
            <a:r>
              <a:rPr lang="en-US" altLang="zh-CN" sz="2400" b="1" dirty="0">
                <a:latin typeface="Times New Roman" panose="02020603050405020304" pitchFamily="18" charset="0"/>
                <a:ea typeface="+mj-ea"/>
                <a:cs typeface="Times New Roman" panose="02020603050405020304" pitchFamily="18" charset="0"/>
              </a:rPr>
              <a:t>CPU</a:t>
            </a:r>
            <a:r>
              <a:rPr lang="zh-CN" altLang="en-US" sz="2400" b="1" dirty="0">
                <a:latin typeface="Times New Roman" panose="02020603050405020304" pitchFamily="18" charset="0"/>
                <a:ea typeface="+mj-ea"/>
                <a:cs typeface="Times New Roman" panose="02020603050405020304" pitchFamily="18" charset="0"/>
              </a:rPr>
              <a:t>时间可以写成</a:t>
            </a:r>
          </a:p>
          <a:p>
            <a:pPr marL="628650" lvl="1" indent="0" eaLnBrk="1" hangingPunct="1">
              <a:lnSpc>
                <a:spcPct val="110000"/>
              </a:lnSpc>
              <a:buNone/>
            </a:pPr>
            <a:r>
              <a:rPr lang="zh-CN" altLang="en-US" sz="2400" b="1" dirty="0">
                <a:latin typeface="Times New Roman" panose="02020603050405020304" pitchFamily="18" charset="0"/>
                <a:ea typeface="+mj-ea"/>
                <a:cs typeface="Times New Roman" panose="02020603050405020304" pitchFamily="18" charset="0"/>
              </a:rPr>
              <a:t>   </a:t>
            </a:r>
            <a:r>
              <a:rPr lang="en-US" altLang="zh-CN" sz="2400" b="1" dirty="0">
                <a:solidFill>
                  <a:srgbClr val="FF0000"/>
                </a:solidFill>
                <a:latin typeface="Times New Roman" panose="02020603050405020304" pitchFamily="18" charset="0"/>
                <a:ea typeface="+mj-ea"/>
                <a:cs typeface="Times New Roman" panose="02020603050405020304" pitchFamily="18" charset="0"/>
              </a:rPr>
              <a:t>CPU</a:t>
            </a:r>
            <a:r>
              <a:rPr lang="zh-CN" altLang="en-US" sz="2400" b="1" dirty="0">
                <a:solidFill>
                  <a:srgbClr val="FF0000"/>
                </a:solidFill>
                <a:latin typeface="Times New Roman" panose="02020603050405020304" pitchFamily="18" charset="0"/>
                <a:ea typeface="+mj-ea"/>
                <a:cs typeface="Times New Roman" panose="02020603050405020304" pitchFamily="18" charset="0"/>
              </a:rPr>
              <a:t>时间 </a:t>
            </a:r>
            <a:r>
              <a:rPr lang="en-US" altLang="zh-CN" sz="2400" b="1" dirty="0">
                <a:solidFill>
                  <a:srgbClr val="FF0000"/>
                </a:solidFill>
                <a:latin typeface="Times New Roman" panose="02020603050405020304" pitchFamily="18" charset="0"/>
                <a:ea typeface="+mj-ea"/>
                <a:cs typeface="Times New Roman" panose="02020603050405020304" pitchFamily="18" charset="0"/>
              </a:rPr>
              <a:t>= IC ×CPI ×</a:t>
            </a:r>
            <a:r>
              <a:rPr lang="zh-CN" altLang="en-US" sz="2400" b="1" dirty="0">
                <a:solidFill>
                  <a:srgbClr val="FF0000"/>
                </a:solidFill>
                <a:latin typeface="Times New Roman" panose="02020603050405020304" pitchFamily="18" charset="0"/>
                <a:ea typeface="+mj-ea"/>
                <a:cs typeface="Times New Roman" panose="02020603050405020304" pitchFamily="18" charset="0"/>
              </a:rPr>
              <a:t>时钟周期时间 </a:t>
            </a:r>
            <a:endParaRPr lang="en-US" altLang="zh-CN" sz="2400" b="1" dirty="0">
              <a:solidFill>
                <a:srgbClr val="FF0000"/>
              </a:solidFill>
              <a:latin typeface="Times New Roman" panose="02020603050405020304" pitchFamily="18" charset="0"/>
              <a:ea typeface="+mj-ea"/>
              <a:cs typeface="Times New Roman" panose="02020603050405020304" pitchFamily="18" charset="0"/>
            </a:endParaRPr>
          </a:p>
          <a:p>
            <a:pPr marL="628650" lvl="1" indent="0">
              <a:lnSpc>
                <a:spcPct val="110000"/>
              </a:lnSpc>
              <a:buNone/>
            </a:pPr>
            <a:r>
              <a:rPr lang="zh-CN" altLang="en-US" sz="2400" b="1" dirty="0">
                <a:latin typeface="Times New Roman" panose="02020603050405020304" pitchFamily="18" charset="0"/>
                <a:ea typeface="+mj-ea"/>
                <a:cs typeface="Times New Roman" panose="02020603050405020304" pitchFamily="18" charset="0"/>
              </a:rPr>
              <a:t>   时钟周期时间：取决于硬件实现技术和计算机组成</a:t>
            </a:r>
            <a:endParaRPr lang="en-US" altLang="zh-CN" sz="2400" b="1" dirty="0">
              <a:latin typeface="Times New Roman" panose="02020603050405020304" pitchFamily="18" charset="0"/>
              <a:ea typeface="+mj-ea"/>
              <a:cs typeface="Times New Roman" panose="02020603050405020304" pitchFamily="18" charset="0"/>
            </a:endParaRPr>
          </a:p>
          <a:p>
            <a:pPr marL="628650" lvl="1" indent="0">
              <a:lnSpc>
                <a:spcPct val="110000"/>
              </a:lnSpc>
              <a:buNone/>
            </a:pPr>
            <a:r>
              <a:rPr lang="en-US" altLang="zh-CN" sz="2400" b="1" dirty="0">
                <a:latin typeface="Times New Roman" panose="02020603050405020304" pitchFamily="18" charset="0"/>
                <a:ea typeface="+mj-ea"/>
                <a:cs typeface="Times New Roman" panose="02020603050405020304" pitchFamily="18" charset="0"/>
              </a:rPr>
              <a:t>   CPI</a:t>
            </a:r>
            <a:r>
              <a:rPr lang="zh-CN" altLang="en-US" sz="2400" b="1" dirty="0">
                <a:latin typeface="Times New Roman" panose="02020603050405020304" pitchFamily="18" charset="0"/>
                <a:ea typeface="+mj-ea"/>
                <a:cs typeface="Times New Roman" panose="02020603050405020304" pitchFamily="18" charset="0"/>
              </a:rPr>
              <a:t>：取决于计算机组成和指令系统的结构；</a:t>
            </a:r>
          </a:p>
          <a:p>
            <a:pPr marL="628650" lvl="1" indent="0" eaLnBrk="1" hangingPunct="1">
              <a:lnSpc>
                <a:spcPct val="110000"/>
              </a:lnSpc>
              <a:buNone/>
            </a:pPr>
            <a:r>
              <a:rPr lang="zh-CN" altLang="en-US" sz="2400" b="1" dirty="0">
                <a:latin typeface="Times New Roman" panose="02020603050405020304" pitchFamily="18" charset="0"/>
                <a:ea typeface="+mj-ea"/>
                <a:cs typeface="Times New Roman" panose="02020603050405020304" pitchFamily="18" charset="0"/>
              </a:rPr>
              <a:t>   </a:t>
            </a:r>
            <a:r>
              <a:rPr lang="en-US" altLang="zh-CN" sz="2400" b="1" dirty="0">
                <a:latin typeface="Times New Roman" panose="02020603050405020304" pitchFamily="18" charset="0"/>
                <a:ea typeface="+mj-ea"/>
                <a:cs typeface="Times New Roman" panose="02020603050405020304" pitchFamily="18" charset="0"/>
              </a:rPr>
              <a:t>IC</a:t>
            </a:r>
            <a:r>
              <a:rPr lang="zh-CN" altLang="en-US" sz="2400" b="1" dirty="0">
                <a:latin typeface="Times New Roman" panose="02020603050405020304" pitchFamily="18" charset="0"/>
                <a:ea typeface="+mj-ea"/>
                <a:cs typeface="Times New Roman" panose="02020603050405020304" pitchFamily="18" charset="0"/>
              </a:rPr>
              <a:t>：取决于指令系统的结构和编译技术</a:t>
            </a:r>
          </a:p>
        </p:txBody>
      </p:sp>
      <p:sp>
        <p:nvSpPr>
          <p:cNvPr id="4" name="Rectangle 28"/>
          <p:cNvSpPr>
            <a:spLocks noGrp="1" noChangeArrowheads="1"/>
          </p:cNvSpPr>
          <p:nvPr>
            <p:ph type="title" idx="4294967295"/>
          </p:nvPr>
        </p:nvSpPr>
        <p:spPr>
          <a:xfrm>
            <a:off x="457200" y="33251"/>
            <a:ext cx="8229600" cy="1143000"/>
          </a:xfrm>
        </p:spPr>
        <p:txBody>
          <a:bodyPr>
            <a:normAutofit/>
          </a:bodyPr>
          <a:lstStyle/>
          <a:p>
            <a:r>
              <a:rPr kumimoji="1" lang="en-US" altLang="zh-CN" sz="3200" b="1" dirty="0">
                <a:latin typeface="Times New Roman" panose="02020603050405020304" pitchFamily="18" charset="0"/>
                <a:cs typeface="Times New Roman" panose="02020603050405020304" pitchFamily="18" charset="0"/>
              </a:rPr>
              <a:t>1.3.3 </a:t>
            </a:r>
            <a:r>
              <a:rPr kumimoji="1" lang="zh-CN" altLang="en-US" sz="3200" b="1" dirty="0">
                <a:latin typeface="Times New Roman" panose="02020603050405020304" pitchFamily="18" charset="0"/>
                <a:cs typeface="Times New Roman" panose="02020603050405020304" pitchFamily="18" charset="0"/>
              </a:rPr>
              <a:t>量化设计的基本原则</a:t>
            </a:r>
          </a:p>
        </p:txBody>
      </p:sp>
      <p:sp>
        <p:nvSpPr>
          <p:cNvPr id="2" name="日期占位符 1">
            <a:extLst>
              <a:ext uri="{FF2B5EF4-FFF2-40B4-BE49-F238E27FC236}">
                <a16:creationId xmlns:a16="http://schemas.microsoft.com/office/drawing/2014/main" id="{2592542F-0747-B793-398D-AFDB0106EC5F}"/>
              </a:ext>
            </a:extLst>
          </p:cNvPr>
          <p:cNvSpPr>
            <a:spLocks noGrp="1"/>
          </p:cNvSpPr>
          <p:nvPr>
            <p:ph type="dt" sz="half" idx="10"/>
          </p:nvPr>
        </p:nvSpPr>
        <p:spPr>
          <a:xfrm>
            <a:off x="457200" y="6520259"/>
            <a:ext cx="2133600" cy="365125"/>
          </a:xfrm>
        </p:spPr>
        <p:txBody>
          <a:bodyPr/>
          <a:lstStyle/>
          <a:p>
            <a:pPr>
              <a:defRPr/>
            </a:pPr>
            <a:fld id="{CBA5A65D-23BF-458A-906B-C9670A3363F0}" type="datetime1">
              <a:rPr lang="zh-CN" altLang="en-US" smtClean="0"/>
              <a:t>2025/9/18</a:t>
            </a:fld>
            <a:endParaRPr lang="en-US" altLang="zh-CN" dirty="0"/>
          </a:p>
        </p:txBody>
      </p:sp>
      <p:sp>
        <p:nvSpPr>
          <p:cNvPr id="3" name="页脚占位符 2">
            <a:extLst>
              <a:ext uri="{FF2B5EF4-FFF2-40B4-BE49-F238E27FC236}">
                <a16:creationId xmlns:a16="http://schemas.microsoft.com/office/drawing/2014/main" id="{F64DB40F-72BE-6008-C077-046E555B0A73}"/>
              </a:ext>
            </a:extLst>
          </p:cNvPr>
          <p:cNvSpPr>
            <a:spLocks noGrp="1"/>
          </p:cNvSpPr>
          <p:nvPr>
            <p:ph type="ftr" sz="quarter" idx="11"/>
          </p:nvPr>
        </p:nvSpPr>
        <p:spPr>
          <a:xfrm>
            <a:off x="3124200" y="6520259"/>
            <a:ext cx="2895600" cy="365125"/>
          </a:xfrm>
        </p:spPr>
        <p:txBody>
          <a:body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5" name="灯片编号占位符 4">
            <a:extLst>
              <a:ext uri="{FF2B5EF4-FFF2-40B4-BE49-F238E27FC236}">
                <a16:creationId xmlns:a16="http://schemas.microsoft.com/office/drawing/2014/main" id="{A6E75889-E75E-4A21-1845-9832F94E7088}"/>
              </a:ext>
            </a:extLst>
          </p:cNvPr>
          <p:cNvSpPr>
            <a:spLocks noGrp="1"/>
          </p:cNvSpPr>
          <p:nvPr>
            <p:ph type="sldNum" sz="quarter" idx="12"/>
          </p:nvPr>
        </p:nvSpPr>
        <p:spPr/>
        <p:txBody>
          <a:bodyPr/>
          <a:lstStyle/>
          <a:p>
            <a:pPr>
              <a:defRPr/>
            </a:pPr>
            <a:fld id="{8BCAC33D-D29A-48B3-BCD6-381D3D720D26}" type="slidenum">
              <a:rPr lang="zh-CN" altLang="en-US" smtClean="0"/>
              <a:t>3</a:t>
            </a:fld>
            <a:endParaRPr lang="en-US" altLang="zh-CN"/>
          </a:p>
        </p:txBody>
      </p:sp>
    </p:spTree>
    <p:extLst>
      <p:ext uri="{BB962C8B-B14F-4D97-AF65-F5344CB8AC3E}">
        <p14:creationId xmlns:p14="http://schemas.microsoft.com/office/powerpoint/2010/main" val="695293104"/>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65"/>
          <p:cNvSpPr>
            <a:spLocks noGrp="1" noChangeArrowheads="1"/>
          </p:cNvSpPr>
          <p:nvPr>
            <p:ph type="body" sz="half" idx="1"/>
          </p:nvPr>
        </p:nvSpPr>
        <p:spPr>
          <a:xfrm>
            <a:off x="539750" y="1484313"/>
            <a:ext cx="8001000" cy="1143000"/>
          </a:xfrm>
        </p:spPr>
        <p:txBody>
          <a:bodyPr/>
          <a:lstStyle/>
          <a:p>
            <a:pPr eaLnBrk="1" hangingPunct="1"/>
            <a:r>
              <a:rPr lang="en-US" altLang="zh-CN" sz="2600" dirty="0"/>
              <a:t>Z=X+Y</a:t>
            </a:r>
            <a:r>
              <a:rPr lang="zh-CN" altLang="en-US" sz="2600" dirty="0"/>
              <a:t>表达式在这三种类型指令集结构上的实现方法</a:t>
            </a:r>
          </a:p>
        </p:txBody>
      </p:sp>
      <p:graphicFrame>
        <p:nvGraphicFramePr>
          <p:cNvPr id="155728" name="Group 80"/>
          <p:cNvGraphicFramePr>
            <a:graphicFrameLocks noGrp="1"/>
          </p:cNvGraphicFramePr>
          <p:nvPr>
            <p:ph sz="half" idx="2"/>
          </p:nvPr>
        </p:nvGraphicFramePr>
        <p:xfrm>
          <a:off x="611188" y="2781300"/>
          <a:ext cx="8080693" cy="2690813"/>
        </p:xfrm>
        <a:graphic>
          <a:graphicData uri="http://schemas.openxmlformats.org/drawingml/2006/table">
            <a:tbl>
              <a:tblPr/>
              <a:tblGrid>
                <a:gridCol w="1568768">
                  <a:extLst>
                    <a:ext uri="{9D8B030D-6E8A-4147-A177-3AD203B41FA5}">
                      <a16:colId xmlns:a16="http://schemas.microsoft.com/office/drawing/2014/main" val="20000"/>
                    </a:ext>
                  </a:extLst>
                </a:gridCol>
                <a:gridCol w="1471612">
                  <a:extLst>
                    <a:ext uri="{9D8B030D-6E8A-4147-A177-3AD203B41FA5}">
                      <a16:colId xmlns:a16="http://schemas.microsoft.com/office/drawing/2014/main" val="20001"/>
                    </a:ext>
                  </a:extLst>
                </a:gridCol>
                <a:gridCol w="2376488">
                  <a:extLst>
                    <a:ext uri="{9D8B030D-6E8A-4147-A177-3AD203B41FA5}">
                      <a16:colId xmlns:a16="http://schemas.microsoft.com/office/drawing/2014/main" val="20002"/>
                    </a:ext>
                  </a:extLst>
                </a:gridCol>
                <a:gridCol w="2663825">
                  <a:extLst>
                    <a:ext uri="{9D8B030D-6E8A-4147-A177-3AD203B41FA5}">
                      <a16:colId xmlns:a16="http://schemas.microsoft.com/office/drawing/2014/main" val="20003"/>
                    </a:ext>
                  </a:extLst>
                </a:gridCol>
              </a:tblGrid>
              <a:tr h="1031875">
                <a:tc>
                  <a:txBody>
                    <a:bodyPr/>
                    <a:lstStyle/>
                    <a:p>
                      <a:pPr marL="469900" marR="0" lvl="0" indent="-469900" algn="ctr" defTabSz="914400" rtl="0" eaLnBrk="1" fontAlgn="base" latinLnBrk="0" hangingPunct="1">
                        <a:lnSpc>
                          <a:spcPct val="100000"/>
                        </a:lnSpc>
                        <a:spcBef>
                          <a:spcPct val="0"/>
                        </a:spcBef>
                        <a:spcAft>
                          <a:spcPct val="0"/>
                        </a:spcAft>
                        <a:buClr>
                          <a:srgbClr val="0000CC"/>
                        </a:buClr>
                        <a:buSzTx/>
                        <a:buFontTx/>
                        <a:buNone/>
                        <a:tabLst/>
                      </a:pPr>
                      <a:r>
                        <a:rPr kumimoji="1" lang="zh-CN" altLang="en-US" sz="2400" b="1" i="0" u="none" strike="noStrike" cap="none" normalizeH="0" baseline="0">
                          <a:ln>
                            <a:noFill/>
                          </a:ln>
                          <a:solidFill>
                            <a:srgbClr val="FF0000"/>
                          </a:solidFill>
                          <a:effectLst/>
                          <a:latin typeface="Verdana" pitchFamily="34" charset="0"/>
                          <a:ea typeface="华文中宋" pitchFamily="2" charset="-122"/>
                          <a:cs typeface="Times New Roman" pitchFamily="18" charset="0"/>
                        </a:rPr>
                        <a:t>堆栈</a:t>
                      </a:r>
                      <a:endParaRPr kumimoji="1" lang="zh-CN" altLang="en-US" sz="2400" b="1" i="0" u="none" strike="noStrike" cap="none" normalizeH="0" baseline="0">
                        <a:ln>
                          <a:noFill/>
                        </a:ln>
                        <a:solidFill>
                          <a:schemeClr val="tx1"/>
                        </a:solidFill>
                        <a:effectLst/>
                        <a:latin typeface="Verdana" pitchFamily="34" charset="0"/>
                        <a:ea typeface="华文中宋" pitchFamily="2" charset="-122"/>
                        <a:cs typeface="Times New Roman" pitchFamily="18" charset="0"/>
                      </a:endParaRPr>
                    </a:p>
                  </a:txBody>
                  <a:tcPr horzOverflow="overflow">
                    <a:lnL w="254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rgbClr val="0000CC"/>
                        </a:buClr>
                        <a:buSzTx/>
                        <a:buFontTx/>
                        <a:buNone/>
                        <a:tabLst/>
                      </a:pPr>
                      <a:r>
                        <a:rPr kumimoji="1" lang="zh-CN" altLang="en-US" sz="2400" b="1" i="0" u="none" strike="noStrike" cap="none" normalizeH="0" baseline="0">
                          <a:ln>
                            <a:noFill/>
                          </a:ln>
                          <a:solidFill>
                            <a:srgbClr val="FF0000"/>
                          </a:solidFill>
                          <a:effectLst/>
                          <a:latin typeface="Verdana" pitchFamily="34" charset="0"/>
                          <a:ea typeface="华文中宋" pitchFamily="2" charset="-122"/>
                          <a:cs typeface="Times New Roman" pitchFamily="18" charset="0"/>
                        </a:rPr>
                        <a:t>累加器</a:t>
                      </a:r>
                      <a:endParaRPr kumimoji="1" lang="zh-CN" altLang="en-US" sz="2400" b="1" i="0" u="none" strike="noStrike" cap="none" normalizeH="0" baseline="0">
                        <a:ln>
                          <a:noFill/>
                        </a:ln>
                        <a:solidFill>
                          <a:schemeClr val="tx1"/>
                        </a:solidFill>
                        <a:effectLst/>
                        <a:latin typeface="Verdana" pitchFamily="34" charset="0"/>
                        <a:ea typeface="华文中宋" pitchFamily="2" charset="-122"/>
                        <a:cs typeface="Times New Roman" pitchFamily="18" charset="0"/>
                      </a:endParaRPr>
                    </a:p>
                  </a:txBody>
                  <a:tcPr horzOverflow="overflow">
                    <a:lnL w="254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rgbClr val="0000CC"/>
                        </a:buClr>
                        <a:buSzTx/>
                        <a:buFontTx/>
                        <a:buNone/>
                        <a:tabLst/>
                      </a:pPr>
                      <a:r>
                        <a:rPr kumimoji="1" lang="zh-CN" altLang="en-US" sz="2400" b="1" i="0" u="none" strike="noStrike" cap="none" normalizeH="0" baseline="0">
                          <a:ln>
                            <a:noFill/>
                          </a:ln>
                          <a:solidFill>
                            <a:srgbClr val="FF0000"/>
                          </a:solidFill>
                          <a:effectLst/>
                          <a:latin typeface="Verdana" pitchFamily="34" charset="0"/>
                          <a:ea typeface="华文中宋" pitchFamily="2" charset="-122"/>
                          <a:cs typeface="Times New Roman" pitchFamily="18" charset="0"/>
                        </a:rPr>
                        <a:t>寄存器 </a:t>
                      </a:r>
                    </a:p>
                    <a:p>
                      <a:pPr marL="469900" marR="0" lvl="0" indent="-469900" algn="ctr" defTabSz="914400" rtl="0" eaLnBrk="1" fontAlgn="base" latinLnBrk="0" hangingPunct="1">
                        <a:lnSpc>
                          <a:spcPct val="100000"/>
                        </a:lnSpc>
                        <a:spcBef>
                          <a:spcPct val="0"/>
                        </a:spcBef>
                        <a:spcAft>
                          <a:spcPct val="0"/>
                        </a:spcAft>
                        <a:buClr>
                          <a:srgbClr val="0000CC"/>
                        </a:buClr>
                        <a:buSzTx/>
                        <a:buFontTx/>
                        <a:buNone/>
                        <a:tabLst/>
                      </a:pPr>
                      <a:r>
                        <a:rPr kumimoji="1" lang="en-US" altLang="zh-CN" sz="2400" b="1" i="0" u="none" strike="noStrike" cap="none" normalizeH="0" baseline="0">
                          <a:ln>
                            <a:noFill/>
                          </a:ln>
                          <a:solidFill>
                            <a:srgbClr val="FF0000"/>
                          </a:solidFill>
                          <a:effectLst/>
                          <a:latin typeface="Verdana" pitchFamily="34" charset="0"/>
                          <a:ea typeface="华文中宋" pitchFamily="2" charset="-122"/>
                          <a:cs typeface="Times New Roman" pitchFamily="18" charset="0"/>
                        </a:rPr>
                        <a:t>(</a:t>
                      </a:r>
                      <a:r>
                        <a:rPr kumimoji="1" lang="zh-CN" altLang="en-US" sz="2400" b="1" i="0" u="none" strike="noStrike" cap="none" normalizeH="0" baseline="0">
                          <a:ln>
                            <a:noFill/>
                          </a:ln>
                          <a:solidFill>
                            <a:srgbClr val="FF0000"/>
                          </a:solidFill>
                          <a:effectLst/>
                          <a:latin typeface="Verdana" pitchFamily="34" charset="0"/>
                          <a:ea typeface="华文中宋" pitchFamily="2" charset="-122"/>
                          <a:cs typeface="Times New Roman" pitchFamily="18" charset="0"/>
                        </a:rPr>
                        <a:t>寄存器</a:t>
                      </a:r>
                      <a:r>
                        <a:rPr kumimoji="1" lang="en-US" altLang="zh-CN" sz="2400" b="1" i="0" u="none" strike="noStrike" cap="none" normalizeH="0" baseline="0">
                          <a:ln>
                            <a:noFill/>
                          </a:ln>
                          <a:solidFill>
                            <a:srgbClr val="FF0000"/>
                          </a:solidFill>
                          <a:effectLst/>
                          <a:latin typeface="Verdana" pitchFamily="34" charset="0"/>
                          <a:ea typeface="华文中宋" pitchFamily="2" charset="-122"/>
                          <a:cs typeface="Times New Roman" pitchFamily="18" charset="0"/>
                        </a:rPr>
                        <a:t>-</a:t>
                      </a:r>
                      <a:r>
                        <a:rPr kumimoji="1" lang="zh-CN" altLang="en-US" sz="2400" b="1" i="0" u="none" strike="noStrike" cap="none" normalizeH="0" baseline="0">
                          <a:ln>
                            <a:noFill/>
                          </a:ln>
                          <a:solidFill>
                            <a:srgbClr val="FF0000"/>
                          </a:solidFill>
                          <a:effectLst/>
                          <a:latin typeface="Verdana" pitchFamily="34" charset="0"/>
                          <a:ea typeface="华文中宋" pitchFamily="2" charset="-122"/>
                          <a:cs typeface="Times New Roman" pitchFamily="18" charset="0"/>
                        </a:rPr>
                        <a:t>存储器</a:t>
                      </a:r>
                      <a:r>
                        <a:rPr kumimoji="1" lang="en-US" altLang="zh-CN" sz="2400" b="1" i="0" u="none" strike="noStrike" cap="none" normalizeH="0" baseline="0">
                          <a:ln>
                            <a:noFill/>
                          </a:ln>
                          <a:solidFill>
                            <a:srgbClr val="FF0000"/>
                          </a:solidFill>
                          <a:effectLst/>
                          <a:latin typeface="Verdana" pitchFamily="34" charset="0"/>
                          <a:ea typeface="华文中宋" pitchFamily="2" charset="-122"/>
                          <a:cs typeface="Times New Roman" pitchFamily="18" charset="0"/>
                        </a:rPr>
                        <a:t>)</a:t>
                      </a:r>
                      <a:endParaRPr kumimoji="1" lang="en-US" altLang="zh-CN" sz="2400" b="1" i="0" u="none" strike="noStrike" cap="none" normalizeH="0" baseline="0">
                        <a:ln>
                          <a:noFill/>
                        </a:ln>
                        <a:solidFill>
                          <a:schemeClr val="tx1"/>
                        </a:solidFill>
                        <a:effectLst/>
                        <a:latin typeface="Verdana" pitchFamily="34" charset="0"/>
                        <a:ea typeface="华文中宋" pitchFamily="2" charset="-122"/>
                        <a:cs typeface="Times New Roman" pitchFamily="18" charset="0"/>
                      </a:endParaRPr>
                    </a:p>
                  </a:txBody>
                  <a:tcPr horzOverflow="overflow">
                    <a:lnL w="254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rgbClr val="0000CC"/>
                        </a:buClr>
                        <a:buSzTx/>
                        <a:buFontTx/>
                        <a:buNone/>
                        <a:tabLst/>
                      </a:pPr>
                      <a:r>
                        <a:rPr kumimoji="1" lang="zh-CN" altLang="en-US" sz="2400" b="1" i="0" u="none" strike="noStrike" cap="none" normalizeH="0" baseline="0">
                          <a:ln>
                            <a:noFill/>
                          </a:ln>
                          <a:solidFill>
                            <a:srgbClr val="FF0000"/>
                          </a:solidFill>
                          <a:effectLst/>
                          <a:latin typeface="Verdana" pitchFamily="34" charset="0"/>
                          <a:ea typeface="华文中宋" pitchFamily="2" charset="-122"/>
                          <a:cs typeface="Times New Roman" pitchFamily="18" charset="0"/>
                        </a:rPr>
                        <a:t>寄存器</a:t>
                      </a:r>
                    </a:p>
                    <a:p>
                      <a:pPr marL="469900" marR="0" lvl="0" indent="-469900" algn="ctr" defTabSz="914400" rtl="0" eaLnBrk="1" fontAlgn="base" latinLnBrk="0" hangingPunct="1">
                        <a:lnSpc>
                          <a:spcPct val="100000"/>
                        </a:lnSpc>
                        <a:spcBef>
                          <a:spcPct val="0"/>
                        </a:spcBef>
                        <a:spcAft>
                          <a:spcPct val="0"/>
                        </a:spcAft>
                        <a:buClr>
                          <a:srgbClr val="0000CC"/>
                        </a:buClr>
                        <a:buSzTx/>
                        <a:buFontTx/>
                        <a:buNone/>
                        <a:tabLst/>
                      </a:pPr>
                      <a:r>
                        <a:rPr kumimoji="1" lang="en-US" altLang="zh-CN" sz="2400" b="1" i="0" u="none" strike="noStrike" cap="none" normalizeH="0" baseline="0">
                          <a:ln>
                            <a:noFill/>
                          </a:ln>
                          <a:solidFill>
                            <a:srgbClr val="FF0000"/>
                          </a:solidFill>
                          <a:effectLst/>
                          <a:latin typeface="Verdana" pitchFamily="34" charset="0"/>
                          <a:ea typeface="华文中宋" pitchFamily="2" charset="-122"/>
                          <a:cs typeface="Times New Roman" pitchFamily="18" charset="0"/>
                        </a:rPr>
                        <a:t>(</a:t>
                      </a:r>
                      <a:r>
                        <a:rPr kumimoji="1" lang="zh-CN" altLang="en-US" sz="2400" b="1" i="0" u="none" strike="noStrike" cap="none" normalizeH="0" baseline="0">
                          <a:ln>
                            <a:noFill/>
                          </a:ln>
                          <a:solidFill>
                            <a:srgbClr val="FF0000"/>
                          </a:solidFill>
                          <a:effectLst/>
                          <a:latin typeface="Verdana" pitchFamily="34" charset="0"/>
                          <a:ea typeface="华文中宋" pitchFamily="2" charset="-122"/>
                          <a:cs typeface="Times New Roman" pitchFamily="18" charset="0"/>
                        </a:rPr>
                        <a:t>寄存器</a:t>
                      </a:r>
                      <a:r>
                        <a:rPr kumimoji="1" lang="en-US" altLang="zh-CN" sz="2400" b="1" i="0" u="none" strike="noStrike" cap="none" normalizeH="0" baseline="0">
                          <a:ln>
                            <a:noFill/>
                          </a:ln>
                          <a:solidFill>
                            <a:srgbClr val="FF0000"/>
                          </a:solidFill>
                          <a:effectLst/>
                          <a:latin typeface="Verdana" pitchFamily="34" charset="0"/>
                          <a:ea typeface="华文中宋" pitchFamily="2" charset="-122"/>
                          <a:cs typeface="Times New Roman" pitchFamily="18" charset="0"/>
                        </a:rPr>
                        <a:t>-</a:t>
                      </a:r>
                      <a:r>
                        <a:rPr kumimoji="1" lang="zh-CN" altLang="en-US" sz="2400" b="1" i="0" u="none" strike="noStrike" cap="none" normalizeH="0" baseline="0">
                          <a:ln>
                            <a:noFill/>
                          </a:ln>
                          <a:solidFill>
                            <a:srgbClr val="FF0000"/>
                          </a:solidFill>
                          <a:effectLst/>
                          <a:latin typeface="Verdana" pitchFamily="34" charset="0"/>
                          <a:ea typeface="华文中宋" pitchFamily="2" charset="-122"/>
                          <a:cs typeface="Times New Roman" pitchFamily="18" charset="0"/>
                        </a:rPr>
                        <a:t>寄存器</a:t>
                      </a:r>
                      <a:r>
                        <a:rPr kumimoji="1" lang="en-US" altLang="zh-CN" sz="2400" b="1" i="0" u="none" strike="noStrike" cap="none" normalizeH="0" baseline="0">
                          <a:ln>
                            <a:noFill/>
                          </a:ln>
                          <a:solidFill>
                            <a:srgbClr val="FF0000"/>
                          </a:solidFill>
                          <a:effectLst/>
                          <a:latin typeface="Verdana" pitchFamily="34" charset="0"/>
                          <a:ea typeface="华文中宋" pitchFamily="2" charset="-122"/>
                          <a:cs typeface="Times New Roman" pitchFamily="18" charset="0"/>
                        </a:rPr>
                        <a:t>)</a:t>
                      </a:r>
                      <a:endParaRPr kumimoji="1" lang="en-US" altLang="zh-CN" sz="2400" b="1" i="0" u="none" strike="noStrike" cap="none" normalizeH="0" baseline="0">
                        <a:ln>
                          <a:noFill/>
                        </a:ln>
                        <a:solidFill>
                          <a:schemeClr val="tx1"/>
                        </a:solidFill>
                        <a:effectLst/>
                        <a:latin typeface="Verdana" pitchFamily="34" charset="0"/>
                        <a:ea typeface="华文中宋" pitchFamily="2" charset="-122"/>
                        <a:cs typeface="Times New Roman" pitchFamily="18" charset="0"/>
                      </a:endParaRPr>
                    </a:p>
                  </a:txBody>
                  <a:tcPr horzOverflow="overflow">
                    <a:lnL w="254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1658938">
                <a:tc>
                  <a:txBody>
                    <a:bodyPr/>
                    <a:lstStyle/>
                    <a:p>
                      <a:pPr marL="469900" marR="0" lvl="0" indent="-469900" algn="l" defTabSz="914400" rtl="0" eaLnBrk="1" fontAlgn="base" latinLnBrk="0" hangingPunct="1">
                        <a:lnSpc>
                          <a:spcPct val="100000"/>
                        </a:lnSpc>
                        <a:spcBef>
                          <a:spcPct val="0"/>
                        </a:spcBef>
                        <a:spcAft>
                          <a:spcPct val="0"/>
                        </a:spcAft>
                        <a:buClr>
                          <a:srgbClr val="0000CC"/>
                        </a:buClr>
                        <a:buSzTx/>
                        <a:buFontTx/>
                        <a:buNone/>
                        <a:tabLst/>
                      </a:pPr>
                      <a:r>
                        <a:rPr kumimoji="1" lang="en-US" altLang="zh-CN" sz="2400" b="1" i="0" u="none" strike="noStrike" cap="none" normalizeH="0" baseline="0" dirty="0">
                          <a:ln>
                            <a:noFill/>
                          </a:ln>
                          <a:solidFill>
                            <a:schemeClr val="tx1"/>
                          </a:solidFill>
                          <a:effectLst/>
                          <a:latin typeface="Verdana" pitchFamily="34" charset="0"/>
                          <a:ea typeface="华文中宋" pitchFamily="2" charset="-122"/>
                          <a:cs typeface="Times New Roman" pitchFamily="18" charset="0"/>
                        </a:rPr>
                        <a:t>PUSH X</a:t>
                      </a:r>
                    </a:p>
                    <a:p>
                      <a:pPr marL="469900" marR="0" lvl="0" indent="-469900" algn="l" defTabSz="914400" rtl="0" eaLnBrk="0" fontAlgn="base" latinLnBrk="0" hangingPunct="0">
                        <a:lnSpc>
                          <a:spcPct val="100000"/>
                        </a:lnSpc>
                        <a:spcBef>
                          <a:spcPct val="0"/>
                        </a:spcBef>
                        <a:spcAft>
                          <a:spcPct val="0"/>
                        </a:spcAft>
                        <a:buClrTx/>
                        <a:buSzTx/>
                        <a:buFont typeface="Wingdings" pitchFamily="2" charset="2"/>
                        <a:buNone/>
                        <a:tabLst/>
                      </a:pPr>
                      <a:r>
                        <a:rPr kumimoji="1" lang="en-US" altLang="zh-CN" sz="2400" b="1" i="0" u="none" strike="noStrike" cap="none" normalizeH="0" baseline="0" dirty="0">
                          <a:ln>
                            <a:noFill/>
                          </a:ln>
                          <a:solidFill>
                            <a:schemeClr val="tx1"/>
                          </a:solidFill>
                          <a:effectLst/>
                          <a:latin typeface="Verdana" pitchFamily="34" charset="0"/>
                          <a:ea typeface="华文中宋" pitchFamily="2" charset="-122"/>
                          <a:cs typeface="Times New Roman" pitchFamily="18" charset="0"/>
                        </a:rPr>
                        <a:t>PUSH Y</a:t>
                      </a:r>
                    </a:p>
                    <a:p>
                      <a:pPr marL="469900" marR="0" lvl="0" indent="-469900" algn="l" defTabSz="914400" rtl="0" eaLnBrk="0" fontAlgn="base" latinLnBrk="0" hangingPunct="0">
                        <a:lnSpc>
                          <a:spcPct val="100000"/>
                        </a:lnSpc>
                        <a:spcBef>
                          <a:spcPct val="0"/>
                        </a:spcBef>
                        <a:spcAft>
                          <a:spcPct val="0"/>
                        </a:spcAft>
                        <a:buClrTx/>
                        <a:buSzTx/>
                        <a:buFont typeface="Wingdings" pitchFamily="2" charset="2"/>
                        <a:buNone/>
                        <a:tabLst/>
                      </a:pPr>
                      <a:r>
                        <a:rPr kumimoji="1" lang="en-US" altLang="zh-CN" sz="2400" b="1" i="0" u="sng" strike="noStrike" cap="none" normalizeH="0" baseline="0" dirty="0">
                          <a:ln>
                            <a:noFill/>
                          </a:ln>
                          <a:solidFill>
                            <a:schemeClr val="tx1"/>
                          </a:solidFill>
                          <a:effectLst/>
                          <a:latin typeface="Verdana" pitchFamily="34" charset="0"/>
                          <a:ea typeface="华文中宋" pitchFamily="2" charset="-122"/>
                          <a:cs typeface="Times New Roman" pitchFamily="18" charset="0"/>
                        </a:rPr>
                        <a:t>ADD</a:t>
                      </a:r>
                    </a:p>
                    <a:p>
                      <a:pPr marL="469900" marR="0" lvl="0" indent="-469900" algn="l" defTabSz="914400" rtl="0" eaLnBrk="0" fontAlgn="base" latinLnBrk="0" hangingPunct="0">
                        <a:lnSpc>
                          <a:spcPct val="100000"/>
                        </a:lnSpc>
                        <a:spcBef>
                          <a:spcPct val="0"/>
                        </a:spcBef>
                        <a:spcAft>
                          <a:spcPct val="0"/>
                        </a:spcAft>
                        <a:buClrTx/>
                        <a:buSzTx/>
                        <a:buFont typeface="Wingdings" pitchFamily="2" charset="2"/>
                        <a:buNone/>
                        <a:tabLst/>
                      </a:pPr>
                      <a:r>
                        <a:rPr kumimoji="1" lang="en-US" altLang="zh-CN" sz="2400" b="1" i="0" u="none" strike="noStrike" cap="none" normalizeH="0" baseline="0" dirty="0">
                          <a:ln>
                            <a:noFill/>
                          </a:ln>
                          <a:solidFill>
                            <a:schemeClr val="tx1"/>
                          </a:solidFill>
                          <a:effectLst/>
                          <a:latin typeface="Verdana" pitchFamily="34" charset="0"/>
                          <a:ea typeface="华文中宋" pitchFamily="2" charset="-122"/>
                          <a:cs typeface="Times New Roman" pitchFamily="18" charset="0"/>
                        </a:rPr>
                        <a:t>POP   Z</a:t>
                      </a:r>
                    </a:p>
                  </a:txBody>
                  <a:tcPr horzOverflow="overflow">
                    <a:lnL w="254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469900" marR="0" lvl="0" indent="-469900" algn="l" defTabSz="914400" rtl="0" eaLnBrk="1" fontAlgn="base" latinLnBrk="0" hangingPunct="1">
                        <a:lnSpc>
                          <a:spcPct val="100000"/>
                        </a:lnSpc>
                        <a:spcBef>
                          <a:spcPct val="0"/>
                        </a:spcBef>
                        <a:spcAft>
                          <a:spcPct val="0"/>
                        </a:spcAft>
                        <a:buClr>
                          <a:srgbClr val="0000CC"/>
                        </a:buClr>
                        <a:buSzTx/>
                        <a:buFontTx/>
                        <a:buNone/>
                        <a:tabLst/>
                      </a:pPr>
                      <a:r>
                        <a:rPr kumimoji="1" lang="en-US" altLang="zh-CN" sz="2400" b="1" i="0" u="none" strike="noStrike" cap="none" normalizeH="0" baseline="0" dirty="0">
                          <a:ln>
                            <a:noFill/>
                          </a:ln>
                          <a:solidFill>
                            <a:schemeClr val="tx1"/>
                          </a:solidFill>
                          <a:effectLst/>
                          <a:latin typeface="Verdana" pitchFamily="34" charset="0"/>
                          <a:ea typeface="华文中宋" pitchFamily="2" charset="-122"/>
                          <a:cs typeface="Times New Roman" pitchFamily="18" charset="0"/>
                        </a:rPr>
                        <a:t>LOAD X</a:t>
                      </a:r>
                    </a:p>
                    <a:p>
                      <a:pPr marL="469900" marR="0" lvl="0" indent="-469900" algn="l" defTabSz="914400" rtl="0" eaLnBrk="0" fontAlgn="base" latinLnBrk="0" hangingPunct="0">
                        <a:lnSpc>
                          <a:spcPct val="100000"/>
                        </a:lnSpc>
                        <a:spcBef>
                          <a:spcPct val="0"/>
                        </a:spcBef>
                        <a:spcAft>
                          <a:spcPct val="0"/>
                        </a:spcAft>
                        <a:buClrTx/>
                        <a:buSzTx/>
                        <a:buFont typeface="Wingdings" pitchFamily="2" charset="2"/>
                        <a:buNone/>
                        <a:tabLst/>
                      </a:pPr>
                      <a:r>
                        <a:rPr kumimoji="1" lang="en-US" altLang="zh-CN" sz="2400" b="1" i="0" u="sng" strike="noStrike" cap="none" normalizeH="0" baseline="0" dirty="0">
                          <a:ln>
                            <a:noFill/>
                          </a:ln>
                          <a:solidFill>
                            <a:schemeClr val="tx1"/>
                          </a:solidFill>
                          <a:effectLst/>
                          <a:latin typeface="Verdana" pitchFamily="34" charset="0"/>
                          <a:ea typeface="华文中宋" pitchFamily="2" charset="-122"/>
                          <a:cs typeface="Times New Roman" pitchFamily="18" charset="0"/>
                        </a:rPr>
                        <a:t>ADD   Y</a:t>
                      </a:r>
                    </a:p>
                    <a:p>
                      <a:pPr marL="469900" marR="0" lvl="0" indent="-469900" algn="l" defTabSz="914400" rtl="0" eaLnBrk="0" fontAlgn="base" latinLnBrk="0" hangingPunct="0">
                        <a:lnSpc>
                          <a:spcPct val="100000"/>
                        </a:lnSpc>
                        <a:spcBef>
                          <a:spcPct val="0"/>
                        </a:spcBef>
                        <a:spcAft>
                          <a:spcPct val="0"/>
                        </a:spcAft>
                        <a:buClrTx/>
                        <a:buSzTx/>
                        <a:buFont typeface="Wingdings" pitchFamily="2" charset="2"/>
                        <a:buNone/>
                        <a:tabLst/>
                      </a:pPr>
                      <a:r>
                        <a:rPr kumimoji="1" lang="en-US" altLang="zh-CN" sz="2400" b="1" i="0" u="none" strike="noStrike" cap="none" normalizeH="0" baseline="0" dirty="0">
                          <a:ln>
                            <a:noFill/>
                          </a:ln>
                          <a:solidFill>
                            <a:schemeClr val="tx1"/>
                          </a:solidFill>
                          <a:effectLst/>
                          <a:latin typeface="Verdana" pitchFamily="34" charset="0"/>
                          <a:ea typeface="华文中宋" pitchFamily="2" charset="-122"/>
                          <a:cs typeface="Times New Roman" pitchFamily="18" charset="0"/>
                        </a:rPr>
                        <a:t>Store Z</a:t>
                      </a:r>
                    </a:p>
                  </a:txBody>
                  <a:tcPr horzOverflow="overflow">
                    <a:lnL w="254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469900" marR="0" lvl="0" indent="-469900" algn="l" defTabSz="914400" rtl="0" eaLnBrk="1" fontAlgn="base" latinLnBrk="0" hangingPunct="1">
                        <a:lnSpc>
                          <a:spcPct val="100000"/>
                        </a:lnSpc>
                        <a:spcBef>
                          <a:spcPct val="0"/>
                        </a:spcBef>
                        <a:spcAft>
                          <a:spcPct val="0"/>
                        </a:spcAft>
                        <a:buClr>
                          <a:srgbClr val="0000CC"/>
                        </a:buClr>
                        <a:buSzTx/>
                        <a:buFontTx/>
                        <a:buNone/>
                        <a:tabLst>
                          <a:tab pos="2743200" algn="ctr"/>
                          <a:tab pos="5486400" algn="r"/>
                        </a:tabLst>
                      </a:pPr>
                      <a:r>
                        <a:rPr kumimoji="1" lang="en-US" altLang="zh-CN" sz="2400" b="1" i="0" u="none" strike="noStrike" cap="none" normalizeH="0" baseline="0" dirty="0">
                          <a:ln>
                            <a:noFill/>
                          </a:ln>
                          <a:solidFill>
                            <a:schemeClr val="tx1"/>
                          </a:solidFill>
                          <a:effectLst/>
                          <a:latin typeface="Verdana" pitchFamily="34" charset="0"/>
                          <a:ea typeface="华文中宋" pitchFamily="2" charset="-122"/>
                          <a:cs typeface="Times New Roman" pitchFamily="18" charset="0"/>
                        </a:rPr>
                        <a:t>LOAD R1,X</a:t>
                      </a:r>
                    </a:p>
                    <a:p>
                      <a:pPr marL="469900" marR="0" lvl="0" indent="-469900" algn="l" defTabSz="914400" rtl="0" eaLnBrk="0" fontAlgn="base" latinLnBrk="0" hangingPunct="0">
                        <a:lnSpc>
                          <a:spcPct val="100000"/>
                        </a:lnSpc>
                        <a:spcBef>
                          <a:spcPct val="0"/>
                        </a:spcBef>
                        <a:spcAft>
                          <a:spcPct val="0"/>
                        </a:spcAft>
                        <a:buClrTx/>
                        <a:buSzTx/>
                        <a:buFont typeface="Wingdings" pitchFamily="2" charset="2"/>
                        <a:buNone/>
                        <a:tabLst>
                          <a:tab pos="2743200" algn="ctr"/>
                          <a:tab pos="5486400" algn="r"/>
                        </a:tabLst>
                      </a:pPr>
                      <a:r>
                        <a:rPr kumimoji="1" lang="en-US" altLang="zh-CN" sz="2400" b="1" i="0" u="sng" strike="noStrike" cap="none" normalizeH="0" baseline="0" dirty="0">
                          <a:ln>
                            <a:noFill/>
                          </a:ln>
                          <a:solidFill>
                            <a:schemeClr val="tx1"/>
                          </a:solidFill>
                          <a:effectLst/>
                          <a:latin typeface="Verdana" pitchFamily="34" charset="0"/>
                          <a:ea typeface="华文中宋" pitchFamily="2" charset="-122"/>
                          <a:cs typeface="Times New Roman" pitchFamily="18" charset="0"/>
                        </a:rPr>
                        <a:t>ADD   R1,Y</a:t>
                      </a:r>
                    </a:p>
                    <a:p>
                      <a:pPr marL="469900" marR="0" lvl="0" indent="-469900" algn="l" defTabSz="914400" rtl="0" eaLnBrk="0" fontAlgn="base" latinLnBrk="0" hangingPunct="0">
                        <a:lnSpc>
                          <a:spcPct val="100000"/>
                        </a:lnSpc>
                        <a:spcBef>
                          <a:spcPct val="0"/>
                        </a:spcBef>
                        <a:spcAft>
                          <a:spcPct val="0"/>
                        </a:spcAft>
                        <a:buClrTx/>
                        <a:buSzTx/>
                        <a:buFont typeface="Wingdings" pitchFamily="2" charset="2"/>
                        <a:buNone/>
                        <a:tabLst>
                          <a:tab pos="2743200" algn="ctr"/>
                          <a:tab pos="5486400" algn="r"/>
                        </a:tabLst>
                      </a:pPr>
                      <a:r>
                        <a:rPr kumimoji="1" lang="en-US" altLang="zh-CN" sz="2400" b="1" i="0" u="none" strike="noStrike" cap="none" normalizeH="0" baseline="0" dirty="0">
                          <a:ln>
                            <a:noFill/>
                          </a:ln>
                          <a:solidFill>
                            <a:schemeClr val="tx1"/>
                          </a:solidFill>
                          <a:effectLst/>
                          <a:latin typeface="Verdana" pitchFamily="34" charset="0"/>
                          <a:ea typeface="华文中宋" pitchFamily="2" charset="-122"/>
                          <a:cs typeface="Times New Roman" pitchFamily="18" charset="0"/>
                        </a:rPr>
                        <a:t>Store R1,Z</a:t>
                      </a:r>
                    </a:p>
                  </a:txBody>
                  <a:tcPr horzOverflow="overflow">
                    <a:lnL w="254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469900" marR="0" lvl="0" indent="-469900" algn="l" defTabSz="914400" rtl="0" eaLnBrk="1" fontAlgn="base" latinLnBrk="0" hangingPunct="1">
                        <a:lnSpc>
                          <a:spcPct val="100000"/>
                        </a:lnSpc>
                        <a:spcBef>
                          <a:spcPct val="0"/>
                        </a:spcBef>
                        <a:spcAft>
                          <a:spcPct val="0"/>
                        </a:spcAft>
                        <a:buClr>
                          <a:srgbClr val="0000CC"/>
                        </a:buClr>
                        <a:buSzTx/>
                        <a:buFontTx/>
                        <a:buNone/>
                        <a:tabLst/>
                      </a:pPr>
                      <a:r>
                        <a:rPr kumimoji="1" lang="en-US" altLang="zh-CN" sz="2400" b="1" i="0" u="none" strike="noStrike" cap="none" normalizeH="0" baseline="0" dirty="0">
                          <a:ln>
                            <a:noFill/>
                          </a:ln>
                          <a:solidFill>
                            <a:schemeClr val="tx1"/>
                          </a:solidFill>
                          <a:effectLst/>
                          <a:latin typeface="Verdana" pitchFamily="34" charset="0"/>
                          <a:ea typeface="华文中宋" pitchFamily="2" charset="-122"/>
                          <a:cs typeface="Times New Roman" pitchFamily="18" charset="0"/>
                        </a:rPr>
                        <a:t>LOAD R1,X</a:t>
                      </a:r>
                    </a:p>
                    <a:p>
                      <a:pPr marL="469900" marR="0" lvl="0" indent="-469900" algn="l" defTabSz="914400" rtl="0" eaLnBrk="0" fontAlgn="base" latinLnBrk="0" hangingPunct="0">
                        <a:lnSpc>
                          <a:spcPct val="100000"/>
                        </a:lnSpc>
                        <a:spcBef>
                          <a:spcPct val="0"/>
                        </a:spcBef>
                        <a:spcAft>
                          <a:spcPct val="0"/>
                        </a:spcAft>
                        <a:buClrTx/>
                        <a:buSzTx/>
                        <a:buFont typeface="Wingdings" pitchFamily="2" charset="2"/>
                        <a:buNone/>
                        <a:tabLst/>
                      </a:pPr>
                      <a:r>
                        <a:rPr kumimoji="1" lang="en-US" altLang="zh-CN" sz="2400" b="1" i="0" u="none" strike="noStrike" cap="none" normalizeH="0" baseline="0" dirty="0">
                          <a:ln>
                            <a:noFill/>
                          </a:ln>
                          <a:solidFill>
                            <a:schemeClr val="tx1"/>
                          </a:solidFill>
                          <a:effectLst/>
                          <a:latin typeface="Verdana" pitchFamily="34" charset="0"/>
                          <a:ea typeface="华文中宋" pitchFamily="2" charset="-122"/>
                          <a:cs typeface="Times New Roman" pitchFamily="18" charset="0"/>
                        </a:rPr>
                        <a:t>LOAD R2,Y</a:t>
                      </a:r>
                    </a:p>
                    <a:p>
                      <a:pPr marL="469900" marR="0" lvl="0" indent="-469900" algn="l" defTabSz="914400" rtl="0" eaLnBrk="0" fontAlgn="base" latinLnBrk="0" hangingPunct="0">
                        <a:lnSpc>
                          <a:spcPct val="100000"/>
                        </a:lnSpc>
                        <a:spcBef>
                          <a:spcPct val="0"/>
                        </a:spcBef>
                        <a:spcAft>
                          <a:spcPct val="0"/>
                        </a:spcAft>
                        <a:buClrTx/>
                        <a:buSzTx/>
                        <a:buFont typeface="Wingdings" pitchFamily="2" charset="2"/>
                        <a:buNone/>
                        <a:tabLst/>
                      </a:pPr>
                      <a:r>
                        <a:rPr kumimoji="1" lang="en-US" altLang="zh-CN" sz="2400" b="1" i="0" u="sng" strike="noStrike" cap="none" normalizeH="0" baseline="0" dirty="0">
                          <a:ln>
                            <a:noFill/>
                          </a:ln>
                          <a:solidFill>
                            <a:schemeClr val="tx1"/>
                          </a:solidFill>
                          <a:effectLst/>
                          <a:latin typeface="Verdana" pitchFamily="34" charset="0"/>
                          <a:ea typeface="华文中宋" pitchFamily="2" charset="-122"/>
                          <a:cs typeface="Times New Roman" pitchFamily="18" charset="0"/>
                        </a:rPr>
                        <a:t>ADD R3,R1,R2</a:t>
                      </a:r>
                    </a:p>
                    <a:p>
                      <a:pPr marL="469900" marR="0" lvl="0" indent="-469900" algn="l" defTabSz="914400" rtl="0" eaLnBrk="0" fontAlgn="base" latinLnBrk="0" hangingPunct="0">
                        <a:lnSpc>
                          <a:spcPct val="100000"/>
                        </a:lnSpc>
                        <a:spcBef>
                          <a:spcPct val="0"/>
                        </a:spcBef>
                        <a:spcAft>
                          <a:spcPct val="0"/>
                        </a:spcAft>
                        <a:buClrTx/>
                        <a:buSzTx/>
                        <a:buFont typeface="Wingdings" pitchFamily="2" charset="2"/>
                        <a:buNone/>
                        <a:tabLst/>
                      </a:pPr>
                      <a:r>
                        <a:rPr kumimoji="1" lang="en-US" altLang="zh-CN" sz="2400" b="1" i="0" u="none" strike="noStrike" cap="none" normalizeH="0" baseline="0" dirty="0">
                          <a:ln>
                            <a:noFill/>
                          </a:ln>
                          <a:solidFill>
                            <a:schemeClr val="tx1"/>
                          </a:solidFill>
                          <a:effectLst/>
                          <a:latin typeface="Verdana" pitchFamily="34" charset="0"/>
                          <a:ea typeface="华文中宋" pitchFamily="2" charset="-122"/>
                          <a:cs typeface="Times New Roman" pitchFamily="18" charset="0"/>
                        </a:rPr>
                        <a:t>Store R3,Z</a:t>
                      </a:r>
                    </a:p>
                  </a:txBody>
                  <a:tcPr horzOverflow="overflow">
                    <a:lnL w="254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bl>
          </a:graphicData>
        </a:graphic>
      </p:graphicFrame>
      <p:sp>
        <p:nvSpPr>
          <p:cNvPr id="57364" name="Rectangle 4"/>
          <p:cNvSpPr>
            <a:spLocks noGrp="1" noChangeArrowheads="1"/>
          </p:cNvSpPr>
          <p:nvPr>
            <p:ph type="title"/>
          </p:nvPr>
        </p:nvSpPr>
        <p:spPr>
          <a:xfrm>
            <a:off x="457200" y="188913"/>
            <a:ext cx="8229600" cy="1143000"/>
          </a:xfrm>
        </p:spPr>
        <p:txBody>
          <a:bodyPr/>
          <a:lstStyle/>
          <a:p>
            <a:pPr eaLnBrk="1" hangingPunct="1"/>
            <a:r>
              <a:rPr lang="en-US" altLang="zh-CN" sz="3600" b="1" dirty="0">
                <a:latin typeface="Times New Roman" panose="02020603050405020304" pitchFamily="18" charset="0"/>
                <a:cs typeface="Times New Roman" panose="02020603050405020304" pitchFamily="18" charset="0"/>
              </a:rPr>
              <a:t>2.2 </a:t>
            </a:r>
            <a:r>
              <a:rPr lang="zh-CN" altLang="en-US" sz="3600" b="1" dirty="0">
                <a:latin typeface="Times New Roman" panose="02020603050405020304" pitchFamily="18" charset="0"/>
                <a:cs typeface="Times New Roman" panose="02020603050405020304" pitchFamily="18" charset="0"/>
              </a:rPr>
              <a:t>指令集结构的分类</a:t>
            </a:r>
          </a:p>
        </p:txBody>
      </p:sp>
      <p:sp>
        <p:nvSpPr>
          <p:cNvPr id="2" name="日期占位符 1">
            <a:extLst>
              <a:ext uri="{FF2B5EF4-FFF2-40B4-BE49-F238E27FC236}">
                <a16:creationId xmlns:a16="http://schemas.microsoft.com/office/drawing/2014/main" id="{2B0517AB-CF2C-BE0C-8C29-274C5F77E0D3}"/>
              </a:ext>
            </a:extLst>
          </p:cNvPr>
          <p:cNvSpPr txBox="1">
            <a:spLocks/>
          </p:cNvSpPr>
          <p:nvPr/>
        </p:nvSpPr>
        <p:spPr>
          <a:xfrm>
            <a:off x="457200" y="6356350"/>
            <a:ext cx="2133600" cy="365125"/>
          </a:xfrm>
          <a:prstGeom prst="rect">
            <a:avLst/>
          </a:prstGeom>
        </p:spPr>
        <p:txBody>
          <a:bodyPr/>
          <a:lstStyle>
            <a:defPPr>
              <a:defRPr lang="en-US"/>
            </a:defPPr>
            <a:lvl1pPr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9pPr>
          </a:lstStyle>
          <a:p>
            <a:pPr>
              <a:defRPr/>
            </a:pPr>
            <a:fld id="{91C201F2-917B-483E-AFB3-50A3C86654E9}" type="datetime1">
              <a:rPr lang="zh-CN" altLang="en-US" smtClean="0"/>
              <a:pPr>
                <a:defRPr/>
              </a:pPr>
              <a:t>2025/9/18</a:t>
            </a:fld>
            <a:endParaRPr lang="en-US" altLang="zh-CN"/>
          </a:p>
        </p:txBody>
      </p:sp>
      <p:sp>
        <p:nvSpPr>
          <p:cNvPr id="3" name="页脚占位符 2">
            <a:extLst>
              <a:ext uri="{FF2B5EF4-FFF2-40B4-BE49-F238E27FC236}">
                <a16:creationId xmlns:a16="http://schemas.microsoft.com/office/drawing/2014/main" id="{2C35789C-7AA5-6CEA-A21E-19D525E6658F}"/>
              </a:ext>
            </a:extLst>
          </p:cNvPr>
          <p:cNvSpPr txBox="1">
            <a:spLocks/>
          </p:cNvSpPr>
          <p:nvPr/>
        </p:nvSpPr>
        <p:spPr>
          <a:xfrm>
            <a:off x="3124200" y="6356350"/>
            <a:ext cx="2895600" cy="365125"/>
          </a:xfrm>
          <a:prstGeom prst="rect">
            <a:avLst/>
          </a:prstGeom>
        </p:spPr>
        <p:txBody>
          <a:bodyPr/>
          <a:lstStyle>
            <a:defPPr>
              <a:defRPr lang="en-US"/>
            </a:defPPr>
            <a:lvl1pPr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9p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4" name="灯片编号占位符 3">
            <a:extLst>
              <a:ext uri="{FF2B5EF4-FFF2-40B4-BE49-F238E27FC236}">
                <a16:creationId xmlns:a16="http://schemas.microsoft.com/office/drawing/2014/main" id="{6369857B-B0BB-BAE9-503D-9315BCAE5A56}"/>
              </a:ext>
            </a:extLst>
          </p:cNvPr>
          <p:cNvSpPr txBox="1">
            <a:spLocks/>
          </p:cNvSpPr>
          <p:nvPr/>
        </p:nvSpPr>
        <p:spPr>
          <a:xfrm>
            <a:off x="6553200" y="6356350"/>
            <a:ext cx="2133600" cy="365125"/>
          </a:xfrm>
          <a:prstGeom prst="rect">
            <a:avLst/>
          </a:prstGeom>
        </p:spPr>
        <p:txBody>
          <a:bodyPr/>
          <a:lstStyle>
            <a:defPPr>
              <a:defRPr lang="en-US"/>
            </a:defPPr>
            <a:lvl1pPr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9pPr>
          </a:lstStyle>
          <a:p>
            <a:pPr>
              <a:defRPr/>
            </a:pPr>
            <a:fld id="{8BCAC33D-D29A-48B3-BCD6-381D3D720D26}" type="slidenum">
              <a:rPr lang="zh-CN" altLang="en-US" smtClean="0"/>
              <a:pPr>
                <a:defRPr/>
              </a:pPr>
              <a:t>4</a:t>
            </a:fld>
            <a:endParaRPr lang="en-US" altLang="zh-CN"/>
          </a:p>
        </p:txBody>
      </p:sp>
    </p:spTree>
    <p:extLst>
      <p:ext uri="{BB962C8B-B14F-4D97-AF65-F5344CB8AC3E}">
        <p14:creationId xmlns:p14="http://schemas.microsoft.com/office/powerpoint/2010/main" val="4196158260"/>
      </p:ext>
    </p:extLst>
  </p:cSld>
  <p:clrMapOvr>
    <a:masterClrMapping/>
  </p:clrMapOvr>
  <p:transition>
    <p:pull dir="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85"/>
          <p:cNvSpPr>
            <a:spLocks noGrp="1" noChangeArrowheads="1"/>
          </p:cNvSpPr>
          <p:nvPr>
            <p:ph type="title"/>
          </p:nvPr>
        </p:nvSpPr>
        <p:spPr>
          <a:xfrm>
            <a:off x="574675" y="188913"/>
            <a:ext cx="7669213" cy="676275"/>
          </a:xfrm>
        </p:spPr>
        <p:txBody>
          <a:bodyPr/>
          <a:lstStyle/>
          <a:p>
            <a:pPr eaLnBrk="1" hangingPunct="1"/>
            <a:r>
              <a:rPr lang="zh-CN" altLang="en-US" sz="3600" b="1"/>
              <a:t>三种类型指令集结构的优缺点</a:t>
            </a:r>
          </a:p>
        </p:txBody>
      </p:sp>
      <p:graphicFrame>
        <p:nvGraphicFramePr>
          <p:cNvPr id="236624" name="Group 80"/>
          <p:cNvGraphicFramePr>
            <a:graphicFrameLocks noGrp="1"/>
          </p:cNvGraphicFramePr>
          <p:nvPr>
            <p:ph idx="1"/>
          </p:nvPr>
        </p:nvGraphicFramePr>
        <p:xfrm>
          <a:off x="250825" y="1052513"/>
          <a:ext cx="8715375" cy="5267325"/>
        </p:xfrm>
        <a:graphic>
          <a:graphicData uri="http://schemas.openxmlformats.org/drawingml/2006/table">
            <a:tbl>
              <a:tblPr/>
              <a:tblGrid>
                <a:gridCol w="1123983">
                  <a:extLst>
                    <a:ext uri="{9D8B030D-6E8A-4147-A177-3AD203B41FA5}">
                      <a16:colId xmlns:a16="http://schemas.microsoft.com/office/drawing/2014/main" val="20000"/>
                    </a:ext>
                  </a:extLst>
                </a:gridCol>
                <a:gridCol w="3662329">
                  <a:extLst>
                    <a:ext uri="{9D8B030D-6E8A-4147-A177-3AD203B41FA5}">
                      <a16:colId xmlns:a16="http://schemas.microsoft.com/office/drawing/2014/main" val="20001"/>
                    </a:ext>
                  </a:extLst>
                </a:gridCol>
                <a:gridCol w="3929063">
                  <a:extLst>
                    <a:ext uri="{9D8B030D-6E8A-4147-A177-3AD203B41FA5}">
                      <a16:colId xmlns:a16="http://schemas.microsoft.com/office/drawing/2014/main" val="20002"/>
                    </a:ext>
                  </a:extLst>
                </a:gridCol>
              </a:tblGrid>
              <a:tr h="640128">
                <a:tc>
                  <a:txBody>
                    <a:bodyPr/>
                    <a:lstStyle/>
                    <a:p>
                      <a:pPr marL="0" marR="0" lvl="0" indent="0" algn="ctr" defTabSz="914400" rtl="0" eaLnBrk="1" fontAlgn="base" latinLnBrk="0" hangingPunct="1">
                        <a:lnSpc>
                          <a:spcPct val="100000"/>
                        </a:lnSpc>
                        <a:spcBef>
                          <a:spcPct val="0"/>
                        </a:spcBef>
                        <a:spcAft>
                          <a:spcPct val="0"/>
                        </a:spcAft>
                        <a:buClr>
                          <a:srgbClr val="0000CC"/>
                        </a:buClr>
                        <a:buSzTx/>
                        <a:buFontTx/>
                        <a:buNone/>
                        <a:tabLst/>
                      </a:pPr>
                      <a:r>
                        <a:rPr kumimoji="1" lang="zh-CN" altLang="en-US" sz="1800" b="1" i="0" u="none" strike="noStrike" cap="none" normalizeH="0" baseline="0" dirty="0">
                          <a:ln>
                            <a:noFill/>
                          </a:ln>
                          <a:solidFill>
                            <a:srgbClr val="FF0000"/>
                          </a:solidFill>
                          <a:effectLst/>
                          <a:latin typeface="Times New Roman" pitchFamily="18" charset="0"/>
                          <a:ea typeface="华文中宋" pitchFamily="2" charset="-122"/>
                          <a:cs typeface="Times New Roman" pitchFamily="18" charset="0"/>
                        </a:rPr>
                        <a:t>指令集结构类型</a:t>
                      </a:r>
                      <a:endParaRPr kumimoji="1" lang="zh-CN" altLang="en-US" sz="1800" b="1" i="0" u="none" strike="noStrike" cap="none" normalizeH="0" baseline="0" dirty="0">
                        <a:ln>
                          <a:noFill/>
                        </a:ln>
                        <a:solidFill>
                          <a:srgbClr val="FF0000"/>
                        </a:solidFill>
                        <a:effectLst/>
                        <a:latin typeface="Times New Roman" pitchFamily="18" charset="0"/>
                        <a:ea typeface="华文中宋" pitchFamily="2" charset="-122"/>
                      </a:endParaRPr>
                    </a:p>
                  </a:txBody>
                  <a:tcPr marL="91439" marR="91439" marT="45723" marB="4572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Tx/>
                        <a:buFontTx/>
                        <a:buNone/>
                        <a:tabLst/>
                      </a:pPr>
                      <a:r>
                        <a:rPr kumimoji="1" lang="zh-CN" altLang="en-US" sz="1800" b="1" i="0" u="none" strike="noStrike" cap="none" normalizeH="0" baseline="0" dirty="0">
                          <a:ln>
                            <a:noFill/>
                          </a:ln>
                          <a:solidFill>
                            <a:srgbClr val="FF0000"/>
                          </a:solidFill>
                          <a:effectLst/>
                          <a:latin typeface="Times New Roman" pitchFamily="18" charset="0"/>
                          <a:ea typeface="华文中宋" pitchFamily="2" charset="-122"/>
                          <a:cs typeface="Times New Roman" pitchFamily="18" charset="0"/>
                        </a:rPr>
                        <a:t>优点</a:t>
                      </a:r>
                      <a:endParaRPr kumimoji="1" lang="zh-CN" altLang="en-US" sz="1800" b="1" i="0" u="none" strike="noStrike" cap="none" normalizeH="0" baseline="0" dirty="0">
                        <a:ln>
                          <a:noFill/>
                        </a:ln>
                        <a:solidFill>
                          <a:srgbClr val="FF0000"/>
                        </a:solidFill>
                        <a:effectLst/>
                        <a:latin typeface="Times New Roman" pitchFamily="18" charset="0"/>
                        <a:ea typeface="华文中宋" pitchFamily="2" charset="-122"/>
                      </a:endParaRPr>
                    </a:p>
                  </a:txBody>
                  <a:tcPr marL="91439" marR="91439" marT="45723" marB="4572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Tx/>
                        <a:buFontTx/>
                        <a:buNone/>
                        <a:tabLst/>
                      </a:pPr>
                      <a:r>
                        <a:rPr kumimoji="1" lang="zh-CN" altLang="en-US" sz="1800" b="1" i="0" u="none" strike="noStrike" cap="none" normalizeH="0" baseline="0" dirty="0">
                          <a:ln>
                            <a:noFill/>
                          </a:ln>
                          <a:solidFill>
                            <a:srgbClr val="FF0000"/>
                          </a:solidFill>
                          <a:effectLst/>
                          <a:latin typeface="Times New Roman" pitchFamily="18" charset="0"/>
                          <a:ea typeface="华文中宋" pitchFamily="2" charset="-122"/>
                          <a:cs typeface="Times New Roman" pitchFamily="18" charset="0"/>
                        </a:rPr>
                        <a:t>缺点</a:t>
                      </a:r>
                      <a:endParaRPr kumimoji="1" lang="zh-CN" altLang="en-US" sz="1800" b="1" i="0" u="none" strike="noStrike" cap="none" normalizeH="0" baseline="0" dirty="0">
                        <a:ln>
                          <a:noFill/>
                        </a:ln>
                        <a:solidFill>
                          <a:srgbClr val="FF0000"/>
                        </a:solidFill>
                        <a:effectLst/>
                        <a:latin typeface="Times New Roman" pitchFamily="18" charset="0"/>
                        <a:ea typeface="华文中宋" pitchFamily="2" charset="-122"/>
                      </a:endParaRPr>
                    </a:p>
                  </a:txBody>
                  <a:tcPr marL="91439" marR="91439" marT="45723" marB="4572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1152215">
                <a:tc>
                  <a:txBody>
                    <a:bodyPr/>
                    <a:lstStyle/>
                    <a:p>
                      <a:pPr marL="0" marR="0" lvl="0" indent="0" algn="ctr" defTabSz="914400" rtl="0" eaLnBrk="1" fontAlgn="base" latinLnBrk="0" hangingPunct="1">
                        <a:lnSpc>
                          <a:spcPct val="100000"/>
                        </a:lnSpc>
                        <a:spcBef>
                          <a:spcPct val="0"/>
                        </a:spcBef>
                        <a:spcAft>
                          <a:spcPct val="0"/>
                        </a:spcAft>
                        <a:buClr>
                          <a:srgbClr val="0000CC"/>
                        </a:buClr>
                        <a:buSzTx/>
                        <a:buFontTx/>
                        <a:buNone/>
                        <a:tabLst/>
                      </a:pPr>
                      <a:r>
                        <a:rPr kumimoji="1" lang="zh-CN" altLang="en-US" sz="1800" b="0" i="0" u="none" strike="noStrike" cap="none" normalizeH="0" baseline="0" dirty="0">
                          <a:ln>
                            <a:noFill/>
                          </a:ln>
                          <a:solidFill>
                            <a:schemeClr val="tx1"/>
                          </a:solidFill>
                          <a:effectLst/>
                          <a:latin typeface="Times New Roman" pitchFamily="18" charset="0"/>
                          <a:ea typeface="华文中宋" pitchFamily="2" charset="-122"/>
                        </a:rPr>
                        <a:t>寄存器</a:t>
                      </a:r>
                      <a:r>
                        <a:rPr kumimoji="1" lang="en-US" altLang="zh-CN" sz="1800" b="0" i="0" u="none" strike="noStrike" cap="none" normalizeH="0" baseline="0" dirty="0">
                          <a:ln>
                            <a:noFill/>
                          </a:ln>
                          <a:solidFill>
                            <a:schemeClr val="tx1"/>
                          </a:solidFill>
                          <a:effectLst/>
                          <a:latin typeface="Times New Roman" pitchFamily="18" charset="0"/>
                          <a:ea typeface="华文中宋" pitchFamily="2" charset="-122"/>
                        </a:rPr>
                        <a:t>-</a:t>
                      </a:r>
                      <a:r>
                        <a:rPr kumimoji="1" lang="zh-CN" altLang="en-US" sz="1800" b="0" i="0" u="none" strike="noStrike" cap="none" normalizeH="0" baseline="0" dirty="0">
                          <a:ln>
                            <a:noFill/>
                          </a:ln>
                          <a:solidFill>
                            <a:schemeClr val="tx1"/>
                          </a:solidFill>
                          <a:effectLst/>
                          <a:latin typeface="Times New Roman" pitchFamily="18" charset="0"/>
                          <a:ea typeface="华文中宋" pitchFamily="2" charset="-122"/>
                        </a:rPr>
                        <a:t>寄存器（</a:t>
                      </a:r>
                      <a:r>
                        <a:rPr kumimoji="1" lang="en-US" altLang="zh-CN" sz="1800" b="0" i="0" u="none" strike="noStrike" cap="none" normalizeH="0" baseline="0" dirty="0">
                          <a:ln>
                            <a:noFill/>
                          </a:ln>
                          <a:solidFill>
                            <a:schemeClr val="tx1"/>
                          </a:solidFill>
                          <a:effectLst/>
                          <a:latin typeface="Times New Roman" pitchFamily="18" charset="0"/>
                          <a:ea typeface="华文中宋" pitchFamily="2" charset="-122"/>
                        </a:rPr>
                        <a:t>0</a:t>
                      </a:r>
                      <a:r>
                        <a:rPr kumimoji="1" lang="zh-CN" altLang="en-US" sz="1800" b="0" i="0" u="none" strike="noStrike" cap="none" normalizeH="0" baseline="0" dirty="0">
                          <a:ln>
                            <a:noFill/>
                          </a:ln>
                          <a:solidFill>
                            <a:schemeClr val="tx1"/>
                          </a:solidFill>
                          <a:effectLst/>
                          <a:latin typeface="Times New Roman" pitchFamily="18" charset="0"/>
                          <a:ea typeface="华文中宋" pitchFamily="2" charset="-122"/>
                        </a:rPr>
                        <a:t>，</a:t>
                      </a:r>
                      <a:r>
                        <a:rPr kumimoji="1" lang="en-US" altLang="zh-CN" sz="1800" b="0" i="0" u="none" strike="noStrike" cap="none" normalizeH="0" baseline="0" dirty="0">
                          <a:ln>
                            <a:noFill/>
                          </a:ln>
                          <a:solidFill>
                            <a:schemeClr val="tx1"/>
                          </a:solidFill>
                          <a:effectLst/>
                          <a:latin typeface="Times New Roman" pitchFamily="18" charset="0"/>
                          <a:ea typeface="华文中宋" pitchFamily="2" charset="-122"/>
                        </a:rPr>
                        <a:t>3</a:t>
                      </a:r>
                      <a:r>
                        <a:rPr kumimoji="1" lang="zh-CN" altLang="en-US" sz="1800" b="0" i="0" u="none" strike="noStrike" cap="none" normalizeH="0" baseline="0" dirty="0">
                          <a:ln>
                            <a:noFill/>
                          </a:ln>
                          <a:solidFill>
                            <a:schemeClr val="tx1"/>
                          </a:solidFill>
                          <a:effectLst/>
                          <a:latin typeface="Times New Roman" pitchFamily="18" charset="0"/>
                          <a:ea typeface="华文中宋" pitchFamily="2" charset="-122"/>
                        </a:rPr>
                        <a:t>）</a:t>
                      </a:r>
                    </a:p>
                  </a:txBody>
                  <a:tcPr marL="91439" marR="91439" marT="45723" marB="4572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CC"/>
                        </a:buClr>
                        <a:buSzTx/>
                        <a:buFontTx/>
                        <a:buNone/>
                        <a:tabLst/>
                      </a:pPr>
                      <a:r>
                        <a:rPr kumimoji="1" lang="zh-CN" altLang="en-US" sz="1800" b="0" i="0" u="none" strike="noStrike" cap="none" normalizeH="0" baseline="0" dirty="0">
                          <a:ln>
                            <a:noFill/>
                          </a:ln>
                          <a:solidFill>
                            <a:schemeClr val="tx1"/>
                          </a:solidFill>
                          <a:effectLst/>
                          <a:latin typeface="Times New Roman" pitchFamily="18" charset="0"/>
                          <a:ea typeface="华文中宋" pitchFamily="2" charset="-122"/>
                        </a:rPr>
                        <a:t>指令字长固定，指令结构简洁，是一种简单的代码生成模型，各种指令的执行时钟周期数相近</a:t>
                      </a:r>
                    </a:p>
                  </a:txBody>
                  <a:tcPr marL="91439" marR="91439" marT="45723" marB="4572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CC"/>
                        </a:buClr>
                        <a:buSzTx/>
                        <a:buFontTx/>
                        <a:buNone/>
                        <a:tabLst/>
                      </a:pPr>
                      <a:r>
                        <a:rPr kumimoji="1" lang="zh-CN" altLang="en-US" sz="1800" b="0" i="0" u="none" strike="noStrike" cap="none" normalizeH="0" baseline="0" dirty="0">
                          <a:ln>
                            <a:noFill/>
                          </a:ln>
                          <a:solidFill>
                            <a:schemeClr val="tx1"/>
                          </a:solidFill>
                          <a:effectLst/>
                          <a:latin typeface="Times New Roman" pitchFamily="18" charset="0"/>
                          <a:ea typeface="华文中宋" pitchFamily="2" charset="-122"/>
                        </a:rPr>
                        <a:t>与指令中含存储器操作数的指令系统结构相比，指令条数多，目标代码不够紧凑，因而程序占用的空间比较大</a:t>
                      </a:r>
                    </a:p>
                  </a:txBody>
                  <a:tcPr marL="91439" marR="91439" marT="45723" marB="4572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2011832">
                <a:tc>
                  <a:txBody>
                    <a:bodyPr/>
                    <a:lstStyle/>
                    <a:p>
                      <a:pPr marL="0" marR="0" lvl="0" indent="0" algn="ctr" defTabSz="914400" rtl="0" eaLnBrk="1" fontAlgn="base" latinLnBrk="0" hangingPunct="1">
                        <a:lnSpc>
                          <a:spcPct val="100000"/>
                        </a:lnSpc>
                        <a:spcBef>
                          <a:spcPct val="0"/>
                        </a:spcBef>
                        <a:spcAft>
                          <a:spcPct val="0"/>
                        </a:spcAft>
                        <a:buClr>
                          <a:srgbClr val="0000CC"/>
                        </a:buClr>
                        <a:buSzTx/>
                        <a:buFontTx/>
                        <a:buNone/>
                        <a:tabLst/>
                      </a:pPr>
                      <a:r>
                        <a:rPr kumimoji="1" lang="zh-CN" altLang="en-US" sz="1800" b="0" i="0" u="none" strike="noStrike" cap="none" normalizeH="0" baseline="0" dirty="0">
                          <a:ln>
                            <a:noFill/>
                          </a:ln>
                          <a:solidFill>
                            <a:schemeClr val="tx1"/>
                          </a:solidFill>
                          <a:effectLst/>
                          <a:latin typeface="Times New Roman" pitchFamily="18" charset="0"/>
                          <a:ea typeface="华文中宋" pitchFamily="2" charset="-122"/>
                        </a:rPr>
                        <a:t>寄存器</a:t>
                      </a:r>
                      <a:r>
                        <a:rPr kumimoji="1" lang="en-US" altLang="zh-CN" sz="1800" b="0" i="0" u="none" strike="noStrike" cap="none" normalizeH="0" baseline="0" dirty="0">
                          <a:ln>
                            <a:noFill/>
                          </a:ln>
                          <a:solidFill>
                            <a:schemeClr val="tx1"/>
                          </a:solidFill>
                          <a:effectLst/>
                          <a:latin typeface="Times New Roman" pitchFamily="18" charset="0"/>
                          <a:ea typeface="华文中宋" pitchFamily="2" charset="-122"/>
                        </a:rPr>
                        <a:t>-</a:t>
                      </a:r>
                      <a:r>
                        <a:rPr kumimoji="1" lang="zh-CN" altLang="en-US" sz="1800" b="0" i="0" u="none" strike="noStrike" cap="none" normalizeH="0" baseline="0" dirty="0">
                          <a:ln>
                            <a:noFill/>
                          </a:ln>
                          <a:solidFill>
                            <a:schemeClr val="tx1"/>
                          </a:solidFill>
                          <a:effectLst/>
                          <a:latin typeface="Times New Roman" pitchFamily="18" charset="0"/>
                          <a:ea typeface="华文中宋" pitchFamily="2" charset="-122"/>
                        </a:rPr>
                        <a:t>存储器型</a:t>
                      </a:r>
                      <a:endParaRPr kumimoji="1" lang="en-US" altLang="zh-CN" sz="1800" b="0" i="0" u="none" strike="noStrike" cap="none" normalizeH="0" baseline="0" dirty="0">
                        <a:ln>
                          <a:noFill/>
                        </a:ln>
                        <a:solidFill>
                          <a:schemeClr val="tx1"/>
                        </a:solidFill>
                        <a:effectLst/>
                        <a:latin typeface="Times New Roman" pitchFamily="18" charset="0"/>
                        <a:ea typeface="华文中宋" pitchFamily="2" charset="-122"/>
                      </a:endParaRPr>
                    </a:p>
                    <a:p>
                      <a:pPr marL="0" marR="0" lvl="0" indent="0" algn="ctr" defTabSz="914400" rtl="0" eaLnBrk="1" fontAlgn="base" latinLnBrk="0" hangingPunct="1">
                        <a:lnSpc>
                          <a:spcPct val="100000"/>
                        </a:lnSpc>
                        <a:spcBef>
                          <a:spcPct val="0"/>
                        </a:spcBef>
                        <a:spcAft>
                          <a:spcPct val="0"/>
                        </a:spcAft>
                        <a:buClr>
                          <a:srgbClr val="0000CC"/>
                        </a:buClr>
                        <a:buSzTx/>
                        <a:buFontTx/>
                        <a:buNone/>
                        <a:tabLst/>
                      </a:pPr>
                      <a:r>
                        <a:rPr kumimoji="1" lang="zh-CN" altLang="en-US" sz="1800" b="0" i="0" u="none" strike="noStrike" cap="none" normalizeH="0" baseline="0" dirty="0">
                          <a:ln>
                            <a:noFill/>
                          </a:ln>
                          <a:solidFill>
                            <a:schemeClr val="tx1"/>
                          </a:solidFill>
                          <a:effectLst/>
                          <a:latin typeface="Times New Roman" pitchFamily="18" charset="0"/>
                          <a:ea typeface="华文中宋" pitchFamily="2" charset="-122"/>
                        </a:rPr>
                        <a:t>（</a:t>
                      </a:r>
                      <a:r>
                        <a:rPr kumimoji="1" lang="en-US" altLang="zh-CN" sz="1800" b="0" i="0" u="none" strike="noStrike" cap="none" normalizeH="0" baseline="0" dirty="0">
                          <a:ln>
                            <a:noFill/>
                          </a:ln>
                          <a:solidFill>
                            <a:schemeClr val="tx1"/>
                          </a:solidFill>
                          <a:effectLst/>
                          <a:latin typeface="Times New Roman" pitchFamily="18" charset="0"/>
                          <a:ea typeface="华文中宋" pitchFamily="2" charset="-122"/>
                        </a:rPr>
                        <a:t>1</a:t>
                      </a:r>
                      <a:r>
                        <a:rPr kumimoji="1" lang="zh-CN" altLang="en-US" sz="1800" b="0" i="0" u="none" strike="noStrike" cap="none" normalizeH="0" baseline="0" dirty="0">
                          <a:ln>
                            <a:noFill/>
                          </a:ln>
                          <a:solidFill>
                            <a:schemeClr val="tx1"/>
                          </a:solidFill>
                          <a:effectLst/>
                          <a:latin typeface="Times New Roman" pitchFamily="18" charset="0"/>
                          <a:ea typeface="华文中宋" pitchFamily="2" charset="-122"/>
                        </a:rPr>
                        <a:t>，</a:t>
                      </a:r>
                      <a:r>
                        <a:rPr kumimoji="1" lang="en-US" altLang="zh-CN" sz="1800" b="0" i="0" u="none" strike="noStrike" cap="none" normalizeH="0" baseline="0" dirty="0">
                          <a:ln>
                            <a:noFill/>
                          </a:ln>
                          <a:solidFill>
                            <a:schemeClr val="tx1"/>
                          </a:solidFill>
                          <a:effectLst/>
                          <a:latin typeface="Times New Roman" pitchFamily="18" charset="0"/>
                          <a:ea typeface="华文中宋" pitchFamily="2" charset="-122"/>
                        </a:rPr>
                        <a:t>2</a:t>
                      </a:r>
                      <a:r>
                        <a:rPr kumimoji="1" lang="zh-CN" altLang="en-US" sz="1800" b="0" i="0" u="none" strike="noStrike" cap="none" normalizeH="0" baseline="0" dirty="0">
                          <a:ln>
                            <a:noFill/>
                          </a:ln>
                          <a:solidFill>
                            <a:schemeClr val="tx1"/>
                          </a:solidFill>
                          <a:effectLst/>
                          <a:latin typeface="Times New Roman" pitchFamily="18" charset="0"/>
                          <a:ea typeface="华文中宋" pitchFamily="2" charset="-122"/>
                        </a:rPr>
                        <a:t>）</a:t>
                      </a:r>
                    </a:p>
                  </a:txBody>
                  <a:tcPr marL="91439" marR="91439" marT="45723" marB="4572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CC"/>
                        </a:buClr>
                        <a:buSzTx/>
                        <a:buFontTx/>
                        <a:buNone/>
                        <a:tabLst/>
                      </a:pPr>
                      <a:r>
                        <a:rPr kumimoji="1" lang="zh-CN" altLang="en-US" sz="1800" b="0" i="0" u="none" strike="noStrike" cap="none" normalizeH="0" baseline="0" dirty="0">
                          <a:ln>
                            <a:noFill/>
                          </a:ln>
                          <a:solidFill>
                            <a:schemeClr val="tx1"/>
                          </a:solidFill>
                          <a:effectLst/>
                          <a:latin typeface="Times New Roman" pitchFamily="18" charset="0"/>
                          <a:ea typeface="华文中宋" pitchFamily="2" charset="-122"/>
                        </a:rPr>
                        <a:t>可以在</a:t>
                      </a:r>
                      <a:r>
                        <a:rPr kumimoji="1" lang="en-US" altLang="zh-CN" sz="1800" b="0" i="0" u="none" strike="noStrike" cap="none" normalizeH="0" baseline="0" dirty="0">
                          <a:ln>
                            <a:noFill/>
                          </a:ln>
                          <a:solidFill>
                            <a:schemeClr val="tx1"/>
                          </a:solidFill>
                          <a:effectLst/>
                          <a:latin typeface="Times New Roman" pitchFamily="18" charset="0"/>
                          <a:ea typeface="华文中宋" pitchFamily="2" charset="-122"/>
                        </a:rPr>
                        <a:t>ALU</a:t>
                      </a:r>
                      <a:r>
                        <a:rPr kumimoji="1" lang="zh-CN" altLang="en-US" sz="1800" b="0" i="0" u="none" strike="noStrike" cap="none" normalizeH="0" baseline="0" dirty="0">
                          <a:ln>
                            <a:noFill/>
                          </a:ln>
                          <a:solidFill>
                            <a:schemeClr val="tx1"/>
                          </a:solidFill>
                          <a:effectLst/>
                          <a:latin typeface="Times New Roman" pitchFamily="18" charset="0"/>
                          <a:ea typeface="华文中宋" pitchFamily="2" charset="-122"/>
                        </a:rPr>
                        <a:t>指令中直接对存储器操作数进行引用，而不必先用</a:t>
                      </a:r>
                      <a:r>
                        <a:rPr kumimoji="1" lang="en-US" altLang="zh-CN" sz="1800" b="0" i="0" u="none" strike="noStrike" cap="none" normalizeH="0" baseline="0" dirty="0">
                          <a:ln>
                            <a:noFill/>
                          </a:ln>
                          <a:solidFill>
                            <a:schemeClr val="tx1"/>
                          </a:solidFill>
                          <a:effectLst/>
                          <a:latin typeface="Times New Roman" pitchFamily="18" charset="0"/>
                          <a:ea typeface="华文中宋" pitchFamily="2" charset="-122"/>
                        </a:rPr>
                        <a:t>load</a:t>
                      </a:r>
                      <a:r>
                        <a:rPr kumimoji="1" lang="zh-CN" altLang="en-US" sz="1800" b="0" i="0" u="none" strike="noStrike" cap="none" normalizeH="0" baseline="0" dirty="0">
                          <a:ln>
                            <a:noFill/>
                          </a:ln>
                          <a:solidFill>
                            <a:schemeClr val="tx1"/>
                          </a:solidFill>
                          <a:effectLst/>
                          <a:latin typeface="Times New Roman" pitchFamily="18" charset="0"/>
                          <a:ea typeface="华文中宋" pitchFamily="2" charset="-122"/>
                        </a:rPr>
                        <a:t>指令进行加载，容易对指令进行编码，目标代码比较紧凑</a:t>
                      </a:r>
                    </a:p>
                  </a:txBody>
                  <a:tcPr marL="91439" marR="91439" marT="45723" marB="4572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CC"/>
                        </a:buClr>
                        <a:buSzTx/>
                        <a:buFontTx/>
                        <a:buNone/>
                        <a:tabLst/>
                      </a:pPr>
                      <a:r>
                        <a:rPr kumimoji="1" lang="zh-CN" altLang="en-US" sz="1800" b="0" i="0" u="none" strike="noStrike" cap="none" normalizeH="0" baseline="0" dirty="0">
                          <a:ln>
                            <a:noFill/>
                          </a:ln>
                          <a:solidFill>
                            <a:schemeClr val="tx1"/>
                          </a:solidFill>
                          <a:effectLst/>
                          <a:latin typeface="Times New Roman" pitchFamily="18" charset="0"/>
                          <a:ea typeface="华文中宋" pitchFamily="2" charset="-122"/>
                        </a:rPr>
                        <a:t>由于有一个操作数的内容将被破坏，所以指令中的两个操作数不对称。在一条指令中同时对寄存器操作数和存储器操作数进行编码，有可能限制指令所能够表示的寄存器个数。指令的执行时钟周期因操作数的来源（寄存器或存储器）的不同而差别比较大</a:t>
                      </a:r>
                    </a:p>
                  </a:txBody>
                  <a:tcPr marL="91439" marR="91439" marT="45723" marB="4572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1463150">
                <a:tc>
                  <a:txBody>
                    <a:bodyPr/>
                    <a:lstStyle/>
                    <a:p>
                      <a:pPr marL="0" marR="0" lvl="0" indent="0" algn="ctr" defTabSz="914400" rtl="0" eaLnBrk="1" fontAlgn="base" latinLnBrk="0" hangingPunct="1">
                        <a:lnSpc>
                          <a:spcPct val="100000"/>
                        </a:lnSpc>
                        <a:spcBef>
                          <a:spcPct val="0"/>
                        </a:spcBef>
                        <a:spcAft>
                          <a:spcPct val="0"/>
                        </a:spcAft>
                        <a:buClr>
                          <a:srgbClr val="0000CC"/>
                        </a:buClr>
                        <a:buSzTx/>
                        <a:buFontTx/>
                        <a:buNone/>
                        <a:tabLst/>
                      </a:pPr>
                      <a:r>
                        <a:rPr kumimoji="1" lang="zh-CN" altLang="en-US" sz="1800" b="0" i="0" u="none" strike="noStrike" cap="none" normalizeH="0" baseline="0" dirty="0">
                          <a:ln>
                            <a:noFill/>
                          </a:ln>
                          <a:solidFill>
                            <a:schemeClr val="tx1"/>
                          </a:solidFill>
                          <a:effectLst/>
                          <a:latin typeface="Times New Roman" pitchFamily="18" charset="0"/>
                          <a:ea typeface="华文中宋" pitchFamily="2" charset="-122"/>
                        </a:rPr>
                        <a:t>存储器</a:t>
                      </a:r>
                      <a:r>
                        <a:rPr kumimoji="1" lang="en-US" altLang="zh-CN" sz="1800" b="0" i="0" u="none" strike="noStrike" cap="none" normalizeH="0" baseline="0" dirty="0">
                          <a:ln>
                            <a:noFill/>
                          </a:ln>
                          <a:solidFill>
                            <a:schemeClr val="tx1"/>
                          </a:solidFill>
                          <a:effectLst/>
                          <a:latin typeface="Times New Roman" pitchFamily="18" charset="0"/>
                          <a:ea typeface="华文中宋" pitchFamily="2" charset="-122"/>
                        </a:rPr>
                        <a:t>-</a:t>
                      </a:r>
                      <a:r>
                        <a:rPr kumimoji="1" lang="zh-CN" altLang="en-US" sz="1800" b="0" i="0" u="none" strike="noStrike" cap="none" normalizeH="0" baseline="0" dirty="0">
                          <a:ln>
                            <a:noFill/>
                          </a:ln>
                          <a:solidFill>
                            <a:schemeClr val="tx1"/>
                          </a:solidFill>
                          <a:effectLst/>
                          <a:latin typeface="Times New Roman" pitchFamily="18" charset="0"/>
                          <a:ea typeface="华文中宋" pitchFamily="2" charset="-122"/>
                        </a:rPr>
                        <a:t>存储器（</a:t>
                      </a:r>
                      <a:r>
                        <a:rPr kumimoji="1" lang="en-US" altLang="zh-CN" sz="1800" b="0" i="0" u="none" strike="noStrike" cap="none" normalizeH="0" baseline="0" dirty="0">
                          <a:ln>
                            <a:noFill/>
                          </a:ln>
                          <a:solidFill>
                            <a:schemeClr val="tx1"/>
                          </a:solidFill>
                          <a:effectLst/>
                          <a:latin typeface="Times New Roman" pitchFamily="18" charset="0"/>
                          <a:ea typeface="华文中宋" pitchFamily="2" charset="-122"/>
                        </a:rPr>
                        <a:t>2</a:t>
                      </a:r>
                      <a:r>
                        <a:rPr kumimoji="1" lang="zh-CN" altLang="en-US" sz="1800" b="0" i="0" u="none" strike="noStrike" cap="none" normalizeH="0" baseline="0" dirty="0">
                          <a:ln>
                            <a:noFill/>
                          </a:ln>
                          <a:solidFill>
                            <a:schemeClr val="tx1"/>
                          </a:solidFill>
                          <a:effectLst/>
                          <a:latin typeface="Times New Roman" pitchFamily="18" charset="0"/>
                          <a:ea typeface="华文中宋" pitchFamily="2" charset="-122"/>
                        </a:rPr>
                        <a:t>，</a:t>
                      </a:r>
                      <a:r>
                        <a:rPr kumimoji="1" lang="en-US" altLang="zh-CN" sz="1800" b="0" i="0" u="none" strike="noStrike" cap="none" normalizeH="0" baseline="0" dirty="0">
                          <a:ln>
                            <a:noFill/>
                          </a:ln>
                          <a:solidFill>
                            <a:schemeClr val="tx1"/>
                          </a:solidFill>
                          <a:effectLst/>
                          <a:latin typeface="Times New Roman" pitchFamily="18" charset="0"/>
                          <a:ea typeface="华文中宋" pitchFamily="2" charset="-122"/>
                        </a:rPr>
                        <a:t>2</a:t>
                      </a:r>
                      <a:r>
                        <a:rPr kumimoji="1" lang="zh-CN" altLang="en-US" sz="1800" b="0" i="0" u="none" strike="noStrike" cap="none" normalizeH="0" baseline="0" dirty="0">
                          <a:ln>
                            <a:noFill/>
                          </a:ln>
                          <a:solidFill>
                            <a:schemeClr val="tx1"/>
                          </a:solidFill>
                          <a:effectLst/>
                          <a:latin typeface="Times New Roman" pitchFamily="18" charset="0"/>
                          <a:ea typeface="华文中宋" pitchFamily="2" charset="-122"/>
                        </a:rPr>
                        <a:t>）或（</a:t>
                      </a:r>
                      <a:r>
                        <a:rPr kumimoji="1" lang="en-US" altLang="zh-CN" sz="1800" b="0" i="0" u="none" strike="noStrike" cap="none" normalizeH="0" baseline="0" dirty="0">
                          <a:ln>
                            <a:noFill/>
                          </a:ln>
                          <a:solidFill>
                            <a:schemeClr val="tx1"/>
                          </a:solidFill>
                          <a:effectLst/>
                          <a:latin typeface="Times New Roman" pitchFamily="18" charset="0"/>
                          <a:ea typeface="华文中宋" pitchFamily="2" charset="-122"/>
                        </a:rPr>
                        <a:t>3</a:t>
                      </a:r>
                      <a:r>
                        <a:rPr kumimoji="1" lang="zh-CN" altLang="en-US" sz="1800" b="0" i="0" u="none" strike="noStrike" cap="none" normalizeH="0" baseline="0" dirty="0">
                          <a:ln>
                            <a:noFill/>
                          </a:ln>
                          <a:solidFill>
                            <a:schemeClr val="tx1"/>
                          </a:solidFill>
                          <a:effectLst/>
                          <a:latin typeface="Times New Roman" pitchFamily="18" charset="0"/>
                          <a:ea typeface="华文中宋" pitchFamily="2" charset="-122"/>
                        </a:rPr>
                        <a:t>，</a:t>
                      </a:r>
                      <a:r>
                        <a:rPr kumimoji="1" lang="en-US" altLang="zh-CN" sz="1800" b="0" i="0" u="none" strike="noStrike" cap="none" normalizeH="0" baseline="0" dirty="0">
                          <a:ln>
                            <a:noFill/>
                          </a:ln>
                          <a:solidFill>
                            <a:schemeClr val="tx1"/>
                          </a:solidFill>
                          <a:effectLst/>
                          <a:latin typeface="Times New Roman" pitchFamily="18" charset="0"/>
                          <a:ea typeface="华文中宋" pitchFamily="2" charset="-122"/>
                        </a:rPr>
                        <a:t>3</a:t>
                      </a:r>
                      <a:r>
                        <a:rPr kumimoji="1" lang="zh-CN" altLang="en-US" sz="1800" b="0" i="0" u="none" strike="noStrike" cap="none" normalizeH="0" baseline="0" dirty="0">
                          <a:ln>
                            <a:noFill/>
                          </a:ln>
                          <a:solidFill>
                            <a:schemeClr val="tx1"/>
                          </a:solidFill>
                          <a:effectLst/>
                          <a:latin typeface="Times New Roman" pitchFamily="18" charset="0"/>
                          <a:ea typeface="华文中宋" pitchFamily="2" charset="-122"/>
                        </a:rPr>
                        <a:t>）</a:t>
                      </a:r>
                    </a:p>
                  </a:txBody>
                  <a:tcPr marL="91439" marR="91439" marT="45723" marB="4572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CC"/>
                        </a:buClr>
                        <a:buSzTx/>
                        <a:buFontTx/>
                        <a:buNone/>
                        <a:tabLst/>
                      </a:pPr>
                      <a:r>
                        <a:rPr kumimoji="1" lang="zh-CN" altLang="en-US" sz="1800" b="0" i="0" u="none" strike="noStrike" cap="none" normalizeH="0" baseline="0" dirty="0">
                          <a:ln>
                            <a:noFill/>
                          </a:ln>
                          <a:solidFill>
                            <a:schemeClr val="tx1"/>
                          </a:solidFill>
                          <a:effectLst/>
                          <a:latin typeface="Times New Roman" pitchFamily="18" charset="0"/>
                          <a:ea typeface="华文中宋" pitchFamily="2" charset="-122"/>
                        </a:rPr>
                        <a:t>目标代码最紧凑，不需要设置存储器来保存变量</a:t>
                      </a:r>
                    </a:p>
                  </a:txBody>
                  <a:tcPr marL="91439" marR="91439" marT="45723" marB="4572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CC"/>
                        </a:buClr>
                        <a:buSzTx/>
                        <a:buFontTx/>
                        <a:buNone/>
                        <a:tabLst/>
                      </a:pPr>
                      <a:r>
                        <a:rPr kumimoji="1" lang="zh-CN" altLang="en-US" sz="1800" b="0" i="0" u="none" strike="noStrike" cap="none" normalizeH="0" baseline="0" dirty="0">
                          <a:ln>
                            <a:noFill/>
                          </a:ln>
                          <a:solidFill>
                            <a:schemeClr val="tx1"/>
                          </a:solidFill>
                          <a:effectLst/>
                          <a:latin typeface="Times New Roman" pitchFamily="18" charset="0"/>
                          <a:ea typeface="华文中宋" pitchFamily="2" charset="-122"/>
                        </a:rPr>
                        <a:t>指令字长变换很大，特别是</a:t>
                      </a:r>
                      <a:r>
                        <a:rPr kumimoji="1" lang="en-US" altLang="zh-CN" sz="1800" b="0" i="0" u="none" strike="noStrike" cap="none" normalizeH="0" baseline="0" dirty="0">
                          <a:ln>
                            <a:noFill/>
                          </a:ln>
                          <a:solidFill>
                            <a:schemeClr val="tx1"/>
                          </a:solidFill>
                          <a:effectLst/>
                          <a:latin typeface="Times New Roman" pitchFamily="18" charset="0"/>
                          <a:ea typeface="华文中宋" pitchFamily="2" charset="-122"/>
                        </a:rPr>
                        <a:t>3</a:t>
                      </a:r>
                      <a:r>
                        <a:rPr kumimoji="1" lang="zh-CN" altLang="en-US" sz="1800" b="0" i="0" u="none" strike="noStrike" cap="none" normalizeH="0" baseline="0" dirty="0">
                          <a:ln>
                            <a:noFill/>
                          </a:ln>
                          <a:solidFill>
                            <a:schemeClr val="tx1"/>
                          </a:solidFill>
                          <a:effectLst/>
                          <a:latin typeface="Times New Roman" pitchFamily="18" charset="0"/>
                          <a:ea typeface="华文中宋" pitchFamily="2" charset="-122"/>
                        </a:rPr>
                        <a:t>个操作数指令。而且每条指令完成的工作也差别很大。对存储器的频率访问会使存储器成为瓶颈。这种类型的指令系统现在已经不用了</a:t>
                      </a:r>
                    </a:p>
                  </a:txBody>
                  <a:tcPr marL="91439" marR="91439" marT="45723" marB="45723"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 name="日期占位符 1">
            <a:extLst>
              <a:ext uri="{FF2B5EF4-FFF2-40B4-BE49-F238E27FC236}">
                <a16:creationId xmlns:a16="http://schemas.microsoft.com/office/drawing/2014/main" id="{D4CBBD00-AC99-0A36-0ED9-379355812C2E}"/>
              </a:ext>
            </a:extLst>
          </p:cNvPr>
          <p:cNvSpPr txBox="1">
            <a:spLocks/>
          </p:cNvSpPr>
          <p:nvPr/>
        </p:nvSpPr>
        <p:spPr>
          <a:xfrm>
            <a:off x="457200" y="6356350"/>
            <a:ext cx="2133600" cy="365125"/>
          </a:xfrm>
          <a:prstGeom prst="rect">
            <a:avLst/>
          </a:prstGeom>
        </p:spPr>
        <p:txBody>
          <a:bodyPr/>
          <a:lstStyle>
            <a:defPPr>
              <a:defRPr lang="en-US"/>
            </a:defPPr>
            <a:lvl1pPr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9pPr>
          </a:lstStyle>
          <a:p>
            <a:pPr>
              <a:defRPr/>
            </a:pPr>
            <a:fld id="{91C201F2-917B-483E-AFB3-50A3C86654E9}" type="datetime1">
              <a:rPr lang="zh-CN" altLang="en-US" smtClean="0"/>
              <a:pPr>
                <a:defRPr/>
              </a:pPr>
              <a:t>2025/9/18</a:t>
            </a:fld>
            <a:endParaRPr lang="en-US" altLang="zh-CN"/>
          </a:p>
        </p:txBody>
      </p:sp>
      <p:sp>
        <p:nvSpPr>
          <p:cNvPr id="3" name="页脚占位符 2">
            <a:extLst>
              <a:ext uri="{FF2B5EF4-FFF2-40B4-BE49-F238E27FC236}">
                <a16:creationId xmlns:a16="http://schemas.microsoft.com/office/drawing/2014/main" id="{55A033D7-B2ED-AC1C-966A-B7D758EA05F0}"/>
              </a:ext>
            </a:extLst>
          </p:cNvPr>
          <p:cNvSpPr txBox="1">
            <a:spLocks/>
          </p:cNvSpPr>
          <p:nvPr/>
        </p:nvSpPr>
        <p:spPr>
          <a:xfrm>
            <a:off x="3124200" y="6356350"/>
            <a:ext cx="2895600" cy="365125"/>
          </a:xfrm>
          <a:prstGeom prst="rect">
            <a:avLst/>
          </a:prstGeom>
        </p:spPr>
        <p:txBody>
          <a:bodyPr/>
          <a:lstStyle>
            <a:defPPr>
              <a:defRPr lang="en-US"/>
            </a:defPPr>
            <a:lvl1pPr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9p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4" name="灯片编号占位符 3">
            <a:extLst>
              <a:ext uri="{FF2B5EF4-FFF2-40B4-BE49-F238E27FC236}">
                <a16:creationId xmlns:a16="http://schemas.microsoft.com/office/drawing/2014/main" id="{DB029898-0C72-2430-D174-81B759268B80}"/>
              </a:ext>
            </a:extLst>
          </p:cNvPr>
          <p:cNvSpPr txBox="1">
            <a:spLocks/>
          </p:cNvSpPr>
          <p:nvPr/>
        </p:nvSpPr>
        <p:spPr>
          <a:xfrm>
            <a:off x="6553200" y="6356350"/>
            <a:ext cx="2133600" cy="365125"/>
          </a:xfrm>
          <a:prstGeom prst="rect">
            <a:avLst/>
          </a:prstGeom>
        </p:spPr>
        <p:txBody>
          <a:bodyPr/>
          <a:lstStyle>
            <a:defPPr>
              <a:defRPr lang="en-US"/>
            </a:defPPr>
            <a:lvl1pPr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9pPr>
          </a:lstStyle>
          <a:p>
            <a:pPr>
              <a:defRPr/>
            </a:pPr>
            <a:fld id="{8BCAC33D-D29A-48B3-BCD6-381D3D720D26}" type="slidenum">
              <a:rPr lang="zh-CN" altLang="en-US" smtClean="0"/>
              <a:pPr>
                <a:defRPr/>
              </a:pPr>
              <a:t>5</a:t>
            </a:fld>
            <a:endParaRPr lang="en-US" altLang="zh-CN"/>
          </a:p>
        </p:txBody>
      </p:sp>
    </p:spTree>
    <p:extLst>
      <p:ext uri="{BB962C8B-B14F-4D97-AF65-F5344CB8AC3E}">
        <p14:creationId xmlns:p14="http://schemas.microsoft.com/office/powerpoint/2010/main" val="2882339255"/>
      </p:ext>
    </p:extLst>
  </p:cSld>
  <p:clrMapOvr>
    <a:masterClrMapping/>
  </p:clrMapOvr>
  <p:transition>
    <p:pull dir="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pPr eaLnBrk="1" hangingPunct="1"/>
            <a:r>
              <a:rPr lang="zh-CN" altLang="en-US" sz="3600" b="1" dirty="0"/>
              <a:t>指令集结构设计概观</a:t>
            </a:r>
          </a:p>
        </p:txBody>
      </p:sp>
      <p:grpSp>
        <p:nvGrpSpPr>
          <p:cNvPr id="68611" name="Group 54"/>
          <p:cNvGrpSpPr>
            <a:grpSpLocks/>
          </p:cNvGrpSpPr>
          <p:nvPr/>
        </p:nvGrpSpPr>
        <p:grpSpPr bwMode="auto">
          <a:xfrm>
            <a:off x="827088" y="1628775"/>
            <a:ext cx="7620000" cy="3352800"/>
            <a:chOff x="528" y="1104"/>
            <a:chExt cx="4800" cy="2112"/>
          </a:xfrm>
        </p:grpSpPr>
        <p:sp>
          <p:nvSpPr>
            <p:cNvPr id="39957" name="Text Box 21"/>
            <p:cNvSpPr txBox="1">
              <a:spLocks noChangeArrowheads="1"/>
            </p:cNvSpPr>
            <p:nvPr/>
          </p:nvSpPr>
          <p:spPr bwMode="auto">
            <a:xfrm>
              <a:off x="3456" y="2784"/>
              <a:ext cx="1344" cy="288"/>
            </a:xfrm>
            <a:prstGeom prst="rect">
              <a:avLst/>
            </a:prstGeom>
            <a:noFill/>
            <a:ln w="12700" cap="sq">
              <a:noFill/>
              <a:miter lim="800000"/>
              <a:headEnd type="none" w="sm" len="sm"/>
              <a:tailEnd type="none" w="sm" len="sm"/>
            </a:ln>
            <a:effectLst/>
          </p:spPr>
          <p:txBody>
            <a:bodyPr>
              <a:spAutoFit/>
            </a:bodyPr>
            <a:lstStyle/>
            <a:p>
              <a:pPr>
                <a:spcBef>
                  <a:spcPct val="50000"/>
                </a:spcBef>
                <a:defRPr/>
              </a:pPr>
              <a:r>
                <a:rPr lang="zh-CN" altLang="en-US" sz="2400">
                  <a:effectLst>
                    <a:outerShdw blurRad="38100" dist="38100" dir="2700000" algn="tl">
                      <a:srgbClr val="C0C0C0"/>
                    </a:outerShdw>
                  </a:effectLst>
                  <a:latin typeface="华文中宋" pitchFamily="2" charset="-122"/>
                  <a:ea typeface="华文中宋" pitchFamily="2" charset="-122"/>
                </a:rPr>
                <a:t>硬     件</a:t>
              </a:r>
            </a:p>
          </p:txBody>
        </p:sp>
        <p:sp>
          <p:nvSpPr>
            <p:cNvPr id="39958" name="Text Box 22"/>
            <p:cNvSpPr txBox="1">
              <a:spLocks noChangeArrowheads="1"/>
            </p:cNvSpPr>
            <p:nvPr/>
          </p:nvSpPr>
          <p:spPr bwMode="auto">
            <a:xfrm>
              <a:off x="3456" y="2448"/>
              <a:ext cx="1200" cy="288"/>
            </a:xfrm>
            <a:prstGeom prst="rect">
              <a:avLst/>
            </a:prstGeom>
            <a:noFill/>
            <a:ln w="12700" cap="sq">
              <a:noFill/>
              <a:miter lim="800000"/>
              <a:headEnd type="none" w="sm" len="sm"/>
              <a:tailEnd type="none" w="sm" len="sm"/>
            </a:ln>
            <a:effectLst/>
          </p:spPr>
          <p:txBody>
            <a:bodyPr>
              <a:spAutoFit/>
            </a:bodyPr>
            <a:lstStyle/>
            <a:p>
              <a:pPr>
                <a:spcBef>
                  <a:spcPct val="50000"/>
                </a:spcBef>
                <a:defRPr/>
              </a:pPr>
              <a:r>
                <a:rPr lang="zh-CN" altLang="en-US" sz="2400">
                  <a:effectLst>
                    <a:outerShdw blurRad="38100" dist="38100" dir="2700000" algn="tl">
                      <a:srgbClr val="C0C0C0"/>
                    </a:outerShdw>
                  </a:effectLst>
                  <a:latin typeface="华文中宋" pitchFamily="2" charset="-122"/>
                  <a:ea typeface="华文中宋" pitchFamily="2" charset="-122"/>
                </a:rPr>
                <a:t>指 令 集</a:t>
              </a:r>
            </a:p>
          </p:txBody>
        </p:sp>
        <p:grpSp>
          <p:nvGrpSpPr>
            <p:cNvPr id="68628" name="Group 32"/>
            <p:cNvGrpSpPr>
              <a:grpSpLocks/>
            </p:cNvGrpSpPr>
            <p:nvPr/>
          </p:nvGrpSpPr>
          <p:grpSpPr bwMode="auto">
            <a:xfrm>
              <a:off x="960" y="1248"/>
              <a:ext cx="3696" cy="1872"/>
              <a:chOff x="912" y="1152"/>
              <a:chExt cx="4464" cy="2256"/>
            </a:xfrm>
          </p:grpSpPr>
          <p:grpSp>
            <p:nvGrpSpPr>
              <p:cNvPr id="68632" name="Group 13"/>
              <p:cNvGrpSpPr>
                <a:grpSpLocks/>
              </p:cNvGrpSpPr>
              <p:nvPr/>
            </p:nvGrpSpPr>
            <p:grpSpPr bwMode="auto">
              <a:xfrm>
                <a:off x="912" y="1152"/>
                <a:ext cx="2256" cy="2256"/>
                <a:chOff x="1008" y="1008"/>
                <a:chExt cx="2592" cy="2544"/>
              </a:xfrm>
            </p:grpSpPr>
            <p:sp>
              <p:nvSpPr>
                <p:cNvPr id="68645" name="Oval 12"/>
                <p:cNvSpPr>
                  <a:spLocks noChangeArrowheads="1"/>
                </p:cNvSpPr>
                <p:nvPr/>
              </p:nvSpPr>
              <p:spPr bwMode="auto">
                <a:xfrm>
                  <a:off x="1008" y="1008"/>
                  <a:ext cx="2592" cy="2544"/>
                </a:xfrm>
                <a:prstGeom prst="ellipse">
                  <a:avLst/>
                </a:prstGeom>
                <a:solidFill>
                  <a:srgbClr val="800080"/>
                </a:solidFill>
                <a:ln w="12700" cap="sq">
                  <a:solidFill>
                    <a:srgbClr val="0000FF"/>
                  </a:solidFill>
                  <a:round/>
                  <a:headEnd type="none" w="sm" len="sm"/>
                  <a:tailEnd type="none" w="sm" len="sm"/>
                </a:ln>
              </p:spPr>
              <p:txBody>
                <a:bodyPr wrap="none" anchor="ctr"/>
                <a:lstStyle/>
                <a:p>
                  <a:endParaRPr lang="zh-CN" altLang="en-US"/>
                </a:p>
              </p:txBody>
            </p:sp>
            <p:grpSp>
              <p:nvGrpSpPr>
                <p:cNvPr id="68646" name="Group 11"/>
                <p:cNvGrpSpPr>
                  <a:grpSpLocks/>
                </p:cNvGrpSpPr>
                <p:nvPr/>
              </p:nvGrpSpPr>
              <p:grpSpPr bwMode="auto">
                <a:xfrm>
                  <a:off x="1248" y="1248"/>
                  <a:ext cx="2112" cy="2064"/>
                  <a:chOff x="864" y="1392"/>
                  <a:chExt cx="2112" cy="2064"/>
                </a:xfrm>
              </p:grpSpPr>
              <p:sp>
                <p:nvSpPr>
                  <p:cNvPr id="68647" name="Oval 10"/>
                  <p:cNvSpPr>
                    <a:spLocks noChangeArrowheads="1"/>
                  </p:cNvSpPr>
                  <p:nvPr/>
                </p:nvSpPr>
                <p:spPr bwMode="auto">
                  <a:xfrm>
                    <a:off x="864" y="1392"/>
                    <a:ext cx="2112" cy="2064"/>
                  </a:xfrm>
                  <a:prstGeom prst="ellipse">
                    <a:avLst/>
                  </a:prstGeom>
                  <a:solidFill>
                    <a:srgbClr val="0000FF"/>
                  </a:solidFill>
                  <a:ln w="12700" cap="sq">
                    <a:solidFill>
                      <a:srgbClr val="0000FF"/>
                    </a:solidFill>
                    <a:round/>
                    <a:headEnd type="none" w="sm" len="sm"/>
                    <a:tailEnd type="none" w="sm" len="sm"/>
                  </a:ln>
                </p:spPr>
                <p:txBody>
                  <a:bodyPr wrap="none" anchor="ctr"/>
                  <a:lstStyle/>
                  <a:p>
                    <a:endParaRPr lang="zh-CN" altLang="en-US"/>
                  </a:p>
                </p:txBody>
              </p:sp>
              <p:sp>
                <p:nvSpPr>
                  <p:cNvPr id="68648" name="Oval 9"/>
                  <p:cNvSpPr>
                    <a:spLocks noChangeArrowheads="1"/>
                  </p:cNvSpPr>
                  <p:nvPr/>
                </p:nvSpPr>
                <p:spPr bwMode="auto">
                  <a:xfrm>
                    <a:off x="1200" y="1728"/>
                    <a:ext cx="1440" cy="1392"/>
                  </a:xfrm>
                  <a:prstGeom prst="ellipse">
                    <a:avLst/>
                  </a:prstGeom>
                  <a:solidFill>
                    <a:srgbClr val="00FF00"/>
                  </a:solidFill>
                  <a:ln w="12700" cap="sq">
                    <a:solidFill>
                      <a:srgbClr val="0000FF"/>
                    </a:solidFill>
                    <a:round/>
                    <a:headEnd type="none" w="sm" len="sm"/>
                    <a:tailEnd type="none" w="sm" len="sm"/>
                  </a:ln>
                </p:spPr>
                <p:txBody>
                  <a:bodyPr wrap="none" anchor="ctr"/>
                  <a:lstStyle/>
                  <a:p>
                    <a:endParaRPr lang="zh-CN" altLang="en-US"/>
                  </a:p>
                </p:txBody>
              </p:sp>
              <p:sp>
                <p:nvSpPr>
                  <p:cNvPr id="68649" name="Oval 8"/>
                  <p:cNvSpPr>
                    <a:spLocks noChangeArrowheads="1"/>
                  </p:cNvSpPr>
                  <p:nvPr/>
                </p:nvSpPr>
                <p:spPr bwMode="auto">
                  <a:xfrm>
                    <a:off x="1536" y="2064"/>
                    <a:ext cx="768" cy="768"/>
                  </a:xfrm>
                  <a:prstGeom prst="ellipse">
                    <a:avLst/>
                  </a:prstGeom>
                  <a:solidFill>
                    <a:srgbClr val="FF0000"/>
                  </a:solidFill>
                  <a:ln w="12700" cap="sq">
                    <a:solidFill>
                      <a:srgbClr val="0000FF"/>
                    </a:solidFill>
                    <a:round/>
                    <a:headEnd type="none" w="sm" len="sm"/>
                    <a:tailEnd type="none" w="sm" len="sm"/>
                  </a:ln>
                </p:spPr>
                <p:txBody>
                  <a:bodyPr wrap="none" anchor="ctr"/>
                  <a:lstStyle/>
                  <a:p>
                    <a:endParaRPr lang="zh-CN" altLang="en-US"/>
                  </a:p>
                </p:txBody>
              </p:sp>
            </p:grpSp>
          </p:grpSp>
          <p:grpSp>
            <p:nvGrpSpPr>
              <p:cNvPr id="68633" name="Group 17"/>
              <p:cNvGrpSpPr>
                <a:grpSpLocks/>
              </p:cNvGrpSpPr>
              <p:nvPr/>
            </p:nvGrpSpPr>
            <p:grpSpPr bwMode="auto">
              <a:xfrm>
                <a:off x="2064" y="2352"/>
                <a:ext cx="3312" cy="960"/>
                <a:chOff x="2064" y="2352"/>
                <a:chExt cx="3312" cy="960"/>
              </a:xfrm>
            </p:grpSpPr>
            <p:sp>
              <p:nvSpPr>
                <p:cNvPr id="68643" name="Line 15"/>
                <p:cNvSpPr>
                  <a:spLocks noChangeShapeType="1"/>
                </p:cNvSpPr>
                <p:nvPr/>
              </p:nvSpPr>
              <p:spPr bwMode="auto">
                <a:xfrm flipH="1" flipV="1">
                  <a:off x="2064" y="2352"/>
                  <a:ext cx="864" cy="960"/>
                </a:xfrm>
                <a:prstGeom prst="line">
                  <a:avLst/>
                </a:prstGeom>
                <a:noFill/>
                <a:ln w="25400" cap="sq">
                  <a:solidFill>
                    <a:srgbClr val="0000FF"/>
                  </a:solidFill>
                  <a:round/>
                  <a:headEnd type="none" w="sm" len="sm"/>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644" name="Line 16"/>
                <p:cNvSpPr>
                  <a:spLocks noChangeShapeType="1"/>
                </p:cNvSpPr>
                <p:nvPr/>
              </p:nvSpPr>
              <p:spPr bwMode="auto">
                <a:xfrm flipV="1">
                  <a:off x="2928" y="3312"/>
                  <a:ext cx="2448" cy="0"/>
                </a:xfrm>
                <a:prstGeom prst="line">
                  <a:avLst/>
                </a:prstGeom>
                <a:noFill/>
                <a:ln w="25400" cap="sq">
                  <a:solidFill>
                    <a:srgbClr val="0000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68634" name="Group 20"/>
              <p:cNvGrpSpPr>
                <a:grpSpLocks/>
              </p:cNvGrpSpPr>
              <p:nvPr/>
            </p:nvGrpSpPr>
            <p:grpSpPr bwMode="auto">
              <a:xfrm>
                <a:off x="2448" y="2448"/>
                <a:ext cx="2928" cy="480"/>
                <a:chOff x="2448" y="2448"/>
                <a:chExt cx="2928" cy="480"/>
              </a:xfrm>
            </p:grpSpPr>
            <p:sp>
              <p:nvSpPr>
                <p:cNvPr id="68641" name="Line 18"/>
                <p:cNvSpPr>
                  <a:spLocks noChangeShapeType="1"/>
                </p:cNvSpPr>
                <p:nvPr/>
              </p:nvSpPr>
              <p:spPr bwMode="auto">
                <a:xfrm flipH="1" flipV="1">
                  <a:off x="2448" y="2448"/>
                  <a:ext cx="912" cy="480"/>
                </a:xfrm>
                <a:prstGeom prst="line">
                  <a:avLst/>
                </a:prstGeom>
                <a:noFill/>
                <a:ln w="25400" cap="sq">
                  <a:solidFill>
                    <a:srgbClr val="0000FF"/>
                  </a:solidFill>
                  <a:round/>
                  <a:headEnd type="none" w="sm" len="sm"/>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642" name="Line 19"/>
                <p:cNvSpPr>
                  <a:spLocks noChangeShapeType="1"/>
                </p:cNvSpPr>
                <p:nvPr/>
              </p:nvSpPr>
              <p:spPr bwMode="auto">
                <a:xfrm>
                  <a:off x="3360" y="2928"/>
                  <a:ext cx="2016" cy="0"/>
                </a:xfrm>
                <a:prstGeom prst="line">
                  <a:avLst/>
                </a:prstGeom>
                <a:noFill/>
                <a:ln w="25400" cap="sq">
                  <a:solidFill>
                    <a:srgbClr val="0000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68635" name="Group 24"/>
              <p:cNvGrpSpPr>
                <a:grpSpLocks/>
              </p:cNvGrpSpPr>
              <p:nvPr/>
            </p:nvGrpSpPr>
            <p:grpSpPr bwMode="auto">
              <a:xfrm flipV="1">
                <a:off x="2736" y="1920"/>
                <a:ext cx="2640" cy="480"/>
                <a:chOff x="2448" y="2448"/>
                <a:chExt cx="2928" cy="480"/>
              </a:xfrm>
            </p:grpSpPr>
            <p:sp>
              <p:nvSpPr>
                <p:cNvPr id="68639" name="Line 25"/>
                <p:cNvSpPr>
                  <a:spLocks noChangeShapeType="1"/>
                </p:cNvSpPr>
                <p:nvPr/>
              </p:nvSpPr>
              <p:spPr bwMode="auto">
                <a:xfrm flipH="1" flipV="1">
                  <a:off x="2448" y="2448"/>
                  <a:ext cx="912" cy="480"/>
                </a:xfrm>
                <a:prstGeom prst="line">
                  <a:avLst/>
                </a:prstGeom>
                <a:noFill/>
                <a:ln w="25400" cap="sq">
                  <a:solidFill>
                    <a:srgbClr val="0000FF"/>
                  </a:solidFill>
                  <a:round/>
                  <a:headEnd type="none" w="sm" len="sm"/>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640" name="Line 26"/>
                <p:cNvSpPr>
                  <a:spLocks noChangeShapeType="1"/>
                </p:cNvSpPr>
                <p:nvPr/>
              </p:nvSpPr>
              <p:spPr bwMode="auto">
                <a:xfrm>
                  <a:off x="3360" y="2928"/>
                  <a:ext cx="2016" cy="0"/>
                </a:xfrm>
                <a:prstGeom prst="line">
                  <a:avLst/>
                </a:prstGeom>
                <a:noFill/>
                <a:ln w="25400" cap="sq">
                  <a:solidFill>
                    <a:srgbClr val="0000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68636" name="Group 27"/>
              <p:cNvGrpSpPr>
                <a:grpSpLocks/>
              </p:cNvGrpSpPr>
              <p:nvPr/>
            </p:nvGrpSpPr>
            <p:grpSpPr bwMode="auto">
              <a:xfrm flipV="1">
                <a:off x="2928" y="1536"/>
                <a:ext cx="2448" cy="288"/>
                <a:chOff x="2064" y="2352"/>
                <a:chExt cx="3312" cy="960"/>
              </a:xfrm>
            </p:grpSpPr>
            <p:sp>
              <p:nvSpPr>
                <p:cNvPr id="68637" name="Line 28"/>
                <p:cNvSpPr>
                  <a:spLocks noChangeShapeType="1"/>
                </p:cNvSpPr>
                <p:nvPr/>
              </p:nvSpPr>
              <p:spPr bwMode="auto">
                <a:xfrm flipH="1" flipV="1">
                  <a:off x="2064" y="2352"/>
                  <a:ext cx="864" cy="960"/>
                </a:xfrm>
                <a:prstGeom prst="line">
                  <a:avLst/>
                </a:prstGeom>
                <a:noFill/>
                <a:ln w="25400" cap="sq">
                  <a:solidFill>
                    <a:srgbClr val="0000FF"/>
                  </a:solidFill>
                  <a:round/>
                  <a:headEnd type="none" w="sm" len="sm"/>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638" name="Line 29"/>
                <p:cNvSpPr>
                  <a:spLocks noChangeShapeType="1"/>
                </p:cNvSpPr>
                <p:nvPr/>
              </p:nvSpPr>
              <p:spPr bwMode="auto">
                <a:xfrm flipV="1">
                  <a:off x="2928" y="3312"/>
                  <a:ext cx="2448" cy="0"/>
                </a:xfrm>
                <a:prstGeom prst="line">
                  <a:avLst/>
                </a:prstGeom>
                <a:noFill/>
                <a:ln w="25400" cap="sq">
                  <a:solidFill>
                    <a:srgbClr val="0000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grpSp>
        <p:sp>
          <p:nvSpPr>
            <p:cNvPr id="39966" name="Text Box 30"/>
            <p:cNvSpPr txBox="1">
              <a:spLocks noChangeArrowheads="1"/>
            </p:cNvSpPr>
            <p:nvPr/>
          </p:nvSpPr>
          <p:spPr bwMode="auto">
            <a:xfrm>
              <a:off x="3456" y="1584"/>
              <a:ext cx="960" cy="288"/>
            </a:xfrm>
            <a:prstGeom prst="rect">
              <a:avLst/>
            </a:prstGeom>
            <a:noFill/>
            <a:ln w="12700" cap="sq">
              <a:noFill/>
              <a:miter lim="800000"/>
              <a:headEnd type="none" w="sm" len="sm"/>
              <a:tailEnd type="none" w="sm" len="sm"/>
            </a:ln>
            <a:effectLst/>
          </p:spPr>
          <p:txBody>
            <a:bodyPr>
              <a:spAutoFit/>
            </a:bodyPr>
            <a:lstStyle/>
            <a:p>
              <a:pPr>
                <a:spcBef>
                  <a:spcPct val="50000"/>
                </a:spcBef>
                <a:defRPr/>
              </a:pPr>
              <a:r>
                <a:rPr lang="zh-CN" altLang="en-US" sz="2400">
                  <a:effectLst>
                    <a:outerShdw blurRad="38100" dist="38100" dir="2700000" algn="tl">
                      <a:srgbClr val="C0C0C0"/>
                    </a:outerShdw>
                  </a:effectLst>
                  <a:latin typeface="华文中宋" pitchFamily="2" charset="-122"/>
                  <a:ea typeface="华文中宋" pitchFamily="2" charset="-122"/>
                </a:rPr>
                <a:t>操作系统</a:t>
              </a:r>
            </a:p>
          </p:txBody>
        </p:sp>
        <p:sp>
          <p:nvSpPr>
            <p:cNvPr id="39967" name="Text Box 31"/>
            <p:cNvSpPr txBox="1">
              <a:spLocks noChangeArrowheads="1"/>
            </p:cNvSpPr>
            <p:nvPr/>
          </p:nvSpPr>
          <p:spPr bwMode="auto">
            <a:xfrm>
              <a:off x="3456" y="1296"/>
              <a:ext cx="960" cy="288"/>
            </a:xfrm>
            <a:prstGeom prst="rect">
              <a:avLst/>
            </a:prstGeom>
            <a:noFill/>
            <a:ln w="12700" cap="sq">
              <a:noFill/>
              <a:miter lim="800000"/>
              <a:headEnd type="none" w="sm" len="sm"/>
              <a:tailEnd type="none" w="sm" len="sm"/>
            </a:ln>
            <a:effectLst/>
          </p:spPr>
          <p:txBody>
            <a:bodyPr>
              <a:spAutoFit/>
            </a:bodyPr>
            <a:lstStyle/>
            <a:p>
              <a:pPr>
                <a:spcBef>
                  <a:spcPct val="50000"/>
                </a:spcBef>
                <a:defRPr/>
              </a:pPr>
              <a:r>
                <a:rPr lang="zh-CN" altLang="en-US" sz="2400">
                  <a:effectLst>
                    <a:outerShdw blurRad="38100" dist="38100" dir="2700000" algn="tl">
                      <a:srgbClr val="C0C0C0"/>
                    </a:outerShdw>
                  </a:effectLst>
                  <a:latin typeface="华文中宋" pitchFamily="2" charset="-122"/>
                  <a:ea typeface="华文中宋" pitchFamily="2" charset="-122"/>
                </a:rPr>
                <a:t>应用软件</a:t>
              </a:r>
            </a:p>
          </p:txBody>
        </p:sp>
        <p:sp>
          <p:nvSpPr>
            <p:cNvPr id="39969" name="Rectangle 33"/>
            <p:cNvSpPr>
              <a:spLocks noChangeArrowheads="1"/>
            </p:cNvSpPr>
            <p:nvPr/>
          </p:nvSpPr>
          <p:spPr bwMode="auto">
            <a:xfrm>
              <a:off x="528" y="1104"/>
              <a:ext cx="4800" cy="2112"/>
            </a:xfrm>
            <a:prstGeom prst="rect">
              <a:avLst/>
            </a:prstGeom>
            <a:noFill/>
            <a:ln w="25400" cap="sq">
              <a:solidFill>
                <a:srgbClr val="0000FF"/>
              </a:solidFill>
              <a:miter lim="800000"/>
              <a:headEnd type="none" w="sm" len="sm"/>
              <a:tailEnd type="none" w="sm" len="sm"/>
            </a:ln>
            <a:effectLst/>
          </p:spPr>
          <p:txBody>
            <a:bodyPr wrap="none" anchor="ctr"/>
            <a:lstStyle/>
            <a:p>
              <a:pPr algn="ctr" eaLnBrk="0" hangingPunct="0">
                <a:defRPr/>
              </a:pPr>
              <a:endParaRPr lang="en-US" sz="2400">
                <a:effectLst>
                  <a:outerShdw blurRad="38100" dist="38100" dir="2700000" algn="tl">
                    <a:srgbClr val="C0C0C0"/>
                  </a:outerShdw>
                </a:effectLst>
                <a:latin typeface="华文中宋" pitchFamily="2" charset="-122"/>
                <a:ea typeface="华文中宋" pitchFamily="2" charset="-122"/>
              </a:endParaRPr>
            </a:p>
          </p:txBody>
        </p:sp>
      </p:grpSp>
      <p:grpSp>
        <p:nvGrpSpPr>
          <p:cNvPr id="68612" name="Group 52"/>
          <p:cNvGrpSpPr>
            <a:grpSpLocks/>
          </p:cNvGrpSpPr>
          <p:nvPr/>
        </p:nvGrpSpPr>
        <p:grpSpPr bwMode="auto">
          <a:xfrm>
            <a:off x="900113" y="5157788"/>
            <a:ext cx="7408862" cy="849312"/>
            <a:chOff x="876" y="3452"/>
            <a:chExt cx="4667" cy="535"/>
          </a:xfrm>
        </p:grpSpPr>
        <p:grpSp>
          <p:nvGrpSpPr>
            <p:cNvPr id="68613" name="Group 49"/>
            <p:cNvGrpSpPr>
              <a:grpSpLocks/>
            </p:cNvGrpSpPr>
            <p:nvPr/>
          </p:nvGrpSpPr>
          <p:grpSpPr bwMode="auto">
            <a:xfrm>
              <a:off x="876" y="3456"/>
              <a:ext cx="1008" cy="528"/>
              <a:chOff x="816" y="3504"/>
              <a:chExt cx="1008" cy="528"/>
            </a:xfrm>
          </p:grpSpPr>
          <p:sp>
            <p:nvSpPr>
              <p:cNvPr id="39972" name="Rectangle 36"/>
              <p:cNvSpPr>
                <a:spLocks noChangeArrowheads="1"/>
              </p:cNvSpPr>
              <p:nvPr/>
            </p:nvSpPr>
            <p:spPr bwMode="auto">
              <a:xfrm>
                <a:off x="816" y="3504"/>
                <a:ext cx="1008" cy="528"/>
              </a:xfrm>
              <a:prstGeom prst="rect">
                <a:avLst/>
              </a:prstGeom>
              <a:solidFill>
                <a:srgbClr val="0000FF"/>
              </a:solidFill>
              <a:ln w="25400" cap="sq">
                <a:solidFill>
                  <a:schemeClr val="tx1"/>
                </a:solidFill>
                <a:miter lim="800000"/>
                <a:headEnd type="none" w="sm" len="sm"/>
                <a:tailEnd type="none" w="sm" len="sm"/>
              </a:ln>
              <a:effectLst/>
            </p:spPr>
            <p:txBody>
              <a:bodyPr wrap="none" anchor="ctr"/>
              <a:lstStyle/>
              <a:p>
                <a:pPr algn="ctr" eaLnBrk="0" hangingPunct="0">
                  <a:defRPr/>
                </a:pPr>
                <a:endParaRPr lang="en-US" sz="2400">
                  <a:effectLst>
                    <a:outerShdw blurRad="38100" dist="38100" dir="2700000" algn="tl">
                      <a:srgbClr val="FFFFFF"/>
                    </a:outerShdw>
                  </a:effectLst>
                  <a:latin typeface="Arial" charset="0"/>
                  <a:ea typeface="MS PGothic" pitchFamily="34" charset="-128"/>
                </a:endParaRPr>
              </a:p>
            </p:txBody>
          </p:sp>
          <p:sp>
            <p:nvSpPr>
              <p:cNvPr id="39973" name="Text Box 37"/>
              <p:cNvSpPr txBox="1">
                <a:spLocks noChangeArrowheads="1"/>
              </p:cNvSpPr>
              <p:nvPr/>
            </p:nvSpPr>
            <p:spPr bwMode="auto">
              <a:xfrm>
                <a:off x="1008" y="3600"/>
                <a:ext cx="768" cy="288"/>
              </a:xfrm>
              <a:prstGeom prst="rect">
                <a:avLst/>
              </a:prstGeom>
              <a:noFill/>
              <a:ln w="12700" cap="sq">
                <a:noFill/>
                <a:miter lim="800000"/>
                <a:headEnd type="none" w="sm" len="sm"/>
                <a:tailEnd type="none" w="sm" len="sm"/>
              </a:ln>
              <a:effectLst/>
            </p:spPr>
            <p:txBody>
              <a:bodyPr>
                <a:spAutoFit/>
              </a:bodyPr>
              <a:lstStyle/>
              <a:p>
                <a:pPr>
                  <a:spcBef>
                    <a:spcPct val="50000"/>
                  </a:spcBef>
                  <a:defRPr/>
                </a:pPr>
                <a:r>
                  <a:rPr lang="zh-CN" altLang="en-US" sz="2400">
                    <a:solidFill>
                      <a:srgbClr val="FF0000"/>
                    </a:solidFill>
                    <a:effectLst>
                      <a:outerShdw blurRad="38100" dist="38100" dir="2700000" algn="tl">
                        <a:srgbClr val="C0C0C0"/>
                      </a:outerShdw>
                    </a:effectLst>
                    <a:latin typeface="Times New Roman" pitchFamily="18" charset="0"/>
                    <a:ea typeface="华文中宋" pitchFamily="2" charset="-122"/>
                  </a:rPr>
                  <a:t>操作码</a:t>
                </a:r>
              </a:p>
            </p:txBody>
          </p:sp>
        </p:grpSp>
        <p:grpSp>
          <p:nvGrpSpPr>
            <p:cNvPr id="68614" name="Group 43"/>
            <p:cNvGrpSpPr>
              <a:grpSpLocks/>
            </p:cNvGrpSpPr>
            <p:nvPr/>
          </p:nvGrpSpPr>
          <p:grpSpPr bwMode="auto">
            <a:xfrm>
              <a:off x="1884" y="3456"/>
              <a:ext cx="1836" cy="528"/>
              <a:chOff x="1824" y="3504"/>
              <a:chExt cx="1824" cy="528"/>
            </a:xfrm>
          </p:grpSpPr>
          <p:sp>
            <p:nvSpPr>
              <p:cNvPr id="68620" name="Rectangle 42"/>
              <p:cNvSpPr>
                <a:spLocks noChangeArrowheads="1"/>
              </p:cNvSpPr>
              <p:nvPr/>
            </p:nvSpPr>
            <p:spPr bwMode="auto">
              <a:xfrm>
                <a:off x="1824" y="3504"/>
                <a:ext cx="1824" cy="528"/>
              </a:xfrm>
              <a:prstGeom prst="rect">
                <a:avLst/>
              </a:prstGeom>
              <a:solidFill>
                <a:srgbClr val="00FF00"/>
              </a:solidFill>
              <a:ln w="25400" cap="sq">
                <a:solidFill>
                  <a:schemeClr val="tx1"/>
                </a:solidFill>
                <a:miter lim="800000"/>
                <a:headEnd type="none" w="sm" len="sm"/>
                <a:tailEnd type="none" w="sm" len="sm"/>
              </a:ln>
            </p:spPr>
            <p:txBody>
              <a:bodyPr wrap="none" anchor="ctr"/>
              <a:lstStyle/>
              <a:p>
                <a:pPr algn="ctr" eaLnBrk="0" hangingPunct="0"/>
                <a:endParaRPr lang="en-US" altLang="zh-CN" sz="2400">
                  <a:latin typeface="Arial" charset="0"/>
                  <a:ea typeface="MS PGothic" pitchFamily="34" charset="-128"/>
                </a:endParaRPr>
              </a:p>
            </p:txBody>
          </p:sp>
          <p:sp>
            <p:nvSpPr>
              <p:cNvPr id="39975" name="Text Box 39"/>
              <p:cNvSpPr txBox="1">
                <a:spLocks noChangeArrowheads="1"/>
              </p:cNvSpPr>
              <p:nvPr/>
            </p:nvSpPr>
            <p:spPr bwMode="auto">
              <a:xfrm>
                <a:off x="1872" y="3600"/>
                <a:ext cx="912" cy="288"/>
              </a:xfrm>
              <a:prstGeom prst="rect">
                <a:avLst/>
              </a:prstGeom>
              <a:solidFill>
                <a:srgbClr val="00FF00"/>
              </a:solidFill>
              <a:ln w="12700" cap="sq">
                <a:noFill/>
                <a:miter lim="800000"/>
                <a:headEnd type="none" w="sm" len="sm"/>
                <a:tailEnd type="none" w="sm" len="sm"/>
              </a:ln>
              <a:effectLst/>
            </p:spPr>
            <p:txBody>
              <a:bodyPr>
                <a:spAutoFit/>
              </a:bodyPr>
              <a:lstStyle/>
              <a:p>
                <a:pPr>
                  <a:spcBef>
                    <a:spcPct val="50000"/>
                  </a:spcBef>
                  <a:defRPr/>
                </a:pPr>
                <a:r>
                  <a:rPr lang="zh-CN" altLang="en-US" sz="2400">
                    <a:solidFill>
                      <a:srgbClr val="FF0000"/>
                    </a:solidFill>
                    <a:effectLst>
                      <a:outerShdw blurRad="38100" dist="38100" dir="2700000" algn="tl">
                        <a:srgbClr val="000000"/>
                      </a:outerShdw>
                    </a:effectLst>
                    <a:latin typeface="Times New Roman" pitchFamily="18" charset="0"/>
                    <a:ea typeface="华文中宋" pitchFamily="2" charset="-122"/>
                  </a:rPr>
                  <a:t>寻址方式</a:t>
                </a:r>
                <a:endParaRPr lang="zh-CN" altLang="en-US" sz="2400">
                  <a:effectLst>
                    <a:outerShdw blurRad="38100" dist="38100" dir="2700000" algn="tl">
                      <a:srgbClr val="FFFFFF"/>
                    </a:outerShdw>
                  </a:effectLst>
                  <a:latin typeface="Times New Roman" pitchFamily="18" charset="0"/>
                  <a:ea typeface="华文中宋" pitchFamily="2" charset="-122"/>
                </a:endParaRPr>
              </a:p>
            </p:txBody>
          </p:sp>
          <p:sp>
            <p:nvSpPr>
              <p:cNvPr id="68622" name="Line 40"/>
              <p:cNvSpPr>
                <a:spLocks noChangeShapeType="1"/>
              </p:cNvSpPr>
              <p:nvPr/>
            </p:nvSpPr>
            <p:spPr bwMode="auto">
              <a:xfrm>
                <a:off x="2784" y="3504"/>
                <a:ext cx="0" cy="528"/>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77" name="Text Box 41"/>
              <p:cNvSpPr txBox="1">
                <a:spLocks noChangeArrowheads="1"/>
              </p:cNvSpPr>
              <p:nvPr/>
            </p:nvSpPr>
            <p:spPr bwMode="auto">
              <a:xfrm>
                <a:off x="2880" y="3600"/>
                <a:ext cx="720" cy="288"/>
              </a:xfrm>
              <a:prstGeom prst="rect">
                <a:avLst/>
              </a:prstGeom>
              <a:solidFill>
                <a:srgbClr val="00FF00"/>
              </a:solidFill>
              <a:ln w="12700" cap="sq">
                <a:noFill/>
                <a:miter lim="800000"/>
                <a:headEnd type="none" w="sm" len="sm"/>
                <a:tailEnd type="none" w="sm" len="sm"/>
              </a:ln>
              <a:effectLst/>
            </p:spPr>
            <p:txBody>
              <a:bodyPr>
                <a:spAutoFit/>
              </a:bodyPr>
              <a:lstStyle/>
              <a:p>
                <a:pPr>
                  <a:spcBef>
                    <a:spcPct val="50000"/>
                  </a:spcBef>
                  <a:defRPr/>
                </a:pPr>
                <a:r>
                  <a:rPr lang="zh-CN" altLang="en-US" sz="2400" dirty="0">
                    <a:solidFill>
                      <a:srgbClr val="FF0000"/>
                    </a:solidFill>
                    <a:effectLst>
                      <a:outerShdw blurRad="38100" dist="38100" dir="2700000" algn="tl">
                        <a:srgbClr val="000000"/>
                      </a:outerShdw>
                    </a:effectLst>
                    <a:latin typeface="Times New Roman" pitchFamily="18" charset="0"/>
                    <a:ea typeface="华文中宋" pitchFamily="2" charset="-122"/>
                  </a:rPr>
                  <a:t>操作数</a:t>
                </a:r>
                <a:endParaRPr lang="zh-CN" altLang="en-US" sz="2400" dirty="0">
                  <a:effectLst>
                    <a:outerShdw blurRad="38100" dist="38100" dir="2700000" algn="tl">
                      <a:srgbClr val="FFFFFF"/>
                    </a:outerShdw>
                  </a:effectLst>
                  <a:latin typeface="Times New Roman" pitchFamily="18" charset="0"/>
                  <a:ea typeface="华文中宋" pitchFamily="2" charset="-122"/>
                </a:endParaRPr>
              </a:p>
            </p:txBody>
          </p:sp>
        </p:grpSp>
        <p:grpSp>
          <p:nvGrpSpPr>
            <p:cNvPr id="68615" name="Group 44"/>
            <p:cNvGrpSpPr>
              <a:grpSpLocks/>
            </p:cNvGrpSpPr>
            <p:nvPr/>
          </p:nvGrpSpPr>
          <p:grpSpPr bwMode="auto">
            <a:xfrm>
              <a:off x="3707" y="3452"/>
              <a:ext cx="1836" cy="535"/>
              <a:chOff x="1824" y="3504"/>
              <a:chExt cx="1824" cy="528"/>
            </a:xfrm>
          </p:grpSpPr>
          <p:sp>
            <p:nvSpPr>
              <p:cNvPr id="68616" name="Rectangle 45"/>
              <p:cNvSpPr>
                <a:spLocks noChangeArrowheads="1"/>
              </p:cNvSpPr>
              <p:nvPr/>
            </p:nvSpPr>
            <p:spPr bwMode="auto">
              <a:xfrm>
                <a:off x="1824" y="3504"/>
                <a:ext cx="1824" cy="528"/>
              </a:xfrm>
              <a:prstGeom prst="rect">
                <a:avLst/>
              </a:prstGeom>
              <a:solidFill>
                <a:srgbClr val="00FF00"/>
              </a:solidFill>
              <a:ln w="25400" cap="sq">
                <a:solidFill>
                  <a:schemeClr val="tx1"/>
                </a:solidFill>
                <a:miter lim="800000"/>
                <a:headEnd type="none" w="sm" len="sm"/>
                <a:tailEnd type="none" w="sm" len="sm"/>
              </a:ln>
            </p:spPr>
            <p:txBody>
              <a:bodyPr wrap="none" anchor="ctr"/>
              <a:lstStyle/>
              <a:p>
                <a:endParaRPr lang="zh-CN" altLang="en-US"/>
              </a:p>
            </p:txBody>
          </p:sp>
          <p:sp>
            <p:nvSpPr>
              <p:cNvPr id="39982" name="Text Box 46"/>
              <p:cNvSpPr txBox="1">
                <a:spLocks noChangeArrowheads="1"/>
              </p:cNvSpPr>
              <p:nvPr/>
            </p:nvSpPr>
            <p:spPr bwMode="auto">
              <a:xfrm>
                <a:off x="1872" y="3600"/>
                <a:ext cx="912" cy="284"/>
              </a:xfrm>
              <a:prstGeom prst="rect">
                <a:avLst/>
              </a:prstGeom>
              <a:solidFill>
                <a:srgbClr val="00FF00"/>
              </a:solidFill>
              <a:ln w="12700" cap="sq">
                <a:noFill/>
                <a:miter lim="800000"/>
                <a:headEnd type="none" w="sm" len="sm"/>
                <a:tailEnd type="none" w="sm" len="sm"/>
              </a:ln>
              <a:effectLst/>
            </p:spPr>
            <p:txBody>
              <a:bodyPr>
                <a:spAutoFit/>
              </a:bodyPr>
              <a:lstStyle/>
              <a:p>
                <a:pPr>
                  <a:spcBef>
                    <a:spcPct val="50000"/>
                  </a:spcBef>
                  <a:defRPr/>
                </a:pPr>
                <a:r>
                  <a:rPr lang="zh-CN" altLang="en-US" sz="2400">
                    <a:solidFill>
                      <a:srgbClr val="FF0000"/>
                    </a:solidFill>
                    <a:effectLst>
                      <a:outerShdw blurRad="38100" dist="38100" dir="2700000" algn="tl">
                        <a:srgbClr val="000000"/>
                      </a:outerShdw>
                    </a:effectLst>
                    <a:latin typeface="Times New Roman" pitchFamily="18" charset="0"/>
                    <a:ea typeface="华文中宋" pitchFamily="2" charset="-122"/>
                  </a:rPr>
                  <a:t>寻址方式</a:t>
                </a:r>
                <a:endParaRPr lang="zh-CN" altLang="en-US" sz="2400">
                  <a:effectLst>
                    <a:outerShdw blurRad="38100" dist="38100" dir="2700000" algn="tl">
                      <a:srgbClr val="FFFFFF"/>
                    </a:outerShdw>
                  </a:effectLst>
                  <a:latin typeface="Times New Roman" pitchFamily="18" charset="0"/>
                  <a:ea typeface="华文中宋" pitchFamily="2" charset="-122"/>
                </a:endParaRPr>
              </a:p>
            </p:txBody>
          </p:sp>
          <p:sp>
            <p:nvSpPr>
              <p:cNvPr id="68618" name="Line 47"/>
              <p:cNvSpPr>
                <a:spLocks noChangeShapeType="1"/>
              </p:cNvSpPr>
              <p:nvPr/>
            </p:nvSpPr>
            <p:spPr bwMode="auto">
              <a:xfrm>
                <a:off x="2784" y="3504"/>
                <a:ext cx="0" cy="528"/>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84" name="Text Box 48"/>
              <p:cNvSpPr txBox="1">
                <a:spLocks noChangeArrowheads="1"/>
              </p:cNvSpPr>
              <p:nvPr/>
            </p:nvSpPr>
            <p:spPr bwMode="auto">
              <a:xfrm>
                <a:off x="2880" y="3600"/>
                <a:ext cx="720" cy="284"/>
              </a:xfrm>
              <a:prstGeom prst="rect">
                <a:avLst/>
              </a:prstGeom>
              <a:solidFill>
                <a:srgbClr val="00FF00"/>
              </a:solidFill>
              <a:ln w="12700" cap="sq">
                <a:noFill/>
                <a:miter lim="800000"/>
                <a:headEnd type="none" w="sm" len="sm"/>
                <a:tailEnd type="none" w="sm" len="sm"/>
              </a:ln>
              <a:effectLst/>
            </p:spPr>
            <p:txBody>
              <a:bodyPr>
                <a:spAutoFit/>
              </a:bodyPr>
              <a:lstStyle/>
              <a:p>
                <a:pPr>
                  <a:spcBef>
                    <a:spcPct val="50000"/>
                  </a:spcBef>
                  <a:defRPr/>
                </a:pPr>
                <a:r>
                  <a:rPr lang="zh-CN" altLang="en-US" sz="2400">
                    <a:solidFill>
                      <a:srgbClr val="FF0000"/>
                    </a:solidFill>
                    <a:effectLst>
                      <a:outerShdw blurRad="38100" dist="38100" dir="2700000" algn="tl">
                        <a:srgbClr val="000000"/>
                      </a:outerShdw>
                    </a:effectLst>
                    <a:latin typeface="Times New Roman" pitchFamily="18" charset="0"/>
                    <a:ea typeface="华文中宋" pitchFamily="2" charset="-122"/>
                  </a:rPr>
                  <a:t>操作数</a:t>
                </a:r>
                <a:endParaRPr lang="zh-CN" altLang="en-US" sz="2400">
                  <a:effectLst>
                    <a:outerShdw blurRad="38100" dist="38100" dir="2700000" algn="tl">
                      <a:srgbClr val="FFFFFF"/>
                    </a:outerShdw>
                  </a:effectLst>
                  <a:latin typeface="Times New Roman" pitchFamily="18" charset="0"/>
                  <a:ea typeface="华文中宋" pitchFamily="2" charset="-122"/>
                </a:endParaRPr>
              </a:p>
            </p:txBody>
          </p:sp>
        </p:grpSp>
      </p:grpSp>
      <p:sp>
        <p:nvSpPr>
          <p:cNvPr id="2" name="日期占位符 1">
            <a:extLst>
              <a:ext uri="{FF2B5EF4-FFF2-40B4-BE49-F238E27FC236}">
                <a16:creationId xmlns:a16="http://schemas.microsoft.com/office/drawing/2014/main" id="{4D811D1B-E2AB-3AF1-AC73-76BE4E3601E8}"/>
              </a:ext>
            </a:extLst>
          </p:cNvPr>
          <p:cNvSpPr>
            <a:spLocks noGrp="1"/>
          </p:cNvSpPr>
          <p:nvPr>
            <p:ph type="dt" sz="half" idx="10"/>
          </p:nvPr>
        </p:nvSpPr>
        <p:spPr/>
        <p:txBody>
          <a:bodyPr/>
          <a:lstStyle/>
          <a:p>
            <a:pPr>
              <a:defRPr/>
            </a:pPr>
            <a:fld id="{7A70642F-599E-4186-BDF3-52183AB3761D}" type="datetime1">
              <a:rPr lang="zh-CN" altLang="en-US" smtClean="0"/>
              <a:t>2025/9/18</a:t>
            </a:fld>
            <a:endParaRPr lang="en-US" altLang="zh-CN"/>
          </a:p>
        </p:txBody>
      </p:sp>
      <p:sp>
        <p:nvSpPr>
          <p:cNvPr id="3" name="页脚占位符 2">
            <a:extLst>
              <a:ext uri="{FF2B5EF4-FFF2-40B4-BE49-F238E27FC236}">
                <a16:creationId xmlns:a16="http://schemas.microsoft.com/office/drawing/2014/main" id="{67E3A739-7DEF-914F-03FC-DA978ABAE707}"/>
              </a:ext>
            </a:extLst>
          </p:cNvPr>
          <p:cNvSpPr>
            <a:spLocks noGrp="1"/>
          </p:cNvSpPr>
          <p:nvPr>
            <p:ph type="ftr" sz="quarter" idx="11"/>
          </p:nvPr>
        </p:nvSpPr>
        <p:spPr/>
        <p:txBody>
          <a:body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4" name="灯片编号占位符 3">
            <a:extLst>
              <a:ext uri="{FF2B5EF4-FFF2-40B4-BE49-F238E27FC236}">
                <a16:creationId xmlns:a16="http://schemas.microsoft.com/office/drawing/2014/main" id="{B7355AAA-5E65-184E-BEAC-174DA447DF63}"/>
              </a:ext>
            </a:extLst>
          </p:cNvPr>
          <p:cNvSpPr>
            <a:spLocks noGrp="1"/>
          </p:cNvSpPr>
          <p:nvPr>
            <p:ph type="sldNum" sz="quarter" idx="12"/>
          </p:nvPr>
        </p:nvSpPr>
        <p:spPr/>
        <p:txBody>
          <a:bodyPr/>
          <a:lstStyle/>
          <a:p>
            <a:pPr>
              <a:defRPr/>
            </a:pPr>
            <a:fld id="{8BCAC33D-D29A-48B3-BCD6-381D3D720D26}" type="slidenum">
              <a:rPr lang="zh-CN" altLang="en-US" smtClean="0"/>
              <a:t>6</a:t>
            </a:fld>
            <a:endParaRPr lang="en-US" altLang="zh-CN"/>
          </a:p>
        </p:txBody>
      </p:sp>
    </p:spTree>
    <p:extLst>
      <p:ext uri="{BB962C8B-B14F-4D97-AF65-F5344CB8AC3E}">
        <p14:creationId xmlns:p14="http://schemas.microsoft.com/office/powerpoint/2010/main" val="164126032"/>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539750" y="44450"/>
            <a:ext cx="7772400" cy="1143000"/>
          </a:xfrm>
        </p:spPr>
        <p:txBody>
          <a:bodyPr/>
          <a:lstStyle/>
          <a:p>
            <a:pPr eaLnBrk="1" hangingPunct="1">
              <a:defRPr/>
            </a:pPr>
            <a:r>
              <a:rPr lang="zh-CN" altLang="en-US" b="1" dirty="0"/>
              <a:t>第</a:t>
            </a:r>
            <a:r>
              <a:rPr kumimoji="1" lang="en-US" altLang="zh-CN" b="1" dirty="0">
                <a:latin typeface="Times New Roman" pitchFamily="18" charset="0"/>
                <a:cs typeface="+mn-cs"/>
              </a:rPr>
              <a:t>2</a:t>
            </a:r>
            <a:r>
              <a:rPr lang="zh-CN" altLang="en-US" b="1" dirty="0"/>
              <a:t>章   指 令 系 统</a:t>
            </a:r>
          </a:p>
        </p:txBody>
      </p:sp>
      <p:grpSp>
        <p:nvGrpSpPr>
          <p:cNvPr id="6147" name="Group 3"/>
          <p:cNvGrpSpPr>
            <a:grpSpLocks/>
          </p:cNvGrpSpPr>
          <p:nvPr/>
        </p:nvGrpSpPr>
        <p:grpSpPr bwMode="auto">
          <a:xfrm>
            <a:off x="2195513" y="1339850"/>
            <a:ext cx="4919663" cy="5080000"/>
            <a:chOff x="470" y="911"/>
            <a:chExt cx="3099" cy="2749"/>
          </a:xfrm>
        </p:grpSpPr>
        <p:sp>
          <p:nvSpPr>
            <p:cNvPr id="6149" name="Text Box 4"/>
            <p:cNvSpPr txBox="1">
              <a:spLocks noChangeArrowheads="1"/>
            </p:cNvSpPr>
            <p:nvPr/>
          </p:nvSpPr>
          <p:spPr bwMode="auto">
            <a:xfrm>
              <a:off x="470" y="911"/>
              <a:ext cx="2126"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00" b="1">
                  <a:solidFill>
                    <a:schemeClr val="tx1"/>
                  </a:solidFill>
                  <a:latin typeface="宋体" charset="-122"/>
                  <a:ea typeface="宋体" charset="-122"/>
                </a:defRPr>
              </a:lvl1pPr>
              <a:lvl2pPr marL="742950" indent="-285750" eaLnBrk="0" hangingPunct="0">
                <a:defRPr kumimoji="1" sz="800" b="1">
                  <a:solidFill>
                    <a:schemeClr val="tx1"/>
                  </a:solidFill>
                  <a:latin typeface="宋体" charset="-122"/>
                  <a:ea typeface="宋体" charset="-122"/>
                </a:defRPr>
              </a:lvl2pPr>
              <a:lvl3pPr marL="1143000" indent="-228600" eaLnBrk="0" hangingPunct="0">
                <a:defRPr kumimoji="1" sz="800" b="1">
                  <a:solidFill>
                    <a:schemeClr val="tx1"/>
                  </a:solidFill>
                  <a:latin typeface="宋体" charset="-122"/>
                  <a:ea typeface="宋体" charset="-122"/>
                </a:defRPr>
              </a:lvl3pPr>
              <a:lvl4pPr marL="1600200" indent="-228600" eaLnBrk="0" hangingPunct="0">
                <a:defRPr kumimoji="1" sz="800" b="1">
                  <a:solidFill>
                    <a:schemeClr val="tx1"/>
                  </a:solidFill>
                  <a:latin typeface="宋体" charset="-122"/>
                  <a:ea typeface="宋体" charset="-122"/>
                </a:defRPr>
              </a:lvl4pPr>
              <a:lvl5pPr marL="2057400" indent="-228600" eaLnBrk="0" hangingPunct="0">
                <a:defRPr kumimoji="1" sz="800" b="1">
                  <a:solidFill>
                    <a:schemeClr val="tx1"/>
                  </a:solidFill>
                  <a:latin typeface="宋体" charset="-122"/>
                  <a:ea typeface="宋体" charset="-122"/>
                </a:defRPr>
              </a:lvl5pPr>
              <a:lvl6pPr marL="2514600" indent="-228600" eaLnBrk="0" fontAlgn="base" hangingPunct="0">
                <a:spcBef>
                  <a:spcPct val="0"/>
                </a:spcBef>
                <a:spcAft>
                  <a:spcPct val="0"/>
                </a:spcAft>
                <a:defRPr kumimoji="1" sz="800" b="1">
                  <a:solidFill>
                    <a:schemeClr val="tx1"/>
                  </a:solidFill>
                  <a:latin typeface="宋体" charset="-122"/>
                  <a:ea typeface="宋体" charset="-122"/>
                </a:defRPr>
              </a:lvl6pPr>
              <a:lvl7pPr marL="2971800" indent="-228600" eaLnBrk="0" fontAlgn="base" hangingPunct="0">
                <a:spcBef>
                  <a:spcPct val="0"/>
                </a:spcBef>
                <a:spcAft>
                  <a:spcPct val="0"/>
                </a:spcAft>
                <a:defRPr kumimoji="1" sz="800" b="1">
                  <a:solidFill>
                    <a:schemeClr val="tx1"/>
                  </a:solidFill>
                  <a:latin typeface="宋体" charset="-122"/>
                  <a:ea typeface="宋体" charset="-122"/>
                </a:defRPr>
              </a:lvl7pPr>
              <a:lvl8pPr marL="3429000" indent="-228600" eaLnBrk="0" fontAlgn="base" hangingPunct="0">
                <a:spcBef>
                  <a:spcPct val="0"/>
                </a:spcBef>
                <a:spcAft>
                  <a:spcPct val="0"/>
                </a:spcAft>
                <a:defRPr kumimoji="1" sz="800" b="1">
                  <a:solidFill>
                    <a:schemeClr val="tx1"/>
                  </a:solidFill>
                  <a:latin typeface="宋体" charset="-122"/>
                  <a:ea typeface="宋体" charset="-122"/>
                </a:defRPr>
              </a:lvl8pPr>
              <a:lvl9pPr marL="3886200" indent="-22860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r>
                <a:rPr lang="en-US" altLang="zh-CN" sz="3200" dirty="0">
                  <a:latin typeface="Times New Roman" pitchFamily="18" charset="0"/>
                </a:rPr>
                <a:t>2</a:t>
              </a:r>
              <a:r>
                <a:rPr lang="zh-CN" altLang="en-US" sz="3200" dirty="0">
                  <a:latin typeface="Times New Roman" pitchFamily="18" charset="0"/>
                </a:rPr>
                <a:t>.1 指令系统概述 </a:t>
              </a:r>
            </a:p>
          </p:txBody>
        </p:sp>
        <p:sp>
          <p:nvSpPr>
            <p:cNvPr id="6150" name="Text Box 5"/>
            <p:cNvSpPr txBox="1">
              <a:spLocks noChangeArrowheads="1"/>
            </p:cNvSpPr>
            <p:nvPr/>
          </p:nvSpPr>
          <p:spPr bwMode="auto">
            <a:xfrm>
              <a:off x="478" y="1279"/>
              <a:ext cx="2904"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00" b="1">
                  <a:solidFill>
                    <a:schemeClr val="tx1"/>
                  </a:solidFill>
                  <a:latin typeface="宋体" charset="-122"/>
                  <a:ea typeface="宋体" charset="-122"/>
                </a:defRPr>
              </a:lvl1pPr>
              <a:lvl2pPr marL="742950" indent="-285750" eaLnBrk="0" hangingPunct="0">
                <a:defRPr kumimoji="1" sz="800" b="1">
                  <a:solidFill>
                    <a:schemeClr val="tx1"/>
                  </a:solidFill>
                  <a:latin typeface="宋体" charset="-122"/>
                  <a:ea typeface="宋体" charset="-122"/>
                </a:defRPr>
              </a:lvl2pPr>
              <a:lvl3pPr marL="1143000" indent="-228600" eaLnBrk="0" hangingPunct="0">
                <a:defRPr kumimoji="1" sz="800" b="1">
                  <a:solidFill>
                    <a:schemeClr val="tx1"/>
                  </a:solidFill>
                  <a:latin typeface="宋体" charset="-122"/>
                  <a:ea typeface="宋体" charset="-122"/>
                </a:defRPr>
              </a:lvl3pPr>
              <a:lvl4pPr marL="1600200" indent="-228600" eaLnBrk="0" hangingPunct="0">
                <a:defRPr kumimoji="1" sz="800" b="1">
                  <a:solidFill>
                    <a:schemeClr val="tx1"/>
                  </a:solidFill>
                  <a:latin typeface="宋体" charset="-122"/>
                  <a:ea typeface="宋体" charset="-122"/>
                </a:defRPr>
              </a:lvl4pPr>
              <a:lvl5pPr marL="2057400" indent="-228600" eaLnBrk="0" hangingPunct="0">
                <a:defRPr kumimoji="1" sz="800" b="1">
                  <a:solidFill>
                    <a:schemeClr val="tx1"/>
                  </a:solidFill>
                  <a:latin typeface="宋体" charset="-122"/>
                  <a:ea typeface="宋体" charset="-122"/>
                </a:defRPr>
              </a:lvl5pPr>
              <a:lvl6pPr marL="2514600" indent="-228600" eaLnBrk="0" fontAlgn="base" hangingPunct="0">
                <a:spcBef>
                  <a:spcPct val="0"/>
                </a:spcBef>
                <a:spcAft>
                  <a:spcPct val="0"/>
                </a:spcAft>
                <a:defRPr kumimoji="1" sz="800" b="1">
                  <a:solidFill>
                    <a:schemeClr val="tx1"/>
                  </a:solidFill>
                  <a:latin typeface="宋体" charset="-122"/>
                  <a:ea typeface="宋体" charset="-122"/>
                </a:defRPr>
              </a:lvl6pPr>
              <a:lvl7pPr marL="2971800" indent="-228600" eaLnBrk="0" fontAlgn="base" hangingPunct="0">
                <a:spcBef>
                  <a:spcPct val="0"/>
                </a:spcBef>
                <a:spcAft>
                  <a:spcPct val="0"/>
                </a:spcAft>
                <a:defRPr kumimoji="1" sz="800" b="1">
                  <a:solidFill>
                    <a:schemeClr val="tx1"/>
                  </a:solidFill>
                  <a:latin typeface="宋体" charset="-122"/>
                  <a:ea typeface="宋体" charset="-122"/>
                </a:defRPr>
              </a:lvl7pPr>
              <a:lvl8pPr marL="3429000" indent="-228600" eaLnBrk="0" fontAlgn="base" hangingPunct="0">
                <a:spcBef>
                  <a:spcPct val="0"/>
                </a:spcBef>
                <a:spcAft>
                  <a:spcPct val="0"/>
                </a:spcAft>
                <a:defRPr kumimoji="1" sz="800" b="1">
                  <a:solidFill>
                    <a:schemeClr val="tx1"/>
                  </a:solidFill>
                  <a:latin typeface="宋体" charset="-122"/>
                  <a:ea typeface="宋体" charset="-122"/>
                </a:defRPr>
              </a:lvl8pPr>
              <a:lvl9pPr marL="3886200" indent="-22860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r>
                <a:rPr lang="en-US" altLang="zh-CN" sz="3200" dirty="0">
                  <a:latin typeface="Times New Roman" pitchFamily="18" charset="0"/>
                </a:rPr>
                <a:t>2</a:t>
              </a:r>
              <a:r>
                <a:rPr lang="zh-CN" altLang="en-US" sz="3200" dirty="0">
                  <a:latin typeface="Times New Roman" pitchFamily="18" charset="0"/>
                </a:rPr>
                <a:t>.2 指令系统结构的分类</a:t>
              </a:r>
            </a:p>
          </p:txBody>
        </p:sp>
        <p:sp>
          <p:nvSpPr>
            <p:cNvPr id="6151" name="Text Box 6"/>
            <p:cNvSpPr txBox="1">
              <a:spLocks noChangeArrowheads="1"/>
            </p:cNvSpPr>
            <p:nvPr/>
          </p:nvSpPr>
          <p:spPr bwMode="auto">
            <a:xfrm>
              <a:off x="478" y="1652"/>
              <a:ext cx="1607"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00" b="1">
                  <a:solidFill>
                    <a:schemeClr val="tx1"/>
                  </a:solidFill>
                  <a:latin typeface="宋体" charset="-122"/>
                  <a:ea typeface="宋体" charset="-122"/>
                </a:defRPr>
              </a:lvl1pPr>
              <a:lvl2pPr marL="742950" indent="-285750" eaLnBrk="0" hangingPunct="0">
                <a:defRPr kumimoji="1" sz="800" b="1">
                  <a:solidFill>
                    <a:schemeClr val="tx1"/>
                  </a:solidFill>
                  <a:latin typeface="宋体" charset="-122"/>
                  <a:ea typeface="宋体" charset="-122"/>
                </a:defRPr>
              </a:lvl2pPr>
              <a:lvl3pPr marL="1143000" indent="-228600" eaLnBrk="0" hangingPunct="0">
                <a:defRPr kumimoji="1" sz="800" b="1">
                  <a:solidFill>
                    <a:schemeClr val="tx1"/>
                  </a:solidFill>
                  <a:latin typeface="宋体" charset="-122"/>
                  <a:ea typeface="宋体" charset="-122"/>
                </a:defRPr>
              </a:lvl3pPr>
              <a:lvl4pPr marL="1600200" indent="-228600" eaLnBrk="0" hangingPunct="0">
                <a:defRPr kumimoji="1" sz="800" b="1">
                  <a:solidFill>
                    <a:schemeClr val="tx1"/>
                  </a:solidFill>
                  <a:latin typeface="宋体" charset="-122"/>
                  <a:ea typeface="宋体" charset="-122"/>
                </a:defRPr>
              </a:lvl4pPr>
              <a:lvl5pPr marL="2057400" indent="-228600" eaLnBrk="0" hangingPunct="0">
                <a:defRPr kumimoji="1" sz="800" b="1">
                  <a:solidFill>
                    <a:schemeClr val="tx1"/>
                  </a:solidFill>
                  <a:latin typeface="宋体" charset="-122"/>
                  <a:ea typeface="宋体" charset="-122"/>
                </a:defRPr>
              </a:lvl5pPr>
              <a:lvl6pPr marL="2514600" indent="-228600" eaLnBrk="0" fontAlgn="base" hangingPunct="0">
                <a:spcBef>
                  <a:spcPct val="0"/>
                </a:spcBef>
                <a:spcAft>
                  <a:spcPct val="0"/>
                </a:spcAft>
                <a:defRPr kumimoji="1" sz="800" b="1">
                  <a:solidFill>
                    <a:schemeClr val="tx1"/>
                  </a:solidFill>
                  <a:latin typeface="宋体" charset="-122"/>
                  <a:ea typeface="宋体" charset="-122"/>
                </a:defRPr>
              </a:lvl6pPr>
              <a:lvl7pPr marL="2971800" indent="-228600" eaLnBrk="0" fontAlgn="base" hangingPunct="0">
                <a:spcBef>
                  <a:spcPct val="0"/>
                </a:spcBef>
                <a:spcAft>
                  <a:spcPct val="0"/>
                </a:spcAft>
                <a:defRPr kumimoji="1" sz="800" b="1">
                  <a:solidFill>
                    <a:schemeClr val="tx1"/>
                  </a:solidFill>
                  <a:latin typeface="宋体" charset="-122"/>
                  <a:ea typeface="宋体" charset="-122"/>
                </a:defRPr>
              </a:lvl7pPr>
              <a:lvl8pPr marL="3429000" indent="-228600" eaLnBrk="0" fontAlgn="base" hangingPunct="0">
                <a:spcBef>
                  <a:spcPct val="0"/>
                </a:spcBef>
                <a:spcAft>
                  <a:spcPct val="0"/>
                </a:spcAft>
                <a:defRPr kumimoji="1" sz="800" b="1">
                  <a:solidFill>
                    <a:schemeClr val="tx1"/>
                  </a:solidFill>
                  <a:latin typeface="宋体" charset="-122"/>
                  <a:ea typeface="宋体" charset="-122"/>
                </a:defRPr>
              </a:lvl8pPr>
              <a:lvl9pPr marL="3886200" indent="-22860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r>
                <a:rPr lang="en-US" altLang="zh-CN" sz="3200" u="sng" dirty="0">
                  <a:latin typeface="Times New Roman" pitchFamily="18" charset="0"/>
                </a:rPr>
                <a:t>2</a:t>
              </a:r>
              <a:r>
                <a:rPr lang="zh-CN" altLang="en-US" sz="3200" u="sng" dirty="0">
                  <a:latin typeface="Times New Roman" pitchFamily="18" charset="0"/>
                </a:rPr>
                <a:t>.3 寻址方式 </a:t>
              </a:r>
            </a:p>
          </p:txBody>
        </p:sp>
        <p:sp>
          <p:nvSpPr>
            <p:cNvPr id="6152" name="Text Box 7"/>
            <p:cNvSpPr txBox="1">
              <a:spLocks noChangeArrowheads="1"/>
            </p:cNvSpPr>
            <p:nvPr/>
          </p:nvSpPr>
          <p:spPr bwMode="auto">
            <a:xfrm>
              <a:off x="470" y="2470"/>
              <a:ext cx="3099"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00" b="1">
                  <a:solidFill>
                    <a:schemeClr val="tx1"/>
                  </a:solidFill>
                  <a:latin typeface="宋体" charset="-122"/>
                  <a:ea typeface="宋体" charset="-122"/>
                </a:defRPr>
              </a:lvl1pPr>
              <a:lvl2pPr marL="742950" indent="-285750" eaLnBrk="0" hangingPunct="0">
                <a:defRPr kumimoji="1" sz="800" b="1">
                  <a:solidFill>
                    <a:schemeClr val="tx1"/>
                  </a:solidFill>
                  <a:latin typeface="宋体" charset="-122"/>
                  <a:ea typeface="宋体" charset="-122"/>
                </a:defRPr>
              </a:lvl2pPr>
              <a:lvl3pPr marL="1143000" indent="-228600" eaLnBrk="0" hangingPunct="0">
                <a:defRPr kumimoji="1" sz="800" b="1">
                  <a:solidFill>
                    <a:schemeClr val="tx1"/>
                  </a:solidFill>
                  <a:latin typeface="宋体" charset="-122"/>
                  <a:ea typeface="宋体" charset="-122"/>
                </a:defRPr>
              </a:lvl3pPr>
              <a:lvl4pPr marL="1600200" indent="-228600" eaLnBrk="0" hangingPunct="0">
                <a:defRPr kumimoji="1" sz="800" b="1">
                  <a:solidFill>
                    <a:schemeClr val="tx1"/>
                  </a:solidFill>
                  <a:latin typeface="宋体" charset="-122"/>
                  <a:ea typeface="宋体" charset="-122"/>
                </a:defRPr>
              </a:lvl4pPr>
              <a:lvl5pPr marL="2057400" indent="-228600" eaLnBrk="0" hangingPunct="0">
                <a:defRPr kumimoji="1" sz="800" b="1">
                  <a:solidFill>
                    <a:schemeClr val="tx1"/>
                  </a:solidFill>
                  <a:latin typeface="宋体" charset="-122"/>
                  <a:ea typeface="宋体" charset="-122"/>
                </a:defRPr>
              </a:lvl5pPr>
              <a:lvl6pPr marL="2514600" indent="-228600" eaLnBrk="0" fontAlgn="base" hangingPunct="0">
                <a:spcBef>
                  <a:spcPct val="0"/>
                </a:spcBef>
                <a:spcAft>
                  <a:spcPct val="0"/>
                </a:spcAft>
                <a:defRPr kumimoji="1" sz="800" b="1">
                  <a:solidFill>
                    <a:schemeClr val="tx1"/>
                  </a:solidFill>
                  <a:latin typeface="宋体" charset="-122"/>
                  <a:ea typeface="宋体" charset="-122"/>
                </a:defRPr>
              </a:lvl6pPr>
              <a:lvl7pPr marL="2971800" indent="-228600" eaLnBrk="0" fontAlgn="base" hangingPunct="0">
                <a:spcBef>
                  <a:spcPct val="0"/>
                </a:spcBef>
                <a:spcAft>
                  <a:spcPct val="0"/>
                </a:spcAft>
                <a:defRPr kumimoji="1" sz="800" b="1">
                  <a:solidFill>
                    <a:schemeClr val="tx1"/>
                  </a:solidFill>
                  <a:latin typeface="宋体" charset="-122"/>
                  <a:ea typeface="宋体" charset="-122"/>
                </a:defRPr>
              </a:lvl7pPr>
              <a:lvl8pPr marL="3429000" indent="-228600" eaLnBrk="0" fontAlgn="base" hangingPunct="0">
                <a:spcBef>
                  <a:spcPct val="0"/>
                </a:spcBef>
                <a:spcAft>
                  <a:spcPct val="0"/>
                </a:spcAft>
                <a:defRPr kumimoji="1" sz="800" b="1">
                  <a:solidFill>
                    <a:schemeClr val="tx1"/>
                  </a:solidFill>
                  <a:latin typeface="宋体" charset="-122"/>
                  <a:ea typeface="宋体" charset="-122"/>
                </a:defRPr>
              </a:lvl8pPr>
              <a:lvl9pPr marL="3886200" indent="-22860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r>
                <a:rPr lang="en-US" altLang="zh-CN" sz="3200" dirty="0">
                  <a:latin typeface="Times New Roman" pitchFamily="18" charset="0"/>
                </a:rPr>
                <a:t>2</a:t>
              </a:r>
              <a:r>
                <a:rPr lang="zh-CN" altLang="en-US" sz="3200" dirty="0">
                  <a:latin typeface="Times New Roman" pitchFamily="18" charset="0"/>
                </a:rPr>
                <a:t>.</a:t>
              </a:r>
              <a:r>
                <a:rPr lang="en-US" altLang="zh-CN" sz="3200" dirty="0">
                  <a:latin typeface="Times New Roman" pitchFamily="18" charset="0"/>
                </a:rPr>
                <a:t>5</a:t>
              </a:r>
              <a:r>
                <a:rPr lang="zh-CN" altLang="en-US" sz="3200" dirty="0">
                  <a:latin typeface="Times New Roman" pitchFamily="18" charset="0"/>
                </a:rPr>
                <a:t> 指令系统的设计与优化</a:t>
              </a:r>
            </a:p>
          </p:txBody>
        </p:sp>
        <p:sp>
          <p:nvSpPr>
            <p:cNvPr id="6153" name="Text Box 8"/>
            <p:cNvSpPr txBox="1">
              <a:spLocks noChangeArrowheads="1"/>
            </p:cNvSpPr>
            <p:nvPr/>
          </p:nvSpPr>
          <p:spPr bwMode="auto">
            <a:xfrm>
              <a:off x="478" y="3344"/>
              <a:ext cx="2126"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00" b="1">
                  <a:solidFill>
                    <a:schemeClr val="tx1"/>
                  </a:solidFill>
                  <a:latin typeface="宋体" charset="-122"/>
                  <a:ea typeface="宋体" charset="-122"/>
                </a:defRPr>
              </a:lvl1pPr>
              <a:lvl2pPr marL="742950" indent="-285750" eaLnBrk="0" hangingPunct="0">
                <a:defRPr kumimoji="1" sz="800" b="1">
                  <a:solidFill>
                    <a:schemeClr val="tx1"/>
                  </a:solidFill>
                  <a:latin typeface="宋体" charset="-122"/>
                  <a:ea typeface="宋体" charset="-122"/>
                </a:defRPr>
              </a:lvl2pPr>
              <a:lvl3pPr marL="1143000" indent="-228600" eaLnBrk="0" hangingPunct="0">
                <a:defRPr kumimoji="1" sz="800" b="1">
                  <a:solidFill>
                    <a:schemeClr val="tx1"/>
                  </a:solidFill>
                  <a:latin typeface="宋体" charset="-122"/>
                  <a:ea typeface="宋体" charset="-122"/>
                </a:defRPr>
              </a:lvl3pPr>
              <a:lvl4pPr marL="1600200" indent="-228600" eaLnBrk="0" hangingPunct="0">
                <a:defRPr kumimoji="1" sz="800" b="1">
                  <a:solidFill>
                    <a:schemeClr val="tx1"/>
                  </a:solidFill>
                  <a:latin typeface="宋体" charset="-122"/>
                  <a:ea typeface="宋体" charset="-122"/>
                </a:defRPr>
              </a:lvl4pPr>
              <a:lvl5pPr marL="2057400" indent="-228600" eaLnBrk="0" hangingPunct="0">
                <a:defRPr kumimoji="1" sz="800" b="1">
                  <a:solidFill>
                    <a:schemeClr val="tx1"/>
                  </a:solidFill>
                  <a:latin typeface="宋体" charset="-122"/>
                  <a:ea typeface="宋体" charset="-122"/>
                </a:defRPr>
              </a:lvl5pPr>
              <a:lvl6pPr marL="2514600" indent="-228600" eaLnBrk="0" fontAlgn="base" hangingPunct="0">
                <a:spcBef>
                  <a:spcPct val="0"/>
                </a:spcBef>
                <a:spcAft>
                  <a:spcPct val="0"/>
                </a:spcAft>
                <a:defRPr kumimoji="1" sz="800" b="1">
                  <a:solidFill>
                    <a:schemeClr val="tx1"/>
                  </a:solidFill>
                  <a:latin typeface="宋体" charset="-122"/>
                  <a:ea typeface="宋体" charset="-122"/>
                </a:defRPr>
              </a:lvl6pPr>
              <a:lvl7pPr marL="2971800" indent="-228600" eaLnBrk="0" fontAlgn="base" hangingPunct="0">
                <a:spcBef>
                  <a:spcPct val="0"/>
                </a:spcBef>
                <a:spcAft>
                  <a:spcPct val="0"/>
                </a:spcAft>
                <a:defRPr kumimoji="1" sz="800" b="1">
                  <a:solidFill>
                    <a:schemeClr val="tx1"/>
                  </a:solidFill>
                  <a:latin typeface="宋体" charset="-122"/>
                  <a:ea typeface="宋体" charset="-122"/>
                </a:defRPr>
              </a:lvl7pPr>
              <a:lvl8pPr marL="3429000" indent="-228600" eaLnBrk="0" fontAlgn="base" hangingPunct="0">
                <a:spcBef>
                  <a:spcPct val="0"/>
                </a:spcBef>
                <a:spcAft>
                  <a:spcPct val="0"/>
                </a:spcAft>
                <a:defRPr kumimoji="1" sz="800" b="1">
                  <a:solidFill>
                    <a:schemeClr val="tx1"/>
                  </a:solidFill>
                  <a:latin typeface="宋体" charset="-122"/>
                  <a:ea typeface="宋体" charset="-122"/>
                </a:defRPr>
              </a:lvl8pPr>
              <a:lvl9pPr marL="3886200" indent="-22860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r>
                <a:rPr lang="en-US" altLang="zh-CN" sz="3200" dirty="0">
                  <a:latin typeface="Times New Roman" pitchFamily="18" charset="0"/>
                </a:rPr>
                <a:t>2</a:t>
              </a:r>
              <a:r>
                <a:rPr lang="zh-CN" altLang="en-US" sz="3200" dirty="0">
                  <a:latin typeface="Times New Roman" pitchFamily="18" charset="0"/>
                </a:rPr>
                <a:t>.</a:t>
              </a:r>
              <a:r>
                <a:rPr lang="en-US" altLang="zh-CN" sz="3200" dirty="0">
                  <a:latin typeface="Times New Roman" pitchFamily="18" charset="0"/>
                </a:rPr>
                <a:t>7</a:t>
              </a:r>
              <a:r>
                <a:rPr lang="zh-CN" altLang="en-US" sz="3200" dirty="0">
                  <a:latin typeface="Times New Roman" pitchFamily="18" charset="0"/>
                </a:rPr>
                <a:t> 指令格式举例 </a:t>
              </a:r>
            </a:p>
          </p:txBody>
        </p:sp>
        <p:sp>
          <p:nvSpPr>
            <p:cNvPr id="6154" name="Text Box 7"/>
            <p:cNvSpPr txBox="1">
              <a:spLocks noChangeArrowheads="1"/>
            </p:cNvSpPr>
            <p:nvPr/>
          </p:nvSpPr>
          <p:spPr bwMode="auto">
            <a:xfrm>
              <a:off x="470" y="2899"/>
              <a:ext cx="3099"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00" b="1">
                  <a:solidFill>
                    <a:schemeClr val="tx1"/>
                  </a:solidFill>
                  <a:latin typeface="宋体" charset="-122"/>
                  <a:ea typeface="宋体" charset="-122"/>
                </a:defRPr>
              </a:lvl1pPr>
              <a:lvl2pPr marL="742950" indent="-285750" eaLnBrk="0" hangingPunct="0">
                <a:defRPr kumimoji="1" sz="800" b="1">
                  <a:solidFill>
                    <a:schemeClr val="tx1"/>
                  </a:solidFill>
                  <a:latin typeface="宋体" charset="-122"/>
                  <a:ea typeface="宋体" charset="-122"/>
                </a:defRPr>
              </a:lvl2pPr>
              <a:lvl3pPr marL="1143000" indent="-228600" eaLnBrk="0" hangingPunct="0">
                <a:defRPr kumimoji="1" sz="800" b="1">
                  <a:solidFill>
                    <a:schemeClr val="tx1"/>
                  </a:solidFill>
                  <a:latin typeface="宋体" charset="-122"/>
                  <a:ea typeface="宋体" charset="-122"/>
                </a:defRPr>
              </a:lvl3pPr>
              <a:lvl4pPr marL="1600200" indent="-228600" eaLnBrk="0" hangingPunct="0">
                <a:defRPr kumimoji="1" sz="800" b="1">
                  <a:solidFill>
                    <a:schemeClr val="tx1"/>
                  </a:solidFill>
                  <a:latin typeface="宋体" charset="-122"/>
                  <a:ea typeface="宋体" charset="-122"/>
                </a:defRPr>
              </a:lvl4pPr>
              <a:lvl5pPr marL="2057400" indent="-228600" eaLnBrk="0" hangingPunct="0">
                <a:defRPr kumimoji="1" sz="800" b="1">
                  <a:solidFill>
                    <a:schemeClr val="tx1"/>
                  </a:solidFill>
                  <a:latin typeface="宋体" charset="-122"/>
                  <a:ea typeface="宋体" charset="-122"/>
                </a:defRPr>
              </a:lvl5pPr>
              <a:lvl6pPr marL="2514600" indent="-228600" eaLnBrk="0" fontAlgn="base" hangingPunct="0">
                <a:spcBef>
                  <a:spcPct val="0"/>
                </a:spcBef>
                <a:spcAft>
                  <a:spcPct val="0"/>
                </a:spcAft>
                <a:defRPr kumimoji="1" sz="800" b="1">
                  <a:solidFill>
                    <a:schemeClr val="tx1"/>
                  </a:solidFill>
                  <a:latin typeface="宋体" charset="-122"/>
                  <a:ea typeface="宋体" charset="-122"/>
                </a:defRPr>
              </a:lvl6pPr>
              <a:lvl7pPr marL="2971800" indent="-228600" eaLnBrk="0" fontAlgn="base" hangingPunct="0">
                <a:spcBef>
                  <a:spcPct val="0"/>
                </a:spcBef>
                <a:spcAft>
                  <a:spcPct val="0"/>
                </a:spcAft>
                <a:defRPr kumimoji="1" sz="800" b="1">
                  <a:solidFill>
                    <a:schemeClr val="tx1"/>
                  </a:solidFill>
                  <a:latin typeface="宋体" charset="-122"/>
                  <a:ea typeface="宋体" charset="-122"/>
                </a:defRPr>
              </a:lvl7pPr>
              <a:lvl8pPr marL="3429000" indent="-228600" eaLnBrk="0" fontAlgn="base" hangingPunct="0">
                <a:spcBef>
                  <a:spcPct val="0"/>
                </a:spcBef>
                <a:spcAft>
                  <a:spcPct val="0"/>
                </a:spcAft>
                <a:defRPr kumimoji="1" sz="800" b="1">
                  <a:solidFill>
                    <a:schemeClr val="tx1"/>
                  </a:solidFill>
                  <a:latin typeface="宋体" charset="-122"/>
                  <a:ea typeface="宋体" charset="-122"/>
                </a:defRPr>
              </a:lvl8pPr>
              <a:lvl9pPr marL="3886200" indent="-22860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r>
                <a:rPr lang="en-US" altLang="zh-CN" sz="3200" dirty="0">
                  <a:latin typeface="Times New Roman" pitchFamily="18" charset="0"/>
                </a:rPr>
                <a:t>2</a:t>
              </a:r>
              <a:r>
                <a:rPr lang="zh-CN" altLang="en-US" sz="3200" dirty="0">
                  <a:latin typeface="Times New Roman" pitchFamily="18" charset="0"/>
                </a:rPr>
                <a:t>.</a:t>
              </a:r>
              <a:r>
                <a:rPr lang="en-US" altLang="zh-CN" sz="3200" dirty="0">
                  <a:latin typeface="Times New Roman" pitchFamily="18" charset="0"/>
                </a:rPr>
                <a:t>6</a:t>
              </a:r>
              <a:r>
                <a:rPr lang="zh-CN" altLang="en-US" sz="3200" dirty="0">
                  <a:latin typeface="Times New Roman" pitchFamily="18" charset="0"/>
                </a:rPr>
                <a:t> 指令系统的发展和改进</a:t>
              </a:r>
            </a:p>
          </p:txBody>
        </p:sp>
        <p:sp>
          <p:nvSpPr>
            <p:cNvPr id="6155" name="Text Box 7"/>
            <p:cNvSpPr txBox="1">
              <a:spLocks noChangeArrowheads="1"/>
            </p:cNvSpPr>
            <p:nvPr/>
          </p:nvSpPr>
          <p:spPr bwMode="auto">
            <a:xfrm>
              <a:off x="478" y="2041"/>
              <a:ext cx="2839"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00" b="1">
                  <a:solidFill>
                    <a:schemeClr val="tx1"/>
                  </a:solidFill>
                  <a:latin typeface="宋体" charset="-122"/>
                  <a:ea typeface="宋体" charset="-122"/>
                </a:defRPr>
              </a:lvl1pPr>
              <a:lvl2pPr marL="742950" indent="-285750" eaLnBrk="0" hangingPunct="0">
                <a:defRPr kumimoji="1" sz="800" b="1">
                  <a:solidFill>
                    <a:schemeClr val="tx1"/>
                  </a:solidFill>
                  <a:latin typeface="宋体" charset="-122"/>
                  <a:ea typeface="宋体" charset="-122"/>
                </a:defRPr>
              </a:lvl2pPr>
              <a:lvl3pPr marL="1143000" indent="-228600" eaLnBrk="0" hangingPunct="0">
                <a:defRPr kumimoji="1" sz="800" b="1">
                  <a:solidFill>
                    <a:schemeClr val="tx1"/>
                  </a:solidFill>
                  <a:latin typeface="宋体" charset="-122"/>
                  <a:ea typeface="宋体" charset="-122"/>
                </a:defRPr>
              </a:lvl3pPr>
              <a:lvl4pPr marL="1600200" indent="-228600" eaLnBrk="0" hangingPunct="0">
                <a:defRPr kumimoji="1" sz="800" b="1">
                  <a:solidFill>
                    <a:schemeClr val="tx1"/>
                  </a:solidFill>
                  <a:latin typeface="宋体" charset="-122"/>
                  <a:ea typeface="宋体" charset="-122"/>
                </a:defRPr>
              </a:lvl4pPr>
              <a:lvl5pPr marL="2057400" indent="-228600" eaLnBrk="0" hangingPunct="0">
                <a:defRPr kumimoji="1" sz="800" b="1">
                  <a:solidFill>
                    <a:schemeClr val="tx1"/>
                  </a:solidFill>
                  <a:latin typeface="宋体" charset="-122"/>
                  <a:ea typeface="宋体" charset="-122"/>
                </a:defRPr>
              </a:lvl5pPr>
              <a:lvl6pPr marL="2514600" indent="-228600" eaLnBrk="0" fontAlgn="base" hangingPunct="0">
                <a:spcBef>
                  <a:spcPct val="0"/>
                </a:spcBef>
                <a:spcAft>
                  <a:spcPct val="0"/>
                </a:spcAft>
                <a:defRPr kumimoji="1" sz="800" b="1">
                  <a:solidFill>
                    <a:schemeClr val="tx1"/>
                  </a:solidFill>
                  <a:latin typeface="宋体" charset="-122"/>
                  <a:ea typeface="宋体" charset="-122"/>
                </a:defRPr>
              </a:lvl6pPr>
              <a:lvl7pPr marL="2971800" indent="-228600" eaLnBrk="0" fontAlgn="base" hangingPunct="0">
                <a:spcBef>
                  <a:spcPct val="0"/>
                </a:spcBef>
                <a:spcAft>
                  <a:spcPct val="0"/>
                </a:spcAft>
                <a:defRPr kumimoji="1" sz="800" b="1">
                  <a:solidFill>
                    <a:schemeClr val="tx1"/>
                  </a:solidFill>
                  <a:latin typeface="宋体" charset="-122"/>
                  <a:ea typeface="宋体" charset="-122"/>
                </a:defRPr>
              </a:lvl7pPr>
              <a:lvl8pPr marL="3429000" indent="-228600" eaLnBrk="0" fontAlgn="base" hangingPunct="0">
                <a:spcBef>
                  <a:spcPct val="0"/>
                </a:spcBef>
                <a:spcAft>
                  <a:spcPct val="0"/>
                </a:spcAft>
                <a:defRPr kumimoji="1" sz="800" b="1">
                  <a:solidFill>
                    <a:schemeClr val="tx1"/>
                  </a:solidFill>
                  <a:latin typeface="宋体" charset="-122"/>
                  <a:ea typeface="宋体" charset="-122"/>
                </a:defRPr>
              </a:lvl8pPr>
              <a:lvl9pPr marL="3886200" indent="-22860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r>
                <a:rPr lang="en-US" altLang="zh-CN" sz="3200" dirty="0">
                  <a:latin typeface="Times New Roman" pitchFamily="18" charset="0"/>
                </a:rPr>
                <a:t>2</a:t>
              </a:r>
              <a:r>
                <a:rPr lang="zh-CN" altLang="en-US" sz="3200" dirty="0">
                  <a:latin typeface="Times New Roman" pitchFamily="18" charset="0"/>
                </a:rPr>
                <a:t>.4 操作数的类型和大小</a:t>
              </a:r>
            </a:p>
          </p:txBody>
        </p:sp>
      </p:grpSp>
      <p:sp>
        <p:nvSpPr>
          <p:cNvPr id="2" name="日期占位符 1">
            <a:extLst>
              <a:ext uri="{FF2B5EF4-FFF2-40B4-BE49-F238E27FC236}">
                <a16:creationId xmlns:a16="http://schemas.microsoft.com/office/drawing/2014/main" id="{450ACA41-66F9-345A-EC78-120280513656}"/>
              </a:ext>
            </a:extLst>
          </p:cNvPr>
          <p:cNvSpPr>
            <a:spLocks noGrp="1"/>
          </p:cNvSpPr>
          <p:nvPr>
            <p:ph type="dt" sz="half" idx="10"/>
          </p:nvPr>
        </p:nvSpPr>
        <p:spPr/>
        <p:txBody>
          <a:bodyPr/>
          <a:lstStyle/>
          <a:p>
            <a:pPr>
              <a:defRPr/>
            </a:pPr>
            <a:fld id="{419E77D4-FD93-44F9-825D-29AABBF7DC9F}" type="datetime1">
              <a:rPr lang="zh-CN" altLang="en-US" smtClean="0"/>
              <a:t>2025/9/18</a:t>
            </a:fld>
            <a:endParaRPr lang="en-US" altLang="zh-CN"/>
          </a:p>
        </p:txBody>
      </p:sp>
      <p:sp>
        <p:nvSpPr>
          <p:cNvPr id="3" name="页脚占位符 2">
            <a:extLst>
              <a:ext uri="{FF2B5EF4-FFF2-40B4-BE49-F238E27FC236}">
                <a16:creationId xmlns:a16="http://schemas.microsoft.com/office/drawing/2014/main" id="{B31770CD-5294-8174-1525-955C7831F069}"/>
              </a:ext>
            </a:extLst>
          </p:cNvPr>
          <p:cNvSpPr>
            <a:spLocks noGrp="1"/>
          </p:cNvSpPr>
          <p:nvPr>
            <p:ph type="ftr" sz="quarter" idx="11"/>
          </p:nvPr>
        </p:nvSpPr>
        <p:spPr/>
        <p:txBody>
          <a:body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4" name="灯片编号占位符 3">
            <a:extLst>
              <a:ext uri="{FF2B5EF4-FFF2-40B4-BE49-F238E27FC236}">
                <a16:creationId xmlns:a16="http://schemas.microsoft.com/office/drawing/2014/main" id="{10FA4AE2-3342-EEF3-D2E4-C111604CD31E}"/>
              </a:ext>
            </a:extLst>
          </p:cNvPr>
          <p:cNvSpPr>
            <a:spLocks noGrp="1"/>
          </p:cNvSpPr>
          <p:nvPr>
            <p:ph type="sldNum" sz="quarter" idx="12"/>
          </p:nvPr>
        </p:nvSpPr>
        <p:spPr/>
        <p:txBody>
          <a:bodyPr/>
          <a:lstStyle/>
          <a:p>
            <a:pPr>
              <a:defRPr/>
            </a:pPr>
            <a:fld id="{8BCAC33D-D29A-48B3-BCD6-381D3D720D26}" type="slidenum">
              <a:rPr lang="zh-CN" altLang="en-US" smtClean="0"/>
              <a:t>7</a:t>
            </a:fld>
            <a:endParaRPr lang="en-US" altLang="zh-CN"/>
          </a:p>
        </p:txBody>
      </p:sp>
    </p:spTree>
    <p:extLst>
      <p:ext uri="{BB962C8B-B14F-4D97-AF65-F5344CB8AC3E}">
        <p14:creationId xmlns:p14="http://schemas.microsoft.com/office/powerpoint/2010/main" val="27449575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5">
            <a:extLst>
              <a:ext uri="{FF2B5EF4-FFF2-40B4-BE49-F238E27FC236}">
                <a16:creationId xmlns:a16="http://schemas.microsoft.com/office/drawing/2014/main" id="{61CFEE0D-0050-4C94-87AC-DAB5E8C148A4}"/>
              </a:ext>
            </a:extLst>
          </p:cNvPr>
          <p:cNvSpPr>
            <a:spLocks noGrp="1" noChangeArrowheads="1"/>
          </p:cNvSpPr>
          <p:nvPr>
            <p:ph type="title"/>
          </p:nvPr>
        </p:nvSpPr>
        <p:spPr>
          <a:xfrm>
            <a:off x="457200" y="157162"/>
            <a:ext cx="8229600" cy="1143000"/>
          </a:xfrm>
        </p:spPr>
        <p:txBody>
          <a:bodyPr/>
          <a:lstStyle/>
          <a:p>
            <a:pPr eaLnBrk="1" hangingPunct="1"/>
            <a:r>
              <a:rPr lang="en-US" altLang="zh-CN" sz="3600" b="1" dirty="0">
                <a:latin typeface="Times New Roman" panose="02020603050405020304" pitchFamily="18" charset="0"/>
                <a:cs typeface="Times New Roman" panose="02020603050405020304" pitchFamily="18" charset="0"/>
              </a:rPr>
              <a:t>2.3 </a:t>
            </a:r>
            <a:r>
              <a:rPr lang="zh-CN" altLang="en-US" sz="3600" b="1" dirty="0">
                <a:latin typeface="Times New Roman" panose="02020603050405020304" pitchFamily="18" charset="0"/>
                <a:cs typeface="Times New Roman" panose="02020603050405020304" pitchFamily="18" charset="0"/>
              </a:rPr>
              <a:t>寻址方式</a:t>
            </a:r>
          </a:p>
        </p:txBody>
      </p:sp>
      <p:sp>
        <p:nvSpPr>
          <p:cNvPr id="13315" name="Rectangle 6">
            <a:extLst>
              <a:ext uri="{FF2B5EF4-FFF2-40B4-BE49-F238E27FC236}">
                <a16:creationId xmlns:a16="http://schemas.microsoft.com/office/drawing/2014/main" id="{1475E06A-5D82-4217-AEE7-1337490CC949}"/>
              </a:ext>
            </a:extLst>
          </p:cNvPr>
          <p:cNvSpPr>
            <a:spLocks noGrp="1" noChangeArrowheads="1"/>
          </p:cNvSpPr>
          <p:nvPr>
            <p:ph type="body" idx="1"/>
          </p:nvPr>
        </p:nvSpPr>
        <p:spPr>
          <a:xfrm>
            <a:off x="539750" y="1196975"/>
            <a:ext cx="7777163" cy="4483100"/>
          </a:xfrm>
        </p:spPr>
        <p:txBody>
          <a:bodyPr/>
          <a:lstStyle/>
          <a:p>
            <a:pPr eaLnBrk="1" hangingPunct="1">
              <a:lnSpc>
                <a:spcPct val="180000"/>
              </a:lnSpc>
            </a:pPr>
            <a:r>
              <a:rPr lang="zh-CN" altLang="en-US" sz="2800" b="1" dirty="0"/>
              <a:t>在通用寄存器型指令集结构中，一般是利用寻址方式指明指令中的</a:t>
            </a:r>
            <a:r>
              <a:rPr lang="zh-CN" altLang="en-US" sz="2800" b="1" dirty="0">
                <a:solidFill>
                  <a:srgbClr val="FF0000"/>
                </a:solidFill>
              </a:rPr>
              <a:t>操作数</a:t>
            </a:r>
            <a:r>
              <a:rPr lang="zh-CN" altLang="en-US" sz="2800" b="1" dirty="0"/>
              <a:t>是一个</a:t>
            </a:r>
            <a:r>
              <a:rPr lang="zh-CN" altLang="en-US" sz="2800" b="1" dirty="0">
                <a:solidFill>
                  <a:srgbClr val="FF0000"/>
                </a:solidFill>
              </a:rPr>
              <a:t>常数</a:t>
            </a:r>
            <a:r>
              <a:rPr lang="zh-CN" altLang="en-US" sz="2800" b="1" dirty="0"/>
              <a:t>、一个</a:t>
            </a:r>
            <a:r>
              <a:rPr lang="zh-CN" altLang="en-US" sz="2800" b="1" dirty="0">
                <a:solidFill>
                  <a:srgbClr val="FF0000"/>
                </a:solidFill>
              </a:rPr>
              <a:t>寄存器</a:t>
            </a:r>
            <a:r>
              <a:rPr lang="zh-CN" altLang="en-US" sz="2800" b="1" dirty="0"/>
              <a:t>操作数，或是一个</a:t>
            </a:r>
            <a:r>
              <a:rPr lang="zh-CN" altLang="en-US" sz="2800" b="1" dirty="0">
                <a:solidFill>
                  <a:srgbClr val="FF0000"/>
                </a:solidFill>
              </a:rPr>
              <a:t>存储器操作数</a:t>
            </a:r>
            <a:r>
              <a:rPr lang="zh-CN" altLang="en-US" sz="2800" b="1" dirty="0"/>
              <a:t>。</a:t>
            </a:r>
          </a:p>
        </p:txBody>
      </p:sp>
      <p:grpSp>
        <p:nvGrpSpPr>
          <p:cNvPr id="13316" name="Group 7">
            <a:extLst>
              <a:ext uri="{FF2B5EF4-FFF2-40B4-BE49-F238E27FC236}">
                <a16:creationId xmlns:a16="http://schemas.microsoft.com/office/drawing/2014/main" id="{922DBBF9-B338-40E9-84BB-5E082D113CE6}"/>
              </a:ext>
            </a:extLst>
          </p:cNvPr>
          <p:cNvGrpSpPr>
            <a:grpSpLocks/>
          </p:cNvGrpSpPr>
          <p:nvPr/>
        </p:nvGrpSpPr>
        <p:grpSpPr bwMode="auto">
          <a:xfrm>
            <a:off x="867569" y="4293096"/>
            <a:ext cx="7408862" cy="849312"/>
            <a:chOff x="876" y="3452"/>
            <a:chExt cx="4667" cy="535"/>
          </a:xfrm>
        </p:grpSpPr>
        <p:grpSp>
          <p:nvGrpSpPr>
            <p:cNvPr id="13317" name="Group 8">
              <a:extLst>
                <a:ext uri="{FF2B5EF4-FFF2-40B4-BE49-F238E27FC236}">
                  <a16:creationId xmlns:a16="http://schemas.microsoft.com/office/drawing/2014/main" id="{93030777-E4AE-4EDF-9DEC-4927CB20C35E}"/>
                </a:ext>
              </a:extLst>
            </p:cNvPr>
            <p:cNvGrpSpPr>
              <a:grpSpLocks/>
            </p:cNvGrpSpPr>
            <p:nvPr/>
          </p:nvGrpSpPr>
          <p:grpSpPr bwMode="auto">
            <a:xfrm>
              <a:off x="876" y="3456"/>
              <a:ext cx="1008" cy="528"/>
              <a:chOff x="816" y="3504"/>
              <a:chExt cx="1008" cy="528"/>
            </a:xfrm>
          </p:grpSpPr>
          <p:sp>
            <p:nvSpPr>
              <p:cNvPr id="130057" name="Rectangle 9">
                <a:extLst>
                  <a:ext uri="{FF2B5EF4-FFF2-40B4-BE49-F238E27FC236}">
                    <a16:creationId xmlns:a16="http://schemas.microsoft.com/office/drawing/2014/main" id="{9B4EFE11-6F48-44C7-AEE4-61D7DDD5C0C3}"/>
                  </a:ext>
                </a:extLst>
              </p:cNvPr>
              <p:cNvSpPr>
                <a:spLocks noChangeArrowheads="1"/>
              </p:cNvSpPr>
              <p:nvPr/>
            </p:nvSpPr>
            <p:spPr bwMode="auto">
              <a:xfrm>
                <a:off x="816" y="3504"/>
                <a:ext cx="1008" cy="528"/>
              </a:xfrm>
              <a:prstGeom prst="rect">
                <a:avLst/>
              </a:prstGeom>
              <a:solidFill>
                <a:srgbClr val="0000FF"/>
              </a:solidFill>
              <a:ln w="25400" cap="sq">
                <a:solidFill>
                  <a:schemeClr val="tx1"/>
                </a:solidFill>
                <a:miter lim="800000"/>
                <a:headEnd type="none" w="sm" len="sm"/>
                <a:tailEnd type="none" w="sm" len="sm"/>
              </a:ln>
              <a:effectLst/>
            </p:spPr>
            <p:txBody>
              <a:bodyPr wrap="none" anchor="ctr"/>
              <a:lstStyle/>
              <a:p>
                <a:pPr algn="ctr" eaLnBrk="0" hangingPunct="0">
                  <a:defRPr/>
                </a:pPr>
                <a:endParaRPr lang="en-US" sz="2400" b="1">
                  <a:effectLst>
                    <a:outerShdw blurRad="38100" dist="38100" dir="2700000" algn="tl">
                      <a:srgbClr val="FFFFFF"/>
                    </a:outerShdw>
                  </a:effectLst>
                  <a:latin typeface="Arial" charset="0"/>
                  <a:ea typeface="MS PGothic" pitchFamily="34" charset="-128"/>
                </a:endParaRPr>
              </a:p>
            </p:txBody>
          </p:sp>
          <p:sp>
            <p:nvSpPr>
              <p:cNvPr id="130058" name="Text Box 10">
                <a:extLst>
                  <a:ext uri="{FF2B5EF4-FFF2-40B4-BE49-F238E27FC236}">
                    <a16:creationId xmlns:a16="http://schemas.microsoft.com/office/drawing/2014/main" id="{1E47EBE4-74E7-499E-ADE3-62B77DEABC97}"/>
                  </a:ext>
                </a:extLst>
              </p:cNvPr>
              <p:cNvSpPr txBox="1">
                <a:spLocks noChangeArrowheads="1"/>
              </p:cNvSpPr>
              <p:nvPr/>
            </p:nvSpPr>
            <p:spPr bwMode="auto">
              <a:xfrm>
                <a:off x="1008" y="3600"/>
                <a:ext cx="768" cy="288"/>
              </a:xfrm>
              <a:prstGeom prst="rect">
                <a:avLst/>
              </a:prstGeom>
              <a:noFill/>
              <a:ln w="12700" cap="sq">
                <a:noFill/>
                <a:miter lim="800000"/>
                <a:headEnd type="none" w="sm" len="sm"/>
                <a:tailEnd type="none" w="sm" len="sm"/>
              </a:ln>
              <a:effectLst/>
            </p:spPr>
            <p:txBody>
              <a:bodyPr>
                <a:spAutoFit/>
              </a:bodyPr>
              <a:lstStyle/>
              <a:p>
                <a:pPr>
                  <a:spcBef>
                    <a:spcPct val="50000"/>
                  </a:spcBef>
                  <a:defRPr/>
                </a:pPr>
                <a:r>
                  <a:rPr kumimoji="1" lang="zh-CN" altLang="en-US" sz="2400" b="1">
                    <a:solidFill>
                      <a:srgbClr val="FF0000"/>
                    </a:solidFill>
                    <a:effectLst>
                      <a:outerShdw blurRad="38100" dist="38100" dir="2700000" algn="tl">
                        <a:srgbClr val="C0C0C0"/>
                      </a:outerShdw>
                    </a:effectLst>
                    <a:latin typeface="Times New Roman" pitchFamily="18" charset="0"/>
                    <a:ea typeface="华文中宋" pitchFamily="2" charset="-122"/>
                  </a:rPr>
                  <a:t>操作码</a:t>
                </a:r>
              </a:p>
            </p:txBody>
          </p:sp>
        </p:grpSp>
        <p:grpSp>
          <p:nvGrpSpPr>
            <p:cNvPr id="13318" name="Group 11">
              <a:extLst>
                <a:ext uri="{FF2B5EF4-FFF2-40B4-BE49-F238E27FC236}">
                  <a16:creationId xmlns:a16="http://schemas.microsoft.com/office/drawing/2014/main" id="{681D2686-BD18-4A75-BB44-80D1E8B56E87}"/>
                </a:ext>
              </a:extLst>
            </p:cNvPr>
            <p:cNvGrpSpPr>
              <a:grpSpLocks/>
            </p:cNvGrpSpPr>
            <p:nvPr/>
          </p:nvGrpSpPr>
          <p:grpSpPr bwMode="auto">
            <a:xfrm>
              <a:off x="1884" y="3456"/>
              <a:ext cx="1836" cy="528"/>
              <a:chOff x="1824" y="3504"/>
              <a:chExt cx="1824" cy="528"/>
            </a:xfrm>
          </p:grpSpPr>
          <p:sp>
            <p:nvSpPr>
              <p:cNvPr id="13324" name="Rectangle 12">
                <a:extLst>
                  <a:ext uri="{FF2B5EF4-FFF2-40B4-BE49-F238E27FC236}">
                    <a16:creationId xmlns:a16="http://schemas.microsoft.com/office/drawing/2014/main" id="{F8C0715E-20D7-430D-ADAE-821A41C9444B}"/>
                  </a:ext>
                </a:extLst>
              </p:cNvPr>
              <p:cNvSpPr>
                <a:spLocks noChangeArrowheads="1"/>
              </p:cNvSpPr>
              <p:nvPr/>
            </p:nvSpPr>
            <p:spPr bwMode="auto">
              <a:xfrm>
                <a:off x="1824" y="3504"/>
                <a:ext cx="1824" cy="528"/>
              </a:xfrm>
              <a:prstGeom prst="rect">
                <a:avLst/>
              </a:prstGeom>
              <a:solidFill>
                <a:srgbClr val="00FF00"/>
              </a:solidFill>
              <a:ln w="25400" cap="sq">
                <a:solidFill>
                  <a:schemeClr val="tx1"/>
                </a:solidFill>
                <a:miter lim="800000"/>
                <a:headEnd type="none" w="sm" len="sm"/>
                <a:tailEnd type="none" w="sm" len="sm"/>
              </a:ln>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a:endParaRPr lang="en-US" altLang="zh-CN" sz="2400" b="1">
                  <a:latin typeface="Arial" panose="020B0604020202020204" pitchFamily="34" charset="0"/>
                  <a:ea typeface="MS PGothic" panose="020B0600070205080204" pitchFamily="34" charset="-128"/>
                </a:endParaRPr>
              </a:p>
            </p:txBody>
          </p:sp>
          <p:sp>
            <p:nvSpPr>
              <p:cNvPr id="130061" name="Text Box 13">
                <a:extLst>
                  <a:ext uri="{FF2B5EF4-FFF2-40B4-BE49-F238E27FC236}">
                    <a16:creationId xmlns:a16="http://schemas.microsoft.com/office/drawing/2014/main" id="{48B32668-6DC7-49CE-9940-7D278488C762}"/>
                  </a:ext>
                </a:extLst>
              </p:cNvPr>
              <p:cNvSpPr txBox="1">
                <a:spLocks noChangeArrowheads="1"/>
              </p:cNvSpPr>
              <p:nvPr/>
            </p:nvSpPr>
            <p:spPr bwMode="auto">
              <a:xfrm>
                <a:off x="1872" y="3600"/>
                <a:ext cx="912" cy="288"/>
              </a:xfrm>
              <a:prstGeom prst="rect">
                <a:avLst/>
              </a:prstGeom>
              <a:solidFill>
                <a:srgbClr val="00FF00"/>
              </a:solidFill>
              <a:ln w="12700" cap="sq">
                <a:noFill/>
                <a:miter lim="800000"/>
                <a:headEnd type="none" w="sm" len="sm"/>
                <a:tailEnd type="none" w="sm" len="sm"/>
              </a:ln>
              <a:effectLst/>
            </p:spPr>
            <p:txBody>
              <a:bodyPr>
                <a:spAutoFit/>
              </a:bodyPr>
              <a:lstStyle/>
              <a:p>
                <a:pPr>
                  <a:spcBef>
                    <a:spcPct val="50000"/>
                  </a:spcBef>
                  <a:defRPr/>
                </a:pPr>
                <a:r>
                  <a:rPr kumimoji="1" lang="zh-CN" altLang="en-US" sz="2400" b="1">
                    <a:solidFill>
                      <a:srgbClr val="FF0000"/>
                    </a:solidFill>
                    <a:effectLst>
                      <a:outerShdw blurRad="38100" dist="38100" dir="2700000" algn="tl">
                        <a:srgbClr val="000000"/>
                      </a:outerShdw>
                    </a:effectLst>
                    <a:latin typeface="Times New Roman" pitchFamily="18" charset="0"/>
                    <a:ea typeface="华文中宋" pitchFamily="2" charset="-122"/>
                  </a:rPr>
                  <a:t>寻址方式</a:t>
                </a:r>
                <a:endParaRPr kumimoji="1" lang="zh-CN" altLang="en-US" sz="2400" b="1">
                  <a:effectLst>
                    <a:outerShdw blurRad="38100" dist="38100" dir="2700000" algn="tl">
                      <a:srgbClr val="FFFFFF"/>
                    </a:outerShdw>
                  </a:effectLst>
                  <a:latin typeface="Times New Roman" pitchFamily="18" charset="0"/>
                  <a:ea typeface="华文中宋" pitchFamily="2" charset="-122"/>
                </a:endParaRPr>
              </a:p>
            </p:txBody>
          </p:sp>
          <p:sp>
            <p:nvSpPr>
              <p:cNvPr id="13326" name="Line 14">
                <a:extLst>
                  <a:ext uri="{FF2B5EF4-FFF2-40B4-BE49-F238E27FC236}">
                    <a16:creationId xmlns:a16="http://schemas.microsoft.com/office/drawing/2014/main" id="{E01E9D66-4237-41AB-9403-17F198095412}"/>
                  </a:ext>
                </a:extLst>
              </p:cNvPr>
              <p:cNvSpPr>
                <a:spLocks noChangeShapeType="1"/>
              </p:cNvSpPr>
              <p:nvPr/>
            </p:nvSpPr>
            <p:spPr bwMode="auto">
              <a:xfrm>
                <a:off x="2784" y="3504"/>
                <a:ext cx="0" cy="528"/>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063" name="Text Box 15">
                <a:extLst>
                  <a:ext uri="{FF2B5EF4-FFF2-40B4-BE49-F238E27FC236}">
                    <a16:creationId xmlns:a16="http://schemas.microsoft.com/office/drawing/2014/main" id="{EDB9A6E3-4833-481F-B97E-0B85EF21ADA6}"/>
                  </a:ext>
                </a:extLst>
              </p:cNvPr>
              <p:cNvSpPr txBox="1">
                <a:spLocks noChangeArrowheads="1"/>
              </p:cNvSpPr>
              <p:nvPr/>
            </p:nvSpPr>
            <p:spPr bwMode="auto">
              <a:xfrm>
                <a:off x="2880" y="3600"/>
                <a:ext cx="720" cy="288"/>
              </a:xfrm>
              <a:prstGeom prst="rect">
                <a:avLst/>
              </a:prstGeom>
              <a:solidFill>
                <a:srgbClr val="00FF00"/>
              </a:solidFill>
              <a:ln w="12700" cap="sq">
                <a:noFill/>
                <a:miter lim="800000"/>
                <a:headEnd type="none" w="sm" len="sm"/>
                <a:tailEnd type="none" w="sm" len="sm"/>
              </a:ln>
              <a:effectLst/>
            </p:spPr>
            <p:txBody>
              <a:bodyPr>
                <a:spAutoFit/>
              </a:bodyPr>
              <a:lstStyle/>
              <a:p>
                <a:pPr>
                  <a:spcBef>
                    <a:spcPct val="50000"/>
                  </a:spcBef>
                  <a:defRPr/>
                </a:pPr>
                <a:r>
                  <a:rPr kumimoji="1" lang="zh-CN" altLang="en-US" sz="2400" b="1">
                    <a:solidFill>
                      <a:srgbClr val="FF0000"/>
                    </a:solidFill>
                    <a:effectLst>
                      <a:outerShdw blurRad="38100" dist="38100" dir="2700000" algn="tl">
                        <a:srgbClr val="000000"/>
                      </a:outerShdw>
                    </a:effectLst>
                    <a:latin typeface="Times New Roman" pitchFamily="18" charset="0"/>
                    <a:ea typeface="华文中宋" pitchFamily="2" charset="-122"/>
                  </a:rPr>
                  <a:t>操作数</a:t>
                </a:r>
                <a:endParaRPr kumimoji="1" lang="zh-CN" altLang="en-US" sz="2400" b="1">
                  <a:effectLst>
                    <a:outerShdw blurRad="38100" dist="38100" dir="2700000" algn="tl">
                      <a:srgbClr val="FFFFFF"/>
                    </a:outerShdw>
                  </a:effectLst>
                  <a:latin typeface="Times New Roman" pitchFamily="18" charset="0"/>
                  <a:ea typeface="华文中宋" pitchFamily="2" charset="-122"/>
                </a:endParaRPr>
              </a:p>
            </p:txBody>
          </p:sp>
        </p:grpSp>
        <p:grpSp>
          <p:nvGrpSpPr>
            <p:cNvPr id="13319" name="Group 16">
              <a:extLst>
                <a:ext uri="{FF2B5EF4-FFF2-40B4-BE49-F238E27FC236}">
                  <a16:creationId xmlns:a16="http://schemas.microsoft.com/office/drawing/2014/main" id="{28FE08D3-23D5-4248-8DE7-F015AFC0112E}"/>
                </a:ext>
              </a:extLst>
            </p:cNvPr>
            <p:cNvGrpSpPr>
              <a:grpSpLocks/>
            </p:cNvGrpSpPr>
            <p:nvPr/>
          </p:nvGrpSpPr>
          <p:grpSpPr bwMode="auto">
            <a:xfrm>
              <a:off x="3707" y="3452"/>
              <a:ext cx="1836" cy="535"/>
              <a:chOff x="1824" y="3504"/>
              <a:chExt cx="1824" cy="528"/>
            </a:xfrm>
          </p:grpSpPr>
          <p:sp>
            <p:nvSpPr>
              <p:cNvPr id="13320" name="Rectangle 17">
                <a:extLst>
                  <a:ext uri="{FF2B5EF4-FFF2-40B4-BE49-F238E27FC236}">
                    <a16:creationId xmlns:a16="http://schemas.microsoft.com/office/drawing/2014/main" id="{2598C5B4-4CA8-434A-B6AF-0B8C003B3199}"/>
                  </a:ext>
                </a:extLst>
              </p:cNvPr>
              <p:cNvSpPr>
                <a:spLocks noChangeArrowheads="1"/>
              </p:cNvSpPr>
              <p:nvPr/>
            </p:nvSpPr>
            <p:spPr bwMode="auto">
              <a:xfrm>
                <a:off x="1824" y="3504"/>
                <a:ext cx="1824" cy="528"/>
              </a:xfrm>
              <a:prstGeom prst="rect">
                <a:avLst/>
              </a:prstGeom>
              <a:solidFill>
                <a:srgbClr val="00FF00"/>
              </a:solidFill>
              <a:ln w="25400" cap="sq">
                <a:solidFill>
                  <a:schemeClr val="tx1"/>
                </a:solidFill>
                <a:miter lim="800000"/>
                <a:headEnd type="none" w="sm" len="sm"/>
                <a:tailEnd type="none" w="sm" len="sm"/>
              </a:ln>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130066" name="Text Box 18">
                <a:extLst>
                  <a:ext uri="{FF2B5EF4-FFF2-40B4-BE49-F238E27FC236}">
                    <a16:creationId xmlns:a16="http://schemas.microsoft.com/office/drawing/2014/main" id="{EAE1730C-EB6E-431A-92F4-7A9672FC39C7}"/>
                  </a:ext>
                </a:extLst>
              </p:cNvPr>
              <p:cNvSpPr txBox="1">
                <a:spLocks noChangeArrowheads="1"/>
              </p:cNvSpPr>
              <p:nvPr/>
            </p:nvSpPr>
            <p:spPr bwMode="auto">
              <a:xfrm>
                <a:off x="1872" y="3600"/>
                <a:ext cx="912" cy="284"/>
              </a:xfrm>
              <a:prstGeom prst="rect">
                <a:avLst/>
              </a:prstGeom>
              <a:solidFill>
                <a:srgbClr val="00FF00"/>
              </a:solidFill>
              <a:ln w="12700" cap="sq">
                <a:noFill/>
                <a:miter lim="800000"/>
                <a:headEnd type="none" w="sm" len="sm"/>
                <a:tailEnd type="none" w="sm" len="sm"/>
              </a:ln>
              <a:effectLst/>
            </p:spPr>
            <p:txBody>
              <a:bodyPr>
                <a:spAutoFit/>
              </a:bodyPr>
              <a:lstStyle/>
              <a:p>
                <a:pPr>
                  <a:spcBef>
                    <a:spcPct val="50000"/>
                  </a:spcBef>
                  <a:defRPr/>
                </a:pPr>
                <a:r>
                  <a:rPr kumimoji="1" lang="zh-CN" altLang="en-US" sz="2400" b="1">
                    <a:solidFill>
                      <a:srgbClr val="FF0000"/>
                    </a:solidFill>
                    <a:effectLst>
                      <a:outerShdw blurRad="38100" dist="38100" dir="2700000" algn="tl">
                        <a:srgbClr val="000000"/>
                      </a:outerShdw>
                    </a:effectLst>
                    <a:latin typeface="Times New Roman" pitchFamily="18" charset="0"/>
                    <a:ea typeface="华文中宋" pitchFamily="2" charset="-122"/>
                  </a:rPr>
                  <a:t>寻址方式</a:t>
                </a:r>
                <a:endParaRPr kumimoji="1" lang="zh-CN" altLang="en-US" sz="2400" b="1">
                  <a:effectLst>
                    <a:outerShdw blurRad="38100" dist="38100" dir="2700000" algn="tl">
                      <a:srgbClr val="FFFFFF"/>
                    </a:outerShdw>
                  </a:effectLst>
                  <a:latin typeface="Times New Roman" pitchFamily="18" charset="0"/>
                  <a:ea typeface="华文中宋" pitchFamily="2" charset="-122"/>
                </a:endParaRPr>
              </a:p>
            </p:txBody>
          </p:sp>
          <p:sp>
            <p:nvSpPr>
              <p:cNvPr id="13322" name="Line 19">
                <a:extLst>
                  <a:ext uri="{FF2B5EF4-FFF2-40B4-BE49-F238E27FC236}">
                    <a16:creationId xmlns:a16="http://schemas.microsoft.com/office/drawing/2014/main" id="{E02037B4-B4AA-47DC-8ECB-744B91AA74D5}"/>
                  </a:ext>
                </a:extLst>
              </p:cNvPr>
              <p:cNvSpPr>
                <a:spLocks noChangeShapeType="1"/>
              </p:cNvSpPr>
              <p:nvPr/>
            </p:nvSpPr>
            <p:spPr bwMode="auto">
              <a:xfrm>
                <a:off x="2784" y="3504"/>
                <a:ext cx="0" cy="528"/>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068" name="Text Box 20">
                <a:extLst>
                  <a:ext uri="{FF2B5EF4-FFF2-40B4-BE49-F238E27FC236}">
                    <a16:creationId xmlns:a16="http://schemas.microsoft.com/office/drawing/2014/main" id="{902FE93A-B88F-4780-8C76-25FE9E155D23}"/>
                  </a:ext>
                </a:extLst>
              </p:cNvPr>
              <p:cNvSpPr txBox="1">
                <a:spLocks noChangeArrowheads="1"/>
              </p:cNvSpPr>
              <p:nvPr/>
            </p:nvSpPr>
            <p:spPr bwMode="auto">
              <a:xfrm>
                <a:off x="2880" y="3600"/>
                <a:ext cx="720" cy="284"/>
              </a:xfrm>
              <a:prstGeom prst="rect">
                <a:avLst/>
              </a:prstGeom>
              <a:solidFill>
                <a:srgbClr val="00FF00"/>
              </a:solidFill>
              <a:ln w="12700" cap="sq">
                <a:noFill/>
                <a:miter lim="800000"/>
                <a:headEnd type="none" w="sm" len="sm"/>
                <a:tailEnd type="none" w="sm" len="sm"/>
              </a:ln>
              <a:effectLst/>
            </p:spPr>
            <p:txBody>
              <a:bodyPr>
                <a:spAutoFit/>
              </a:bodyPr>
              <a:lstStyle/>
              <a:p>
                <a:pPr>
                  <a:spcBef>
                    <a:spcPct val="50000"/>
                  </a:spcBef>
                  <a:defRPr/>
                </a:pPr>
                <a:r>
                  <a:rPr kumimoji="1" lang="zh-CN" altLang="en-US" sz="2400" b="1">
                    <a:solidFill>
                      <a:srgbClr val="FF0000"/>
                    </a:solidFill>
                    <a:effectLst>
                      <a:outerShdw blurRad="38100" dist="38100" dir="2700000" algn="tl">
                        <a:srgbClr val="000000"/>
                      </a:outerShdw>
                    </a:effectLst>
                    <a:latin typeface="Times New Roman" pitchFamily="18" charset="0"/>
                    <a:ea typeface="华文中宋" pitchFamily="2" charset="-122"/>
                  </a:rPr>
                  <a:t>操作数</a:t>
                </a:r>
                <a:endParaRPr kumimoji="1" lang="zh-CN" altLang="en-US" sz="2400" b="1">
                  <a:effectLst>
                    <a:outerShdw blurRad="38100" dist="38100" dir="2700000" algn="tl">
                      <a:srgbClr val="FFFFFF"/>
                    </a:outerShdw>
                  </a:effectLst>
                  <a:latin typeface="Times New Roman" pitchFamily="18" charset="0"/>
                  <a:ea typeface="华文中宋" pitchFamily="2" charset="-122"/>
                </a:endParaRPr>
              </a:p>
            </p:txBody>
          </p:sp>
        </p:grpSp>
      </p:grpSp>
      <p:sp>
        <p:nvSpPr>
          <p:cNvPr id="2" name="日期占位符 1">
            <a:extLst>
              <a:ext uri="{FF2B5EF4-FFF2-40B4-BE49-F238E27FC236}">
                <a16:creationId xmlns:a16="http://schemas.microsoft.com/office/drawing/2014/main" id="{8376BF21-A39F-5064-D396-0666869D35E0}"/>
              </a:ext>
            </a:extLst>
          </p:cNvPr>
          <p:cNvSpPr>
            <a:spLocks noGrp="1"/>
          </p:cNvSpPr>
          <p:nvPr>
            <p:ph type="dt" sz="half" idx="10"/>
          </p:nvPr>
        </p:nvSpPr>
        <p:spPr/>
        <p:txBody>
          <a:bodyPr/>
          <a:lstStyle/>
          <a:p>
            <a:pPr>
              <a:defRPr/>
            </a:pPr>
            <a:fld id="{0CB6132C-C01A-403D-AD53-AAAA0D7174E6}" type="datetime1">
              <a:rPr lang="zh-CN" altLang="en-US" smtClean="0"/>
              <a:t>2025/9/18</a:t>
            </a:fld>
            <a:endParaRPr lang="en-US" altLang="zh-CN"/>
          </a:p>
        </p:txBody>
      </p:sp>
      <p:sp>
        <p:nvSpPr>
          <p:cNvPr id="3" name="页脚占位符 2">
            <a:extLst>
              <a:ext uri="{FF2B5EF4-FFF2-40B4-BE49-F238E27FC236}">
                <a16:creationId xmlns:a16="http://schemas.microsoft.com/office/drawing/2014/main" id="{513DABBE-7E3C-F072-52A1-32B83B6FCE1A}"/>
              </a:ext>
            </a:extLst>
          </p:cNvPr>
          <p:cNvSpPr>
            <a:spLocks noGrp="1"/>
          </p:cNvSpPr>
          <p:nvPr>
            <p:ph type="ftr" sz="quarter" idx="11"/>
          </p:nvPr>
        </p:nvSpPr>
        <p:spPr/>
        <p:txBody>
          <a:body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4" name="灯片编号占位符 3">
            <a:extLst>
              <a:ext uri="{FF2B5EF4-FFF2-40B4-BE49-F238E27FC236}">
                <a16:creationId xmlns:a16="http://schemas.microsoft.com/office/drawing/2014/main" id="{0FB4C4DB-EEAB-D571-1470-04978983D4D0}"/>
              </a:ext>
            </a:extLst>
          </p:cNvPr>
          <p:cNvSpPr>
            <a:spLocks noGrp="1"/>
          </p:cNvSpPr>
          <p:nvPr>
            <p:ph type="sldNum" sz="quarter" idx="12"/>
          </p:nvPr>
        </p:nvSpPr>
        <p:spPr/>
        <p:txBody>
          <a:bodyPr/>
          <a:lstStyle/>
          <a:p>
            <a:pPr>
              <a:defRPr/>
            </a:pPr>
            <a:fld id="{8BCAC33D-D29A-48B3-BCD6-381D3D720D26}" type="slidenum">
              <a:rPr lang="zh-CN" altLang="en-US" smtClean="0"/>
              <a:t>8</a:t>
            </a:fld>
            <a:endParaRPr lang="en-US" altLang="zh-C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101" name="Rectangle 1029">
            <a:extLst>
              <a:ext uri="{FF2B5EF4-FFF2-40B4-BE49-F238E27FC236}">
                <a16:creationId xmlns:a16="http://schemas.microsoft.com/office/drawing/2014/main" id="{717466AD-5637-4046-938C-E861D1415DE9}"/>
              </a:ext>
            </a:extLst>
          </p:cNvPr>
          <p:cNvSpPr>
            <a:spLocks noGrp="1" noChangeArrowheads="1"/>
          </p:cNvSpPr>
          <p:nvPr>
            <p:ph type="body" idx="1"/>
          </p:nvPr>
        </p:nvSpPr>
        <p:spPr>
          <a:xfrm>
            <a:off x="539552" y="1412776"/>
            <a:ext cx="8064896" cy="4525963"/>
          </a:xfrm>
        </p:spPr>
        <p:txBody>
          <a:bodyPr/>
          <a:lstStyle/>
          <a:p>
            <a:pPr eaLnBrk="1" hangingPunct="1">
              <a:lnSpc>
                <a:spcPct val="150000"/>
              </a:lnSpc>
            </a:pPr>
            <a:r>
              <a:rPr lang="zh-CN" altLang="en-US" sz="2800" b="1" dirty="0"/>
              <a:t>寻址实际上是从形式地址到实际地址的转换。形式地址由指令描述，实际地址也称为</a:t>
            </a:r>
            <a:r>
              <a:rPr lang="zh-CN" altLang="en-US" sz="2800" b="1" dirty="0">
                <a:solidFill>
                  <a:srgbClr val="FF0000"/>
                </a:solidFill>
              </a:rPr>
              <a:t>有效地址</a:t>
            </a:r>
            <a:r>
              <a:rPr lang="zh-CN" altLang="en-US" sz="2800" b="1" dirty="0"/>
              <a:t>。</a:t>
            </a:r>
          </a:p>
          <a:p>
            <a:pPr eaLnBrk="1" hangingPunct="1">
              <a:lnSpc>
                <a:spcPct val="150000"/>
              </a:lnSpc>
            </a:pPr>
            <a:r>
              <a:rPr lang="zh-CN" altLang="en-US" sz="2800" b="1" dirty="0"/>
              <a:t>有效地址指明的是存储器单元的地址或寄存器地址。</a:t>
            </a:r>
          </a:p>
          <a:p>
            <a:pPr eaLnBrk="1" hangingPunct="1">
              <a:lnSpc>
                <a:spcPct val="150000"/>
              </a:lnSpc>
            </a:pPr>
            <a:r>
              <a:rPr lang="zh-CN" altLang="en-US" sz="2800" b="1" dirty="0"/>
              <a:t>必须加速有效地址生成。</a:t>
            </a:r>
          </a:p>
        </p:txBody>
      </p:sp>
      <p:sp>
        <p:nvSpPr>
          <p:cNvPr id="6" name="Rectangle 5">
            <a:extLst>
              <a:ext uri="{FF2B5EF4-FFF2-40B4-BE49-F238E27FC236}">
                <a16:creationId xmlns:a16="http://schemas.microsoft.com/office/drawing/2014/main" id="{7AA6578B-1C6B-4F2A-8523-3C546B0876EE}"/>
              </a:ext>
            </a:extLst>
          </p:cNvPr>
          <p:cNvSpPr>
            <a:spLocks noGrp="1" noChangeArrowheads="1"/>
          </p:cNvSpPr>
          <p:nvPr>
            <p:ph type="title"/>
          </p:nvPr>
        </p:nvSpPr>
        <p:spPr>
          <a:xfrm>
            <a:off x="457200" y="157162"/>
            <a:ext cx="8229600" cy="1143000"/>
          </a:xfrm>
        </p:spPr>
        <p:txBody>
          <a:bodyPr/>
          <a:lstStyle/>
          <a:p>
            <a:pPr eaLnBrk="1" hangingPunct="1"/>
            <a:r>
              <a:rPr lang="en-US" altLang="zh-CN" sz="3600" b="1" dirty="0">
                <a:latin typeface="Times New Roman" panose="02020603050405020304" pitchFamily="18" charset="0"/>
                <a:cs typeface="Times New Roman" panose="02020603050405020304" pitchFamily="18" charset="0"/>
              </a:rPr>
              <a:t>2.3 </a:t>
            </a:r>
            <a:r>
              <a:rPr lang="zh-CN" altLang="en-US" sz="3600" b="1" dirty="0">
                <a:latin typeface="Times New Roman" panose="02020603050405020304" pitchFamily="18" charset="0"/>
                <a:cs typeface="Times New Roman" panose="02020603050405020304" pitchFamily="18" charset="0"/>
              </a:rPr>
              <a:t>寻址方式</a:t>
            </a:r>
          </a:p>
        </p:txBody>
      </p:sp>
      <p:sp>
        <p:nvSpPr>
          <p:cNvPr id="2" name="日期占位符 1">
            <a:extLst>
              <a:ext uri="{FF2B5EF4-FFF2-40B4-BE49-F238E27FC236}">
                <a16:creationId xmlns:a16="http://schemas.microsoft.com/office/drawing/2014/main" id="{153AE2A0-F60B-5618-3003-26A821D792CF}"/>
              </a:ext>
            </a:extLst>
          </p:cNvPr>
          <p:cNvSpPr>
            <a:spLocks noGrp="1"/>
          </p:cNvSpPr>
          <p:nvPr>
            <p:ph type="dt" sz="half" idx="10"/>
          </p:nvPr>
        </p:nvSpPr>
        <p:spPr/>
        <p:txBody>
          <a:bodyPr/>
          <a:lstStyle/>
          <a:p>
            <a:pPr>
              <a:defRPr/>
            </a:pPr>
            <a:fld id="{C4120C21-20BB-432F-9F69-D2856311090B}" type="datetime1">
              <a:rPr lang="zh-CN" altLang="en-US" smtClean="0"/>
              <a:t>2025/9/18</a:t>
            </a:fld>
            <a:endParaRPr lang="en-US" altLang="zh-CN"/>
          </a:p>
        </p:txBody>
      </p:sp>
      <p:sp>
        <p:nvSpPr>
          <p:cNvPr id="3" name="页脚占位符 2">
            <a:extLst>
              <a:ext uri="{FF2B5EF4-FFF2-40B4-BE49-F238E27FC236}">
                <a16:creationId xmlns:a16="http://schemas.microsoft.com/office/drawing/2014/main" id="{2AD1BDD6-43D3-0D93-2663-8B0FC9D8A409}"/>
              </a:ext>
            </a:extLst>
          </p:cNvPr>
          <p:cNvSpPr>
            <a:spLocks noGrp="1"/>
          </p:cNvSpPr>
          <p:nvPr>
            <p:ph type="ftr" sz="quarter" idx="11"/>
          </p:nvPr>
        </p:nvSpPr>
        <p:spPr/>
        <p:txBody>
          <a:body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4" name="灯片编号占位符 3">
            <a:extLst>
              <a:ext uri="{FF2B5EF4-FFF2-40B4-BE49-F238E27FC236}">
                <a16:creationId xmlns:a16="http://schemas.microsoft.com/office/drawing/2014/main" id="{BF1D0146-91E4-6C0F-FE38-8C5C71482BB3}"/>
              </a:ext>
            </a:extLst>
          </p:cNvPr>
          <p:cNvSpPr>
            <a:spLocks noGrp="1"/>
          </p:cNvSpPr>
          <p:nvPr>
            <p:ph type="sldNum" sz="quarter" idx="12"/>
          </p:nvPr>
        </p:nvSpPr>
        <p:spPr/>
        <p:txBody>
          <a:bodyPr/>
          <a:lstStyle/>
          <a:p>
            <a:pPr>
              <a:defRPr/>
            </a:pPr>
            <a:fld id="{8BCAC33D-D29A-48B3-BCD6-381D3D720D26}" type="slidenum">
              <a:rPr lang="zh-CN" altLang="en-US" smtClean="0"/>
              <a:t>9</a:t>
            </a:fld>
            <a:endParaRPr lang="en-US" altLang="zh-C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a:extLst>
              <a:ext uri="{FF2B5EF4-FFF2-40B4-BE49-F238E27FC236}">
                <a16:creationId xmlns:a16="http://schemas.microsoft.com/office/drawing/2014/main" id="{5CEE426F-0693-4B4A-96A0-E77FDACA7545}"/>
              </a:ext>
            </a:extLst>
          </p:cNvPr>
          <p:cNvSpPr>
            <a:spLocks noGrp="1" noChangeArrowheads="1"/>
          </p:cNvSpPr>
          <p:nvPr>
            <p:ph type="title"/>
          </p:nvPr>
        </p:nvSpPr>
        <p:spPr/>
        <p:txBody>
          <a:bodyPr/>
          <a:lstStyle/>
          <a:p>
            <a:pPr eaLnBrk="1" hangingPunct="1"/>
            <a:r>
              <a:rPr lang="en-US" altLang="zh-CN" sz="3600" b="1" dirty="0">
                <a:latin typeface="Times New Roman" panose="02020603050405020304" pitchFamily="18" charset="0"/>
                <a:cs typeface="Times New Roman" panose="02020603050405020304" pitchFamily="18" charset="0"/>
              </a:rPr>
              <a:t>2.3</a:t>
            </a:r>
            <a:r>
              <a:rPr lang="en-US" altLang="zh-CN" b="1" dirty="0"/>
              <a:t> </a:t>
            </a:r>
            <a:r>
              <a:rPr lang="zh-CN" altLang="en-US" sz="3600" b="1" dirty="0"/>
              <a:t>寻址方式</a:t>
            </a:r>
          </a:p>
        </p:txBody>
      </p:sp>
      <p:sp>
        <p:nvSpPr>
          <p:cNvPr id="34818" name="Rectangle 3" descr="Rectangle: Click to edit Master text styles&#10;Second level&#10;Third level&#10;Fourth level&#10;Fifth level">
            <a:extLst>
              <a:ext uri="{FF2B5EF4-FFF2-40B4-BE49-F238E27FC236}">
                <a16:creationId xmlns:a16="http://schemas.microsoft.com/office/drawing/2014/main" id="{9CDA3C3D-DEC6-4226-AE47-49B6AF0DCC53}"/>
              </a:ext>
            </a:extLst>
          </p:cNvPr>
          <p:cNvSpPr>
            <a:spLocks noGrp="1" noChangeArrowheads="1"/>
          </p:cNvSpPr>
          <p:nvPr>
            <p:ph type="body" idx="1"/>
          </p:nvPr>
        </p:nvSpPr>
        <p:spPr>
          <a:xfrm>
            <a:off x="755576" y="1484784"/>
            <a:ext cx="7772400" cy="4010025"/>
          </a:xfrm>
        </p:spPr>
        <p:txBody>
          <a:bodyPr/>
          <a:lstStyle/>
          <a:p>
            <a:pPr eaLnBrk="1" hangingPunct="1">
              <a:lnSpc>
                <a:spcPct val="100000"/>
              </a:lnSpc>
              <a:buSzPct val="70000"/>
              <a:buFont typeface="Wingdings" panose="05000000000000000000" pitchFamily="2" charset="2"/>
              <a:buChar char="p"/>
            </a:pPr>
            <a:r>
              <a:rPr lang="zh-CN" altLang="en-US" b="1" dirty="0"/>
              <a:t> 常用的一些操作数寻址方式</a:t>
            </a:r>
            <a:endParaRPr lang="zh-CN" altLang="en-US" b="1" dirty="0">
              <a:solidFill>
                <a:srgbClr val="D60093"/>
              </a:solidFill>
            </a:endParaRPr>
          </a:p>
          <a:p>
            <a:pPr marL="1085850" lvl="1" indent="-457200" eaLnBrk="1" hangingPunct="1">
              <a:lnSpc>
                <a:spcPct val="100000"/>
              </a:lnSpc>
            </a:pPr>
            <a:r>
              <a:rPr lang="zh-CN" altLang="en-US" b="1" dirty="0">
                <a:solidFill>
                  <a:srgbClr val="FF0000"/>
                </a:solidFill>
                <a:sym typeface="Symbol" panose="05050102010706020507" pitchFamily="18" charset="2"/>
              </a:rPr>
              <a:t></a:t>
            </a:r>
            <a:r>
              <a:rPr lang="zh-CN" altLang="en-US" b="1" dirty="0">
                <a:solidFill>
                  <a:srgbClr val="FF0000"/>
                </a:solidFill>
              </a:rPr>
              <a:t>：</a:t>
            </a:r>
            <a:r>
              <a:rPr lang="zh-CN" altLang="en-US" b="1" dirty="0"/>
              <a:t>赋值操作</a:t>
            </a:r>
          </a:p>
          <a:p>
            <a:pPr marL="1085850" lvl="1" indent="-457200" eaLnBrk="1" hangingPunct="1">
              <a:lnSpc>
                <a:spcPct val="100000"/>
              </a:lnSpc>
            </a:pPr>
            <a:r>
              <a:rPr lang="en-US" altLang="zh-CN" b="1" dirty="0">
                <a:solidFill>
                  <a:srgbClr val="FF0000"/>
                </a:solidFill>
                <a:latin typeface="黑体" panose="02010609060101010101" pitchFamily="49" charset="-122"/>
              </a:rPr>
              <a:t>Mem</a:t>
            </a:r>
            <a:r>
              <a:rPr lang="zh-CN" altLang="en-US" b="1" dirty="0">
                <a:solidFill>
                  <a:srgbClr val="FF0000"/>
                </a:solidFill>
                <a:latin typeface="黑体" panose="02010609060101010101" pitchFamily="49" charset="-122"/>
              </a:rPr>
              <a:t>：</a:t>
            </a:r>
            <a:r>
              <a:rPr lang="zh-CN" altLang="en-US" b="1" dirty="0">
                <a:latin typeface="黑体" panose="02010609060101010101" pitchFamily="49" charset="-122"/>
              </a:rPr>
              <a:t>存储器</a:t>
            </a:r>
          </a:p>
          <a:p>
            <a:pPr marL="1085850" lvl="1" indent="-457200" eaLnBrk="1" hangingPunct="1">
              <a:lnSpc>
                <a:spcPct val="100000"/>
              </a:lnSpc>
            </a:pPr>
            <a:r>
              <a:rPr lang="en-US" altLang="zh-CN" b="1" dirty="0">
                <a:solidFill>
                  <a:srgbClr val="FF0000"/>
                </a:solidFill>
                <a:latin typeface="黑体" panose="02010609060101010101" pitchFamily="49" charset="-122"/>
              </a:rPr>
              <a:t>Regs</a:t>
            </a:r>
            <a:r>
              <a:rPr lang="zh-CN" altLang="en-US" b="1" dirty="0">
                <a:solidFill>
                  <a:srgbClr val="FF0000"/>
                </a:solidFill>
                <a:latin typeface="黑体" panose="02010609060101010101" pitchFamily="49" charset="-122"/>
              </a:rPr>
              <a:t>：</a:t>
            </a:r>
            <a:r>
              <a:rPr lang="zh-CN" altLang="en-US" b="1" dirty="0">
                <a:latin typeface="黑体" panose="02010609060101010101" pitchFamily="49" charset="-122"/>
              </a:rPr>
              <a:t>寄存器组</a:t>
            </a:r>
          </a:p>
          <a:p>
            <a:pPr marL="1085850" lvl="1" indent="-457200" eaLnBrk="1" hangingPunct="1">
              <a:lnSpc>
                <a:spcPct val="100000"/>
              </a:lnSpc>
            </a:pPr>
            <a:r>
              <a:rPr lang="zh-CN" altLang="en-US" b="1" dirty="0">
                <a:solidFill>
                  <a:srgbClr val="FF0000"/>
                </a:solidFill>
              </a:rPr>
              <a:t>方括号</a:t>
            </a:r>
            <a:r>
              <a:rPr lang="zh-CN" altLang="en-US" b="1" dirty="0">
                <a:solidFill>
                  <a:srgbClr val="D60093"/>
                </a:solidFill>
              </a:rPr>
              <a:t>：</a:t>
            </a:r>
            <a:r>
              <a:rPr lang="zh-CN" altLang="en-US" b="1" dirty="0"/>
              <a:t>表示内容</a:t>
            </a:r>
          </a:p>
          <a:p>
            <a:pPr lvl="2" eaLnBrk="1" hangingPunct="1">
              <a:lnSpc>
                <a:spcPct val="100000"/>
              </a:lnSpc>
            </a:pPr>
            <a:r>
              <a:rPr lang="en-US" altLang="zh-CN" b="1" dirty="0">
                <a:latin typeface="宋体" panose="02010600030101010101" pitchFamily="2" charset="-122"/>
              </a:rPr>
              <a:t>Mem[ ]</a:t>
            </a:r>
            <a:r>
              <a:rPr lang="zh-CN" altLang="en-US" b="1" dirty="0">
                <a:latin typeface="宋体" panose="02010600030101010101" pitchFamily="2" charset="-122"/>
              </a:rPr>
              <a:t>：存储器的内容</a:t>
            </a:r>
          </a:p>
          <a:p>
            <a:pPr lvl="2" eaLnBrk="1" hangingPunct="1">
              <a:lnSpc>
                <a:spcPct val="100000"/>
              </a:lnSpc>
            </a:pPr>
            <a:r>
              <a:rPr lang="en-US" altLang="zh-CN" b="1" dirty="0">
                <a:latin typeface="宋体" panose="02010600030101010101" pitchFamily="2" charset="-122"/>
              </a:rPr>
              <a:t>Regs[ ]</a:t>
            </a:r>
            <a:r>
              <a:rPr lang="zh-CN" altLang="en-US" b="1" dirty="0">
                <a:latin typeface="宋体" panose="02010600030101010101" pitchFamily="2" charset="-122"/>
              </a:rPr>
              <a:t>：寄存器的内容</a:t>
            </a:r>
          </a:p>
          <a:p>
            <a:pPr lvl="2" eaLnBrk="1" hangingPunct="1">
              <a:lnSpc>
                <a:spcPct val="100000"/>
              </a:lnSpc>
            </a:pPr>
            <a:r>
              <a:rPr lang="en-US" altLang="zh-CN" b="1" dirty="0">
                <a:latin typeface="宋体" panose="02010600030101010101" pitchFamily="2" charset="-122"/>
              </a:rPr>
              <a:t>Mem[Regs[R1]]</a:t>
            </a:r>
            <a:r>
              <a:rPr lang="zh-CN" altLang="en-US" b="1" dirty="0">
                <a:latin typeface="宋体" panose="02010600030101010101" pitchFamily="2" charset="-122"/>
              </a:rPr>
              <a:t>：以寄存器</a:t>
            </a:r>
            <a:r>
              <a:rPr lang="en-US" altLang="zh-CN" b="1" dirty="0">
                <a:latin typeface="宋体" panose="02010600030101010101" pitchFamily="2" charset="-122"/>
              </a:rPr>
              <a:t>R1</a:t>
            </a:r>
            <a:r>
              <a:rPr lang="zh-CN" altLang="en-US" b="1" dirty="0">
                <a:latin typeface="宋体" panose="02010600030101010101" pitchFamily="2" charset="-122"/>
              </a:rPr>
              <a:t>中的内容作为地址的存储器单元中的内容</a:t>
            </a:r>
          </a:p>
          <a:p>
            <a:pPr marL="0" indent="0" eaLnBrk="1" hangingPunct="1">
              <a:buNone/>
            </a:pPr>
            <a:endParaRPr lang="en-US" altLang="zh-CN" b="1" dirty="0"/>
          </a:p>
        </p:txBody>
      </p:sp>
      <p:sp>
        <p:nvSpPr>
          <p:cNvPr id="2" name="日期占位符 1">
            <a:extLst>
              <a:ext uri="{FF2B5EF4-FFF2-40B4-BE49-F238E27FC236}">
                <a16:creationId xmlns:a16="http://schemas.microsoft.com/office/drawing/2014/main" id="{6F159327-E39F-C01B-B8D9-29FB196ABB80}"/>
              </a:ext>
            </a:extLst>
          </p:cNvPr>
          <p:cNvSpPr>
            <a:spLocks noGrp="1"/>
          </p:cNvSpPr>
          <p:nvPr>
            <p:ph type="dt" sz="half" idx="10"/>
          </p:nvPr>
        </p:nvSpPr>
        <p:spPr/>
        <p:txBody>
          <a:bodyPr/>
          <a:lstStyle/>
          <a:p>
            <a:pPr>
              <a:defRPr/>
            </a:pPr>
            <a:fld id="{6411E8B8-231F-4118-80CC-533FB8742989}" type="datetime1">
              <a:rPr lang="zh-CN" altLang="en-US" smtClean="0"/>
              <a:t>2025/9/18</a:t>
            </a:fld>
            <a:endParaRPr lang="en-US" altLang="zh-CN"/>
          </a:p>
        </p:txBody>
      </p:sp>
      <p:sp>
        <p:nvSpPr>
          <p:cNvPr id="3" name="页脚占位符 2">
            <a:extLst>
              <a:ext uri="{FF2B5EF4-FFF2-40B4-BE49-F238E27FC236}">
                <a16:creationId xmlns:a16="http://schemas.microsoft.com/office/drawing/2014/main" id="{AE78727B-7B74-71D4-0AEF-FD6E0C2E2B54}"/>
              </a:ext>
            </a:extLst>
          </p:cNvPr>
          <p:cNvSpPr>
            <a:spLocks noGrp="1"/>
          </p:cNvSpPr>
          <p:nvPr>
            <p:ph type="ftr" sz="quarter" idx="11"/>
          </p:nvPr>
        </p:nvSpPr>
        <p:spPr/>
        <p:txBody>
          <a:body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4" name="灯片编号占位符 3">
            <a:extLst>
              <a:ext uri="{FF2B5EF4-FFF2-40B4-BE49-F238E27FC236}">
                <a16:creationId xmlns:a16="http://schemas.microsoft.com/office/drawing/2014/main" id="{A88D8CA5-988C-31C8-9931-41ECC8EE76B7}"/>
              </a:ext>
            </a:extLst>
          </p:cNvPr>
          <p:cNvSpPr>
            <a:spLocks noGrp="1"/>
          </p:cNvSpPr>
          <p:nvPr>
            <p:ph type="sldNum" sz="quarter" idx="12"/>
          </p:nvPr>
        </p:nvSpPr>
        <p:spPr/>
        <p:txBody>
          <a:bodyPr/>
          <a:lstStyle/>
          <a:p>
            <a:pPr>
              <a:defRPr/>
            </a:pPr>
            <a:fld id="{8BCAC33D-D29A-48B3-BCD6-381D3D720D26}" type="slidenum">
              <a:rPr lang="zh-CN" altLang="en-US" smtClean="0"/>
              <a:t>10</a:t>
            </a:fld>
            <a:endParaRPr lang="en-US" altLang="zh-C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4">
            <a:extLst>
              <a:ext uri="{FF2B5EF4-FFF2-40B4-BE49-F238E27FC236}">
                <a16:creationId xmlns:a16="http://schemas.microsoft.com/office/drawing/2014/main" id="{C43BD007-147A-4F22-A8E7-FB52AE8A7A25}"/>
              </a:ext>
            </a:extLst>
          </p:cNvPr>
          <p:cNvSpPr>
            <a:spLocks noGrp="1" noChangeArrowheads="1"/>
          </p:cNvSpPr>
          <p:nvPr>
            <p:ph type="title"/>
          </p:nvPr>
        </p:nvSpPr>
        <p:spPr/>
        <p:txBody>
          <a:bodyPr/>
          <a:lstStyle/>
          <a:p>
            <a:pPr eaLnBrk="1" hangingPunct="1"/>
            <a:r>
              <a:rPr lang="zh-CN" altLang="en-US" sz="3600" b="1" dirty="0"/>
              <a:t>常用的一些操作数寻址方式</a:t>
            </a:r>
          </a:p>
        </p:txBody>
      </p:sp>
      <p:sp>
        <p:nvSpPr>
          <p:cNvPr id="30725" name="Rectangle 5">
            <a:extLst>
              <a:ext uri="{FF2B5EF4-FFF2-40B4-BE49-F238E27FC236}">
                <a16:creationId xmlns:a16="http://schemas.microsoft.com/office/drawing/2014/main" id="{4C832614-9241-4A36-810A-723F539C2FDF}"/>
              </a:ext>
            </a:extLst>
          </p:cNvPr>
          <p:cNvSpPr>
            <a:spLocks noGrp="1" noChangeArrowheads="1"/>
          </p:cNvSpPr>
          <p:nvPr>
            <p:ph type="body" idx="1"/>
          </p:nvPr>
        </p:nvSpPr>
        <p:spPr>
          <a:xfrm>
            <a:off x="539750" y="1341438"/>
            <a:ext cx="8001000" cy="4483100"/>
          </a:xfrm>
        </p:spPr>
        <p:txBody>
          <a:bodyPr/>
          <a:lstStyle/>
          <a:p>
            <a:pPr eaLnBrk="1" hangingPunct="1">
              <a:lnSpc>
                <a:spcPct val="160000"/>
              </a:lnSpc>
            </a:pPr>
            <a:r>
              <a:rPr lang="zh-CN" altLang="en-US" b="1" dirty="0"/>
              <a:t>寄存器寻址</a:t>
            </a:r>
          </a:p>
          <a:p>
            <a:pPr lvl="1" eaLnBrk="1" hangingPunct="1">
              <a:lnSpc>
                <a:spcPct val="160000"/>
              </a:lnSpc>
            </a:pPr>
            <a:r>
              <a:rPr lang="zh-CN" altLang="en-US" b="1" dirty="0"/>
              <a:t>指令实例：</a:t>
            </a:r>
            <a:r>
              <a:rPr lang="en-US" altLang="zh-CN" b="1" dirty="0"/>
              <a:t>Add R4 , R3</a:t>
            </a:r>
          </a:p>
          <a:p>
            <a:pPr lvl="1" eaLnBrk="1" hangingPunct="1">
              <a:lnSpc>
                <a:spcPct val="160000"/>
              </a:lnSpc>
            </a:pPr>
            <a:r>
              <a:rPr lang="zh-CN" altLang="en-US" b="1" dirty="0"/>
              <a:t>含义：</a:t>
            </a:r>
            <a:r>
              <a:rPr lang="en-US" altLang="zh-CN" b="1" dirty="0"/>
              <a:t>Regs[R4]←Regs[R4]</a:t>
            </a:r>
            <a:r>
              <a:rPr lang="zh-CN" altLang="en-US" b="1" dirty="0"/>
              <a:t>＋</a:t>
            </a:r>
            <a:r>
              <a:rPr lang="en-US" altLang="zh-CN" b="1" dirty="0"/>
              <a:t>Regs[R3]</a:t>
            </a:r>
          </a:p>
          <a:p>
            <a:pPr eaLnBrk="1" hangingPunct="1">
              <a:lnSpc>
                <a:spcPct val="160000"/>
              </a:lnSpc>
            </a:pPr>
            <a:r>
              <a:rPr lang="zh-CN" altLang="en-US" b="1" dirty="0"/>
              <a:t>立即值寻址</a:t>
            </a:r>
          </a:p>
          <a:p>
            <a:pPr lvl="1" eaLnBrk="1" hangingPunct="1">
              <a:lnSpc>
                <a:spcPct val="160000"/>
              </a:lnSpc>
            </a:pPr>
            <a:r>
              <a:rPr lang="zh-CN" altLang="en-US" b="1" dirty="0"/>
              <a:t>指令实例：</a:t>
            </a:r>
            <a:r>
              <a:rPr lang="en-US" altLang="zh-CN" b="1" dirty="0"/>
              <a:t>Add R4 , #3</a:t>
            </a:r>
          </a:p>
          <a:p>
            <a:pPr lvl="1" eaLnBrk="1" hangingPunct="1">
              <a:lnSpc>
                <a:spcPct val="160000"/>
              </a:lnSpc>
            </a:pPr>
            <a:r>
              <a:rPr lang="zh-CN" altLang="en-US" b="1" dirty="0"/>
              <a:t>含义：</a:t>
            </a:r>
            <a:r>
              <a:rPr lang="en-US" altLang="zh-CN" b="1" dirty="0"/>
              <a:t>Regs[R4]←Regs[R4]</a:t>
            </a:r>
            <a:r>
              <a:rPr lang="zh-CN" altLang="en-US" b="1" dirty="0"/>
              <a:t>＋</a:t>
            </a:r>
            <a:r>
              <a:rPr lang="en-US" altLang="zh-CN" b="1" dirty="0"/>
              <a:t>3</a:t>
            </a:r>
          </a:p>
        </p:txBody>
      </p:sp>
      <p:sp>
        <p:nvSpPr>
          <p:cNvPr id="2" name="日期占位符 1">
            <a:extLst>
              <a:ext uri="{FF2B5EF4-FFF2-40B4-BE49-F238E27FC236}">
                <a16:creationId xmlns:a16="http://schemas.microsoft.com/office/drawing/2014/main" id="{A7CA8380-A549-FAAA-411A-6F3B86A38EC8}"/>
              </a:ext>
            </a:extLst>
          </p:cNvPr>
          <p:cNvSpPr>
            <a:spLocks noGrp="1"/>
          </p:cNvSpPr>
          <p:nvPr>
            <p:ph type="dt" sz="half" idx="10"/>
          </p:nvPr>
        </p:nvSpPr>
        <p:spPr/>
        <p:txBody>
          <a:bodyPr/>
          <a:lstStyle/>
          <a:p>
            <a:pPr>
              <a:defRPr/>
            </a:pPr>
            <a:fld id="{7F7B6451-C121-4A3D-8DDC-218E3AB99ECB}" type="datetime1">
              <a:rPr lang="zh-CN" altLang="en-US" smtClean="0"/>
              <a:t>2025/9/18</a:t>
            </a:fld>
            <a:endParaRPr lang="en-US" altLang="zh-CN"/>
          </a:p>
        </p:txBody>
      </p:sp>
      <p:sp>
        <p:nvSpPr>
          <p:cNvPr id="3" name="页脚占位符 2">
            <a:extLst>
              <a:ext uri="{FF2B5EF4-FFF2-40B4-BE49-F238E27FC236}">
                <a16:creationId xmlns:a16="http://schemas.microsoft.com/office/drawing/2014/main" id="{4D7B2BAF-BF32-AE00-7EC2-7718315118E4}"/>
              </a:ext>
            </a:extLst>
          </p:cNvPr>
          <p:cNvSpPr>
            <a:spLocks noGrp="1"/>
          </p:cNvSpPr>
          <p:nvPr>
            <p:ph type="ftr" sz="quarter" idx="11"/>
          </p:nvPr>
        </p:nvSpPr>
        <p:spPr/>
        <p:txBody>
          <a:body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4" name="灯片编号占位符 3">
            <a:extLst>
              <a:ext uri="{FF2B5EF4-FFF2-40B4-BE49-F238E27FC236}">
                <a16:creationId xmlns:a16="http://schemas.microsoft.com/office/drawing/2014/main" id="{BA33FE8E-D5CE-CF8C-4855-B2BD8497592F}"/>
              </a:ext>
            </a:extLst>
          </p:cNvPr>
          <p:cNvSpPr>
            <a:spLocks noGrp="1"/>
          </p:cNvSpPr>
          <p:nvPr>
            <p:ph type="sldNum" sz="quarter" idx="12"/>
          </p:nvPr>
        </p:nvSpPr>
        <p:spPr/>
        <p:txBody>
          <a:bodyPr/>
          <a:lstStyle/>
          <a:p>
            <a:pPr>
              <a:defRPr/>
            </a:pPr>
            <a:fld id="{8BCAC33D-D29A-48B3-BCD6-381D3D720D26}" type="slidenum">
              <a:rPr lang="zh-CN" altLang="en-US" smtClean="0"/>
              <a:t>11</a:t>
            </a:fld>
            <a:endParaRPr lang="en-US" altLang="zh-C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054">
            <a:extLst>
              <a:ext uri="{FF2B5EF4-FFF2-40B4-BE49-F238E27FC236}">
                <a16:creationId xmlns:a16="http://schemas.microsoft.com/office/drawing/2014/main" id="{DF805EB9-FE90-47A6-8A17-7F09BBC0EB8F}"/>
              </a:ext>
            </a:extLst>
          </p:cNvPr>
          <p:cNvSpPr>
            <a:spLocks noGrp="1" noChangeArrowheads="1"/>
          </p:cNvSpPr>
          <p:nvPr>
            <p:ph type="title"/>
          </p:nvPr>
        </p:nvSpPr>
        <p:spPr>
          <a:xfrm>
            <a:off x="457200" y="22109"/>
            <a:ext cx="8229600" cy="1143000"/>
          </a:xfrm>
        </p:spPr>
        <p:txBody>
          <a:bodyPr/>
          <a:lstStyle/>
          <a:p>
            <a:pPr eaLnBrk="1" hangingPunct="1"/>
            <a:r>
              <a:rPr lang="zh-CN" altLang="en-US" sz="3600" b="1" dirty="0"/>
              <a:t>常用的一些操作数寻址方式</a:t>
            </a:r>
          </a:p>
        </p:txBody>
      </p:sp>
      <p:sp>
        <p:nvSpPr>
          <p:cNvPr id="137223" name="Rectangle 2055">
            <a:extLst>
              <a:ext uri="{FF2B5EF4-FFF2-40B4-BE49-F238E27FC236}">
                <a16:creationId xmlns:a16="http://schemas.microsoft.com/office/drawing/2014/main" id="{920B35D1-CE54-4F82-A758-A4B5CD52D29F}"/>
              </a:ext>
            </a:extLst>
          </p:cNvPr>
          <p:cNvSpPr>
            <a:spLocks noGrp="1" noChangeArrowheads="1"/>
          </p:cNvSpPr>
          <p:nvPr>
            <p:ph type="body" idx="1"/>
          </p:nvPr>
        </p:nvSpPr>
        <p:spPr>
          <a:xfrm>
            <a:off x="539750" y="1052513"/>
            <a:ext cx="8208963" cy="4483100"/>
          </a:xfrm>
        </p:spPr>
        <p:txBody>
          <a:bodyPr/>
          <a:lstStyle/>
          <a:p>
            <a:pPr eaLnBrk="1" hangingPunct="1">
              <a:lnSpc>
                <a:spcPct val="130000"/>
              </a:lnSpc>
            </a:pPr>
            <a:r>
              <a:rPr lang="zh-CN" altLang="en-US" b="1" dirty="0"/>
              <a:t>偏移寻址</a:t>
            </a:r>
          </a:p>
          <a:p>
            <a:pPr lvl="1" eaLnBrk="1" hangingPunct="1">
              <a:lnSpc>
                <a:spcPct val="130000"/>
              </a:lnSpc>
            </a:pPr>
            <a:r>
              <a:rPr lang="zh-CN" altLang="en-US" b="1" dirty="0"/>
              <a:t>指令实例：</a:t>
            </a:r>
            <a:r>
              <a:rPr lang="en-US" altLang="zh-CN" b="1" dirty="0"/>
              <a:t>Add R4 , 100(R1)</a:t>
            </a:r>
          </a:p>
          <a:p>
            <a:pPr lvl="1" eaLnBrk="1" hangingPunct="1">
              <a:lnSpc>
                <a:spcPct val="130000"/>
              </a:lnSpc>
            </a:pPr>
            <a:r>
              <a:rPr lang="zh-CN" altLang="en-US" b="1" dirty="0"/>
              <a:t>含义：</a:t>
            </a:r>
          </a:p>
          <a:p>
            <a:pPr lvl="2" eaLnBrk="1" hangingPunct="1">
              <a:lnSpc>
                <a:spcPct val="130000"/>
              </a:lnSpc>
            </a:pPr>
            <a:r>
              <a:rPr lang="en-US" altLang="zh-CN" sz="2400" b="1" dirty="0"/>
              <a:t>Regs[R4]←Regs[R4]</a:t>
            </a:r>
            <a:r>
              <a:rPr lang="zh-CN" altLang="en-US" sz="2400" b="1" dirty="0"/>
              <a:t>＋</a:t>
            </a:r>
            <a:r>
              <a:rPr lang="en-US" altLang="zh-CN" sz="2400" b="1" dirty="0"/>
              <a:t>Mem[100+Regs[R1]]</a:t>
            </a:r>
          </a:p>
          <a:p>
            <a:pPr eaLnBrk="1" hangingPunct="1">
              <a:lnSpc>
                <a:spcPct val="130000"/>
              </a:lnSpc>
            </a:pPr>
            <a:r>
              <a:rPr lang="zh-CN" altLang="en-US" b="1" dirty="0"/>
              <a:t>寄存器间接寻址</a:t>
            </a:r>
          </a:p>
          <a:p>
            <a:pPr lvl="1" eaLnBrk="1" hangingPunct="1">
              <a:lnSpc>
                <a:spcPct val="130000"/>
              </a:lnSpc>
            </a:pPr>
            <a:r>
              <a:rPr lang="zh-CN" altLang="en-US" b="1" dirty="0"/>
              <a:t>指令实例：</a:t>
            </a:r>
            <a:r>
              <a:rPr lang="en-US" altLang="zh-CN" b="1" dirty="0"/>
              <a:t>Add R4 , (R1)</a:t>
            </a:r>
          </a:p>
          <a:p>
            <a:pPr lvl="1" eaLnBrk="1" hangingPunct="1">
              <a:lnSpc>
                <a:spcPct val="130000"/>
              </a:lnSpc>
            </a:pPr>
            <a:r>
              <a:rPr lang="zh-CN" altLang="en-US" b="1" dirty="0"/>
              <a:t>含义：</a:t>
            </a:r>
          </a:p>
          <a:p>
            <a:pPr lvl="2" eaLnBrk="1" hangingPunct="1">
              <a:lnSpc>
                <a:spcPct val="130000"/>
              </a:lnSpc>
            </a:pPr>
            <a:r>
              <a:rPr lang="en-US" altLang="zh-CN" sz="2400" b="1" dirty="0"/>
              <a:t>Regs[R4]←Regs[R4]</a:t>
            </a:r>
            <a:r>
              <a:rPr lang="zh-CN" altLang="en-US" sz="2400" b="1" dirty="0"/>
              <a:t>＋</a:t>
            </a:r>
            <a:r>
              <a:rPr lang="en-US" altLang="zh-CN" sz="2400" b="1" dirty="0"/>
              <a:t>Mem[Regs[R1]]</a:t>
            </a:r>
          </a:p>
        </p:txBody>
      </p:sp>
      <p:sp>
        <p:nvSpPr>
          <p:cNvPr id="2" name="日期占位符 1">
            <a:extLst>
              <a:ext uri="{FF2B5EF4-FFF2-40B4-BE49-F238E27FC236}">
                <a16:creationId xmlns:a16="http://schemas.microsoft.com/office/drawing/2014/main" id="{43F1AFDA-9ACE-2E41-9DD1-171C4B7E575C}"/>
              </a:ext>
            </a:extLst>
          </p:cNvPr>
          <p:cNvSpPr>
            <a:spLocks noGrp="1"/>
          </p:cNvSpPr>
          <p:nvPr>
            <p:ph type="dt" sz="half" idx="10"/>
          </p:nvPr>
        </p:nvSpPr>
        <p:spPr/>
        <p:txBody>
          <a:bodyPr/>
          <a:lstStyle/>
          <a:p>
            <a:pPr>
              <a:defRPr/>
            </a:pPr>
            <a:fld id="{CA831650-FB7A-431D-A494-67D03EADEFB9}" type="datetime1">
              <a:rPr lang="zh-CN" altLang="en-US" smtClean="0"/>
              <a:t>2025/9/18</a:t>
            </a:fld>
            <a:endParaRPr lang="en-US" altLang="zh-CN"/>
          </a:p>
        </p:txBody>
      </p:sp>
      <p:sp>
        <p:nvSpPr>
          <p:cNvPr id="3" name="页脚占位符 2">
            <a:extLst>
              <a:ext uri="{FF2B5EF4-FFF2-40B4-BE49-F238E27FC236}">
                <a16:creationId xmlns:a16="http://schemas.microsoft.com/office/drawing/2014/main" id="{CFC99452-19A8-AF22-05AB-9386865C0214}"/>
              </a:ext>
            </a:extLst>
          </p:cNvPr>
          <p:cNvSpPr>
            <a:spLocks noGrp="1"/>
          </p:cNvSpPr>
          <p:nvPr>
            <p:ph type="ftr" sz="quarter" idx="11"/>
          </p:nvPr>
        </p:nvSpPr>
        <p:spPr/>
        <p:txBody>
          <a:body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4" name="灯片编号占位符 3">
            <a:extLst>
              <a:ext uri="{FF2B5EF4-FFF2-40B4-BE49-F238E27FC236}">
                <a16:creationId xmlns:a16="http://schemas.microsoft.com/office/drawing/2014/main" id="{DD41EFBE-27BE-852C-A588-F2133B041DA3}"/>
              </a:ext>
            </a:extLst>
          </p:cNvPr>
          <p:cNvSpPr>
            <a:spLocks noGrp="1"/>
          </p:cNvSpPr>
          <p:nvPr>
            <p:ph type="sldNum" sz="quarter" idx="12"/>
          </p:nvPr>
        </p:nvSpPr>
        <p:spPr/>
        <p:txBody>
          <a:bodyPr/>
          <a:lstStyle/>
          <a:p>
            <a:pPr>
              <a:defRPr/>
            </a:pPr>
            <a:fld id="{8BCAC33D-D29A-48B3-BCD6-381D3D720D26}" type="slidenum">
              <a:rPr lang="zh-CN" altLang="en-US" smtClean="0"/>
              <a:t>12</a:t>
            </a:fld>
            <a:endParaRPr lang="en-US" altLang="zh-C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a:extLst>
              <a:ext uri="{FF2B5EF4-FFF2-40B4-BE49-F238E27FC236}">
                <a16:creationId xmlns:a16="http://schemas.microsoft.com/office/drawing/2014/main" id="{DFD606F0-4B22-496A-BAE8-6874DBCF5DD1}"/>
              </a:ext>
            </a:extLst>
          </p:cNvPr>
          <p:cNvSpPr>
            <a:spLocks noGrp="1" noChangeArrowheads="1"/>
          </p:cNvSpPr>
          <p:nvPr>
            <p:ph type="title"/>
          </p:nvPr>
        </p:nvSpPr>
        <p:spPr>
          <a:xfrm>
            <a:off x="463775" y="106362"/>
            <a:ext cx="8229600" cy="1143000"/>
          </a:xfrm>
        </p:spPr>
        <p:txBody>
          <a:bodyPr/>
          <a:lstStyle/>
          <a:p>
            <a:pPr eaLnBrk="1" hangingPunct="1"/>
            <a:r>
              <a:rPr lang="zh-CN" altLang="en-US" sz="3600" b="1" dirty="0"/>
              <a:t>常用的一些操作数寻址方式</a:t>
            </a:r>
          </a:p>
        </p:txBody>
      </p:sp>
      <p:sp>
        <p:nvSpPr>
          <p:cNvPr id="32773" name="Rectangle 5">
            <a:extLst>
              <a:ext uri="{FF2B5EF4-FFF2-40B4-BE49-F238E27FC236}">
                <a16:creationId xmlns:a16="http://schemas.microsoft.com/office/drawing/2014/main" id="{77286B3D-B3F0-4BC0-ADFD-05969C933861}"/>
              </a:ext>
            </a:extLst>
          </p:cNvPr>
          <p:cNvSpPr>
            <a:spLocks noGrp="1" noChangeArrowheads="1"/>
          </p:cNvSpPr>
          <p:nvPr>
            <p:ph type="body" idx="1"/>
          </p:nvPr>
        </p:nvSpPr>
        <p:spPr>
          <a:xfrm>
            <a:off x="468313" y="1125538"/>
            <a:ext cx="8001000" cy="4483100"/>
          </a:xfrm>
        </p:spPr>
        <p:txBody>
          <a:bodyPr/>
          <a:lstStyle/>
          <a:p>
            <a:pPr eaLnBrk="1" hangingPunct="1">
              <a:lnSpc>
                <a:spcPct val="120000"/>
              </a:lnSpc>
            </a:pPr>
            <a:r>
              <a:rPr lang="zh-CN" altLang="en-US" b="1" dirty="0"/>
              <a:t>索引寻址</a:t>
            </a:r>
          </a:p>
          <a:p>
            <a:pPr lvl="1" eaLnBrk="1" hangingPunct="1">
              <a:lnSpc>
                <a:spcPct val="120000"/>
              </a:lnSpc>
            </a:pPr>
            <a:r>
              <a:rPr lang="zh-CN" altLang="en-US" b="1" dirty="0"/>
              <a:t>指令实例：</a:t>
            </a:r>
            <a:r>
              <a:rPr lang="en-US" altLang="zh-CN" b="1" dirty="0"/>
              <a:t>Add R3 , (R1 + R2)</a:t>
            </a:r>
          </a:p>
          <a:p>
            <a:pPr lvl="1" eaLnBrk="1" hangingPunct="1">
              <a:lnSpc>
                <a:spcPct val="120000"/>
              </a:lnSpc>
            </a:pPr>
            <a:r>
              <a:rPr lang="zh-CN" altLang="en-US" b="1" dirty="0"/>
              <a:t>含义：</a:t>
            </a:r>
          </a:p>
          <a:p>
            <a:pPr lvl="2" eaLnBrk="1" hangingPunct="1">
              <a:lnSpc>
                <a:spcPct val="120000"/>
              </a:lnSpc>
            </a:pPr>
            <a:r>
              <a:rPr lang="en-US" altLang="zh-CN" sz="2400" b="1" dirty="0"/>
              <a:t>Regs[R3]←Regs[R3]</a:t>
            </a:r>
            <a:r>
              <a:rPr lang="zh-CN" altLang="en-US" sz="2400" b="1" dirty="0"/>
              <a:t>＋</a:t>
            </a:r>
            <a:r>
              <a:rPr lang="en-US" altLang="zh-CN" sz="2400" b="1" dirty="0"/>
              <a:t>Mem[Regs[R1]+Regs[R2]]</a:t>
            </a:r>
          </a:p>
          <a:p>
            <a:pPr eaLnBrk="1" hangingPunct="1">
              <a:lnSpc>
                <a:spcPct val="120000"/>
              </a:lnSpc>
            </a:pPr>
            <a:r>
              <a:rPr lang="zh-CN" altLang="en-US" b="1" dirty="0"/>
              <a:t>直接寻址或绝对寻址</a:t>
            </a:r>
          </a:p>
          <a:p>
            <a:pPr lvl="1" eaLnBrk="1" hangingPunct="1">
              <a:lnSpc>
                <a:spcPct val="120000"/>
              </a:lnSpc>
            </a:pPr>
            <a:r>
              <a:rPr lang="zh-CN" altLang="en-US" b="1" dirty="0"/>
              <a:t>指令实例：</a:t>
            </a:r>
            <a:r>
              <a:rPr lang="en-US" altLang="zh-CN" b="1" dirty="0"/>
              <a:t>Add R1 , (1001)</a:t>
            </a:r>
          </a:p>
          <a:p>
            <a:pPr lvl="1" eaLnBrk="1" hangingPunct="1">
              <a:lnSpc>
                <a:spcPct val="120000"/>
              </a:lnSpc>
            </a:pPr>
            <a:r>
              <a:rPr lang="zh-CN" altLang="en-US" b="1" dirty="0"/>
              <a:t>含义：</a:t>
            </a:r>
          </a:p>
          <a:p>
            <a:pPr lvl="2" eaLnBrk="1" hangingPunct="1">
              <a:lnSpc>
                <a:spcPct val="120000"/>
              </a:lnSpc>
            </a:pPr>
            <a:r>
              <a:rPr lang="en-US" altLang="zh-CN" sz="2400" b="1" dirty="0"/>
              <a:t>Regs[R1]←Regs[R1]</a:t>
            </a:r>
            <a:r>
              <a:rPr lang="zh-CN" altLang="en-US" sz="2400" b="1" dirty="0"/>
              <a:t>＋</a:t>
            </a:r>
            <a:r>
              <a:rPr lang="en-US" altLang="zh-CN" sz="2400" b="1" dirty="0"/>
              <a:t>Mem[1001]</a:t>
            </a:r>
          </a:p>
        </p:txBody>
      </p:sp>
      <p:sp>
        <p:nvSpPr>
          <p:cNvPr id="2" name="日期占位符 1">
            <a:extLst>
              <a:ext uri="{FF2B5EF4-FFF2-40B4-BE49-F238E27FC236}">
                <a16:creationId xmlns:a16="http://schemas.microsoft.com/office/drawing/2014/main" id="{F8774B52-F117-FD6B-96ED-E3E43D475177}"/>
              </a:ext>
            </a:extLst>
          </p:cNvPr>
          <p:cNvSpPr>
            <a:spLocks noGrp="1"/>
          </p:cNvSpPr>
          <p:nvPr>
            <p:ph type="dt" sz="half" idx="10"/>
          </p:nvPr>
        </p:nvSpPr>
        <p:spPr/>
        <p:txBody>
          <a:bodyPr/>
          <a:lstStyle/>
          <a:p>
            <a:pPr>
              <a:defRPr/>
            </a:pPr>
            <a:fld id="{79D556A7-49F1-4393-8F0D-FB54C224CAB5}" type="datetime1">
              <a:rPr lang="zh-CN" altLang="en-US" smtClean="0"/>
              <a:t>2025/9/18</a:t>
            </a:fld>
            <a:endParaRPr lang="en-US" altLang="zh-CN"/>
          </a:p>
        </p:txBody>
      </p:sp>
      <p:sp>
        <p:nvSpPr>
          <p:cNvPr id="3" name="页脚占位符 2">
            <a:extLst>
              <a:ext uri="{FF2B5EF4-FFF2-40B4-BE49-F238E27FC236}">
                <a16:creationId xmlns:a16="http://schemas.microsoft.com/office/drawing/2014/main" id="{BEBBEC62-B087-646E-B303-596FAC0B7DB6}"/>
              </a:ext>
            </a:extLst>
          </p:cNvPr>
          <p:cNvSpPr>
            <a:spLocks noGrp="1"/>
          </p:cNvSpPr>
          <p:nvPr>
            <p:ph type="ftr" sz="quarter" idx="11"/>
          </p:nvPr>
        </p:nvSpPr>
        <p:spPr/>
        <p:txBody>
          <a:body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4" name="灯片编号占位符 3">
            <a:extLst>
              <a:ext uri="{FF2B5EF4-FFF2-40B4-BE49-F238E27FC236}">
                <a16:creationId xmlns:a16="http://schemas.microsoft.com/office/drawing/2014/main" id="{FFE9244B-9BDF-EE52-95DA-B053B740A31F}"/>
              </a:ext>
            </a:extLst>
          </p:cNvPr>
          <p:cNvSpPr>
            <a:spLocks noGrp="1"/>
          </p:cNvSpPr>
          <p:nvPr>
            <p:ph type="sldNum" sz="quarter" idx="12"/>
          </p:nvPr>
        </p:nvSpPr>
        <p:spPr/>
        <p:txBody>
          <a:bodyPr/>
          <a:lstStyle/>
          <a:p>
            <a:pPr>
              <a:defRPr/>
            </a:pPr>
            <a:fld id="{8BCAC33D-D29A-48B3-BCD6-381D3D720D26}" type="slidenum">
              <a:rPr lang="zh-CN" altLang="en-US" smtClean="0"/>
              <a:t>13</a:t>
            </a:fld>
            <a:endParaRPr lang="en-US" altLang="zh-C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4">
            <a:extLst>
              <a:ext uri="{FF2B5EF4-FFF2-40B4-BE49-F238E27FC236}">
                <a16:creationId xmlns:a16="http://schemas.microsoft.com/office/drawing/2014/main" id="{500F8A00-89CA-4C2D-8AB8-E719523E1799}"/>
              </a:ext>
            </a:extLst>
          </p:cNvPr>
          <p:cNvSpPr>
            <a:spLocks noGrp="1" noChangeArrowheads="1"/>
          </p:cNvSpPr>
          <p:nvPr>
            <p:ph type="title"/>
          </p:nvPr>
        </p:nvSpPr>
        <p:spPr>
          <a:xfrm>
            <a:off x="457200" y="34925"/>
            <a:ext cx="8229600" cy="1143000"/>
          </a:xfrm>
        </p:spPr>
        <p:txBody>
          <a:bodyPr/>
          <a:lstStyle/>
          <a:p>
            <a:pPr eaLnBrk="1" hangingPunct="1"/>
            <a:r>
              <a:rPr lang="zh-CN" altLang="en-US" sz="3600" b="1" dirty="0"/>
              <a:t>常用的一些操作数寻址方式</a:t>
            </a:r>
          </a:p>
        </p:txBody>
      </p:sp>
      <p:sp>
        <p:nvSpPr>
          <p:cNvPr id="135173" name="Rectangle 5">
            <a:extLst>
              <a:ext uri="{FF2B5EF4-FFF2-40B4-BE49-F238E27FC236}">
                <a16:creationId xmlns:a16="http://schemas.microsoft.com/office/drawing/2014/main" id="{E9230D9B-FB00-4236-A813-0484CD8E9C77}"/>
              </a:ext>
            </a:extLst>
          </p:cNvPr>
          <p:cNvSpPr>
            <a:spLocks noGrp="1" noChangeArrowheads="1"/>
          </p:cNvSpPr>
          <p:nvPr>
            <p:ph type="body" idx="1"/>
          </p:nvPr>
        </p:nvSpPr>
        <p:spPr>
          <a:xfrm>
            <a:off x="539750" y="1177925"/>
            <a:ext cx="8001000" cy="4483100"/>
          </a:xfrm>
        </p:spPr>
        <p:txBody>
          <a:bodyPr/>
          <a:lstStyle/>
          <a:p>
            <a:pPr eaLnBrk="1" hangingPunct="1">
              <a:lnSpc>
                <a:spcPct val="110000"/>
              </a:lnSpc>
            </a:pPr>
            <a:r>
              <a:rPr lang="zh-CN" altLang="en-US" b="1" dirty="0"/>
              <a:t>存储器间接寻址</a:t>
            </a:r>
          </a:p>
          <a:p>
            <a:pPr lvl="1" eaLnBrk="1" hangingPunct="1">
              <a:lnSpc>
                <a:spcPct val="110000"/>
              </a:lnSpc>
            </a:pPr>
            <a:r>
              <a:rPr lang="zh-CN" altLang="en-US" b="1" dirty="0"/>
              <a:t>指令实例：</a:t>
            </a:r>
            <a:r>
              <a:rPr lang="en-US" altLang="zh-CN" b="1" dirty="0"/>
              <a:t>Add R1 , @(R3)</a:t>
            </a:r>
          </a:p>
          <a:p>
            <a:pPr lvl="1" eaLnBrk="1" hangingPunct="1">
              <a:lnSpc>
                <a:spcPct val="110000"/>
              </a:lnSpc>
            </a:pPr>
            <a:r>
              <a:rPr lang="zh-CN" altLang="en-US" b="1" dirty="0"/>
              <a:t>含义：</a:t>
            </a:r>
          </a:p>
          <a:p>
            <a:pPr lvl="2" eaLnBrk="1" hangingPunct="1">
              <a:lnSpc>
                <a:spcPct val="110000"/>
              </a:lnSpc>
            </a:pPr>
            <a:r>
              <a:rPr lang="en-US" altLang="zh-CN" sz="2400" b="1" dirty="0"/>
              <a:t>Regs[R1]←Regs[R1]</a:t>
            </a:r>
            <a:r>
              <a:rPr lang="zh-CN" altLang="en-US" sz="2400" b="1" dirty="0"/>
              <a:t>＋</a:t>
            </a:r>
            <a:r>
              <a:rPr lang="en-US" altLang="zh-CN" sz="2400" b="1" dirty="0"/>
              <a:t>Mem[Mem[Regs[R3]]]</a:t>
            </a:r>
          </a:p>
          <a:p>
            <a:pPr eaLnBrk="1" hangingPunct="1">
              <a:lnSpc>
                <a:spcPct val="110000"/>
              </a:lnSpc>
            </a:pPr>
            <a:r>
              <a:rPr lang="zh-CN" altLang="en-US" b="1" dirty="0"/>
              <a:t>自增寻址</a:t>
            </a:r>
          </a:p>
          <a:p>
            <a:pPr lvl="1" eaLnBrk="1" hangingPunct="1">
              <a:lnSpc>
                <a:spcPct val="110000"/>
              </a:lnSpc>
            </a:pPr>
            <a:r>
              <a:rPr lang="zh-CN" altLang="en-US" b="1" dirty="0"/>
              <a:t>指令实例：</a:t>
            </a:r>
            <a:r>
              <a:rPr lang="en-US" altLang="zh-CN" b="1" dirty="0"/>
              <a:t>Add R1 , (R2)+</a:t>
            </a:r>
          </a:p>
          <a:p>
            <a:pPr lvl="1" eaLnBrk="1" hangingPunct="1">
              <a:lnSpc>
                <a:spcPct val="110000"/>
              </a:lnSpc>
            </a:pPr>
            <a:r>
              <a:rPr lang="zh-CN" altLang="en-US" b="1" dirty="0"/>
              <a:t>含义：</a:t>
            </a:r>
          </a:p>
          <a:p>
            <a:pPr lvl="2" eaLnBrk="1" hangingPunct="1">
              <a:lnSpc>
                <a:spcPct val="110000"/>
              </a:lnSpc>
            </a:pPr>
            <a:r>
              <a:rPr lang="en-US" altLang="zh-CN" sz="2400" b="1" dirty="0"/>
              <a:t>Regs[R1]←Regs[R1]</a:t>
            </a:r>
            <a:r>
              <a:rPr lang="zh-CN" altLang="en-US" sz="2400" b="1" dirty="0"/>
              <a:t>＋</a:t>
            </a:r>
            <a:r>
              <a:rPr lang="en-US" altLang="zh-CN" sz="2400" b="1" dirty="0"/>
              <a:t>Mem[Regs[R2]]</a:t>
            </a:r>
          </a:p>
          <a:p>
            <a:pPr lvl="2" eaLnBrk="1" hangingPunct="1">
              <a:lnSpc>
                <a:spcPct val="110000"/>
              </a:lnSpc>
            </a:pPr>
            <a:r>
              <a:rPr lang="en-US" altLang="zh-CN" sz="2400" b="1" dirty="0"/>
              <a:t>Regs[R2]←Regs[R2]</a:t>
            </a:r>
            <a:r>
              <a:rPr lang="zh-CN" altLang="en-US" sz="2400" b="1" dirty="0"/>
              <a:t>＋</a:t>
            </a:r>
            <a:r>
              <a:rPr lang="en-US" altLang="zh-CN" sz="2400" b="1" dirty="0"/>
              <a:t>d</a:t>
            </a:r>
          </a:p>
        </p:txBody>
      </p:sp>
      <p:sp>
        <p:nvSpPr>
          <p:cNvPr id="2" name="日期占位符 1">
            <a:extLst>
              <a:ext uri="{FF2B5EF4-FFF2-40B4-BE49-F238E27FC236}">
                <a16:creationId xmlns:a16="http://schemas.microsoft.com/office/drawing/2014/main" id="{9D426310-521F-90AC-77A0-406EC41259FA}"/>
              </a:ext>
            </a:extLst>
          </p:cNvPr>
          <p:cNvSpPr>
            <a:spLocks noGrp="1"/>
          </p:cNvSpPr>
          <p:nvPr>
            <p:ph type="dt" sz="half" idx="10"/>
          </p:nvPr>
        </p:nvSpPr>
        <p:spPr/>
        <p:txBody>
          <a:bodyPr/>
          <a:lstStyle/>
          <a:p>
            <a:pPr>
              <a:defRPr/>
            </a:pPr>
            <a:fld id="{910F420D-DCC5-41ED-A09A-E7E6504E3E0F}" type="datetime1">
              <a:rPr lang="zh-CN" altLang="en-US" smtClean="0"/>
              <a:t>2025/9/18</a:t>
            </a:fld>
            <a:endParaRPr lang="en-US" altLang="zh-CN"/>
          </a:p>
        </p:txBody>
      </p:sp>
      <p:sp>
        <p:nvSpPr>
          <p:cNvPr id="3" name="页脚占位符 2">
            <a:extLst>
              <a:ext uri="{FF2B5EF4-FFF2-40B4-BE49-F238E27FC236}">
                <a16:creationId xmlns:a16="http://schemas.microsoft.com/office/drawing/2014/main" id="{9EFF73C1-2F44-CEF7-9456-3B8FB3455B7F}"/>
              </a:ext>
            </a:extLst>
          </p:cNvPr>
          <p:cNvSpPr>
            <a:spLocks noGrp="1"/>
          </p:cNvSpPr>
          <p:nvPr>
            <p:ph type="ftr" sz="quarter" idx="11"/>
          </p:nvPr>
        </p:nvSpPr>
        <p:spPr/>
        <p:txBody>
          <a:body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4" name="灯片编号占位符 3">
            <a:extLst>
              <a:ext uri="{FF2B5EF4-FFF2-40B4-BE49-F238E27FC236}">
                <a16:creationId xmlns:a16="http://schemas.microsoft.com/office/drawing/2014/main" id="{435BC58A-8BC7-7C77-4425-5936A041D246}"/>
              </a:ext>
            </a:extLst>
          </p:cNvPr>
          <p:cNvSpPr>
            <a:spLocks noGrp="1"/>
          </p:cNvSpPr>
          <p:nvPr>
            <p:ph type="sldNum" sz="quarter" idx="12"/>
          </p:nvPr>
        </p:nvSpPr>
        <p:spPr/>
        <p:txBody>
          <a:bodyPr/>
          <a:lstStyle/>
          <a:p>
            <a:pPr>
              <a:defRPr/>
            </a:pPr>
            <a:fld id="{8BCAC33D-D29A-48B3-BCD6-381D3D720D26}" type="slidenum">
              <a:rPr lang="zh-CN" altLang="en-US" smtClean="0"/>
              <a:t>14</a:t>
            </a:fld>
            <a:endParaRPr lang="en-US" altLang="zh-C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028">
            <a:extLst>
              <a:ext uri="{FF2B5EF4-FFF2-40B4-BE49-F238E27FC236}">
                <a16:creationId xmlns:a16="http://schemas.microsoft.com/office/drawing/2014/main" id="{38F4A342-44BE-4819-93AD-92DB7CEE6313}"/>
              </a:ext>
            </a:extLst>
          </p:cNvPr>
          <p:cNvSpPr>
            <a:spLocks noGrp="1" noChangeArrowheads="1"/>
          </p:cNvSpPr>
          <p:nvPr>
            <p:ph type="title"/>
          </p:nvPr>
        </p:nvSpPr>
        <p:spPr>
          <a:xfrm>
            <a:off x="457200" y="260648"/>
            <a:ext cx="8229600" cy="1143000"/>
          </a:xfrm>
        </p:spPr>
        <p:txBody>
          <a:bodyPr/>
          <a:lstStyle/>
          <a:p>
            <a:pPr eaLnBrk="1" hangingPunct="1"/>
            <a:r>
              <a:rPr lang="zh-CN" altLang="en-US" sz="3600" b="1" dirty="0"/>
              <a:t>常用的一些操作数寻址方式</a:t>
            </a:r>
          </a:p>
        </p:txBody>
      </p:sp>
      <p:sp>
        <p:nvSpPr>
          <p:cNvPr id="119813" name="Rectangle 1029">
            <a:extLst>
              <a:ext uri="{FF2B5EF4-FFF2-40B4-BE49-F238E27FC236}">
                <a16:creationId xmlns:a16="http://schemas.microsoft.com/office/drawing/2014/main" id="{5366FB16-81C3-4C55-A042-D1708AF96E57}"/>
              </a:ext>
            </a:extLst>
          </p:cNvPr>
          <p:cNvSpPr>
            <a:spLocks noGrp="1" noChangeArrowheads="1"/>
          </p:cNvSpPr>
          <p:nvPr>
            <p:ph type="body" idx="1"/>
          </p:nvPr>
        </p:nvSpPr>
        <p:spPr>
          <a:xfrm>
            <a:off x="457200" y="1340768"/>
            <a:ext cx="8507288" cy="4525963"/>
          </a:xfrm>
        </p:spPr>
        <p:txBody>
          <a:bodyPr/>
          <a:lstStyle/>
          <a:p>
            <a:pPr eaLnBrk="1" hangingPunct="1"/>
            <a:r>
              <a:rPr lang="zh-CN" altLang="en-US" b="1" dirty="0"/>
              <a:t>自减寻址</a:t>
            </a:r>
          </a:p>
          <a:p>
            <a:pPr lvl="1" eaLnBrk="1" hangingPunct="1"/>
            <a:r>
              <a:rPr lang="zh-CN" altLang="en-US" b="1" dirty="0"/>
              <a:t>指令实例：</a:t>
            </a:r>
            <a:r>
              <a:rPr lang="en-US" altLang="zh-CN" b="1" dirty="0"/>
              <a:t>Add R1, -(R2)</a:t>
            </a:r>
          </a:p>
          <a:p>
            <a:pPr lvl="1" eaLnBrk="1" hangingPunct="1"/>
            <a:r>
              <a:rPr lang="zh-CN" altLang="en-US" b="1" dirty="0"/>
              <a:t>含义：</a:t>
            </a:r>
          </a:p>
          <a:p>
            <a:pPr lvl="2" eaLnBrk="1" hangingPunct="1"/>
            <a:r>
              <a:rPr lang="en-US" altLang="zh-CN" sz="2400" b="1" dirty="0"/>
              <a:t>Regs[R2]←Regs[R2]</a:t>
            </a:r>
            <a:r>
              <a:rPr lang="zh-CN" altLang="en-US" sz="2400" b="1" dirty="0"/>
              <a:t>－</a:t>
            </a:r>
            <a:r>
              <a:rPr lang="en-US" altLang="zh-CN" sz="2400" b="1" dirty="0"/>
              <a:t>d</a:t>
            </a:r>
          </a:p>
          <a:p>
            <a:pPr lvl="2" eaLnBrk="1" hangingPunct="1"/>
            <a:r>
              <a:rPr lang="en-US" altLang="zh-CN" sz="2400" b="1" dirty="0"/>
              <a:t>Regs[R1]←Regs[R1]+Mem[Regs[R2]]</a:t>
            </a:r>
          </a:p>
          <a:p>
            <a:pPr eaLnBrk="1" hangingPunct="1"/>
            <a:r>
              <a:rPr lang="zh-CN" altLang="en-US" b="1" dirty="0"/>
              <a:t>缩放寻址</a:t>
            </a:r>
          </a:p>
          <a:p>
            <a:pPr lvl="1" eaLnBrk="1" hangingPunct="1"/>
            <a:r>
              <a:rPr lang="zh-CN" altLang="en-US" b="1" dirty="0"/>
              <a:t>指令实例：</a:t>
            </a:r>
            <a:r>
              <a:rPr lang="en-US" altLang="zh-CN" b="1" dirty="0"/>
              <a:t>Add  R1 , 100(R2)[R3]</a:t>
            </a:r>
          </a:p>
          <a:p>
            <a:pPr lvl="1" eaLnBrk="1" hangingPunct="1"/>
            <a:r>
              <a:rPr lang="zh-CN" altLang="en-US" b="1" dirty="0"/>
              <a:t>含义：</a:t>
            </a:r>
          </a:p>
          <a:p>
            <a:pPr lvl="2" eaLnBrk="1" hangingPunct="1"/>
            <a:r>
              <a:rPr lang="en-US" altLang="zh-CN" sz="2400" b="1" dirty="0"/>
              <a:t>Regs[R1]←Regs[R1]</a:t>
            </a:r>
            <a:r>
              <a:rPr lang="zh-CN" altLang="en-US" sz="2400" b="1" dirty="0"/>
              <a:t>＋</a:t>
            </a:r>
            <a:r>
              <a:rPr lang="en-US" altLang="zh-CN" sz="2400" b="1" dirty="0"/>
              <a:t>Mem[100</a:t>
            </a:r>
            <a:r>
              <a:rPr lang="zh-CN" altLang="en-US" sz="2400" b="1" dirty="0"/>
              <a:t>＋</a:t>
            </a:r>
            <a:r>
              <a:rPr lang="en-US" altLang="zh-CN" sz="2400" b="1" dirty="0"/>
              <a:t>Regs[R2]+</a:t>
            </a:r>
            <a:r>
              <a:rPr lang="en-US" altLang="zh-CN" b="1" dirty="0"/>
              <a:t> Regs[R3]*d]</a:t>
            </a:r>
            <a:endParaRPr lang="en-US" altLang="zh-CN" sz="2400" b="1" dirty="0"/>
          </a:p>
        </p:txBody>
      </p:sp>
      <p:sp>
        <p:nvSpPr>
          <p:cNvPr id="2" name="日期占位符 1">
            <a:extLst>
              <a:ext uri="{FF2B5EF4-FFF2-40B4-BE49-F238E27FC236}">
                <a16:creationId xmlns:a16="http://schemas.microsoft.com/office/drawing/2014/main" id="{A8586007-5AE9-AA1C-481E-E7D6FF7CD8E5}"/>
              </a:ext>
            </a:extLst>
          </p:cNvPr>
          <p:cNvSpPr>
            <a:spLocks noGrp="1"/>
          </p:cNvSpPr>
          <p:nvPr>
            <p:ph type="dt" sz="half" idx="10"/>
          </p:nvPr>
        </p:nvSpPr>
        <p:spPr/>
        <p:txBody>
          <a:bodyPr/>
          <a:lstStyle/>
          <a:p>
            <a:pPr>
              <a:defRPr/>
            </a:pPr>
            <a:fld id="{9C455DF3-6E85-4EEF-AEA3-EB22B10AB55C}" type="datetime1">
              <a:rPr lang="zh-CN" altLang="en-US" smtClean="0"/>
              <a:t>2025/9/18</a:t>
            </a:fld>
            <a:endParaRPr lang="en-US" altLang="zh-CN"/>
          </a:p>
        </p:txBody>
      </p:sp>
      <p:sp>
        <p:nvSpPr>
          <p:cNvPr id="3" name="页脚占位符 2">
            <a:extLst>
              <a:ext uri="{FF2B5EF4-FFF2-40B4-BE49-F238E27FC236}">
                <a16:creationId xmlns:a16="http://schemas.microsoft.com/office/drawing/2014/main" id="{30C87C4D-532D-BEBD-F52A-D9967CE7AEAB}"/>
              </a:ext>
            </a:extLst>
          </p:cNvPr>
          <p:cNvSpPr>
            <a:spLocks noGrp="1"/>
          </p:cNvSpPr>
          <p:nvPr>
            <p:ph type="ftr" sz="quarter" idx="11"/>
          </p:nvPr>
        </p:nvSpPr>
        <p:spPr/>
        <p:txBody>
          <a:body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4" name="灯片编号占位符 3">
            <a:extLst>
              <a:ext uri="{FF2B5EF4-FFF2-40B4-BE49-F238E27FC236}">
                <a16:creationId xmlns:a16="http://schemas.microsoft.com/office/drawing/2014/main" id="{71110BB4-E90A-696F-6E59-A5675A37FABC}"/>
              </a:ext>
            </a:extLst>
          </p:cNvPr>
          <p:cNvSpPr>
            <a:spLocks noGrp="1"/>
          </p:cNvSpPr>
          <p:nvPr>
            <p:ph type="sldNum" sz="quarter" idx="12"/>
          </p:nvPr>
        </p:nvSpPr>
        <p:spPr/>
        <p:txBody>
          <a:bodyPr/>
          <a:lstStyle/>
          <a:p>
            <a:pPr>
              <a:defRPr/>
            </a:pPr>
            <a:fld id="{8BCAC33D-D29A-48B3-BCD6-381D3D720D26}" type="slidenum">
              <a:rPr lang="zh-CN" altLang="en-US" smtClean="0"/>
              <a:t>15</a:t>
            </a:fld>
            <a:endParaRPr lang="en-US" altLang="zh-C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865" name="Group 4">
            <a:extLst>
              <a:ext uri="{FF2B5EF4-FFF2-40B4-BE49-F238E27FC236}">
                <a16:creationId xmlns:a16="http://schemas.microsoft.com/office/drawing/2014/main" id="{FB88EAE6-B5E9-478B-A58B-1642B31F22DD}"/>
              </a:ext>
            </a:extLst>
          </p:cNvPr>
          <p:cNvGrpSpPr>
            <a:grpSpLocks/>
          </p:cNvGrpSpPr>
          <p:nvPr/>
        </p:nvGrpSpPr>
        <p:grpSpPr bwMode="auto">
          <a:xfrm>
            <a:off x="1588" y="0"/>
            <a:ext cx="9142412" cy="6858000"/>
            <a:chOff x="-3" y="-3"/>
            <a:chExt cx="3752" cy="7024"/>
          </a:xfrm>
        </p:grpSpPr>
        <p:grpSp>
          <p:nvGrpSpPr>
            <p:cNvPr id="36866" name="Group 5">
              <a:extLst>
                <a:ext uri="{FF2B5EF4-FFF2-40B4-BE49-F238E27FC236}">
                  <a16:creationId xmlns:a16="http://schemas.microsoft.com/office/drawing/2014/main" id="{E3D11941-4949-4201-9B33-DC663E2654F2}"/>
                </a:ext>
              </a:extLst>
            </p:cNvPr>
            <p:cNvGrpSpPr>
              <a:grpSpLocks/>
            </p:cNvGrpSpPr>
            <p:nvPr/>
          </p:nvGrpSpPr>
          <p:grpSpPr bwMode="auto">
            <a:xfrm>
              <a:off x="0" y="0"/>
              <a:ext cx="3746" cy="7018"/>
              <a:chOff x="0" y="0"/>
              <a:chExt cx="3746" cy="7018"/>
            </a:xfrm>
          </p:grpSpPr>
          <p:grpSp>
            <p:nvGrpSpPr>
              <p:cNvPr id="36868" name="Group 6">
                <a:extLst>
                  <a:ext uri="{FF2B5EF4-FFF2-40B4-BE49-F238E27FC236}">
                    <a16:creationId xmlns:a16="http://schemas.microsoft.com/office/drawing/2014/main" id="{31F367C8-D246-4CCB-9FA6-CA6743F95743}"/>
                  </a:ext>
                </a:extLst>
              </p:cNvPr>
              <p:cNvGrpSpPr>
                <a:grpSpLocks/>
              </p:cNvGrpSpPr>
              <p:nvPr/>
            </p:nvGrpSpPr>
            <p:grpSpPr bwMode="auto">
              <a:xfrm>
                <a:off x="0" y="0"/>
                <a:ext cx="849" cy="442"/>
                <a:chOff x="0" y="0"/>
                <a:chExt cx="849" cy="442"/>
              </a:xfrm>
            </p:grpSpPr>
            <p:sp>
              <p:nvSpPr>
                <p:cNvPr id="36965" name="Rectangle 7">
                  <a:extLst>
                    <a:ext uri="{FF2B5EF4-FFF2-40B4-BE49-F238E27FC236}">
                      <a16:creationId xmlns:a16="http://schemas.microsoft.com/office/drawing/2014/main" id="{15593798-3CAE-436D-8A15-E8D80504692D}"/>
                    </a:ext>
                  </a:extLst>
                </p:cNvPr>
                <p:cNvSpPr>
                  <a:spLocks noChangeArrowheads="1"/>
                </p:cNvSpPr>
                <p:nvPr/>
              </p:nvSpPr>
              <p:spPr bwMode="auto">
                <a:xfrm>
                  <a:off x="43" y="0"/>
                  <a:ext cx="763"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algn="ctr" eaLnBrk="1" hangingPunct="1">
                    <a:lnSpc>
                      <a:spcPct val="110000"/>
                    </a:lnSpc>
                  </a:pPr>
                  <a:r>
                    <a:rPr lang="zh-CN" altLang="en-US" sz="2000">
                      <a:solidFill>
                        <a:srgbClr val="E24C05"/>
                      </a:solidFill>
                      <a:latin typeface="Times New Roman" panose="02020603050405020304" pitchFamily="18" charset="0"/>
                    </a:rPr>
                    <a:t>寻址方式</a:t>
                  </a:r>
                </a:p>
                <a:p>
                  <a:pPr algn="ctr"/>
                  <a:endParaRPr lang="en-US" altLang="zh-CN" sz="1600">
                    <a:latin typeface="Times New Roman" panose="02020603050405020304" pitchFamily="18" charset="0"/>
                    <a:ea typeface="宋体" panose="02010600030101010101" pitchFamily="2" charset="-122"/>
                  </a:endParaRPr>
                </a:p>
              </p:txBody>
            </p:sp>
            <p:sp>
              <p:nvSpPr>
                <p:cNvPr id="36966" name="Rectangle 8">
                  <a:extLst>
                    <a:ext uri="{FF2B5EF4-FFF2-40B4-BE49-F238E27FC236}">
                      <a16:creationId xmlns:a16="http://schemas.microsoft.com/office/drawing/2014/main" id="{DF176296-3E24-4811-9E32-8F609A98F9D5}"/>
                    </a:ext>
                  </a:extLst>
                </p:cNvPr>
                <p:cNvSpPr>
                  <a:spLocks noChangeArrowheads="1"/>
                </p:cNvSpPr>
                <p:nvPr/>
              </p:nvSpPr>
              <p:spPr bwMode="auto">
                <a:xfrm>
                  <a:off x="0" y="0"/>
                  <a:ext cx="849" cy="44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eaLnBrk="1" hangingPunct="1"/>
                  <a:endParaRPr lang="zh-CN" altLang="en-US"/>
                </a:p>
              </p:txBody>
            </p:sp>
          </p:grpSp>
          <p:grpSp>
            <p:nvGrpSpPr>
              <p:cNvPr id="36869" name="Group 9">
                <a:extLst>
                  <a:ext uri="{FF2B5EF4-FFF2-40B4-BE49-F238E27FC236}">
                    <a16:creationId xmlns:a16="http://schemas.microsoft.com/office/drawing/2014/main" id="{6229F604-BAB1-42D0-9B04-C9C32FA895BC}"/>
                  </a:ext>
                </a:extLst>
              </p:cNvPr>
              <p:cNvGrpSpPr>
                <a:grpSpLocks/>
              </p:cNvGrpSpPr>
              <p:nvPr/>
            </p:nvGrpSpPr>
            <p:grpSpPr bwMode="auto">
              <a:xfrm>
                <a:off x="849" y="0"/>
                <a:ext cx="806" cy="442"/>
                <a:chOff x="849" y="0"/>
                <a:chExt cx="806" cy="442"/>
              </a:xfrm>
            </p:grpSpPr>
            <p:sp>
              <p:nvSpPr>
                <p:cNvPr id="36963" name="Rectangle 10">
                  <a:extLst>
                    <a:ext uri="{FF2B5EF4-FFF2-40B4-BE49-F238E27FC236}">
                      <a16:creationId xmlns:a16="http://schemas.microsoft.com/office/drawing/2014/main" id="{09941F64-6546-49C5-AD39-FD3474C8DC37}"/>
                    </a:ext>
                  </a:extLst>
                </p:cNvPr>
                <p:cNvSpPr>
                  <a:spLocks noChangeArrowheads="1"/>
                </p:cNvSpPr>
                <p:nvPr/>
              </p:nvSpPr>
              <p:spPr bwMode="auto">
                <a:xfrm>
                  <a:off x="892" y="0"/>
                  <a:ext cx="720"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algn="ctr" eaLnBrk="1" hangingPunct="1"/>
                  <a:r>
                    <a:rPr lang="zh-CN" altLang="en-US" sz="2000">
                      <a:solidFill>
                        <a:srgbClr val="E24C05"/>
                      </a:solidFill>
                      <a:latin typeface="Times New Roman" panose="02020603050405020304" pitchFamily="18" charset="0"/>
                    </a:rPr>
                    <a:t>指令实例</a:t>
                  </a:r>
                </a:p>
                <a:p>
                  <a:pPr algn="ctr"/>
                  <a:endParaRPr lang="en-US" altLang="zh-CN" sz="1600">
                    <a:latin typeface="Times New Roman" panose="02020603050405020304" pitchFamily="18" charset="0"/>
                  </a:endParaRPr>
                </a:p>
              </p:txBody>
            </p:sp>
            <p:sp>
              <p:nvSpPr>
                <p:cNvPr id="36964" name="Rectangle 11">
                  <a:extLst>
                    <a:ext uri="{FF2B5EF4-FFF2-40B4-BE49-F238E27FC236}">
                      <a16:creationId xmlns:a16="http://schemas.microsoft.com/office/drawing/2014/main" id="{C58AB5E8-44A3-4642-B360-D6FBFBAB7FEB}"/>
                    </a:ext>
                  </a:extLst>
                </p:cNvPr>
                <p:cNvSpPr>
                  <a:spLocks noChangeArrowheads="1"/>
                </p:cNvSpPr>
                <p:nvPr/>
              </p:nvSpPr>
              <p:spPr bwMode="auto">
                <a:xfrm>
                  <a:off x="849" y="0"/>
                  <a:ext cx="806" cy="44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eaLnBrk="1" hangingPunct="1"/>
                  <a:endParaRPr lang="zh-CN" altLang="en-US"/>
                </a:p>
              </p:txBody>
            </p:sp>
          </p:grpSp>
          <p:grpSp>
            <p:nvGrpSpPr>
              <p:cNvPr id="36870" name="Group 12">
                <a:extLst>
                  <a:ext uri="{FF2B5EF4-FFF2-40B4-BE49-F238E27FC236}">
                    <a16:creationId xmlns:a16="http://schemas.microsoft.com/office/drawing/2014/main" id="{C5E0A143-CB6D-47F1-AA19-CF31844219F5}"/>
                  </a:ext>
                </a:extLst>
              </p:cNvPr>
              <p:cNvGrpSpPr>
                <a:grpSpLocks/>
              </p:cNvGrpSpPr>
              <p:nvPr/>
            </p:nvGrpSpPr>
            <p:grpSpPr bwMode="auto">
              <a:xfrm>
                <a:off x="1655" y="0"/>
                <a:ext cx="2091" cy="442"/>
                <a:chOff x="1655" y="0"/>
                <a:chExt cx="2091" cy="442"/>
              </a:xfrm>
            </p:grpSpPr>
            <p:sp>
              <p:nvSpPr>
                <p:cNvPr id="36961" name="Rectangle 13">
                  <a:extLst>
                    <a:ext uri="{FF2B5EF4-FFF2-40B4-BE49-F238E27FC236}">
                      <a16:creationId xmlns:a16="http://schemas.microsoft.com/office/drawing/2014/main" id="{54F53D3F-7CB5-4065-9AF2-46A4D95AA92F}"/>
                    </a:ext>
                  </a:extLst>
                </p:cNvPr>
                <p:cNvSpPr>
                  <a:spLocks noChangeArrowheads="1"/>
                </p:cNvSpPr>
                <p:nvPr/>
              </p:nvSpPr>
              <p:spPr bwMode="auto">
                <a:xfrm>
                  <a:off x="1698" y="0"/>
                  <a:ext cx="2005"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algn="ctr" eaLnBrk="1" hangingPunct="1"/>
                  <a:r>
                    <a:rPr lang="zh-CN" altLang="en-US" sz="2000">
                      <a:solidFill>
                        <a:srgbClr val="E24C05"/>
                      </a:solidFill>
                      <a:latin typeface="黑体" panose="02010609060101010101" pitchFamily="49" charset="-122"/>
                    </a:rPr>
                    <a:t>含       义</a:t>
                  </a:r>
                </a:p>
                <a:p>
                  <a:pPr algn="ctr"/>
                  <a:endParaRPr lang="en-US" altLang="zh-CN" sz="1600">
                    <a:latin typeface="黑体" panose="02010609060101010101" pitchFamily="49" charset="-122"/>
                  </a:endParaRPr>
                </a:p>
              </p:txBody>
            </p:sp>
            <p:sp>
              <p:nvSpPr>
                <p:cNvPr id="36962" name="Rectangle 14">
                  <a:extLst>
                    <a:ext uri="{FF2B5EF4-FFF2-40B4-BE49-F238E27FC236}">
                      <a16:creationId xmlns:a16="http://schemas.microsoft.com/office/drawing/2014/main" id="{6C823B4D-B860-4EAC-8CA4-EB413370ED73}"/>
                    </a:ext>
                  </a:extLst>
                </p:cNvPr>
                <p:cNvSpPr>
                  <a:spLocks noChangeArrowheads="1"/>
                </p:cNvSpPr>
                <p:nvPr/>
              </p:nvSpPr>
              <p:spPr bwMode="auto">
                <a:xfrm>
                  <a:off x="1655" y="0"/>
                  <a:ext cx="2091" cy="44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eaLnBrk="1" hangingPunct="1"/>
                  <a:endParaRPr lang="zh-CN" altLang="en-US"/>
                </a:p>
              </p:txBody>
            </p:sp>
          </p:grpSp>
          <p:grpSp>
            <p:nvGrpSpPr>
              <p:cNvPr id="36871" name="Group 15">
                <a:extLst>
                  <a:ext uri="{FF2B5EF4-FFF2-40B4-BE49-F238E27FC236}">
                    <a16:creationId xmlns:a16="http://schemas.microsoft.com/office/drawing/2014/main" id="{A91A47EE-C6BE-45A6-B51A-A1D756BBF62E}"/>
                  </a:ext>
                </a:extLst>
              </p:cNvPr>
              <p:cNvGrpSpPr>
                <a:grpSpLocks/>
              </p:cNvGrpSpPr>
              <p:nvPr/>
            </p:nvGrpSpPr>
            <p:grpSpPr bwMode="auto">
              <a:xfrm>
                <a:off x="0" y="442"/>
                <a:ext cx="849" cy="596"/>
                <a:chOff x="0" y="442"/>
                <a:chExt cx="849" cy="596"/>
              </a:xfrm>
            </p:grpSpPr>
            <p:sp>
              <p:nvSpPr>
                <p:cNvPr id="36959" name="Rectangle 16">
                  <a:extLst>
                    <a:ext uri="{FF2B5EF4-FFF2-40B4-BE49-F238E27FC236}">
                      <a16:creationId xmlns:a16="http://schemas.microsoft.com/office/drawing/2014/main" id="{B2392B2D-8880-478C-94E0-B767056CF2EB}"/>
                    </a:ext>
                  </a:extLst>
                </p:cNvPr>
                <p:cNvSpPr>
                  <a:spLocks noChangeArrowheads="1"/>
                </p:cNvSpPr>
                <p:nvPr/>
              </p:nvSpPr>
              <p:spPr bwMode="auto">
                <a:xfrm>
                  <a:off x="43" y="442"/>
                  <a:ext cx="763"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algn="ctr" eaLnBrk="1" hangingPunct="1">
                    <a:lnSpc>
                      <a:spcPct val="130000"/>
                    </a:lnSpc>
                  </a:pPr>
                  <a:r>
                    <a:rPr lang="zh-CN" altLang="en-US" sz="1800">
                      <a:latin typeface="Times New Roman" panose="02020603050405020304" pitchFamily="18" charset="0"/>
                    </a:rPr>
                    <a:t>寄存器寻址</a:t>
                  </a:r>
                </a:p>
                <a:p>
                  <a:pPr algn="just"/>
                  <a:endParaRPr lang="en-US" altLang="zh-CN" sz="2000">
                    <a:latin typeface="Times New Roman" panose="02020603050405020304" pitchFamily="18" charset="0"/>
                  </a:endParaRPr>
                </a:p>
              </p:txBody>
            </p:sp>
            <p:sp>
              <p:nvSpPr>
                <p:cNvPr id="36960" name="Rectangle 17">
                  <a:extLst>
                    <a:ext uri="{FF2B5EF4-FFF2-40B4-BE49-F238E27FC236}">
                      <a16:creationId xmlns:a16="http://schemas.microsoft.com/office/drawing/2014/main" id="{CCF1A6CC-3C62-4923-9540-AFF373105312}"/>
                    </a:ext>
                  </a:extLst>
                </p:cNvPr>
                <p:cNvSpPr>
                  <a:spLocks noChangeArrowheads="1"/>
                </p:cNvSpPr>
                <p:nvPr/>
              </p:nvSpPr>
              <p:spPr bwMode="auto">
                <a:xfrm>
                  <a:off x="0" y="442"/>
                  <a:ext cx="849" cy="59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eaLnBrk="1" hangingPunct="1"/>
                  <a:endParaRPr lang="zh-CN" altLang="en-US"/>
                </a:p>
              </p:txBody>
            </p:sp>
          </p:grpSp>
          <p:grpSp>
            <p:nvGrpSpPr>
              <p:cNvPr id="36872" name="Group 18">
                <a:extLst>
                  <a:ext uri="{FF2B5EF4-FFF2-40B4-BE49-F238E27FC236}">
                    <a16:creationId xmlns:a16="http://schemas.microsoft.com/office/drawing/2014/main" id="{F6B49018-A786-4C30-857A-710227008445}"/>
                  </a:ext>
                </a:extLst>
              </p:cNvPr>
              <p:cNvGrpSpPr>
                <a:grpSpLocks/>
              </p:cNvGrpSpPr>
              <p:nvPr/>
            </p:nvGrpSpPr>
            <p:grpSpPr bwMode="auto">
              <a:xfrm>
                <a:off x="849" y="442"/>
                <a:ext cx="806" cy="596"/>
                <a:chOff x="849" y="442"/>
                <a:chExt cx="806" cy="596"/>
              </a:xfrm>
            </p:grpSpPr>
            <p:sp>
              <p:nvSpPr>
                <p:cNvPr id="36957" name="Rectangle 19">
                  <a:extLst>
                    <a:ext uri="{FF2B5EF4-FFF2-40B4-BE49-F238E27FC236}">
                      <a16:creationId xmlns:a16="http://schemas.microsoft.com/office/drawing/2014/main" id="{BEFA12FC-771E-4B6F-8430-E292078A7C05}"/>
                    </a:ext>
                  </a:extLst>
                </p:cNvPr>
                <p:cNvSpPr>
                  <a:spLocks noChangeArrowheads="1"/>
                </p:cNvSpPr>
                <p:nvPr/>
              </p:nvSpPr>
              <p:spPr bwMode="auto">
                <a:xfrm>
                  <a:off x="892" y="442"/>
                  <a:ext cx="720"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algn="just" eaLnBrk="1" hangingPunct="1">
                    <a:lnSpc>
                      <a:spcPct val="130000"/>
                    </a:lnSpc>
                  </a:pPr>
                  <a:r>
                    <a:rPr lang="en-US" altLang="zh-CN" sz="1600" b="1">
                      <a:latin typeface="Times New Roman" panose="02020603050405020304" pitchFamily="18" charset="0"/>
                      <a:ea typeface="楷体_GB2312" pitchFamily="49" charset="-122"/>
                    </a:rPr>
                    <a:t>ADD R1 , R2</a:t>
                  </a:r>
                  <a:endParaRPr lang="en-US" altLang="zh-CN" sz="1600" b="1">
                    <a:latin typeface="Times New Roman" panose="02020603050405020304" pitchFamily="18" charset="0"/>
                    <a:ea typeface="宋体" panose="02010600030101010101" pitchFamily="2" charset="-122"/>
                  </a:endParaRPr>
                </a:p>
                <a:p>
                  <a:pPr algn="just"/>
                  <a:endParaRPr lang="en-US" altLang="zh-CN" sz="1600">
                    <a:latin typeface="Times New Roman" panose="02020603050405020304" pitchFamily="18" charset="0"/>
                    <a:ea typeface="宋体" panose="02010600030101010101" pitchFamily="2" charset="-122"/>
                  </a:endParaRPr>
                </a:p>
              </p:txBody>
            </p:sp>
            <p:sp>
              <p:nvSpPr>
                <p:cNvPr id="36958" name="Rectangle 20">
                  <a:extLst>
                    <a:ext uri="{FF2B5EF4-FFF2-40B4-BE49-F238E27FC236}">
                      <a16:creationId xmlns:a16="http://schemas.microsoft.com/office/drawing/2014/main" id="{4EE411CA-8CB2-46C6-A25B-995F9AD6CA87}"/>
                    </a:ext>
                  </a:extLst>
                </p:cNvPr>
                <p:cNvSpPr>
                  <a:spLocks noChangeArrowheads="1"/>
                </p:cNvSpPr>
                <p:nvPr/>
              </p:nvSpPr>
              <p:spPr bwMode="auto">
                <a:xfrm>
                  <a:off x="849" y="442"/>
                  <a:ext cx="806" cy="59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eaLnBrk="1" hangingPunct="1"/>
                  <a:endParaRPr lang="zh-CN" altLang="en-US"/>
                </a:p>
              </p:txBody>
            </p:sp>
          </p:grpSp>
          <p:grpSp>
            <p:nvGrpSpPr>
              <p:cNvPr id="36873" name="Group 21">
                <a:extLst>
                  <a:ext uri="{FF2B5EF4-FFF2-40B4-BE49-F238E27FC236}">
                    <a16:creationId xmlns:a16="http://schemas.microsoft.com/office/drawing/2014/main" id="{43B718D7-3DC9-4DEF-9DCE-C7BF63608D9D}"/>
                  </a:ext>
                </a:extLst>
              </p:cNvPr>
              <p:cNvGrpSpPr>
                <a:grpSpLocks/>
              </p:cNvGrpSpPr>
              <p:nvPr/>
            </p:nvGrpSpPr>
            <p:grpSpPr bwMode="auto">
              <a:xfrm>
                <a:off x="1655" y="442"/>
                <a:ext cx="2091" cy="596"/>
                <a:chOff x="1655" y="442"/>
                <a:chExt cx="2091" cy="596"/>
              </a:xfrm>
            </p:grpSpPr>
            <p:sp>
              <p:nvSpPr>
                <p:cNvPr id="36955" name="Rectangle 22">
                  <a:extLst>
                    <a:ext uri="{FF2B5EF4-FFF2-40B4-BE49-F238E27FC236}">
                      <a16:creationId xmlns:a16="http://schemas.microsoft.com/office/drawing/2014/main" id="{5DBDB94C-7AB1-4515-BD3E-082DB1F9A5B4}"/>
                    </a:ext>
                  </a:extLst>
                </p:cNvPr>
                <p:cNvSpPr>
                  <a:spLocks noChangeArrowheads="1"/>
                </p:cNvSpPr>
                <p:nvPr/>
              </p:nvSpPr>
              <p:spPr bwMode="auto">
                <a:xfrm>
                  <a:off x="1698" y="442"/>
                  <a:ext cx="2005"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algn="just" eaLnBrk="1" hangingPunct="1">
                    <a:lnSpc>
                      <a:spcPct val="130000"/>
                    </a:lnSpc>
                  </a:pPr>
                  <a:r>
                    <a:rPr lang="en-US" altLang="zh-CN" sz="1600" b="1">
                      <a:latin typeface="Times New Roman" panose="02020603050405020304" pitchFamily="18" charset="0"/>
                      <a:ea typeface="楷体_GB2312" pitchFamily="49" charset="-122"/>
                    </a:rPr>
                    <a:t>Regs[R1]←Regs[R1]</a:t>
                  </a:r>
                  <a:r>
                    <a:rPr lang="zh-CN" altLang="en-US" sz="1600" b="1">
                      <a:latin typeface="Times New Roman" panose="02020603050405020304" pitchFamily="18" charset="0"/>
                      <a:ea typeface="楷体_GB2312" pitchFamily="49" charset="-122"/>
                    </a:rPr>
                    <a:t>＋</a:t>
                  </a:r>
                  <a:r>
                    <a:rPr lang="en-US" altLang="zh-CN" sz="1600" b="1">
                      <a:latin typeface="Times New Roman" panose="02020603050405020304" pitchFamily="18" charset="0"/>
                      <a:ea typeface="楷体_GB2312" pitchFamily="49" charset="-122"/>
                    </a:rPr>
                    <a:t>Regs[R2]</a:t>
                  </a:r>
                  <a:endParaRPr lang="en-US" altLang="zh-CN" sz="1600" b="1">
                    <a:latin typeface="Times New Roman" panose="02020603050405020304" pitchFamily="18" charset="0"/>
                    <a:ea typeface="宋体" panose="02010600030101010101" pitchFamily="2" charset="-122"/>
                  </a:endParaRPr>
                </a:p>
                <a:p>
                  <a:pPr algn="just"/>
                  <a:endParaRPr lang="en-US" altLang="zh-CN" sz="1600">
                    <a:latin typeface="Times New Roman" panose="02020603050405020304" pitchFamily="18" charset="0"/>
                    <a:ea typeface="宋体" panose="02010600030101010101" pitchFamily="2" charset="-122"/>
                  </a:endParaRPr>
                </a:p>
              </p:txBody>
            </p:sp>
            <p:sp>
              <p:nvSpPr>
                <p:cNvPr id="36956" name="Rectangle 23">
                  <a:extLst>
                    <a:ext uri="{FF2B5EF4-FFF2-40B4-BE49-F238E27FC236}">
                      <a16:creationId xmlns:a16="http://schemas.microsoft.com/office/drawing/2014/main" id="{67E5DFEA-4F58-4E77-B8B2-159D74F3BE71}"/>
                    </a:ext>
                  </a:extLst>
                </p:cNvPr>
                <p:cNvSpPr>
                  <a:spLocks noChangeArrowheads="1"/>
                </p:cNvSpPr>
                <p:nvPr/>
              </p:nvSpPr>
              <p:spPr bwMode="auto">
                <a:xfrm>
                  <a:off x="1655" y="442"/>
                  <a:ext cx="2091" cy="59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eaLnBrk="1" hangingPunct="1"/>
                  <a:endParaRPr lang="zh-CN" altLang="en-US"/>
                </a:p>
              </p:txBody>
            </p:sp>
          </p:grpSp>
          <p:grpSp>
            <p:nvGrpSpPr>
              <p:cNvPr id="36874" name="Group 24">
                <a:extLst>
                  <a:ext uri="{FF2B5EF4-FFF2-40B4-BE49-F238E27FC236}">
                    <a16:creationId xmlns:a16="http://schemas.microsoft.com/office/drawing/2014/main" id="{722FFB82-5034-46B4-A9B7-045756FE4D3E}"/>
                  </a:ext>
                </a:extLst>
              </p:cNvPr>
              <p:cNvGrpSpPr>
                <a:grpSpLocks/>
              </p:cNvGrpSpPr>
              <p:nvPr/>
            </p:nvGrpSpPr>
            <p:grpSpPr bwMode="auto">
              <a:xfrm>
                <a:off x="0" y="1038"/>
                <a:ext cx="849" cy="596"/>
                <a:chOff x="0" y="1038"/>
                <a:chExt cx="849" cy="596"/>
              </a:xfrm>
            </p:grpSpPr>
            <p:sp>
              <p:nvSpPr>
                <p:cNvPr id="36953" name="Rectangle 25">
                  <a:extLst>
                    <a:ext uri="{FF2B5EF4-FFF2-40B4-BE49-F238E27FC236}">
                      <a16:creationId xmlns:a16="http://schemas.microsoft.com/office/drawing/2014/main" id="{F2D51557-0FA0-498F-91C5-A55A8D17A17B}"/>
                    </a:ext>
                  </a:extLst>
                </p:cNvPr>
                <p:cNvSpPr>
                  <a:spLocks noChangeArrowheads="1"/>
                </p:cNvSpPr>
                <p:nvPr/>
              </p:nvSpPr>
              <p:spPr bwMode="auto">
                <a:xfrm>
                  <a:off x="43" y="1038"/>
                  <a:ext cx="763"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algn="ctr" eaLnBrk="1" hangingPunct="1">
                    <a:lnSpc>
                      <a:spcPct val="140000"/>
                    </a:lnSpc>
                  </a:pPr>
                  <a:r>
                    <a:rPr lang="zh-CN" altLang="en-US" sz="1800">
                      <a:latin typeface="Times New Roman" panose="02020603050405020304" pitchFamily="18" charset="0"/>
                    </a:rPr>
                    <a:t>立即值寻址</a:t>
                  </a:r>
                </a:p>
                <a:p>
                  <a:pPr algn="just"/>
                  <a:endParaRPr lang="en-US" altLang="zh-CN" sz="1600">
                    <a:latin typeface="Times New Roman" panose="02020603050405020304" pitchFamily="18" charset="0"/>
                    <a:ea typeface="宋体" panose="02010600030101010101" pitchFamily="2" charset="-122"/>
                  </a:endParaRPr>
                </a:p>
              </p:txBody>
            </p:sp>
            <p:sp>
              <p:nvSpPr>
                <p:cNvPr id="36954" name="Rectangle 26">
                  <a:extLst>
                    <a:ext uri="{FF2B5EF4-FFF2-40B4-BE49-F238E27FC236}">
                      <a16:creationId xmlns:a16="http://schemas.microsoft.com/office/drawing/2014/main" id="{D5E82D09-ADC2-44D8-A850-A02B0A14467D}"/>
                    </a:ext>
                  </a:extLst>
                </p:cNvPr>
                <p:cNvSpPr>
                  <a:spLocks noChangeArrowheads="1"/>
                </p:cNvSpPr>
                <p:nvPr/>
              </p:nvSpPr>
              <p:spPr bwMode="auto">
                <a:xfrm>
                  <a:off x="0" y="1038"/>
                  <a:ext cx="849" cy="59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eaLnBrk="1" hangingPunct="1"/>
                  <a:endParaRPr lang="zh-CN" altLang="en-US"/>
                </a:p>
              </p:txBody>
            </p:sp>
          </p:grpSp>
          <p:grpSp>
            <p:nvGrpSpPr>
              <p:cNvPr id="36875" name="Group 27">
                <a:extLst>
                  <a:ext uri="{FF2B5EF4-FFF2-40B4-BE49-F238E27FC236}">
                    <a16:creationId xmlns:a16="http://schemas.microsoft.com/office/drawing/2014/main" id="{12566FE0-812C-49C8-B285-8D0B45669718}"/>
                  </a:ext>
                </a:extLst>
              </p:cNvPr>
              <p:cNvGrpSpPr>
                <a:grpSpLocks/>
              </p:cNvGrpSpPr>
              <p:nvPr/>
            </p:nvGrpSpPr>
            <p:grpSpPr bwMode="auto">
              <a:xfrm>
                <a:off x="849" y="1038"/>
                <a:ext cx="806" cy="596"/>
                <a:chOff x="849" y="1038"/>
                <a:chExt cx="806" cy="596"/>
              </a:xfrm>
            </p:grpSpPr>
            <p:sp>
              <p:nvSpPr>
                <p:cNvPr id="36951" name="Rectangle 28">
                  <a:extLst>
                    <a:ext uri="{FF2B5EF4-FFF2-40B4-BE49-F238E27FC236}">
                      <a16:creationId xmlns:a16="http://schemas.microsoft.com/office/drawing/2014/main" id="{6AE301B1-1018-4EC2-8E23-BFB3282CA4B0}"/>
                    </a:ext>
                  </a:extLst>
                </p:cNvPr>
                <p:cNvSpPr>
                  <a:spLocks noChangeArrowheads="1"/>
                </p:cNvSpPr>
                <p:nvPr/>
              </p:nvSpPr>
              <p:spPr bwMode="auto">
                <a:xfrm>
                  <a:off x="892" y="1038"/>
                  <a:ext cx="720"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algn="just" eaLnBrk="1" hangingPunct="1">
                    <a:lnSpc>
                      <a:spcPct val="130000"/>
                    </a:lnSpc>
                  </a:pPr>
                  <a:r>
                    <a:rPr lang="en-US" altLang="zh-CN" sz="1600" b="1">
                      <a:latin typeface="Times New Roman" panose="02020603050405020304" pitchFamily="18" charset="0"/>
                      <a:ea typeface="楷体_GB2312" pitchFamily="49" charset="-122"/>
                    </a:rPr>
                    <a:t>ADD R3 , #6</a:t>
                  </a:r>
                  <a:endParaRPr lang="en-US" altLang="zh-CN" sz="1600" b="1">
                    <a:latin typeface="Times New Roman" panose="02020603050405020304" pitchFamily="18" charset="0"/>
                    <a:ea typeface="宋体" panose="02010600030101010101" pitchFamily="2" charset="-122"/>
                  </a:endParaRPr>
                </a:p>
                <a:p>
                  <a:pPr algn="just"/>
                  <a:endParaRPr lang="en-US" altLang="zh-CN" sz="1600">
                    <a:latin typeface="Times New Roman" panose="02020603050405020304" pitchFamily="18" charset="0"/>
                    <a:ea typeface="宋体" panose="02010600030101010101" pitchFamily="2" charset="-122"/>
                  </a:endParaRPr>
                </a:p>
              </p:txBody>
            </p:sp>
            <p:sp>
              <p:nvSpPr>
                <p:cNvPr id="36952" name="Rectangle 29">
                  <a:extLst>
                    <a:ext uri="{FF2B5EF4-FFF2-40B4-BE49-F238E27FC236}">
                      <a16:creationId xmlns:a16="http://schemas.microsoft.com/office/drawing/2014/main" id="{8DF40A1F-3259-44DD-87B1-51759F09D6CC}"/>
                    </a:ext>
                  </a:extLst>
                </p:cNvPr>
                <p:cNvSpPr>
                  <a:spLocks noChangeArrowheads="1"/>
                </p:cNvSpPr>
                <p:nvPr/>
              </p:nvSpPr>
              <p:spPr bwMode="auto">
                <a:xfrm>
                  <a:off x="849" y="1038"/>
                  <a:ext cx="806" cy="59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eaLnBrk="1" hangingPunct="1"/>
                  <a:endParaRPr lang="zh-CN" altLang="en-US"/>
                </a:p>
              </p:txBody>
            </p:sp>
          </p:grpSp>
          <p:grpSp>
            <p:nvGrpSpPr>
              <p:cNvPr id="36876" name="Group 30">
                <a:extLst>
                  <a:ext uri="{FF2B5EF4-FFF2-40B4-BE49-F238E27FC236}">
                    <a16:creationId xmlns:a16="http://schemas.microsoft.com/office/drawing/2014/main" id="{1E6F4243-A6DB-4C34-93CD-02252A24E3E7}"/>
                  </a:ext>
                </a:extLst>
              </p:cNvPr>
              <p:cNvGrpSpPr>
                <a:grpSpLocks/>
              </p:cNvGrpSpPr>
              <p:nvPr/>
            </p:nvGrpSpPr>
            <p:grpSpPr bwMode="auto">
              <a:xfrm>
                <a:off x="1655" y="1038"/>
                <a:ext cx="2091" cy="596"/>
                <a:chOff x="1655" y="1038"/>
                <a:chExt cx="2091" cy="596"/>
              </a:xfrm>
            </p:grpSpPr>
            <p:sp>
              <p:nvSpPr>
                <p:cNvPr id="36949" name="Rectangle 31">
                  <a:extLst>
                    <a:ext uri="{FF2B5EF4-FFF2-40B4-BE49-F238E27FC236}">
                      <a16:creationId xmlns:a16="http://schemas.microsoft.com/office/drawing/2014/main" id="{63F72DF5-AC5C-449B-B19B-BED85C988529}"/>
                    </a:ext>
                  </a:extLst>
                </p:cNvPr>
                <p:cNvSpPr>
                  <a:spLocks noChangeArrowheads="1"/>
                </p:cNvSpPr>
                <p:nvPr/>
              </p:nvSpPr>
              <p:spPr bwMode="auto">
                <a:xfrm>
                  <a:off x="1698" y="1038"/>
                  <a:ext cx="2005"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algn="just" eaLnBrk="1" hangingPunct="1">
                    <a:lnSpc>
                      <a:spcPct val="130000"/>
                    </a:lnSpc>
                  </a:pPr>
                  <a:r>
                    <a:rPr lang="en-US" altLang="zh-CN" sz="1600" b="1">
                      <a:latin typeface="Times New Roman" panose="02020603050405020304" pitchFamily="18" charset="0"/>
                      <a:ea typeface="楷体_GB2312" pitchFamily="49" charset="-122"/>
                    </a:rPr>
                    <a:t>Regs[R3]←Regs[R3]</a:t>
                  </a:r>
                  <a:r>
                    <a:rPr lang="zh-CN" altLang="en-US" sz="1600" b="1">
                      <a:latin typeface="Times New Roman" panose="02020603050405020304" pitchFamily="18" charset="0"/>
                      <a:ea typeface="楷体_GB2312" pitchFamily="49" charset="-122"/>
                    </a:rPr>
                    <a:t>＋</a:t>
                  </a:r>
                  <a:r>
                    <a:rPr lang="en-US" altLang="zh-CN" sz="1600" b="1">
                      <a:latin typeface="Times New Roman" panose="02020603050405020304" pitchFamily="18" charset="0"/>
                      <a:ea typeface="楷体_GB2312" pitchFamily="49" charset="-122"/>
                    </a:rPr>
                    <a:t>6</a:t>
                  </a:r>
                  <a:endParaRPr lang="en-US" altLang="zh-CN" sz="1600" b="1">
                    <a:latin typeface="Times New Roman" panose="02020603050405020304" pitchFamily="18" charset="0"/>
                    <a:ea typeface="宋体" panose="02010600030101010101" pitchFamily="2" charset="-122"/>
                  </a:endParaRPr>
                </a:p>
                <a:p>
                  <a:pPr algn="just"/>
                  <a:endParaRPr lang="en-US" altLang="zh-CN" sz="1600">
                    <a:latin typeface="Times New Roman" panose="02020603050405020304" pitchFamily="18" charset="0"/>
                    <a:ea typeface="宋体" panose="02010600030101010101" pitchFamily="2" charset="-122"/>
                  </a:endParaRPr>
                </a:p>
              </p:txBody>
            </p:sp>
            <p:sp>
              <p:nvSpPr>
                <p:cNvPr id="36950" name="Rectangle 32">
                  <a:extLst>
                    <a:ext uri="{FF2B5EF4-FFF2-40B4-BE49-F238E27FC236}">
                      <a16:creationId xmlns:a16="http://schemas.microsoft.com/office/drawing/2014/main" id="{600D003F-27D1-40C6-923C-22BA998E8C7A}"/>
                    </a:ext>
                  </a:extLst>
                </p:cNvPr>
                <p:cNvSpPr>
                  <a:spLocks noChangeArrowheads="1"/>
                </p:cNvSpPr>
                <p:nvPr/>
              </p:nvSpPr>
              <p:spPr bwMode="auto">
                <a:xfrm>
                  <a:off x="1655" y="1038"/>
                  <a:ext cx="2091" cy="59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eaLnBrk="1" hangingPunct="1"/>
                  <a:endParaRPr lang="zh-CN" altLang="en-US"/>
                </a:p>
              </p:txBody>
            </p:sp>
          </p:grpSp>
          <p:grpSp>
            <p:nvGrpSpPr>
              <p:cNvPr id="36877" name="Group 33">
                <a:extLst>
                  <a:ext uri="{FF2B5EF4-FFF2-40B4-BE49-F238E27FC236}">
                    <a16:creationId xmlns:a16="http://schemas.microsoft.com/office/drawing/2014/main" id="{FACDA0F8-211F-442D-867F-F813DB6FBEDD}"/>
                  </a:ext>
                </a:extLst>
              </p:cNvPr>
              <p:cNvGrpSpPr>
                <a:grpSpLocks/>
              </p:cNvGrpSpPr>
              <p:nvPr/>
            </p:nvGrpSpPr>
            <p:grpSpPr bwMode="auto">
              <a:xfrm>
                <a:off x="0" y="1634"/>
                <a:ext cx="849" cy="596"/>
                <a:chOff x="0" y="1634"/>
                <a:chExt cx="849" cy="596"/>
              </a:xfrm>
            </p:grpSpPr>
            <p:sp>
              <p:nvSpPr>
                <p:cNvPr id="36947" name="Rectangle 34">
                  <a:extLst>
                    <a:ext uri="{FF2B5EF4-FFF2-40B4-BE49-F238E27FC236}">
                      <a16:creationId xmlns:a16="http://schemas.microsoft.com/office/drawing/2014/main" id="{9786ACE0-5643-462F-AFD8-2BBC26198D36}"/>
                    </a:ext>
                  </a:extLst>
                </p:cNvPr>
                <p:cNvSpPr>
                  <a:spLocks noChangeArrowheads="1"/>
                </p:cNvSpPr>
                <p:nvPr/>
              </p:nvSpPr>
              <p:spPr bwMode="auto">
                <a:xfrm>
                  <a:off x="43" y="1634"/>
                  <a:ext cx="763"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algn="ctr" eaLnBrk="1" hangingPunct="1">
                    <a:lnSpc>
                      <a:spcPct val="130000"/>
                    </a:lnSpc>
                  </a:pPr>
                  <a:r>
                    <a:rPr lang="zh-CN" altLang="en-US" sz="1800">
                      <a:latin typeface="Times New Roman" panose="02020603050405020304" pitchFamily="18" charset="0"/>
                    </a:rPr>
                    <a:t>偏移寻址</a:t>
                  </a:r>
                </a:p>
                <a:p>
                  <a:pPr algn="just"/>
                  <a:endParaRPr lang="en-US" altLang="zh-CN" sz="2000">
                    <a:latin typeface="Times New Roman" panose="02020603050405020304" pitchFamily="18" charset="0"/>
                  </a:endParaRPr>
                </a:p>
              </p:txBody>
            </p:sp>
            <p:sp>
              <p:nvSpPr>
                <p:cNvPr id="36948" name="Rectangle 35">
                  <a:extLst>
                    <a:ext uri="{FF2B5EF4-FFF2-40B4-BE49-F238E27FC236}">
                      <a16:creationId xmlns:a16="http://schemas.microsoft.com/office/drawing/2014/main" id="{756D4CC5-CA10-4BAE-A3A6-FFBE405402AA}"/>
                    </a:ext>
                  </a:extLst>
                </p:cNvPr>
                <p:cNvSpPr>
                  <a:spLocks noChangeArrowheads="1"/>
                </p:cNvSpPr>
                <p:nvPr/>
              </p:nvSpPr>
              <p:spPr bwMode="auto">
                <a:xfrm>
                  <a:off x="0" y="1634"/>
                  <a:ext cx="849" cy="59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eaLnBrk="1" hangingPunct="1"/>
                  <a:endParaRPr lang="zh-CN" altLang="en-US"/>
                </a:p>
              </p:txBody>
            </p:sp>
          </p:grpSp>
          <p:grpSp>
            <p:nvGrpSpPr>
              <p:cNvPr id="36878" name="Group 36">
                <a:extLst>
                  <a:ext uri="{FF2B5EF4-FFF2-40B4-BE49-F238E27FC236}">
                    <a16:creationId xmlns:a16="http://schemas.microsoft.com/office/drawing/2014/main" id="{2FD06AA8-FFC0-44D4-9426-E92A90B96A25}"/>
                  </a:ext>
                </a:extLst>
              </p:cNvPr>
              <p:cNvGrpSpPr>
                <a:grpSpLocks/>
              </p:cNvGrpSpPr>
              <p:nvPr/>
            </p:nvGrpSpPr>
            <p:grpSpPr bwMode="auto">
              <a:xfrm>
                <a:off x="849" y="1634"/>
                <a:ext cx="806" cy="596"/>
                <a:chOff x="849" y="1634"/>
                <a:chExt cx="806" cy="596"/>
              </a:xfrm>
            </p:grpSpPr>
            <p:sp>
              <p:nvSpPr>
                <p:cNvPr id="36945" name="Rectangle 37">
                  <a:extLst>
                    <a:ext uri="{FF2B5EF4-FFF2-40B4-BE49-F238E27FC236}">
                      <a16:creationId xmlns:a16="http://schemas.microsoft.com/office/drawing/2014/main" id="{E1AB00B2-3730-4949-A365-EFB998ADE264}"/>
                    </a:ext>
                  </a:extLst>
                </p:cNvPr>
                <p:cNvSpPr>
                  <a:spLocks noChangeArrowheads="1"/>
                </p:cNvSpPr>
                <p:nvPr/>
              </p:nvSpPr>
              <p:spPr bwMode="auto">
                <a:xfrm>
                  <a:off x="892" y="1634"/>
                  <a:ext cx="720"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algn="just" eaLnBrk="1" hangingPunct="1">
                    <a:lnSpc>
                      <a:spcPct val="130000"/>
                    </a:lnSpc>
                  </a:pPr>
                  <a:r>
                    <a:rPr lang="en-US" altLang="zh-CN" sz="1600" b="1">
                      <a:latin typeface="Times New Roman" panose="02020603050405020304" pitchFamily="18" charset="0"/>
                      <a:ea typeface="楷体_GB2312" pitchFamily="49" charset="-122"/>
                    </a:rPr>
                    <a:t>ADD R3 , 120(R2)</a:t>
                  </a:r>
                  <a:endParaRPr lang="en-US" altLang="zh-CN" sz="1600" b="1">
                    <a:latin typeface="Times New Roman" panose="02020603050405020304" pitchFamily="18" charset="0"/>
                    <a:ea typeface="宋体" panose="02010600030101010101" pitchFamily="2" charset="-122"/>
                  </a:endParaRPr>
                </a:p>
                <a:p>
                  <a:pPr algn="just"/>
                  <a:endParaRPr lang="en-US" altLang="zh-CN" sz="1600">
                    <a:latin typeface="Times New Roman" panose="02020603050405020304" pitchFamily="18" charset="0"/>
                    <a:ea typeface="宋体" panose="02010600030101010101" pitchFamily="2" charset="-122"/>
                  </a:endParaRPr>
                </a:p>
              </p:txBody>
            </p:sp>
            <p:sp>
              <p:nvSpPr>
                <p:cNvPr id="36946" name="Rectangle 38">
                  <a:extLst>
                    <a:ext uri="{FF2B5EF4-FFF2-40B4-BE49-F238E27FC236}">
                      <a16:creationId xmlns:a16="http://schemas.microsoft.com/office/drawing/2014/main" id="{B123B3C5-8CCC-4365-B98D-242FE2677D7A}"/>
                    </a:ext>
                  </a:extLst>
                </p:cNvPr>
                <p:cNvSpPr>
                  <a:spLocks noChangeArrowheads="1"/>
                </p:cNvSpPr>
                <p:nvPr/>
              </p:nvSpPr>
              <p:spPr bwMode="auto">
                <a:xfrm>
                  <a:off x="849" y="1634"/>
                  <a:ext cx="806" cy="59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eaLnBrk="1" hangingPunct="1"/>
                  <a:endParaRPr lang="zh-CN" altLang="en-US"/>
                </a:p>
              </p:txBody>
            </p:sp>
          </p:grpSp>
          <p:grpSp>
            <p:nvGrpSpPr>
              <p:cNvPr id="36879" name="Group 39">
                <a:extLst>
                  <a:ext uri="{FF2B5EF4-FFF2-40B4-BE49-F238E27FC236}">
                    <a16:creationId xmlns:a16="http://schemas.microsoft.com/office/drawing/2014/main" id="{D279A62E-35B9-4012-ABF6-DA743E4F774F}"/>
                  </a:ext>
                </a:extLst>
              </p:cNvPr>
              <p:cNvGrpSpPr>
                <a:grpSpLocks/>
              </p:cNvGrpSpPr>
              <p:nvPr/>
            </p:nvGrpSpPr>
            <p:grpSpPr bwMode="auto">
              <a:xfrm>
                <a:off x="1655" y="1634"/>
                <a:ext cx="2091" cy="596"/>
                <a:chOff x="1655" y="1634"/>
                <a:chExt cx="2091" cy="596"/>
              </a:xfrm>
            </p:grpSpPr>
            <p:sp>
              <p:nvSpPr>
                <p:cNvPr id="36943" name="Rectangle 40">
                  <a:extLst>
                    <a:ext uri="{FF2B5EF4-FFF2-40B4-BE49-F238E27FC236}">
                      <a16:creationId xmlns:a16="http://schemas.microsoft.com/office/drawing/2014/main" id="{FEA45476-D1C6-4C09-963C-FD5E0C1C4681}"/>
                    </a:ext>
                  </a:extLst>
                </p:cNvPr>
                <p:cNvSpPr>
                  <a:spLocks noChangeArrowheads="1"/>
                </p:cNvSpPr>
                <p:nvPr/>
              </p:nvSpPr>
              <p:spPr bwMode="auto">
                <a:xfrm>
                  <a:off x="1698" y="1634"/>
                  <a:ext cx="2005"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algn="just" eaLnBrk="1" hangingPunct="1">
                    <a:lnSpc>
                      <a:spcPct val="130000"/>
                    </a:lnSpc>
                  </a:pPr>
                  <a:r>
                    <a:rPr lang="en-US" altLang="zh-CN" sz="1600" b="1">
                      <a:latin typeface="Times New Roman" panose="02020603050405020304" pitchFamily="18" charset="0"/>
                      <a:ea typeface="楷体_GB2312" pitchFamily="49" charset="-122"/>
                    </a:rPr>
                    <a:t>Regs[R3]←Regs[R3]</a:t>
                  </a:r>
                  <a:r>
                    <a:rPr lang="zh-CN" altLang="en-US" sz="1600" b="1">
                      <a:latin typeface="Times New Roman" panose="02020603050405020304" pitchFamily="18" charset="0"/>
                      <a:ea typeface="楷体_GB2312" pitchFamily="49" charset="-122"/>
                    </a:rPr>
                    <a:t>＋</a:t>
                  </a:r>
                  <a:r>
                    <a:rPr lang="en-US" altLang="zh-CN" sz="1600" b="1">
                      <a:latin typeface="Times New Roman" panose="02020603050405020304" pitchFamily="18" charset="0"/>
                      <a:ea typeface="楷体_GB2312" pitchFamily="49" charset="-122"/>
                    </a:rPr>
                    <a:t>Mem[120+Regs[R2]]</a:t>
                  </a:r>
                  <a:endParaRPr lang="en-US" altLang="zh-CN" sz="1600" b="1">
                    <a:latin typeface="Times New Roman" panose="02020603050405020304" pitchFamily="18" charset="0"/>
                    <a:ea typeface="宋体" panose="02010600030101010101" pitchFamily="2" charset="-122"/>
                  </a:endParaRPr>
                </a:p>
                <a:p>
                  <a:pPr algn="just"/>
                  <a:endParaRPr lang="en-US" altLang="zh-CN" sz="1600">
                    <a:latin typeface="Times New Roman" panose="02020603050405020304" pitchFamily="18" charset="0"/>
                    <a:ea typeface="宋体" panose="02010600030101010101" pitchFamily="2" charset="-122"/>
                  </a:endParaRPr>
                </a:p>
              </p:txBody>
            </p:sp>
            <p:sp>
              <p:nvSpPr>
                <p:cNvPr id="36944" name="Rectangle 41">
                  <a:extLst>
                    <a:ext uri="{FF2B5EF4-FFF2-40B4-BE49-F238E27FC236}">
                      <a16:creationId xmlns:a16="http://schemas.microsoft.com/office/drawing/2014/main" id="{B5B942E8-E31A-4A73-A2A0-319574CA1C1C}"/>
                    </a:ext>
                  </a:extLst>
                </p:cNvPr>
                <p:cNvSpPr>
                  <a:spLocks noChangeArrowheads="1"/>
                </p:cNvSpPr>
                <p:nvPr/>
              </p:nvSpPr>
              <p:spPr bwMode="auto">
                <a:xfrm>
                  <a:off x="1655" y="1634"/>
                  <a:ext cx="2091" cy="59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eaLnBrk="1" hangingPunct="1"/>
                  <a:endParaRPr lang="zh-CN" altLang="en-US"/>
                </a:p>
              </p:txBody>
            </p:sp>
          </p:grpSp>
          <p:grpSp>
            <p:nvGrpSpPr>
              <p:cNvPr id="36880" name="Group 42">
                <a:extLst>
                  <a:ext uri="{FF2B5EF4-FFF2-40B4-BE49-F238E27FC236}">
                    <a16:creationId xmlns:a16="http://schemas.microsoft.com/office/drawing/2014/main" id="{E151AF15-17F6-4997-A44D-40DA17D57ABE}"/>
                  </a:ext>
                </a:extLst>
              </p:cNvPr>
              <p:cNvGrpSpPr>
                <a:grpSpLocks/>
              </p:cNvGrpSpPr>
              <p:nvPr/>
            </p:nvGrpSpPr>
            <p:grpSpPr bwMode="auto">
              <a:xfrm>
                <a:off x="0" y="2230"/>
                <a:ext cx="849" cy="596"/>
                <a:chOff x="0" y="2230"/>
                <a:chExt cx="849" cy="596"/>
              </a:xfrm>
            </p:grpSpPr>
            <p:sp>
              <p:nvSpPr>
                <p:cNvPr id="36941" name="Rectangle 43">
                  <a:extLst>
                    <a:ext uri="{FF2B5EF4-FFF2-40B4-BE49-F238E27FC236}">
                      <a16:creationId xmlns:a16="http://schemas.microsoft.com/office/drawing/2014/main" id="{A134F623-D625-4DC0-82F0-BD065FD6C705}"/>
                    </a:ext>
                  </a:extLst>
                </p:cNvPr>
                <p:cNvSpPr>
                  <a:spLocks noChangeArrowheads="1"/>
                </p:cNvSpPr>
                <p:nvPr/>
              </p:nvSpPr>
              <p:spPr bwMode="auto">
                <a:xfrm>
                  <a:off x="43" y="2230"/>
                  <a:ext cx="763"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algn="ctr" eaLnBrk="1" hangingPunct="1">
                    <a:lnSpc>
                      <a:spcPct val="130000"/>
                    </a:lnSpc>
                  </a:pPr>
                  <a:r>
                    <a:rPr lang="zh-CN" altLang="en-US" sz="1800">
                      <a:latin typeface="Times New Roman" panose="02020603050405020304" pitchFamily="18" charset="0"/>
                    </a:rPr>
                    <a:t>寄存器间接寻址</a:t>
                  </a:r>
                </a:p>
                <a:p>
                  <a:pPr algn="just"/>
                  <a:endParaRPr lang="en-US" altLang="zh-CN" sz="1600">
                    <a:latin typeface="Times New Roman" panose="02020603050405020304" pitchFamily="18" charset="0"/>
                    <a:ea typeface="宋体" panose="02010600030101010101" pitchFamily="2" charset="-122"/>
                  </a:endParaRPr>
                </a:p>
              </p:txBody>
            </p:sp>
            <p:sp>
              <p:nvSpPr>
                <p:cNvPr id="36942" name="Rectangle 44">
                  <a:extLst>
                    <a:ext uri="{FF2B5EF4-FFF2-40B4-BE49-F238E27FC236}">
                      <a16:creationId xmlns:a16="http://schemas.microsoft.com/office/drawing/2014/main" id="{D125C803-8C25-47B5-B310-A77447FAD1A3}"/>
                    </a:ext>
                  </a:extLst>
                </p:cNvPr>
                <p:cNvSpPr>
                  <a:spLocks noChangeArrowheads="1"/>
                </p:cNvSpPr>
                <p:nvPr/>
              </p:nvSpPr>
              <p:spPr bwMode="auto">
                <a:xfrm>
                  <a:off x="0" y="2230"/>
                  <a:ext cx="849" cy="59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eaLnBrk="1" hangingPunct="1"/>
                  <a:endParaRPr lang="zh-CN" altLang="en-US"/>
                </a:p>
              </p:txBody>
            </p:sp>
          </p:grpSp>
          <p:grpSp>
            <p:nvGrpSpPr>
              <p:cNvPr id="36881" name="Group 45">
                <a:extLst>
                  <a:ext uri="{FF2B5EF4-FFF2-40B4-BE49-F238E27FC236}">
                    <a16:creationId xmlns:a16="http://schemas.microsoft.com/office/drawing/2014/main" id="{74CA7F57-07B8-4919-8ADC-A79F36213CEA}"/>
                  </a:ext>
                </a:extLst>
              </p:cNvPr>
              <p:cNvGrpSpPr>
                <a:grpSpLocks/>
              </p:cNvGrpSpPr>
              <p:nvPr/>
            </p:nvGrpSpPr>
            <p:grpSpPr bwMode="auto">
              <a:xfrm>
                <a:off x="849" y="2230"/>
                <a:ext cx="806" cy="596"/>
                <a:chOff x="849" y="2230"/>
                <a:chExt cx="806" cy="596"/>
              </a:xfrm>
            </p:grpSpPr>
            <p:sp>
              <p:nvSpPr>
                <p:cNvPr id="36939" name="Rectangle 46">
                  <a:extLst>
                    <a:ext uri="{FF2B5EF4-FFF2-40B4-BE49-F238E27FC236}">
                      <a16:creationId xmlns:a16="http://schemas.microsoft.com/office/drawing/2014/main" id="{4EA76C9A-359F-4052-8463-28631D2A6740}"/>
                    </a:ext>
                  </a:extLst>
                </p:cNvPr>
                <p:cNvSpPr>
                  <a:spLocks noChangeArrowheads="1"/>
                </p:cNvSpPr>
                <p:nvPr/>
              </p:nvSpPr>
              <p:spPr bwMode="auto">
                <a:xfrm>
                  <a:off x="892" y="2230"/>
                  <a:ext cx="720"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algn="just" eaLnBrk="1" hangingPunct="1">
                    <a:lnSpc>
                      <a:spcPct val="130000"/>
                    </a:lnSpc>
                  </a:pPr>
                  <a:r>
                    <a:rPr lang="en-US" altLang="zh-CN" sz="1600" b="1">
                      <a:latin typeface="Times New Roman" panose="02020603050405020304" pitchFamily="18" charset="0"/>
                      <a:ea typeface="楷体_GB2312" pitchFamily="49" charset="-122"/>
                    </a:rPr>
                    <a:t>ADD  R4 , (R2)</a:t>
                  </a:r>
                  <a:endParaRPr lang="en-US" altLang="zh-CN" sz="1600" b="1">
                    <a:latin typeface="Times New Roman" panose="02020603050405020304" pitchFamily="18" charset="0"/>
                    <a:ea typeface="宋体" panose="02010600030101010101" pitchFamily="2" charset="-122"/>
                  </a:endParaRPr>
                </a:p>
                <a:p>
                  <a:pPr algn="just"/>
                  <a:endParaRPr lang="en-US" altLang="zh-CN" sz="1600">
                    <a:latin typeface="Times New Roman" panose="02020603050405020304" pitchFamily="18" charset="0"/>
                    <a:ea typeface="宋体" panose="02010600030101010101" pitchFamily="2" charset="-122"/>
                  </a:endParaRPr>
                </a:p>
              </p:txBody>
            </p:sp>
            <p:sp>
              <p:nvSpPr>
                <p:cNvPr id="36940" name="Rectangle 47">
                  <a:extLst>
                    <a:ext uri="{FF2B5EF4-FFF2-40B4-BE49-F238E27FC236}">
                      <a16:creationId xmlns:a16="http://schemas.microsoft.com/office/drawing/2014/main" id="{B3F9DAA3-DB7E-4DF2-972C-540347EAFF79}"/>
                    </a:ext>
                  </a:extLst>
                </p:cNvPr>
                <p:cNvSpPr>
                  <a:spLocks noChangeArrowheads="1"/>
                </p:cNvSpPr>
                <p:nvPr/>
              </p:nvSpPr>
              <p:spPr bwMode="auto">
                <a:xfrm>
                  <a:off x="849" y="2230"/>
                  <a:ext cx="806" cy="59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eaLnBrk="1" hangingPunct="1"/>
                  <a:endParaRPr lang="zh-CN" altLang="en-US"/>
                </a:p>
              </p:txBody>
            </p:sp>
          </p:grpSp>
          <p:grpSp>
            <p:nvGrpSpPr>
              <p:cNvPr id="36882" name="Group 48">
                <a:extLst>
                  <a:ext uri="{FF2B5EF4-FFF2-40B4-BE49-F238E27FC236}">
                    <a16:creationId xmlns:a16="http://schemas.microsoft.com/office/drawing/2014/main" id="{FA23AC24-1AE4-4766-BAA5-51625C08C6B6}"/>
                  </a:ext>
                </a:extLst>
              </p:cNvPr>
              <p:cNvGrpSpPr>
                <a:grpSpLocks/>
              </p:cNvGrpSpPr>
              <p:nvPr/>
            </p:nvGrpSpPr>
            <p:grpSpPr bwMode="auto">
              <a:xfrm>
                <a:off x="1655" y="2230"/>
                <a:ext cx="2091" cy="596"/>
                <a:chOff x="1655" y="2230"/>
                <a:chExt cx="2091" cy="596"/>
              </a:xfrm>
            </p:grpSpPr>
            <p:sp>
              <p:nvSpPr>
                <p:cNvPr id="36937" name="Rectangle 49">
                  <a:extLst>
                    <a:ext uri="{FF2B5EF4-FFF2-40B4-BE49-F238E27FC236}">
                      <a16:creationId xmlns:a16="http://schemas.microsoft.com/office/drawing/2014/main" id="{028A308A-8FAD-463C-BF94-2D2A6B5D13B0}"/>
                    </a:ext>
                  </a:extLst>
                </p:cNvPr>
                <p:cNvSpPr>
                  <a:spLocks noChangeArrowheads="1"/>
                </p:cNvSpPr>
                <p:nvPr/>
              </p:nvSpPr>
              <p:spPr bwMode="auto">
                <a:xfrm>
                  <a:off x="1698" y="2230"/>
                  <a:ext cx="2005"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algn="just" eaLnBrk="1" hangingPunct="1">
                    <a:lnSpc>
                      <a:spcPct val="120000"/>
                    </a:lnSpc>
                  </a:pPr>
                  <a:r>
                    <a:rPr lang="en-US" altLang="zh-CN" sz="1600" b="1">
                      <a:latin typeface="Times New Roman" panose="02020603050405020304" pitchFamily="18" charset="0"/>
                      <a:ea typeface="楷体_GB2312" pitchFamily="49" charset="-122"/>
                    </a:rPr>
                    <a:t>Regs[R4]←Regs[R4]</a:t>
                  </a:r>
                  <a:r>
                    <a:rPr lang="zh-CN" altLang="en-US" sz="1600" b="1">
                      <a:latin typeface="Times New Roman" panose="02020603050405020304" pitchFamily="18" charset="0"/>
                      <a:ea typeface="楷体_GB2312" pitchFamily="49" charset="-122"/>
                    </a:rPr>
                    <a:t>＋</a:t>
                  </a:r>
                  <a:r>
                    <a:rPr lang="en-US" altLang="zh-CN" sz="1600" b="1">
                      <a:latin typeface="Times New Roman" panose="02020603050405020304" pitchFamily="18" charset="0"/>
                      <a:ea typeface="楷体_GB2312" pitchFamily="49" charset="-122"/>
                    </a:rPr>
                    <a:t>Mem[Regs[R2]]</a:t>
                  </a:r>
                  <a:endParaRPr lang="en-US" altLang="zh-CN" sz="1600" b="1">
                    <a:latin typeface="Times New Roman" panose="02020603050405020304" pitchFamily="18" charset="0"/>
                    <a:ea typeface="宋体" panose="02010600030101010101" pitchFamily="2" charset="-122"/>
                  </a:endParaRPr>
                </a:p>
                <a:p>
                  <a:pPr algn="just"/>
                  <a:endParaRPr lang="en-US" altLang="zh-CN" sz="1600">
                    <a:latin typeface="Times New Roman" panose="02020603050405020304" pitchFamily="18" charset="0"/>
                    <a:ea typeface="宋体" panose="02010600030101010101" pitchFamily="2" charset="-122"/>
                  </a:endParaRPr>
                </a:p>
              </p:txBody>
            </p:sp>
            <p:sp>
              <p:nvSpPr>
                <p:cNvPr id="36938" name="Rectangle 50">
                  <a:extLst>
                    <a:ext uri="{FF2B5EF4-FFF2-40B4-BE49-F238E27FC236}">
                      <a16:creationId xmlns:a16="http://schemas.microsoft.com/office/drawing/2014/main" id="{1A064D00-B7AD-45F7-AD7D-B401C76A35C4}"/>
                    </a:ext>
                  </a:extLst>
                </p:cNvPr>
                <p:cNvSpPr>
                  <a:spLocks noChangeArrowheads="1"/>
                </p:cNvSpPr>
                <p:nvPr/>
              </p:nvSpPr>
              <p:spPr bwMode="auto">
                <a:xfrm>
                  <a:off x="1655" y="2230"/>
                  <a:ext cx="2091" cy="59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eaLnBrk="1" hangingPunct="1"/>
                  <a:endParaRPr lang="zh-CN" altLang="en-US"/>
                </a:p>
              </p:txBody>
            </p:sp>
          </p:grpSp>
          <p:grpSp>
            <p:nvGrpSpPr>
              <p:cNvPr id="36883" name="Group 51">
                <a:extLst>
                  <a:ext uri="{FF2B5EF4-FFF2-40B4-BE49-F238E27FC236}">
                    <a16:creationId xmlns:a16="http://schemas.microsoft.com/office/drawing/2014/main" id="{4C6CC196-AD09-4DC0-84F5-B3026291ADF7}"/>
                  </a:ext>
                </a:extLst>
              </p:cNvPr>
              <p:cNvGrpSpPr>
                <a:grpSpLocks/>
              </p:cNvGrpSpPr>
              <p:nvPr/>
            </p:nvGrpSpPr>
            <p:grpSpPr bwMode="auto">
              <a:xfrm>
                <a:off x="0" y="2826"/>
                <a:ext cx="849" cy="596"/>
                <a:chOff x="0" y="2826"/>
                <a:chExt cx="849" cy="596"/>
              </a:xfrm>
            </p:grpSpPr>
            <p:sp>
              <p:nvSpPr>
                <p:cNvPr id="36935" name="Rectangle 52">
                  <a:extLst>
                    <a:ext uri="{FF2B5EF4-FFF2-40B4-BE49-F238E27FC236}">
                      <a16:creationId xmlns:a16="http://schemas.microsoft.com/office/drawing/2014/main" id="{A5840404-F777-4BEF-9E88-6EF0379A0A51}"/>
                    </a:ext>
                  </a:extLst>
                </p:cNvPr>
                <p:cNvSpPr>
                  <a:spLocks noChangeArrowheads="1"/>
                </p:cNvSpPr>
                <p:nvPr/>
              </p:nvSpPr>
              <p:spPr bwMode="auto">
                <a:xfrm>
                  <a:off x="43" y="2826"/>
                  <a:ext cx="763"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algn="ctr" eaLnBrk="1" hangingPunct="1">
                    <a:lnSpc>
                      <a:spcPct val="130000"/>
                    </a:lnSpc>
                  </a:pPr>
                  <a:r>
                    <a:rPr lang="zh-CN" altLang="en-US" sz="1800">
                      <a:latin typeface="Times New Roman" panose="02020603050405020304" pitchFamily="18" charset="0"/>
                    </a:rPr>
                    <a:t>索引寻址</a:t>
                  </a:r>
                </a:p>
                <a:p>
                  <a:pPr algn="just"/>
                  <a:endParaRPr lang="en-US" altLang="zh-CN" sz="1800">
                    <a:latin typeface="Times New Roman" panose="02020603050405020304" pitchFamily="18" charset="0"/>
                  </a:endParaRPr>
                </a:p>
              </p:txBody>
            </p:sp>
            <p:sp>
              <p:nvSpPr>
                <p:cNvPr id="36936" name="Rectangle 53">
                  <a:extLst>
                    <a:ext uri="{FF2B5EF4-FFF2-40B4-BE49-F238E27FC236}">
                      <a16:creationId xmlns:a16="http://schemas.microsoft.com/office/drawing/2014/main" id="{1C81B588-628C-445E-A48B-ACBDFD1F80CE}"/>
                    </a:ext>
                  </a:extLst>
                </p:cNvPr>
                <p:cNvSpPr>
                  <a:spLocks noChangeArrowheads="1"/>
                </p:cNvSpPr>
                <p:nvPr/>
              </p:nvSpPr>
              <p:spPr bwMode="auto">
                <a:xfrm>
                  <a:off x="0" y="2826"/>
                  <a:ext cx="849" cy="59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eaLnBrk="1" hangingPunct="1"/>
                  <a:endParaRPr lang="zh-CN" altLang="en-US"/>
                </a:p>
              </p:txBody>
            </p:sp>
          </p:grpSp>
          <p:grpSp>
            <p:nvGrpSpPr>
              <p:cNvPr id="36884" name="Group 54">
                <a:extLst>
                  <a:ext uri="{FF2B5EF4-FFF2-40B4-BE49-F238E27FC236}">
                    <a16:creationId xmlns:a16="http://schemas.microsoft.com/office/drawing/2014/main" id="{1ECB0547-D5B4-421C-9620-2F09B95C2038}"/>
                  </a:ext>
                </a:extLst>
              </p:cNvPr>
              <p:cNvGrpSpPr>
                <a:grpSpLocks/>
              </p:cNvGrpSpPr>
              <p:nvPr/>
            </p:nvGrpSpPr>
            <p:grpSpPr bwMode="auto">
              <a:xfrm>
                <a:off x="849" y="2826"/>
                <a:ext cx="806" cy="596"/>
                <a:chOff x="849" y="2826"/>
                <a:chExt cx="806" cy="596"/>
              </a:xfrm>
            </p:grpSpPr>
            <p:sp>
              <p:nvSpPr>
                <p:cNvPr id="36933" name="Rectangle 55">
                  <a:extLst>
                    <a:ext uri="{FF2B5EF4-FFF2-40B4-BE49-F238E27FC236}">
                      <a16:creationId xmlns:a16="http://schemas.microsoft.com/office/drawing/2014/main" id="{E584FA36-6B9B-40F3-8C7C-F58751B50DDC}"/>
                    </a:ext>
                  </a:extLst>
                </p:cNvPr>
                <p:cNvSpPr>
                  <a:spLocks noChangeArrowheads="1"/>
                </p:cNvSpPr>
                <p:nvPr/>
              </p:nvSpPr>
              <p:spPr bwMode="auto">
                <a:xfrm>
                  <a:off x="892" y="2826"/>
                  <a:ext cx="720"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algn="just" eaLnBrk="1" hangingPunct="1"/>
                  <a:r>
                    <a:rPr lang="en-US" altLang="zh-CN" sz="1600" b="1">
                      <a:latin typeface="Times New Roman" panose="02020603050405020304" pitchFamily="18" charset="0"/>
                      <a:ea typeface="楷体_GB2312" pitchFamily="49" charset="-122"/>
                    </a:rPr>
                    <a:t>ADD R4 , (R2 + R3)</a:t>
                  </a:r>
                  <a:endParaRPr lang="en-US" altLang="zh-CN" sz="1600" b="1">
                    <a:latin typeface="Times New Roman" panose="02020603050405020304" pitchFamily="18" charset="0"/>
                    <a:ea typeface="宋体" panose="02010600030101010101" pitchFamily="2" charset="-122"/>
                  </a:endParaRPr>
                </a:p>
                <a:p>
                  <a:pPr algn="just"/>
                  <a:endParaRPr lang="en-US" altLang="zh-CN" sz="1600">
                    <a:latin typeface="Times New Roman" panose="02020603050405020304" pitchFamily="18" charset="0"/>
                    <a:ea typeface="宋体" panose="02010600030101010101" pitchFamily="2" charset="-122"/>
                  </a:endParaRPr>
                </a:p>
              </p:txBody>
            </p:sp>
            <p:sp>
              <p:nvSpPr>
                <p:cNvPr id="36934" name="Rectangle 56">
                  <a:extLst>
                    <a:ext uri="{FF2B5EF4-FFF2-40B4-BE49-F238E27FC236}">
                      <a16:creationId xmlns:a16="http://schemas.microsoft.com/office/drawing/2014/main" id="{134BAD66-B83E-4917-A714-DAD67AAB9153}"/>
                    </a:ext>
                  </a:extLst>
                </p:cNvPr>
                <p:cNvSpPr>
                  <a:spLocks noChangeArrowheads="1"/>
                </p:cNvSpPr>
                <p:nvPr/>
              </p:nvSpPr>
              <p:spPr bwMode="auto">
                <a:xfrm>
                  <a:off x="849" y="2826"/>
                  <a:ext cx="806" cy="59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eaLnBrk="1" hangingPunct="1"/>
                  <a:endParaRPr lang="zh-CN" altLang="en-US"/>
                </a:p>
              </p:txBody>
            </p:sp>
          </p:grpSp>
          <p:grpSp>
            <p:nvGrpSpPr>
              <p:cNvPr id="36885" name="Group 57">
                <a:extLst>
                  <a:ext uri="{FF2B5EF4-FFF2-40B4-BE49-F238E27FC236}">
                    <a16:creationId xmlns:a16="http://schemas.microsoft.com/office/drawing/2014/main" id="{68EF7E01-9148-421D-B89D-63C25078AE7B}"/>
                  </a:ext>
                </a:extLst>
              </p:cNvPr>
              <p:cNvGrpSpPr>
                <a:grpSpLocks/>
              </p:cNvGrpSpPr>
              <p:nvPr/>
            </p:nvGrpSpPr>
            <p:grpSpPr bwMode="auto">
              <a:xfrm>
                <a:off x="1655" y="2826"/>
                <a:ext cx="2091" cy="596"/>
                <a:chOff x="1655" y="2826"/>
                <a:chExt cx="2091" cy="596"/>
              </a:xfrm>
            </p:grpSpPr>
            <p:sp>
              <p:nvSpPr>
                <p:cNvPr id="36931" name="Rectangle 58">
                  <a:extLst>
                    <a:ext uri="{FF2B5EF4-FFF2-40B4-BE49-F238E27FC236}">
                      <a16:creationId xmlns:a16="http://schemas.microsoft.com/office/drawing/2014/main" id="{EC474CB6-0FCD-4CDC-848C-0ACD093949E0}"/>
                    </a:ext>
                  </a:extLst>
                </p:cNvPr>
                <p:cNvSpPr>
                  <a:spLocks noChangeArrowheads="1"/>
                </p:cNvSpPr>
                <p:nvPr/>
              </p:nvSpPr>
              <p:spPr bwMode="auto">
                <a:xfrm>
                  <a:off x="1698" y="2826"/>
                  <a:ext cx="2005"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algn="just" eaLnBrk="1" hangingPunct="1">
                    <a:lnSpc>
                      <a:spcPct val="130000"/>
                    </a:lnSpc>
                  </a:pPr>
                  <a:r>
                    <a:rPr lang="en-US" altLang="zh-CN" sz="1600" b="1">
                      <a:latin typeface="Times New Roman" panose="02020603050405020304" pitchFamily="18" charset="0"/>
                      <a:ea typeface="楷体_GB2312" pitchFamily="49" charset="-122"/>
                    </a:rPr>
                    <a:t>Regs[R4]←Regs[R4]</a:t>
                  </a:r>
                  <a:r>
                    <a:rPr lang="zh-CN" altLang="en-US" sz="1600" b="1">
                      <a:latin typeface="Times New Roman" panose="02020603050405020304" pitchFamily="18" charset="0"/>
                      <a:ea typeface="楷体_GB2312" pitchFamily="49" charset="-122"/>
                    </a:rPr>
                    <a:t>＋</a:t>
                  </a:r>
                  <a:r>
                    <a:rPr lang="en-US" altLang="zh-CN" sz="1600" b="1">
                      <a:latin typeface="Times New Roman" panose="02020603050405020304" pitchFamily="18" charset="0"/>
                      <a:ea typeface="楷体_GB2312" pitchFamily="49" charset="-122"/>
                    </a:rPr>
                    <a:t>Mem[Regs[R2]+Regs[R3]]</a:t>
                  </a:r>
                  <a:endParaRPr lang="en-US" altLang="zh-CN" sz="1600" b="1">
                    <a:latin typeface="Times New Roman" panose="02020603050405020304" pitchFamily="18" charset="0"/>
                    <a:ea typeface="宋体" panose="02010600030101010101" pitchFamily="2" charset="-122"/>
                  </a:endParaRPr>
                </a:p>
                <a:p>
                  <a:pPr algn="just"/>
                  <a:endParaRPr lang="en-US" altLang="zh-CN" sz="1600">
                    <a:latin typeface="Times New Roman" panose="02020603050405020304" pitchFamily="18" charset="0"/>
                    <a:ea typeface="宋体" panose="02010600030101010101" pitchFamily="2" charset="-122"/>
                  </a:endParaRPr>
                </a:p>
              </p:txBody>
            </p:sp>
            <p:sp>
              <p:nvSpPr>
                <p:cNvPr id="36932" name="Rectangle 59">
                  <a:extLst>
                    <a:ext uri="{FF2B5EF4-FFF2-40B4-BE49-F238E27FC236}">
                      <a16:creationId xmlns:a16="http://schemas.microsoft.com/office/drawing/2014/main" id="{E962CD9B-4A88-4882-8A51-5A9A7821FD73}"/>
                    </a:ext>
                  </a:extLst>
                </p:cNvPr>
                <p:cNvSpPr>
                  <a:spLocks noChangeArrowheads="1"/>
                </p:cNvSpPr>
                <p:nvPr/>
              </p:nvSpPr>
              <p:spPr bwMode="auto">
                <a:xfrm>
                  <a:off x="1655" y="2826"/>
                  <a:ext cx="2091" cy="59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eaLnBrk="1" hangingPunct="1"/>
                  <a:endParaRPr lang="zh-CN" altLang="en-US"/>
                </a:p>
              </p:txBody>
            </p:sp>
          </p:grpSp>
          <p:grpSp>
            <p:nvGrpSpPr>
              <p:cNvPr id="36886" name="Group 60">
                <a:extLst>
                  <a:ext uri="{FF2B5EF4-FFF2-40B4-BE49-F238E27FC236}">
                    <a16:creationId xmlns:a16="http://schemas.microsoft.com/office/drawing/2014/main" id="{DA2E4319-A9CD-446B-B1C2-4F3898E5A791}"/>
                  </a:ext>
                </a:extLst>
              </p:cNvPr>
              <p:cNvGrpSpPr>
                <a:grpSpLocks/>
              </p:cNvGrpSpPr>
              <p:nvPr/>
            </p:nvGrpSpPr>
            <p:grpSpPr bwMode="auto">
              <a:xfrm>
                <a:off x="0" y="3422"/>
                <a:ext cx="849" cy="596"/>
                <a:chOff x="0" y="3422"/>
                <a:chExt cx="849" cy="596"/>
              </a:xfrm>
            </p:grpSpPr>
            <p:sp>
              <p:nvSpPr>
                <p:cNvPr id="36929" name="Rectangle 61">
                  <a:extLst>
                    <a:ext uri="{FF2B5EF4-FFF2-40B4-BE49-F238E27FC236}">
                      <a16:creationId xmlns:a16="http://schemas.microsoft.com/office/drawing/2014/main" id="{50302016-9F34-4EEB-B85F-4B25CF350EAA}"/>
                    </a:ext>
                  </a:extLst>
                </p:cNvPr>
                <p:cNvSpPr>
                  <a:spLocks noChangeArrowheads="1"/>
                </p:cNvSpPr>
                <p:nvPr/>
              </p:nvSpPr>
              <p:spPr bwMode="auto">
                <a:xfrm>
                  <a:off x="43" y="3422"/>
                  <a:ext cx="763"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algn="ctr" eaLnBrk="1" hangingPunct="1"/>
                  <a:r>
                    <a:rPr lang="zh-CN" altLang="en-US" sz="1800">
                      <a:latin typeface="Times New Roman" panose="02020603050405020304" pitchFamily="18" charset="0"/>
                    </a:rPr>
                    <a:t>直接寻址或</a:t>
                  </a:r>
                </a:p>
                <a:p>
                  <a:pPr algn="ctr" eaLnBrk="1" hangingPunct="1"/>
                  <a:r>
                    <a:rPr lang="zh-CN" altLang="en-US" sz="1800">
                      <a:latin typeface="Times New Roman" panose="02020603050405020304" pitchFamily="18" charset="0"/>
                    </a:rPr>
                    <a:t>绝对寻址</a:t>
                  </a:r>
                </a:p>
                <a:p>
                  <a:pPr algn="just"/>
                  <a:endParaRPr lang="en-US" altLang="zh-CN" sz="1800">
                    <a:latin typeface="Times New Roman" panose="02020603050405020304" pitchFamily="18" charset="0"/>
                  </a:endParaRPr>
                </a:p>
              </p:txBody>
            </p:sp>
            <p:sp>
              <p:nvSpPr>
                <p:cNvPr id="36930" name="Rectangle 62">
                  <a:extLst>
                    <a:ext uri="{FF2B5EF4-FFF2-40B4-BE49-F238E27FC236}">
                      <a16:creationId xmlns:a16="http://schemas.microsoft.com/office/drawing/2014/main" id="{E141A910-9B49-4703-921C-06B4E1C27468}"/>
                    </a:ext>
                  </a:extLst>
                </p:cNvPr>
                <p:cNvSpPr>
                  <a:spLocks noChangeArrowheads="1"/>
                </p:cNvSpPr>
                <p:nvPr/>
              </p:nvSpPr>
              <p:spPr bwMode="auto">
                <a:xfrm>
                  <a:off x="0" y="3422"/>
                  <a:ext cx="849" cy="59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eaLnBrk="1" hangingPunct="1"/>
                  <a:endParaRPr lang="zh-CN" altLang="en-US"/>
                </a:p>
              </p:txBody>
            </p:sp>
          </p:grpSp>
          <p:grpSp>
            <p:nvGrpSpPr>
              <p:cNvPr id="36887" name="Group 63">
                <a:extLst>
                  <a:ext uri="{FF2B5EF4-FFF2-40B4-BE49-F238E27FC236}">
                    <a16:creationId xmlns:a16="http://schemas.microsoft.com/office/drawing/2014/main" id="{B4BBD1FA-2765-41D7-B380-1DF481BB0E08}"/>
                  </a:ext>
                </a:extLst>
              </p:cNvPr>
              <p:cNvGrpSpPr>
                <a:grpSpLocks/>
              </p:cNvGrpSpPr>
              <p:nvPr/>
            </p:nvGrpSpPr>
            <p:grpSpPr bwMode="auto">
              <a:xfrm>
                <a:off x="849" y="3422"/>
                <a:ext cx="806" cy="596"/>
                <a:chOff x="849" y="3422"/>
                <a:chExt cx="806" cy="596"/>
              </a:xfrm>
            </p:grpSpPr>
            <p:sp>
              <p:nvSpPr>
                <p:cNvPr id="36927" name="Rectangle 64">
                  <a:extLst>
                    <a:ext uri="{FF2B5EF4-FFF2-40B4-BE49-F238E27FC236}">
                      <a16:creationId xmlns:a16="http://schemas.microsoft.com/office/drawing/2014/main" id="{8AC7630B-ED83-4F03-AAA9-DEB7EFC38AD3}"/>
                    </a:ext>
                  </a:extLst>
                </p:cNvPr>
                <p:cNvSpPr>
                  <a:spLocks noChangeArrowheads="1"/>
                </p:cNvSpPr>
                <p:nvPr/>
              </p:nvSpPr>
              <p:spPr bwMode="auto">
                <a:xfrm>
                  <a:off x="892" y="3422"/>
                  <a:ext cx="720"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algn="just" eaLnBrk="1" hangingPunct="1">
                    <a:lnSpc>
                      <a:spcPct val="130000"/>
                    </a:lnSpc>
                  </a:pPr>
                  <a:r>
                    <a:rPr lang="en-US" altLang="zh-CN" sz="1600" b="1">
                      <a:latin typeface="Times New Roman" panose="02020603050405020304" pitchFamily="18" charset="0"/>
                      <a:ea typeface="楷体_GB2312" pitchFamily="49" charset="-122"/>
                    </a:rPr>
                    <a:t>ADD R4 , (1010)</a:t>
                  </a:r>
                  <a:endParaRPr lang="en-US" altLang="zh-CN" sz="1600" b="1">
                    <a:latin typeface="Times New Roman" panose="02020603050405020304" pitchFamily="18" charset="0"/>
                    <a:ea typeface="宋体" panose="02010600030101010101" pitchFamily="2" charset="-122"/>
                  </a:endParaRPr>
                </a:p>
                <a:p>
                  <a:pPr algn="just"/>
                  <a:endParaRPr lang="en-US" altLang="zh-CN" sz="1600">
                    <a:latin typeface="Times New Roman" panose="02020603050405020304" pitchFamily="18" charset="0"/>
                    <a:ea typeface="宋体" panose="02010600030101010101" pitchFamily="2" charset="-122"/>
                  </a:endParaRPr>
                </a:p>
              </p:txBody>
            </p:sp>
            <p:sp>
              <p:nvSpPr>
                <p:cNvPr id="36928" name="Rectangle 65">
                  <a:extLst>
                    <a:ext uri="{FF2B5EF4-FFF2-40B4-BE49-F238E27FC236}">
                      <a16:creationId xmlns:a16="http://schemas.microsoft.com/office/drawing/2014/main" id="{B95516C8-898D-432A-9863-514E66D3C751}"/>
                    </a:ext>
                  </a:extLst>
                </p:cNvPr>
                <p:cNvSpPr>
                  <a:spLocks noChangeArrowheads="1"/>
                </p:cNvSpPr>
                <p:nvPr/>
              </p:nvSpPr>
              <p:spPr bwMode="auto">
                <a:xfrm>
                  <a:off x="849" y="3422"/>
                  <a:ext cx="806" cy="59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eaLnBrk="1" hangingPunct="1"/>
                  <a:endParaRPr lang="zh-CN" altLang="en-US"/>
                </a:p>
              </p:txBody>
            </p:sp>
          </p:grpSp>
          <p:grpSp>
            <p:nvGrpSpPr>
              <p:cNvPr id="36888" name="Group 66">
                <a:extLst>
                  <a:ext uri="{FF2B5EF4-FFF2-40B4-BE49-F238E27FC236}">
                    <a16:creationId xmlns:a16="http://schemas.microsoft.com/office/drawing/2014/main" id="{3F36F244-2905-45B1-A2F6-916E6132C5F5}"/>
                  </a:ext>
                </a:extLst>
              </p:cNvPr>
              <p:cNvGrpSpPr>
                <a:grpSpLocks/>
              </p:cNvGrpSpPr>
              <p:nvPr/>
            </p:nvGrpSpPr>
            <p:grpSpPr bwMode="auto">
              <a:xfrm>
                <a:off x="1655" y="3422"/>
                <a:ext cx="2091" cy="596"/>
                <a:chOff x="1655" y="3422"/>
                <a:chExt cx="2091" cy="596"/>
              </a:xfrm>
            </p:grpSpPr>
            <p:sp>
              <p:nvSpPr>
                <p:cNvPr id="36925" name="Rectangle 67">
                  <a:extLst>
                    <a:ext uri="{FF2B5EF4-FFF2-40B4-BE49-F238E27FC236}">
                      <a16:creationId xmlns:a16="http://schemas.microsoft.com/office/drawing/2014/main" id="{7069E061-ADE2-441B-BB2F-973380751C5B}"/>
                    </a:ext>
                  </a:extLst>
                </p:cNvPr>
                <p:cNvSpPr>
                  <a:spLocks noChangeArrowheads="1"/>
                </p:cNvSpPr>
                <p:nvPr/>
              </p:nvSpPr>
              <p:spPr bwMode="auto">
                <a:xfrm>
                  <a:off x="1698" y="3422"/>
                  <a:ext cx="2005"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algn="just" eaLnBrk="1" hangingPunct="1">
                    <a:lnSpc>
                      <a:spcPct val="130000"/>
                    </a:lnSpc>
                  </a:pPr>
                  <a:r>
                    <a:rPr lang="en-US" altLang="zh-CN" sz="1600" b="1">
                      <a:latin typeface="Times New Roman" panose="02020603050405020304" pitchFamily="18" charset="0"/>
                      <a:ea typeface="楷体_GB2312" pitchFamily="49" charset="-122"/>
                    </a:rPr>
                    <a:t>Regs[R4]←Regs[R4]</a:t>
                  </a:r>
                  <a:r>
                    <a:rPr lang="zh-CN" altLang="en-US" sz="1600" b="1">
                      <a:latin typeface="Times New Roman" panose="02020603050405020304" pitchFamily="18" charset="0"/>
                      <a:ea typeface="楷体_GB2312" pitchFamily="49" charset="-122"/>
                    </a:rPr>
                    <a:t>＋</a:t>
                  </a:r>
                  <a:r>
                    <a:rPr lang="en-US" altLang="zh-CN" sz="1600" b="1">
                      <a:latin typeface="Times New Roman" panose="02020603050405020304" pitchFamily="18" charset="0"/>
                      <a:ea typeface="楷体_GB2312" pitchFamily="49" charset="-122"/>
                    </a:rPr>
                    <a:t>Mem[1010]</a:t>
                  </a:r>
                  <a:endParaRPr lang="en-US" altLang="zh-CN" sz="1600" b="1">
                    <a:latin typeface="Times New Roman" panose="02020603050405020304" pitchFamily="18" charset="0"/>
                    <a:ea typeface="宋体" panose="02010600030101010101" pitchFamily="2" charset="-122"/>
                  </a:endParaRPr>
                </a:p>
                <a:p>
                  <a:pPr algn="just"/>
                  <a:endParaRPr lang="en-US" altLang="zh-CN" sz="1600">
                    <a:latin typeface="Times New Roman" panose="02020603050405020304" pitchFamily="18" charset="0"/>
                    <a:ea typeface="宋体" panose="02010600030101010101" pitchFamily="2" charset="-122"/>
                  </a:endParaRPr>
                </a:p>
              </p:txBody>
            </p:sp>
            <p:sp>
              <p:nvSpPr>
                <p:cNvPr id="36926" name="Rectangle 68">
                  <a:extLst>
                    <a:ext uri="{FF2B5EF4-FFF2-40B4-BE49-F238E27FC236}">
                      <a16:creationId xmlns:a16="http://schemas.microsoft.com/office/drawing/2014/main" id="{7813747B-0AC3-4CD0-AD49-FCAD3619CD68}"/>
                    </a:ext>
                  </a:extLst>
                </p:cNvPr>
                <p:cNvSpPr>
                  <a:spLocks noChangeArrowheads="1"/>
                </p:cNvSpPr>
                <p:nvPr/>
              </p:nvSpPr>
              <p:spPr bwMode="auto">
                <a:xfrm>
                  <a:off x="1655" y="3422"/>
                  <a:ext cx="2091" cy="59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eaLnBrk="1" hangingPunct="1"/>
                  <a:endParaRPr lang="zh-CN" altLang="en-US"/>
                </a:p>
              </p:txBody>
            </p:sp>
          </p:grpSp>
          <p:grpSp>
            <p:nvGrpSpPr>
              <p:cNvPr id="36889" name="Group 69">
                <a:extLst>
                  <a:ext uri="{FF2B5EF4-FFF2-40B4-BE49-F238E27FC236}">
                    <a16:creationId xmlns:a16="http://schemas.microsoft.com/office/drawing/2014/main" id="{31682AEE-8DEA-4640-900C-5BB74B08DFAD}"/>
                  </a:ext>
                </a:extLst>
              </p:cNvPr>
              <p:cNvGrpSpPr>
                <a:grpSpLocks/>
              </p:cNvGrpSpPr>
              <p:nvPr/>
            </p:nvGrpSpPr>
            <p:grpSpPr bwMode="auto">
              <a:xfrm>
                <a:off x="0" y="4018"/>
                <a:ext cx="849" cy="596"/>
                <a:chOff x="0" y="4018"/>
                <a:chExt cx="849" cy="596"/>
              </a:xfrm>
            </p:grpSpPr>
            <p:sp>
              <p:nvSpPr>
                <p:cNvPr id="36923" name="Rectangle 70">
                  <a:extLst>
                    <a:ext uri="{FF2B5EF4-FFF2-40B4-BE49-F238E27FC236}">
                      <a16:creationId xmlns:a16="http://schemas.microsoft.com/office/drawing/2014/main" id="{417F5732-04E6-4668-BE66-A88D00325016}"/>
                    </a:ext>
                  </a:extLst>
                </p:cNvPr>
                <p:cNvSpPr>
                  <a:spLocks noChangeArrowheads="1"/>
                </p:cNvSpPr>
                <p:nvPr/>
              </p:nvSpPr>
              <p:spPr bwMode="auto">
                <a:xfrm>
                  <a:off x="43" y="4018"/>
                  <a:ext cx="763"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algn="ctr" eaLnBrk="1" hangingPunct="1">
                    <a:lnSpc>
                      <a:spcPct val="130000"/>
                    </a:lnSpc>
                  </a:pPr>
                  <a:r>
                    <a:rPr lang="zh-CN" altLang="en-US" sz="1800">
                      <a:latin typeface="Times New Roman" panose="02020603050405020304" pitchFamily="18" charset="0"/>
                    </a:rPr>
                    <a:t>存储器间接寻址</a:t>
                  </a:r>
                </a:p>
                <a:p>
                  <a:pPr algn="ctr"/>
                  <a:endParaRPr lang="en-US" altLang="zh-CN" sz="1800">
                    <a:latin typeface="Times New Roman" panose="02020603050405020304" pitchFamily="18" charset="0"/>
                  </a:endParaRPr>
                </a:p>
              </p:txBody>
            </p:sp>
            <p:sp>
              <p:nvSpPr>
                <p:cNvPr id="36924" name="Rectangle 71">
                  <a:extLst>
                    <a:ext uri="{FF2B5EF4-FFF2-40B4-BE49-F238E27FC236}">
                      <a16:creationId xmlns:a16="http://schemas.microsoft.com/office/drawing/2014/main" id="{2A70A4BB-0A83-4E29-B1F1-F9851CC37810}"/>
                    </a:ext>
                  </a:extLst>
                </p:cNvPr>
                <p:cNvSpPr>
                  <a:spLocks noChangeArrowheads="1"/>
                </p:cNvSpPr>
                <p:nvPr/>
              </p:nvSpPr>
              <p:spPr bwMode="auto">
                <a:xfrm>
                  <a:off x="0" y="4018"/>
                  <a:ext cx="849" cy="59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eaLnBrk="1" hangingPunct="1"/>
                  <a:endParaRPr lang="zh-CN" altLang="en-US"/>
                </a:p>
              </p:txBody>
            </p:sp>
          </p:grpSp>
          <p:grpSp>
            <p:nvGrpSpPr>
              <p:cNvPr id="36890" name="Group 72">
                <a:extLst>
                  <a:ext uri="{FF2B5EF4-FFF2-40B4-BE49-F238E27FC236}">
                    <a16:creationId xmlns:a16="http://schemas.microsoft.com/office/drawing/2014/main" id="{A32D8C0D-FDED-4B05-9C18-CB6F84E27133}"/>
                  </a:ext>
                </a:extLst>
              </p:cNvPr>
              <p:cNvGrpSpPr>
                <a:grpSpLocks/>
              </p:cNvGrpSpPr>
              <p:nvPr/>
            </p:nvGrpSpPr>
            <p:grpSpPr bwMode="auto">
              <a:xfrm>
                <a:off x="849" y="4018"/>
                <a:ext cx="806" cy="596"/>
                <a:chOff x="849" y="4018"/>
                <a:chExt cx="806" cy="596"/>
              </a:xfrm>
            </p:grpSpPr>
            <p:sp>
              <p:nvSpPr>
                <p:cNvPr id="36921" name="Rectangle 73">
                  <a:extLst>
                    <a:ext uri="{FF2B5EF4-FFF2-40B4-BE49-F238E27FC236}">
                      <a16:creationId xmlns:a16="http://schemas.microsoft.com/office/drawing/2014/main" id="{92EF0ABA-3597-4F3C-A5E5-452B7623D2E7}"/>
                    </a:ext>
                  </a:extLst>
                </p:cNvPr>
                <p:cNvSpPr>
                  <a:spLocks noChangeArrowheads="1"/>
                </p:cNvSpPr>
                <p:nvPr/>
              </p:nvSpPr>
              <p:spPr bwMode="auto">
                <a:xfrm>
                  <a:off x="892" y="4018"/>
                  <a:ext cx="720"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algn="just" eaLnBrk="1" hangingPunct="1">
                    <a:lnSpc>
                      <a:spcPct val="130000"/>
                    </a:lnSpc>
                  </a:pPr>
                  <a:r>
                    <a:rPr lang="en-US" altLang="zh-CN" sz="1600" b="1">
                      <a:latin typeface="Times New Roman" panose="02020603050405020304" pitchFamily="18" charset="0"/>
                      <a:ea typeface="楷体_GB2312" pitchFamily="49" charset="-122"/>
                    </a:rPr>
                    <a:t>ADD R2 , @(R4)</a:t>
                  </a:r>
                  <a:endParaRPr lang="en-US" altLang="zh-CN" sz="1600" b="1">
                    <a:latin typeface="Times New Roman" panose="02020603050405020304" pitchFamily="18" charset="0"/>
                    <a:ea typeface="宋体" panose="02010600030101010101" pitchFamily="2" charset="-122"/>
                  </a:endParaRPr>
                </a:p>
                <a:p>
                  <a:pPr algn="just"/>
                  <a:endParaRPr lang="en-US" altLang="zh-CN" sz="1600">
                    <a:latin typeface="Times New Roman" panose="02020603050405020304" pitchFamily="18" charset="0"/>
                    <a:ea typeface="宋体" panose="02010600030101010101" pitchFamily="2" charset="-122"/>
                  </a:endParaRPr>
                </a:p>
              </p:txBody>
            </p:sp>
            <p:sp>
              <p:nvSpPr>
                <p:cNvPr id="36922" name="Rectangle 74">
                  <a:extLst>
                    <a:ext uri="{FF2B5EF4-FFF2-40B4-BE49-F238E27FC236}">
                      <a16:creationId xmlns:a16="http://schemas.microsoft.com/office/drawing/2014/main" id="{A652888F-3F41-447E-BAEF-57A0F85ED902}"/>
                    </a:ext>
                  </a:extLst>
                </p:cNvPr>
                <p:cNvSpPr>
                  <a:spLocks noChangeArrowheads="1"/>
                </p:cNvSpPr>
                <p:nvPr/>
              </p:nvSpPr>
              <p:spPr bwMode="auto">
                <a:xfrm>
                  <a:off x="849" y="4018"/>
                  <a:ext cx="806" cy="59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eaLnBrk="1" hangingPunct="1"/>
                  <a:endParaRPr lang="zh-CN" altLang="en-US"/>
                </a:p>
              </p:txBody>
            </p:sp>
          </p:grpSp>
          <p:grpSp>
            <p:nvGrpSpPr>
              <p:cNvPr id="36891" name="Group 75">
                <a:extLst>
                  <a:ext uri="{FF2B5EF4-FFF2-40B4-BE49-F238E27FC236}">
                    <a16:creationId xmlns:a16="http://schemas.microsoft.com/office/drawing/2014/main" id="{7CF9F986-C2F7-4397-A1EF-FDF570195539}"/>
                  </a:ext>
                </a:extLst>
              </p:cNvPr>
              <p:cNvGrpSpPr>
                <a:grpSpLocks/>
              </p:cNvGrpSpPr>
              <p:nvPr/>
            </p:nvGrpSpPr>
            <p:grpSpPr bwMode="auto">
              <a:xfrm>
                <a:off x="1655" y="4018"/>
                <a:ext cx="2091" cy="596"/>
                <a:chOff x="1655" y="4018"/>
                <a:chExt cx="2091" cy="596"/>
              </a:xfrm>
            </p:grpSpPr>
            <p:sp>
              <p:nvSpPr>
                <p:cNvPr id="36919" name="Rectangle 76">
                  <a:extLst>
                    <a:ext uri="{FF2B5EF4-FFF2-40B4-BE49-F238E27FC236}">
                      <a16:creationId xmlns:a16="http://schemas.microsoft.com/office/drawing/2014/main" id="{E5DB38A5-20EB-4569-AC73-C5D5DDB2F9AB}"/>
                    </a:ext>
                  </a:extLst>
                </p:cNvPr>
                <p:cNvSpPr>
                  <a:spLocks noChangeArrowheads="1"/>
                </p:cNvSpPr>
                <p:nvPr/>
              </p:nvSpPr>
              <p:spPr bwMode="auto">
                <a:xfrm>
                  <a:off x="1698" y="4018"/>
                  <a:ext cx="2005"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algn="just" eaLnBrk="1" hangingPunct="1"/>
                  <a:r>
                    <a:rPr lang="en-US" altLang="zh-CN" sz="1600" b="1">
                      <a:latin typeface="Times New Roman" panose="02020603050405020304" pitchFamily="18" charset="0"/>
                      <a:ea typeface="楷体_GB2312" pitchFamily="49" charset="-122"/>
                    </a:rPr>
                    <a:t>Regs[R2]←Regs[R2]</a:t>
                  </a:r>
                  <a:r>
                    <a:rPr lang="zh-CN" altLang="en-US" sz="1600" b="1">
                      <a:latin typeface="Times New Roman" panose="02020603050405020304" pitchFamily="18" charset="0"/>
                      <a:ea typeface="楷体_GB2312" pitchFamily="49" charset="-122"/>
                    </a:rPr>
                    <a:t>＋</a:t>
                  </a:r>
                  <a:r>
                    <a:rPr lang="en-US" altLang="zh-CN" sz="1600" b="1">
                      <a:latin typeface="Times New Roman" panose="02020603050405020304" pitchFamily="18" charset="0"/>
                      <a:ea typeface="楷体_GB2312" pitchFamily="49" charset="-122"/>
                    </a:rPr>
                    <a:t>Mem[Mem[Regs[R4]]]</a:t>
                  </a:r>
                  <a:endParaRPr lang="en-US" altLang="zh-CN" sz="1600" b="1">
                    <a:latin typeface="Times New Roman" panose="02020603050405020304" pitchFamily="18" charset="0"/>
                    <a:ea typeface="宋体" panose="02010600030101010101" pitchFamily="2" charset="-122"/>
                  </a:endParaRPr>
                </a:p>
                <a:p>
                  <a:pPr algn="just"/>
                  <a:endParaRPr lang="en-US" altLang="zh-CN" sz="1600">
                    <a:latin typeface="Times New Roman" panose="02020603050405020304" pitchFamily="18" charset="0"/>
                    <a:ea typeface="宋体" panose="02010600030101010101" pitchFamily="2" charset="-122"/>
                  </a:endParaRPr>
                </a:p>
              </p:txBody>
            </p:sp>
            <p:sp>
              <p:nvSpPr>
                <p:cNvPr id="36920" name="Rectangle 77">
                  <a:extLst>
                    <a:ext uri="{FF2B5EF4-FFF2-40B4-BE49-F238E27FC236}">
                      <a16:creationId xmlns:a16="http://schemas.microsoft.com/office/drawing/2014/main" id="{B1A507DE-0055-4CB6-9FE7-4C407ABBF897}"/>
                    </a:ext>
                  </a:extLst>
                </p:cNvPr>
                <p:cNvSpPr>
                  <a:spLocks noChangeArrowheads="1"/>
                </p:cNvSpPr>
                <p:nvPr/>
              </p:nvSpPr>
              <p:spPr bwMode="auto">
                <a:xfrm>
                  <a:off x="1655" y="4018"/>
                  <a:ext cx="2091" cy="596"/>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eaLnBrk="1" hangingPunct="1"/>
                  <a:endParaRPr lang="zh-CN" altLang="en-US"/>
                </a:p>
              </p:txBody>
            </p:sp>
          </p:grpSp>
          <p:grpSp>
            <p:nvGrpSpPr>
              <p:cNvPr id="36892" name="Group 78">
                <a:extLst>
                  <a:ext uri="{FF2B5EF4-FFF2-40B4-BE49-F238E27FC236}">
                    <a16:creationId xmlns:a16="http://schemas.microsoft.com/office/drawing/2014/main" id="{480ABB8C-B0E1-48D5-A72C-F0EA4805DAB2}"/>
                  </a:ext>
                </a:extLst>
              </p:cNvPr>
              <p:cNvGrpSpPr>
                <a:grpSpLocks/>
              </p:cNvGrpSpPr>
              <p:nvPr/>
            </p:nvGrpSpPr>
            <p:grpSpPr bwMode="auto">
              <a:xfrm>
                <a:off x="0" y="4614"/>
                <a:ext cx="849" cy="750"/>
                <a:chOff x="0" y="4614"/>
                <a:chExt cx="849" cy="750"/>
              </a:xfrm>
            </p:grpSpPr>
            <p:sp>
              <p:nvSpPr>
                <p:cNvPr id="36917" name="Rectangle 79">
                  <a:extLst>
                    <a:ext uri="{FF2B5EF4-FFF2-40B4-BE49-F238E27FC236}">
                      <a16:creationId xmlns:a16="http://schemas.microsoft.com/office/drawing/2014/main" id="{68251E59-7A6B-4F13-B100-AC48CB94E8DC}"/>
                    </a:ext>
                  </a:extLst>
                </p:cNvPr>
                <p:cNvSpPr>
                  <a:spLocks noChangeArrowheads="1"/>
                </p:cNvSpPr>
                <p:nvPr/>
              </p:nvSpPr>
              <p:spPr bwMode="auto">
                <a:xfrm>
                  <a:off x="43" y="4614"/>
                  <a:ext cx="763" cy="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algn="ctr" eaLnBrk="1" hangingPunct="1">
                    <a:lnSpc>
                      <a:spcPct val="140000"/>
                    </a:lnSpc>
                  </a:pPr>
                  <a:r>
                    <a:rPr lang="zh-CN" altLang="en-US" sz="1800">
                      <a:latin typeface="Times New Roman" panose="02020603050405020304" pitchFamily="18" charset="0"/>
                    </a:rPr>
                    <a:t>自增寻址</a:t>
                  </a:r>
                </a:p>
                <a:p>
                  <a:pPr algn="just"/>
                  <a:endParaRPr lang="en-US" altLang="zh-CN" sz="1800">
                    <a:latin typeface="Times New Roman" panose="02020603050405020304" pitchFamily="18" charset="0"/>
                  </a:endParaRPr>
                </a:p>
              </p:txBody>
            </p:sp>
            <p:sp>
              <p:nvSpPr>
                <p:cNvPr id="36918" name="Rectangle 80">
                  <a:extLst>
                    <a:ext uri="{FF2B5EF4-FFF2-40B4-BE49-F238E27FC236}">
                      <a16:creationId xmlns:a16="http://schemas.microsoft.com/office/drawing/2014/main" id="{36CB58FE-0831-4EB7-98E2-50568DC654F4}"/>
                    </a:ext>
                  </a:extLst>
                </p:cNvPr>
                <p:cNvSpPr>
                  <a:spLocks noChangeArrowheads="1"/>
                </p:cNvSpPr>
                <p:nvPr/>
              </p:nvSpPr>
              <p:spPr bwMode="auto">
                <a:xfrm>
                  <a:off x="0" y="4614"/>
                  <a:ext cx="849" cy="75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eaLnBrk="1" hangingPunct="1"/>
                  <a:endParaRPr lang="zh-CN" altLang="en-US"/>
                </a:p>
              </p:txBody>
            </p:sp>
          </p:grpSp>
          <p:grpSp>
            <p:nvGrpSpPr>
              <p:cNvPr id="36893" name="Group 81">
                <a:extLst>
                  <a:ext uri="{FF2B5EF4-FFF2-40B4-BE49-F238E27FC236}">
                    <a16:creationId xmlns:a16="http://schemas.microsoft.com/office/drawing/2014/main" id="{746F8ED4-64F2-411D-B813-EB780EFF0A28}"/>
                  </a:ext>
                </a:extLst>
              </p:cNvPr>
              <p:cNvGrpSpPr>
                <a:grpSpLocks/>
              </p:cNvGrpSpPr>
              <p:nvPr/>
            </p:nvGrpSpPr>
            <p:grpSpPr bwMode="auto">
              <a:xfrm>
                <a:off x="849" y="4614"/>
                <a:ext cx="806" cy="750"/>
                <a:chOff x="849" y="4614"/>
                <a:chExt cx="806" cy="750"/>
              </a:xfrm>
            </p:grpSpPr>
            <p:sp>
              <p:nvSpPr>
                <p:cNvPr id="36915" name="Rectangle 82">
                  <a:extLst>
                    <a:ext uri="{FF2B5EF4-FFF2-40B4-BE49-F238E27FC236}">
                      <a16:creationId xmlns:a16="http://schemas.microsoft.com/office/drawing/2014/main" id="{6EF9B739-0424-4D88-96BF-AAAECF7D3F70}"/>
                    </a:ext>
                  </a:extLst>
                </p:cNvPr>
                <p:cNvSpPr>
                  <a:spLocks noChangeArrowheads="1"/>
                </p:cNvSpPr>
                <p:nvPr/>
              </p:nvSpPr>
              <p:spPr bwMode="auto">
                <a:xfrm>
                  <a:off x="892" y="4614"/>
                  <a:ext cx="720" cy="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algn="just" eaLnBrk="1" hangingPunct="1">
                    <a:lnSpc>
                      <a:spcPct val="140000"/>
                    </a:lnSpc>
                  </a:pPr>
                  <a:r>
                    <a:rPr lang="en-US" altLang="zh-CN" sz="1600" b="1">
                      <a:latin typeface="Times New Roman" panose="02020603050405020304" pitchFamily="18" charset="0"/>
                      <a:ea typeface="楷体_GB2312" pitchFamily="49" charset="-122"/>
                    </a:rPr>
                    <a:t>ADD R1 , (R2)+</a:t>
                  </a:r>
                  <a:endParaRPr lang="en-US" altLang="zh-CN" sz="1600" b="1">
                    <a:latin typeface="Times New Roman" panose="02020603050405020304" pitchFamily="18" charset="0"/>
                    <a:ea typeface="宋体" panose="02010600030101010101" pitchFamily="2" charset="-122"/>
                  </a:endParaRPr>
                </a:p>
                <a:p>
                  <a:pPr algn="just"/>
                  <a:endParaRPr lang="en-US" altLang="zh-CN" sz="1600">
                    <a:latin typeface="Times New Roman" panose="02020603050405020304" pitchFamily="18" charset="0"/>
                    <a:ea typeface="宋体" panose="02010600030101010101" pitchFamily="2" charset="-122"/>
                  </a:endParaRPr>
                </a:p>
              </p:txBody>
            </p:sp>
            <p:sp>
              <p:nvSpPr>
                <p:cNvPr id="36916" name="Rectangle 83">
                  <a:extLst>
                    <a:ext uri="{FF2B5EF4-FFF2-40B4-BE49-F238E27FC236}">
                      <a16:creationId xmlns:a16="http://schemas.microsoft.com/office/drawing/2014/main" id="{EEF3F359-CFE4-4E1B-B766-2E9CC770EF70}"/>
                    </a:ext>
                  </a:extLst>
                </p:cNvPr>
                <p:cNvSpPr>
                  <a:spLocks noChangeArrowheads="1"/>
                </p:cNvSpPr>
                <p:nvPr/>
              </p:nvSpPr>
              <p:spPr bwMode="auto">
                <a:xfrm>
                  <a:off x="849" y="4614"/>
                  <a:ext cx="806" cy="75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eaLnBrk="1" hangingPunct="1"/>
                  <a:endParaRPr lang="zh-CN" altLang="en-US"/>
                </a:p>
              </p:txBody>
            </p:sp>
          </p:grpSp>
          <p:grpSp>
            <p:nvGrpSpPr>
              <p:cNvPr id="36894" name="Group 84">
                <a:extLst>
                  <a:ext uri="{FF2B5EF4-FFF2-40B4-BE49-F238E27FC236}">
                    <a16:creationId xmlns:a16="http://schemas.microsoft.com/office/drawing/2014/main" id="{64CB30F8-E79B-485A-A7BE-9A56331AF8B5}"/>
                  </a:ext>
                </a:extLst>
              </p:cNvPr>
              <p:cNvGrpSpPr>
                <a:grpSpLocks/>
              </p:cNvGrpSpPr>
              <p:nvPr/>
            </p:nvGrpSpPr>
            <p:grpSpPr bwMode="auto">
              <a:xfrm>
                <a:off x="1655" y="4614"/>
                <a:ext cx="2091" cy="750"/>
                <a:chOff x="1655" y="4614"/>
                <a:chExt cx="2091" cy="750"/>
              </a:xfrm>
            </p:grpSpPr>
            <p:sp>
              <p:nvSpPr>
                <p:cNvPr id="36913" name="Rectangle 85">
                  <a:extLst>
                    <a:ext uri="{FF2B5EF4-FFF2-40B4-BE49-F238E27FC236}">
                      <a16:creationId xmlns:a16="http://schemas.microsoft.com/office/drawing/2014/main" id="{38E65F0D-B2C7-47C5-B1E4-D108124A5E7D}"/>
                    </a:ext>
                  </a:extLst>
                </p:cNvPr>
                <p:cNvSpPr>
                  <a:spLocks noChangeArrowheads="1"/>
                </p:cNvSpPr>
                <p:nvPr/>
              </p:nvSpPr>
              <p:spPr bwMode="auto">
                <a:xfrm>
                  <a:off x="1698" y="4614"/>
                  <a:ext cx="2005" cy="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algn="just" eaLnBrk="1" hangingPunct="1"/>
                  <a:r>
                    <a:rPr lang="en-US" altLang="zh-CN" sz="1600" b="1">
                      <a:latin typeface="Times New Roman" panose="02020603050405020304" pitchFamily="18" charset="0"/>
                      <a:ea typeface="楷体_GB2312" pitchFamily="49" charset="-122"/>
                    </a:rPr>
                    <a:t>Regs[R1]←Regs[R1]</a:t>
                  </a:r>
                  <a:r>
                    <a:rPr lang="zh-CN" altLang="en-US" sz="1600" b="1">
                      <a:latin typeface="Times New Roman" panose="02020603050405020304" pitchFamily="18" charset="0"/>
                      <a:ea typeface="楷体_GB2312" pitchFamily="49" charset="-122"/>
                    </a:rPr>
                    <a:t>＋</a:t>
                  </a:r>
                  <a:r>
                    <a:rPr lang="en-US" altLang="zh-CN" sz="1600" b="1">
                      <a:latin typeface="Times New Roman" panose="02020603050405020304" pitchFamily="18" charset="0"/>
                      <a:ea typeface="楷体_GB2312" pitchFamily="49" charset="-122"/>
                    </a:rPr>
                    <a:t>Mem[Regs[R2]]</a:t>
                  </a:r>
                  <a:endParaRPr lang="en-US" altLang="zh-CN" sz="1600" b="1">
                    <a:latin typeface="Times New Roman" panose="02020603050405020304" pitchFamily="18" charset="0"/>
                    <a:ea typeface="宋体" panose="02010600030101010101" pitchFamily="2" charset="-122"/>
                  </a:endParaRPr>
                </a:p>
                <a:p>
                  <a:pPr algn="just"/>
                  <a:r>
                    <a:rPr lang="en-US" altLang="zh-CN" sz="1600" b="1">
                      <a:latin typeface="Times New Roman" panose="02020603050405020304" pitchFamily="18" charset="0"/>
                      <a:ea typeface="楷体_GB2312" pitchFamily="49" charset="-122"/>
                    </a:rPr>
                    <a:t>Regs[R2]←Regs[R2]</a:t>
                  </a:r>
                  <a:r>
                    <a:rPr lang="zh-CN" altLang="en-US" sz="1600" b="1">
                      <a:latin typeface="Times New Roman" panose="02020603050405020304" pitchFamily="18" charset="0"/>
                      <a:ea typeface="楷体_GB2312" pitchFamily="49" charset="-122"/>
                    </a:rPr>
                    <a:t>＋</a:t>
                  </a:r>
                  <a:r>
                    <a:rPr lang="en-US" altLang="zh-CN" sz="1600" b="1">
                      <a:latin typeface="Times New Roman" panose="02020603050405020304" pitchFamily="18" charset="0"/>
                      <a:ea typeface="楷体_GB2312" pitchFamily="49" charset="-122"/>
                    </a:rPr>
                    <a:t>d</a:t>
                  </a:r>
                  <a:endParaRPr lang="en-US" altLang="zh-CN" sz="1600" b="1">
                    <a:latin typeface="Times New Roman" panose="02020603050405020304" pitchFamily="18" charset="0"/>
                    <a:ea typeface="宋体" panose="02010600030101010101" pitchFamily="2" charset="-122"/>
                  </a:endParaRPr>
                </a:p>
                <a:p>
                  <a:pPr algn="just"/>
                  <a:endParaRPr lang="en-US" altLang="zh-CN" sz="1600">
                    <a:latin typeface="Times New Roman" panose="02020603050405020304" pitchFamily="18" charset="0"/>
                    <a:ea typeface="宋体" panose="02010600030101010101" pitchFamily="2" charset="-122"/>
                  </a:endParaRPr>
                </a:p>
              </p:txBody>
            </p:sp>
            <p:sp>
              <p:nvSpPr>
                <p:cNvPr id="36914" name="Rectangle 86">
                  <a:extLst>
                    <a:ext uri="{FF2B5EF4-FFF2-40B4-BE49-F238E27FC236}">
                      <a16:creationId xmlns:a16="http://schemas.microsoft.com/office/drawing/2014/main" id="{B267B67D-3F45-46B9-8B2E-668B43C2EE40}"/>
                    </a:ext>
                  </a:extLst>
                </p:cNvPr>
                <p:cNvSpPr>
                  <a:spLocks noChangeArrowheads="1"/>
                </p:cNvSpPr>
                <p:nvPr/>
              </p:nvSpPr>
              <p:spPr bwMode="auto">
                <a:xfrm>
                  <a:off x="1655" y="4614"/>
                  <a:ext cx="2091" cy="75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eaLnBrk="1" hangingPunct="1"/>
                  <a:endParaRPr lang="zh-CN" altLang="en-US"/>
                </a:p>
              </p:txBody>
            </p:sp>
          </p:grpSp>
          <p:grpSp>
            <p:nvGrpSpPr>
              <p:cNvPr id="36895" name="Group 87">
                <a:extLst>
                  <a:ext uri="{FF2B5EF4-FFF2-40B4-BE49-F238E27FC236}">
                    <a16:creationId xmlns:a16="http://schemas.microsoft.com/office/drawing/2014/main" id="{6CAAC2F4-1157-450E-97FA-24A182FD3317}"/>
                  </a:ext>
                </a:extLst>
              </p:cNvPr>
              <p:cNvGrpSpPr>
                <a:grpSpLocks/>
              </p:cNvGrpSpPr>
              <p:nvPr/>
            </p:nvGrpSpPr>
            <p:grpSpPr bwMode="auto">
              <a:xfrm>
                <a:off x="0" y="5364"/>
                <a:ext cx="849" cy="750"/>
                <a:chOff x="0" y="5364"/>
                <a:chExt cx="849" cy="750"/>
              </a:xfrm>
            </p:grpSpPr>
            <p:sp>
              <p:nvSpPr>
                <p:cNvPr id="36911" name="Rectangle 88">
                  <a:extLst>
                    <a:ext uri="{FF2B5EF4-FFF2-40B4-BE49-F238E27FC236}">
                      <a16:creationId xmlns:a16="http://schemas.microsoft.com/office/drawing/2014/main" id="{9D07B17D-A1FD-46A4-839F-A87FF39D2CB2}"/>
                    </a:ext>
                  </a:extLst>
                </p:cNvPr>
                <p:cNvSpPr>
                  <a:spLocks noChangeArrowheads="1"/>
                </p:cNvSpPr>
                <p:nvPr/>
              </p:nvSpPr>
              <p:spPr bwMode="auto">
                <a:xfrm>
                  <a:off x="43" y="5364"/>
                  <a:ext cx="763" cy="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algn="ctr" eaLnBrk="1" hangingPunct="1">
                    <a:lnSpc>
                      <a:spcPct val="160000"/>
                    </a:lnSpc>
                  </a:pPr>
                  <a:r>
                    <a:rPr lang="zh-CN" altLang="en-US" sz="1800">
                      <a:latin typeface="Times New Roman" panose="02020603050405020304" pitchFamily="18" charset="0"/>
                    </a:rPr>
                    <a:t>自减寻址</a:t>
                  </a:r>
                </a:p>
                <a:p>
                  <a:pPr algn="just"/>
                  <a:endParaRPr lang="en-US" altLang="zh-CN" sz="1800">
                    <a:latin typeface="Times New Roman" panose="02020603050405020304" pitchFamily="18" charset="0"/>
                  </a:endParaRPr>
                </a:p>
              </p:txBody>
            </p:sp>
            <p:sp>
              <p:nvSpPr>
                <p:cNvPr id="36912" name="Rectangle 89">
                  <a:extLst>
                    <a:ext uri="{FF2B5EF4-FFF2-40B4-BE49-F238E27FC236}">
                      <a16:creationId xmlns:a16="http://schemas.microsoft.com/office/drawing/2014/main" id="{DB9C4192-8492-4EF9-A087-5217DAD12F89}"/>
                    </a:ext>
                  </a:extLst>
                </p:cNvPr>
                <p:cNvSpPr>
                  <a:spLocks noChangeArrowheads="1"/>
                </p:cNvSpPr>
                <p:nvPr/>
              </p:nvSpPr>
              <p:spPr bwMode="auto">
                <a:xfrm>
                  <a:off x="0" y="5364"/>
                  <a:ext cx="849" cy="75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eaLnBrk="1" hangingPunct="1"/>
                  <a:endParaRPr lang="zh-CN" altLang="en-US"/>
                </a:p>
              </p:txBody>
            </p:sp>
          </p:grpSp>
          <p:grpSp>
            <p:nvGrpSpPr>
              <p:cNvPr id="36896" name="Group 90">
                <a:extLst>
                  <a:ext uri="{FF2B5EF4-FFF2-40B4-BE49-F238E27FC236}">
                    <a16:creationId xmlns:a16="http://schemas.microsoft.com/office/drawing/2014/main" id="{4D1B9AFF-6115-4587-875A-790212BDC08E}"/>
                  </a:ext>
                </a:extLst>
              </p:cNvPr>
              <p:cNvGrpSpPr>
                <a:grpSpLocks/>
              </p:cNvGrpSpPr>
              <p:nvPr/>
            </p:nvGrpSpPr>
            <p:grpSpPr bwMode="auto">
              <a:xfrm>
                <a:off x="849" y="5364"/>
                <a:ext cx="806" cy="750"/>
                <a:chOff x="849" y="5364"/>
                <a:chExt cx="806" cy="750"/>
              </a:xfrm>
            </p:grpSpPr>
            <p:sp>
              <p:nvSpPr>
                <p:cNvPr id="36909" name="Rectangle 91">
                  <a:extLst>
                    <a:ext uri="{FF2B5EF4-FFF2-40B4-BE49-F238E27FC236}">
                      <a16:creationId xmlns:a16="http://schemas.microsoft.com/office/drawing/2014/main" id="{36846EAC-CB35-4967-9745-698C4D25D15D}"/>
                    </a:ext>
                  </a:extLst>
                </p:cNvPr>
                <p:cNvSpPr>
                  <a:spLocks noChangeArrowheads="1"/>
                </p:cNvSpPr>
                <p:nvPr/>
              </p:nvSpPr>
              <p:spPr bwMode="auto">
                <a:xfrm>
                  <a:off x="892" y="5364"/>
                  <a:ext cx="720" cy="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algn="just" eaLnBrk="1" hangingPunct="1">
                    <a:lnSpc>
                      <a:spcPct val="150000"/>
                    </a:lnSpc>
                  </a:pPr>
                  <a:r>
                    <a:rPr lang="en-US" altLang="zh-CN" sz="1600" b="1">
                      <a:latin typeface="Times New Roman" panose="02020603050405020304" pitchFamily="18" charset="0"/>
                      <a:ea typeface="楷体_GB2312" pitchFamily="49" charset="-122"/>
                    </a:rPr>
                    <a:t>ADD R1, -(R2)</a:t>
                  </a:r>
                  <a:endParaRPr lang="en-US" altLang="zh-CN" sz="1600" b="1">
                    <a:latin typeface="Times New Roman" panose="02020603050405020304" pitchFamily="18" charset="0"/>
                    <a:ea typeface="宋体" panose="02010600030101010101" pitchFamily="2" charset="-122"/>
                  </a:endParaRPr>
                </a:p>
                <a:p>
                  <a:pPr algn="just"/>
                  <a:endParaRPr lang="en-US" altLang="zh-CN" sz="1600">
                    <a:latin typeface="Times New Roman" panose="02020603050405020304" pitchFamily="18" charset="0"/>
                    <a:ea typeface="宋体" panose="02010600030101010101" pitchFamily="2" charset="-122"/>
                  </a:endParaRPr>
                </a:p>
              </p:txBody>
            </p:sp>
            <p:sp>
              <p:nvSpPr>
                <p:cNvPr id="36910" name="Rectangle 92">
                  <a:extLst>
                    <a:ext uri="{FF2B5EF4-FFF2-40B4-BE49-F238E27FC236}">
                      <a16:creationId xmlns:a16="http://schemas.microsoft.com/office/drawing/2014/main" id="{D6CFF9CE-B299-46F7-9724-AF90745D7CAF}"/>
                    </a:ext>
                  </a:extLst>
                </p:cNvPr>
                <p:cNvSpPr>
                  <a:spLocks noChangeArrowheads="1"/>
                </p:cNvSpPr>
                <p:nvPr/>
              </p:nvSpPr>
              <p:spPr bwMode="auto">
                <a:xfrm>
                  <a:off x="849" y="5364"/>
                  <a:ext cx="806" cy="75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eaLnBrk="1" hangingPunct="1"/>
                  <a:endParaRPr lang="zh-CN" altLang="en-US"/>
                </a:p>
              </p:txBody>
            </p:sp>
          </p:grpSp>
          <p:grpSp>
            <p:nvGrpSpPr>
              <p:cNvPr id="36897" name="Group 93">
                <a:extLst>
                  <a:ext uri="{FF2B5EF4-FFF2-40B4-BE49-F238E27FC236}">
                    <a16:creationId xmlns:a16="http://schemas.microsoft.com/office/drawing/2014/main" id="{EA512B4F-C568-4E11-B5C6-0223B307FF21}"/>
                  </a:ext>
                </a:extLst>
              </p:cNvPr>
              <p:cNvGrpSpPr>
                <a:grpSpLocks/>
              </p:cNvGrpSpPr>
              <p:nvPr/>
            </p:nvGrpSpPr>
            <p:grpSpPr bwMode="auto">
              <a:xfrm>
                <a:off x="1655" y="5364"/>
                <a:ext cx="2091" cy="750"/>
                <a:chOff x="1655" y="5364"/>
                <a:chExt cx="2091" cy="750"/>
              </a:xfrm>
            </p:grpSpPr>
            <p:sp>
              <p:nvSpPr>
                <p:cNvPr id="36907" name="Rectangle 94">
                  <a:extLst>
                    <a:ext uri="{FF2B5EF4-FFF2-40B4-BE49-F238E27FC236}">
                      <a16:creationId xmlns:a16="http://schemas.microsoft.com/office/drawing/2014/main" id="{916FB747-F34F-42C3-B837-083B6DD203B6}"/>
                    </a:ext>
                  </a:extLst>
                </p:cNvPr>
                <p:cNvSpPr>
                  <a:spLocks noChangeArrowheads="1"/>
                </p:cNvSpPr>
                <p:nvPr/>
              </p:nvSpPr>
              <p:spPr bwMode="auto">
                <a:xfrm>
                  <a:off x="1698" y="5364"/>
                  <a:ext cx="2005" cy="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algn="just" eaLnBrk="1" hangingPunct="1">
                    <a:lnSpc>
                      <a:spcPct val="110000"/>
                    </a:lnSpc>
                  </a:pPr>
                  <a:r>
                    <a:rPr lang="en-US" altLang="zh-CN" sz="1600" b="1">
                      <a:latin typeface="Times New Roman" panose="02020603050405020304" pitchFamily="18" charset="0"/>
                      <a:ea typeface="楷体_GB2312" pitchFamily="49" charset="-122"/>
                    </a:rPr>
                    <a:t>Regs[R2]←Regs[R2]</a:t>
                  </a:r>
                  <a:r>
                    <a:rPr lang="zh-CN" altLang="en-US" sz="1600" b="1">
                      <a:latin typeface="Times New Roman" panose="02020603050405020304" pitchFamily="18" charset="0"/>
                      <a:ea typeface="楷体_GB2312" pitchFamily="49" charset="-122"/>
                    </a:rPr>
                    <a:t>－</a:t>
                  </a:r>
                  <a:r>
                    <a:rPr lang="en-US" altLang="zh-CN" sz="1600" b="1">
                      <a:latin typeface="Times New Roman" panose="02020603050405020304" pitchFamily="18" charset="0"/>
                      <a:ea typeface="楷体_GB2312" pitchFamily="49" charset="-122"/>
                    </a:rPr>
                    <a:t>d</a:t>
                  </a:r>
                  <a:endParaRPr lang="en-US" altLang="zh-CN" sz="1600" b="1">
                    <a:latin typeface="Times New Roman" panose="02020603050405020304" pitchFamily="18" charset="0"/>
                    <a:ea typeface="宋体" panose="02010600030101010101" pitchFamily="2" charset="-122"/>
                  </a:endParaRPr>
                </a:p>
                <a:p>
                  <a:pPr algn="just"/>
                  <a:r>
                    <a:rPr lang="en-US" altLang="zh-CN" sz="1600" b="1">
                      <a:latin typeface="Times New Roman" panose="02020603050405020304" pitchFamily="18" charset="0"/>
                      <a:ea typeface="楷体_GB2312" pitchFamily="49" charset="-122"/>
                    </a:rPr>
                    <a:t>Regs[R1]←Regs[R1]+Mem[Regs[R2]]</a:t>
                  </a:r>
                  <a:endParaRPr lang="en-US" altLang="zh-CN" sz="1600" b="1">
                    <a:latin typeface="Times New Roman" panose="02020603050405020304" pitchFamily="18" charset="0"/>
                    <a:ea typeface="宋体" panose="02010600030101010101" pitchFamily="2" charset="-122"/>
                  </a:endParaRPr>
                </a:p>
                <a:p>
                  <a:pPr algn="just"/>
                  <a:endParaRPr lang="en-US" altLang="zh-CN" sz="1600">
                    <a:latin typeface="Times New Roman" panose="02020603050405020304" pitchFamily="18" charset="0"/>
                    <a:ea typeface="宋体" panose="02010600030101010101" pitchFamily="2" charset="-122"/>
                  </a:endParaRPr>
                </a:p>
              </p:txBody>
            </p:sp>
            <p:sp>
              <p:nvSpPr>
                <p:cNvPr id="36908" name="Rectangle 95">
                  <a:extLst>
                    <a:ext uri="{FF2B5EF4-FFF2-40B4-BE49-F238E27FC236}">
                      <a16:creationId xmlns:a16="http://schemas.microsoft.com/office/drawing/2014/main" id="{912B113F-A4EB-4D35-8138-6BAE4E886019}"/>
                    </a:ext>
                  </a:extLst>
                </p:cNvPr>
                <p:cNvSpPr>
                  <a:spLocks noChangeArrowheads="1"/>
                </p:cNvSpPr>
                <p:nvPr/>
              </p:nvSpPr>
              <p:spPr bwMode="auto">
                <a:xfrm>
                  <a:off x="1655" y="5364"/>
                  <a:ext cx="2091" cy="750"/>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eaLnBrk="1" hangingPunct="1"/>
                  <a:endParaRPr lang="zh-CN" altLang="en-US"/>
                </a:p>
              </p:txBody>
            </p:sp>
          </p:grpSp>
          <p:grpSp>
            <p:nvGrpSpPr>
              <p:cNvPr id="36898" name="Group 96">
                <a:extLst>
                  <a:ext uri="{FF2B5EF4-FFF2-40B4-BE49-F238E27FC236}">
                    <a16:creationId xmlns:a16="http://schemas.microsoft.com/office/drawing/2014/main" id="{E4D2C4A5-4D90-4097-8DC5-830FC0F7C2A5}"/>
                  </a:ext>
                </a:extLst>
              </p:cNvPr>
              <p:cNvGrpSpPr>
                <a:grpSpLocks/>
              </p:cNvGrpSpPr>
              <p:nvPr/>
            </p:nvGrpSpPr>
            <p:grpSpPr bwMode="auto">
              <a:xfrm>
                <a:off x="0" y="6114"/>
                <a:ext cx="849" cy="904"/>
                <a:chOff x="0" y="6114"/>
                <a:chExt cx="849" cy="904"/>
              </a:xfrm>
            </p:grpSpPr>
            <p:sp>
              <p:nvSpPr>
                <p:cNvPr id="36905" name="Rectangle 97">
                  <a:extLst>
                    <a:ext uri="{FF2B5EF4-FFF2-40B4-BE49-F238E27FC236}">
                      <a16:creationId xmlns:a16="http://schemas.microsoft.com/office/drawing/2014/main" id="{C53EBB27-88A5-4569-884E-CA6F13B4A205}"/>
                    </a:ext>
                  </a:extLst>
                </p:cNvPr>
                <p:cNvSpPr>
                  <a:spLocks noChangeArrowheads="1"/>
                </p:cNvSpPr>
                <p:nvPr/>
              </p:nvSpPr>
              <p:spPr bwMode="auto">
                <a:xfrm>
                  <a:off x="43" y="6114"/>
                  <a:ext cx="763" cy="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algn="ctr" eaLnBrk="1" hangingPunct="1">
                    <a:lnSpc>
                      <a:spcPct val="190000"/>
                    </a:lnSpc>
                  </a:pPr>
                  <a:r>
                    <a:rPr lang="zh-CN" altLang="en-US" sz="1800" dirty="0">
                      <a:latin typeface="Times New Roman" panose="02020603050405020304" pitchFamily="18" charset="0"/>
                    </a:rPr>
                    <a:t>缩放寻址</a:t>
                  </a:r>
                </a:p>
                <a:p>
                  <a:pPr algn="just"/>
                  <a:endParaRPr lang="en-US" altLang="zh-CN" sz="1600" dirty="0">
                    <a:latin typeface="Times New Roman" panose="02020603050405020304" pitchFamily="18" charset="0"/>
                    <a:ea typeface="宋体" panose="02010600030101010101" pitchFamily="2" charset="-122"/>
                  </a:endParaRPr>
                </a:p>
              </p:txBody>
            </p:sp>
            <p:sp>
              <p:nvSpPr>
                <p:cNvPr id="36906" name="Rectangle 98">
                  <a:extLst>
                    <a:ext uri="{FF2B5EF4-FFF2-40B4-BE49-F238E27FC236}">
                      <a16:creationId xmlns:a16="http://schemas.microsoft.com/office/drawing/2014/main" id="{3FE26748-C884-4398-AFCF-0365D8A5470B}"/>
                    </a:ext>
                  </a:extLst>
                </p:cNvPr>
                <p:cNvSpPr>
                  <a:spLocks noChangeArrowheads="1"/>
                </p:cNvSpPr>
                <p:nvPr/>
              </p:nvSpPr>
              <p:spPr bwMode="auto">
                <a:xfrm>
                  <a:off x="0" y="6114"/>
                  <a:ext cx="849" cy="90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eaLnBrk="1" hangingPunct="1"/>
                  <a:endParaRPr lang="zh-CN" altLang="en-US"/>
                </a:p>
              </p:txBody>
            </p:sp>
          </p:grpSp>
          <p:grpSp>
            <p:nvGrpSpPr>
              <p:cNvPr id="36899" name="Group 99">
                <a:extLst>
                  <a:ext uri="{FF2B5EF4-FFF2-40B4-BE49-F238E27FC236}">
                    <a16:creationId xmlns:a16="http://schemas.microsoft.com/office/drawing/2014/main" id="{E1FF8DE7-28F7-4FC8-AD20-EC3870F19E7F}"/>
                  </a:ext>
                </a:extLst>
              </p:cNvPr>
              <p:cNvGrpSpPr>
                <a:grpSpLocks/>
              </p:cNvGrpSpPr>
              <p:nvPr/>
            </p:nvGrpSpPr>
            <p:grpSpPr bwMode="auto">
              <a:xfrm>
                <a:off x="849" y="6114"/>
                <a:ext cx="806" cy="904"/>
                <a:chOff x="849" y="6114"/>
                <a:chExt cx="806" cy="904"/>
              </a:xfrm>
            </p:grpSpPr>
            <p:sp>
              <p:nvSpPr>
                <p:cNvPr id="36903" name="Rectangle 100">
                  <a:extLst>
                    <a:ext uri="{FF2B5EF4-FFF2-40B4-BE49-F238E27FC236}">
                      <a16:creationId xmlns:a16="http://schemas.microsoft.com/office/drawing/2014/main" id="{901EBD9F-293B-471C-A314-1DD2921728A2}"/>
                    </a:ext>
                  </a:extLst>
                </p:cNvPr>
                <p:cNvSpPr>
                  <a:spLocks noChangeArrowheads="1"/>
                </p:cNvSpPr>
                <p:nvPr/>
              </p:nvSpPr>
              <p:spPr bwMode="auto">
                <a:xfrm>
                  <a:off x="892" y="6114"/>
                  <a:ext cx="720" cy="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algn="just" eaLnBrk="1" hangingPunct="1">
                    <a:lnSpc>
                      <a:spcPct val="120000"/>
                    </a:lnSpc>
                  </a:pPr>
                  <a:r>
                    <a:rPr lang="en-US" altLang="zh-CN" sz="1600" b="1">
                      <a:latin typeface="Times New Roman" panose="02020603050405020304" pitchFamily="18" charset="0"/>
                      <a:ea typeface="楷体_GB2312" pitchFamily="49" charset="-122"/>
                    </a:rPr>
                    <a:t>ADD</a:t>
                  </a:r>
                  <a:endParaRPr lang="en-US" altLang="zh-CN" sz="1600" b="1">
                    <a:latin typeface="Times New Roman" panose="02020603050405020304" pitchFamily="18" charset="0"/>
                    <a:ea typeface="宋体" panose="02010600030101010101" pitchFamily="2" charset="-122"/>
                  </a:endParaRPr>
                </a:p>
                <a:p>
                  <a:pPr algn="just"/>
                  <a:r>
                    <a:rPr lang="en-US" altLang="zh-CN" sz="1600" b="1">
                      <a:latin typeface="Times New Roman" panose="02020603050405020304" pitchFamily="18" charset="0"/>
                      <a:ea typeface="楷体_GB2312" pitchFamily="49" charset="-122"/>
                    </a:rPr>
                    <a:t>R1 , 80(R2)[R3]</a:t>
                  </a:r>
                  <a:endParaRPr lang="en-US" altLang="zh-CN" sz="1600" b="1">
                    <a:latin typeface="Times New Roman" panose="02020603050405020304" pitchFamily="18" charset="0"/>
                    <a:ea typeface="宋体" panose="02010600030101010101" pitchFamily="2" charset="-122"/>
                  </a:endParaRPr>
                </a:p>
                <a:p>
                  <a:pPr algn="just"/>
                  <a:endParaRPr lang="en-US" altLang="zh-CN" sz="1600">
                    <a:latin typeface="Times New Roman" panose="02020603050405020304" pitchFamily="18" charset="0"/>
                    <a:ea typeface="宋体" panose="02010600030101010101" pitchFamily="2" charset="-122"/>
                  </a:endParaRPr>
                </a:p>
              </p:txBody>
            </p:sp>
            <p:sp>
              <p:nvSpPr>
                <p:cNvPr id="36904" name="Rectangle 101">
                  <a:extLst>
                    <a:ext uri="{FF2B5EF4-FFF2-40B4-BE49-F238E27FC236}">
                      <a16:creationId xmlns:a16="http://schemas.microsoft.com/office/drawing/2014/main" id="{279694A6-BCC7-4482-9CAA-2F8B5E2B11E8}"/>
                    </a:ext>
                  </a:extLst>
                </p:cNvPr>
                <p:cNvSpPr>
                  <a:spLocks noChangeArrowheads="1"/>
                </p:cNvSpPr>
                <p:nvPr/>
              </p:nvSpPr>
              <p:spPr bwMode="auto">
                <a:xfrm>
                  <a:off x="849" y="6114"/>
                  <a:ext cx="806" cy="90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eaLnBrk="1" hangingPunct="1"/>
                  <a:endParaRPr lang="zh-CN" altLang="en-US"/>
                </a:p>
              </p:txBody>
            </p:sp>
          </p:grpSp>
          <p:grpSp>
            <p:nvGrpSpPr>
              <p:cNvPr id="36900" name="Group 102">
                <a:extLst>
                  <a:ext uri="{FF2B5EF4-FFF2-40B4-BE49-F238E27FC236}">
                    <a16:creationId xmlns:a16="http://schemas.microsoft.com/office/drawing/2014/main" id="{BCFF16DB-E595-4A4B-8AAC-63020B55CAE6}"/>
                  </a:ext>
                </a:extLst>
              </p:cNvPr>
              <p:cNvGrpSpPr>
                <a:grpSpLocks/>
              </p:cNvGrpSpPr>
              <p:nvPr/>
            </p:nvGrpSpPr>
            <p:grpSpPr bwMode="auto">
              <a:xfrm>
                <a:off x="1655" y="6090"/>
                <a:ext cx="2091" cy="928"/>
                <a:chOff x="1655" y="6090"/>
                <a:chExt cx="2091" cy="928"/>
              </a:xfrm>
            </p:grpSpPr>
            <p:sp>
              <p:nvSpPr>
                <p:cNvPr id="36901" name="Rectangle 103">
                  <a:extLst>
                    <a:ext uri="{FF2B5EF4-FFF2-40B4-BE49-F238E27FC236}">
                      <a16:creationId xmlns:a16="http://schemas.microsoft.com/office/drawing/2014/main" id="{65B1FE65-E0DD-422C-A647-4F6E394D1C69}"/>
                    </a:ext>
                  </a:extLst>
                </p:cNvPr>
                <p:cNvSpPr>
                  <a:spLocks noChangeArrowheads="1"/>
                </p:cNvSpPr>
                <p:nvPr/>
              </p:nvSpPr>
              <p:spPr bwMode="auto">
                <a:xfrm>
                  <a:off x="1698" y="6090"/>
                  <a:ext cx="2005" cy="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algn="just" eaLnBrk="1" hangingPunct="1">
                    <a:lnSpc>
                      <a:spcPct val="120000"/>
                    </a:lnSpc>
                  </a:pPr>
                  <a:r>
                    <a:rPr lang="en-US" altLang="zh-CN" sz="1600" b="1" dirty="0">
                      <a:latin typeface="Times New Roman" panose="02020603050405020304" pitchFamily="18" charset="0"/>
                      <a:ea typeface="楷体_GB2312" pitchFamily="49" charset="-122"/>
                    </a:rPr>
                    <a:t>Regs[R1]←Regs[R1]</a:t>
                  </a:r>
                  <a:r>
                    <a:rPr lang="zh-CN" altLang="en-US" sz="1600" b="1" dirty="0">
                      <a:latin typeface="Times New Roman" panose="02020603050405020304" pitchFamily="18" charset="0"/>
                      <a:ea typeface="楷体_GB2312" pitchFamily="49" charset="-122"/>
                    </a:rPr>
                    <a:t>＋</a:t>
                  </a:r>
                  <a:r>
                    <a:rPr lang="en-US" altLang="zh-CN" sz="1600" b="1" dirty="0">
                      <a:latin typeface="Times New Roman" panose="02020603050405020304" pitchFamily="18" charset="0"/>
                      <a:ea typeface="楷体_GB2312" pitchFamily="49" charset="-122"/>
                    </a:rPr>
                    <a:t>Mem[80</a:t>
                  </a:r>
                  <a:r>
                    <a:rPr lang="zh-CN" altLang="en-US" sz="1600" b="1" dirty="0">
                      <a:latin typeface="Times New Roman" panose="02020603050405020304" pitchFamily="18" charset="0"/>
                      <a:ea typeface="楷体_GB2312" pitchFamily="49" charset="-122"/>
                    </a:rPr>
                    <a:t>＋</a:t>
                  </a:r>
                  <a:r>
                    <a:rPr lang="en-US" altLang="zh-CN" sz="1600" b="1" dirty="0">
                      <a:latin typeface="Times New Roman" panose="02020603050405020304" pitchFamily="18" charset="0"/>
                      <a:ea typeface="楷体_GB2312" pitchFamily="49" charset="-122"/>
                    </a:rPr>
                    <a:t>Regs[R2]</a:t>
                  </a:r>
                  <a:r>
                    <a:rPr lang="zh-CN" altLang="en-US" sz="1600" b="1" dirty="0">
                      <a:latin typeface="Times New Roman" panose="02020603050405020304" pitchFamily="18" charset="0"/>
                      <a:ea typeface="楷体_GB2312" pitchFamily="49" charset="-122"/>
                    </a:rPr>
                    <a:t>＋</a:t>
                  </a:r>
                  <a:r>
                    <a:rPr lang="en-US" altLang="zh-CN" sz="1600" b="1" dirty="0">
                      <a:latin typeface="Times New Roman" panose="02020603050405020304" pitchFamily="18" charset="0"/>
                      <a:ea typeface="楷体_GB2312" pitchFamily="49" charset="-122"/>
                    </a:rPr>
                    <a:t>Regs[R3]*d]</a:t>
                  </a:r>
                  <a:endParaRPr lang="en-US" altLang="zh-CN" sz="1600" b="1" dirty="0">
                    <a:latin typeface="Times New Roman" panose="02020603050405020304" pitchFamily="18" charset="0"/>
                    <a:ea typeface="宋体" panose="02010600030101010101" pitchFamily="2" charset="-122"/>
                  </a:endParaRPr>
                </a:p>
                <a:p>
                  <a:pPr algn="just"/>
                  <a:endParaRPr lang="en-US" altLang="zh-CN" sz="1600" dirty="0">
                    <a:latin typeface="Times New Roman" panose="02020603050405020304" pitchFamily="18" charset="0"/>
                    <a:ea typeface="宋体" panose="02010600030101010101" pitchFamily="2" charset="-122"/>
                  </a:endParaRPr>
                </a:p>
              </p:txBody>
            </p:sp>
            <p:sp>
              <p:nvSpPr>
                <p:cNvPr id="36902" name="Rectangle 104">
                  <a:extLst>
                    <a:ext uri="{FF2B5EF4-FFF2-40B4-BE49-F238E27FC236}">
                      <a16:creationId xmlns:a16="http://schemas.microsoft.com/office/drawing/2014/main" id="{DC1D8F23-2B22-4792-A129-86F65B010579}"/>
                    </a:ext>
                  </a:extLst>
                </p:cNvPr>
                <p:cNvSpPr>
                  <a:spLocks noChangeArrowheads="1"/>
                </p:cNvSpPr>
                <p:nvPr/>
              </p:nvSpPr>
              <p:spPr bwMode="auto">
                <a:xfrm>
                  <a:off x="1655" y="6114"/>
                  <a:ext cx="2091" cy="904"/>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eaLnBrk="1" hangingPunct="1"/>
                  <a:endParaRPr lang="zh-CN" altLang="en-US"/>
                </a:p>
              </p:txBody>
            </p:sp>
          </p:grpSp>
        </p:grpSp>
        <p:sp>
          <p:nvSpPr>
            <p:cNvPr id="36867" name="Rectangle 105">
              <a:extLst>
                <a:ext uri="{FF2B5EF4-FFF2-40B4-BE49-F238E27FC236}">
                  <a16:creationId xmlns:a16="http://schemas.microsoft.com/office/drawing/2014/main" id="{2CD11535-17B2-4D08-A5FB-89D11C322FA9}"/>
                </a:ext>
              </a:extLst>
            </p:cNvPr>
            <p:cNvSpPr>
              <a:spLocks noChangeArrowheads="1"/>
            </p:cNvSpPr>
            <p:nvPr/>
          </p:nvSpPr>
          <p:spPr bwMode="auto">
            <a:xfrm>
              <a:off x="-3" y="-3"/>
              <a:ext cx="3752" cy="7024"/>
            </a:xfrm>
            <a:prstGeom prst="rect">
              <a:avLst/>
            </a:prstGeom>
            <a:noFill/>
            <a:ln w="11112">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143000" indent="-2286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eaLnBrk="1" hangingPunct="1"/>
              <a:endParaRPr lang="zh-CN" altLang="en-US"/>
            </a:p>
          </p:txBody>
        </p:sp>
      </p:grpSp>
      <p:sp>
        <p:nvSpPr>
          <p:cNvPr id="2" name="日期占位符 1">
            <a:extLst>
              <a:ext uri="{FF2B5EF4-FFF2-40B4-BE49-F238E27FC236}">
                <a16:creationId xmlns:a16="http://schemas.microsoft.com/office/drawing/2014/main" id="{6753C74B-5275-052F-2BF7-0798B4FC1B36}"/>
              </a:ext>
            </a:extLst>
          </p:cNvPr>
          <p:cNvSpPr>
            <a:spLocks noGrp="1"/>
          </p:cNvSpPr>
          <p:nvPr>
            <p:ph type="dt" sz="half" idx="10"/>
          </p:nvPr>
        </p:nvSpPr>
        <p:spPr>
          <a:xfrm>
            <a:off x="457200" y="6520259"/>
            <a:ext cx="2133600" cy="365125"/>
          </a:xfrm>
        </p:spPr>
        <p:txBody>
          <a:bodyPr/>
          <a:lstStyle/>
          <a:p>
            <a:pPr>
              <a:defRPr/>
            </a:pPr>
            <a:fld id="{FE3AAF9C-1EEB-4CA8-9F76-3702566F847C}" type="datetime1">
              <a:rPr lang="zh-CN" altLang="en-US" smtClean="0"/>
              <a:t>2025/9/18</a:t>
            </a:fld>
            <a:endParaRPr lang="en-US" altLang="zh-CN" dirty="0"/>
          </a:p>
        </p:txBody>
      </p:sp>
      <p:sp>
        <p:nvSpPr>
          <p:cNvPr id="3" name="页脚占位符 2">
            <a:extLst>
              <a:ext uri="{FF2B5EF4-FFF2-40B4-BE49-F238E27FC236}">
                <a16:creationId xmlns:a16="http://schemas.microsoft.com/office/drawing/2014/main" id="{B1D71D49-5CE9-5FA6-A465-CD76A6A0F35C}"/>
              </a:ext>
            </a:extLst>
          </p:cNvPr>
          <p:cNvSpPr>
            <a:spLocks noGrp="1"/>
          </p:cNvSpPr>
          <p:nvPr>
            <p:ph type="ftr" sz="quarter" idx="11"/>
          </p:nvPr>
        </p:nvSpPr>
        <p:spPr>
          <a:xfrm>
            <a:off x="3124200" y="6520259"/>
            <a:ext cx="2895600" cy="365125"/>
          </a:xfrm>
        </p:spPr>
        <p:txBody>
          <a:body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4" name="灯片编号占位符 3">
            <a:extLst>
              <a:ext uri="{FF2B5EF4-FFF2-40B4-BE49-F238E27FC236}">
                <a16:creationId xmlns:a16="http://schemas.microsoft.com/office/drawing/2014/main" id="{CEEF92A0-6150-6060-7A69-13BB5CC77687}"/>
              </a:ext>
            </a:extLst>
          </p:cNvPr>
          <p:cNvSpPr>
            <a:spLocks noGrp="1"/>
          </p:cNvSpPr>
          <p:nvPr>
            <p:ph type="sldNum" sz="quarter" idx="12"/>
          </p:nvPr>
        </p:nvSpPr>
        <p:spPr>
          <a:xfrm>
            <a:off x="6553200" y="6520259"/>
            <a:ext cx="2133600" cy="365125"/>
          </a:xfrm>
        </p:spPr>
        <p:txBody>
          <a:bodyPr/>
          <a:lstStyle/>
          <a:p>
            <a:pPr>
              <a:defRPr/>
            </a:pPr>
            <a:fld id="{8BCAC33D-D29A-48B3-BCD6-381D3D720D26}" type="slidenum">
              <a:rPr lang="zh-CN" altLang="en-US" smtClean="0"/>
              <a:t>16</a:t>
            </a:fld>
            <a:endParaRPr lang="en-US" altLang="zh-C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8"/>
          <p:cNvSpPr>
            <a:spLocks noGrp="1" noChangeArrowheads="1"/>
          </p:cNvSpPr>
          <p:nvPr>
            <p:ph type="title"/>
          </p:nvPr>
        </p:nvSpPr>
        <p:spPr/>
        <p:txBody>
          <a:bodyPr/>
          <a:lstStyle/>
          <a:p>
            <a:pPr eaLnBrk="1" hangingPunct="1">
              <a:defRPr/>
            </a:pPr>
            <a:r>
              <a:rPr kumimoji="1" lang="zh-CN" altLang="en-US" sz="3600" b="1" dirty="0">
                <a:latin typeface="Times New Roman" pitchFamily="18" charset="0"/>
                <a:cs typeface="+mn-cs"/>
              </a:rPr>
              <a:t>常用的一些操作数寻址方式</a:t>
            </a:r>
          </a:p>
        </p:txBody>
      </p:sp>
      <p:graphicFrame>
        <p:nvGraphicFramePr>
          <p:cNvPr id="51203" name="Object 9"/>
          <p:cNvGraphicFramePr>
            <a:graphicFrameLocks noGrp="1" noChangeAspect="1"/>
          </p:cNvGraphicFramePr>
          <p:nvPr>
            <p:ph idx="1"/>
          </p:nvPr>
        </p:nvGraphicFramePr>
        <p:xfrm>
          <a:off x="685800" y="1214438"/>
          <a:ext cx="7724775" cy="4945062"/>
        </p:xfrm>
        <a:graphic>
          <a:graphicData uri="http://schemas.openxmlformats.org/presentationml/2006/ole">
            <mc:AlternateContent xmlns:mc="http://schemas.openxmlformats.org/markup-compatibility/2006">
              <mc:Choice xmlns:v="urn:schemas-microsoft-com:vml" Requires="v">
                <p:oleObj name="图表" r:id="rId3" imgW="8153400" imgH="5219700" progId="MSGraph.Chart.8">
                  <p:embed/>
                </p:oleObj>
              </mc:Choice>
              <mc:Fallback>
                <p:oleObj name="图表" r:id="rId3" imgW="8153400" imgH="5219700" progId="MSGraph.Chart.8">
                  <p:embed/>
                  <p:pic>
                    <p:nvPicPr>
                      <p:cNvPr id="51203"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1214438"/>
                        <a:ext cx="7724775" cy="4945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日期占位符 1">
            <a:extLst>
              <a:ext uri="{FF2B5EF4-FFF2-40B4-BE49-F238E27FC236}">
                <a16:creationId xmlns:a16="http://schemas.microsoft.com/office/drawing/2014/main" id="{7C2B000E-157F-BD4B-44D6-79C3A34EF4BD}"/>
              </a:ext>
            </a:extLst>
          </p:cNvPr>
          <p:cNvSpPr>
            <a:spLocks noGrp="1"/>
          </p:cNvSpPr>
          <p:nvPr>
            <p:ph type="dt" sz="half" idx="10"/>
          </p:nvPr>
        </p:nvSpPr>
        <p:spPr/>
        <p:txBody>
          <a:bodyPr/>
          <a:lstStyle/>
          <a:p>
            <a:pPr>
              <a:defRPr/>
            </a:pPr>
            <a:fld id="{757DA793-5BE7-425D-AFD1-4F3F910D2853}" type="datetime1">
              <a:rPr lang="zh-CN" altLang="en-US" smtClean="0"/>
              <a:t>2025/9/18</a:t>
            </a:fld>
            <a:endParaRPr lang="en-US" altLang="zh-CN"/>
          </a:p>
        </p:txBody>
      </p:sp>
      <p:sp>
        <p:nvSpPr>
          <p:cNvPr id="3" name="页脚占位符 2">
            <a:extLst>
              <a:ext uri="{FF2B5EF4-FFF2-40B4-BE49-F238E27FC236}">
                <a16:creationId xmlns:a16="http://schemas.microsoft.com/office/drawing/2014/main" id="{2A503F57-3A6A-C5D1-4FC3-FDC407981199}"/>
              </a:ext>
            </a:extLst>
          </p:cNvPr>
          <p:cNvSpPr>
            <a:spLocks noGrp="1"/>
          </p:cNvSpPr>
          <p:nvPr>
            <p:ph type="ftr" sz="quarter" idx="11"/>
          </p:nvPr>
        </p:nvSpPr>
        <p:spPr/>
        <p:txBody>
          <a:body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4" name="灯片编号占位符 3">
            <a:extLst>
              <a:ext uri="{FF2B5EF4-FFF2-40B4-BE49-F238E27FC236}">
                <a16:creationId xmlns:a16="http://schemas.microsoft.com/office/drawing/2014/main" id="{B8F51E26-994F-5CCB-AB1A-B80E668FF581}"/>
              </a:ext>
            </a:extLst>
          </p:cNvPr>
          <p:cNvSpPr>
            <a:spLocks noGrp="1"/>
          </p:cNvSpPr>
          <p:nvPr>
            <p:ph type="sldNum" sz="quarter" idx="12"/>
          </p:nvPr>
        </p:nvSpPr>
        <p:spPr/>
        <p:txBody>
          <a:bodyPr/>
          <a:lstStyle/>
          <a:p>
            <a:pPr>
              <a:defRPr/>
            </a:pPr>
            <a:fld id="{8BCAC33D-D29A-48B3-BCD6-381D3D720D26}" type="slidenum">
              <a:rPr lang="zh-CN" altLang="en-US" smtClean="0"/>
              <a:t>17</a:t>
            </a:fld>
            <a:endParaRPr lang="en-US" altLang="zh-CN"/>
          </a:p>
        </p:txBody>
      </p:sp>
    </p:spTree>
    <p:extLst>
      <p:ext uri="{BB962C8B-B14F-4D97-AF65-F5344CB8AC3E}">
        <p14:creationId xmlns:p14="http://schemas.microsoft.com/office/powerpoint/2010/main" val="90609474"/>
      </p:ext>
    </p:extLst>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15"/>
          <p:cNvSpPr>
            <a:spLocks noGrp="1" noChangeArrowheads="1"/>
          </p:cNvSpPr>
          <p:nvPr>
            <p:ph type="title"/>
          </p:nvPr>
        </p:nvSpPr>
        <p:spPr/>
        <p:txBody>
          <a:bodyPr/>
          <a:lstStyle/>
          <a:p>
            <a:pPr eaLnBrk="1" hangingPunct="1"/>
            <a:r>
              <a:rPr lang="zh-CN" altLang="en-US" sz="3600" b="1" dirty="0"/>
              <a:t>偏移寻址</a:t>
            </a:r>
          </a:p>
        </p:txBody>
      </p:sp>
      <p:graphicFrame>
        <p:nvGraphicFramePr>
          <p:cNvPr id="52227" name="Object 16"/>
          <p:cNvGraphicFramePr>
            <a:graphicFrameLocks noGrp="1" noChangeAspect="1"/>
          </p:cNvGraphicFramePr>
          <p:nvPr>
            <p:ph idx="1"/>
          </p:nvPr>
        </p:nvGraphicFramePr>
        <p:xfrm>
          <a:off x="395288" y="1397000"/>
          <a:ext cx="8429625" cy="4648200"/>
        </p:xfrm>
        <a:graphic>
          <a:graphicData uri="http://schemas.openxmlformats.org/presentationml/2006/ole">
            <mc:AlternateContent xmlns:mc="http://schemas.openxmlformats.org/markup-compatibility/2006">
              <mc:Choice xmlns:v="urn:schemas-microsoft-com:vml" Requires="v">
                <p:oleObj name="图表" r:id="rId3" imgW="8429549" imgH="4648200" progId="MSGraph.Chart.8">
                  <p:embed/>
                </p:oleObj>
              </mc:Choice>
              <mc:Fallback>
                <p:oleObj name="图表" r:id="rId3" imgW="8429549" imgH="4648200" progId="MSGraph.Chart.8">
                  <p:embed/>
                  <p:pic>
                    <p:nvPicPr>
                      <p:cNvPr id="52227" name="Object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288" y="1397000"/>
                        <a:ext cx="8429625"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2228" name="Rectangle 11"/>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anchor="ctr">
            <a:spAutoFit/>
          </a:bodyPr>
          <a:lstStyle/>
          <a:p>
            <a:endParaRPr lang="zh-CN" altLang="en-US"/>
          </a:p>
        </p:txBody>
      </p:sp>
      <p:sp>
        <p:nvSpPr>
          <p:cNvPr id="2" name="日期占位符 1">
            <a:extLst>
              <a:ext uri="{FF2B5EF4-FFF2-40B4-BE49-F238E27FC236}">
                <a16:creationId xmlns:a16="http://schemas.microsoft.com/office/drawing/2014/main" id="{FB14D60A-A6A1-BBE5-839D-6BD82A1C4CCC}"/>
              </a:ext>
            </a:extLst>
          </p:cNvPr>
          <p:cNvSpPr>
            <a:spLocks noGrp="1"/>
          </p:cNvSpPr>
          <p:nvPr>
            <p:ph type="dt" sz="half" idx="10"/>
          </p:nvPr>
        </p:nvSpPr>
        <p:spPr/>
        <p:txBody>
          <a:bodyPr/>
          <a:lstStyle/>
          <a:p>
            <a:pPr>
              <a:defRPr/>
            </a:pPr>
            <a:fld id="{1D4EABB9-3E2B-454F-8B6D-66A89C57935A}" type="datetime1">
              <a:rPr lang="zh-CN" altLang="en-US" smtClean="0"/>
              <a:t>2025/9/18</a:t>
            </a:fld>
            <a:endParaRPr lang="en-US" altLang="zh-CN"/>
          </a:p>
        </p:txBody>
      </p:sp>
      <p:sp>
        <p:nvSpPr>
          <p:cNvPr id="3" name="页脚占位符 2">
            <a:extLst>
              <a:ext uri="{FF2B5EF4-FFF2-40B4-BE49-F238E27FC236}">
                <a16:creationId xmlns:a16="http://schemas.microsoft.com/office/drawing/2014/main" id="{3AE0C332-43C4-882B-B3CE-64E7E30DB22D}"/>
              </a:ext>
            </a:extLst>
          </p:cNvPr>
          <p:cNvSpPr>
            <a:spLocks noGrp="1"/>
          </p:cNvSpPr>
          <p:nvPr>
            <p:ph type="ftr" sz="quarter" idx="11"/>
          </p:nvPr>
        </p:nvSpPr>
        <p:spPr/>
        <p:txBody>
          <a:body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4" name="灯片编号占位符 3">
            <a:extLst>
              <a:ext uri="{FF2B5EF4-FFF2-40B4-BE49-F238E27FC236}">
                <a16:creationId xmlns:a16="http://schemas.microsoft.com/office/drawing/2014/main" id="{44A13B1A-A6B0-675C-42A1-D81FF45FEDF5}"/>
              </a:ext>
            </a:extLst>
          </p:cNvPr>
          <p:cNvSpPr>
            <a:spLocks noGrp="1"/>
          </p:cNvSpPr>
          <p:nvPr>
            <p:ph type="sldNum" sz="quarter" idx="12"/>
          </p:nvPr>
        </p:nvSpPr>
        <p:spPr/>
        <p:txBody>
          <a:bodyPr/>
          <a:lstStyle/>
          <a:p>
            <a:pPr>
              <a:defRPr/>
            </a:pPr>
            <a:fld id="{8BCAC33D-D29A-48B3-BCD6-381D3D720D26}" type="slidenum">
              <a:rPr lang="zh-CN" altLang="en-US" smtClean="0"/>
              <a:t>18</a:t>
            </a:fld>
            <a:endParaRPr lang="en-US" altLang="zh-CN"/>
          </a:p>
        </p:txBody>
      </p:sp>
    </p:spTree>
    <p:extLst>
      <p:ext uri="{BB962C8B-B14F-4D97-AF65-F5344CB8AC3E}">
        <p14:creationId xmlns:p14="http://schemas.microsoft.com/office/powerpoint/2010/main" val="1962825248"/>
      </p:ext>
    </p:extLst>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title"/>
          </p:nvPr>
        </p:nvSpPr>
        <p:spPr/>
        <p:txBody>
          <a:bodyPr/>
          <a:lstStyle/>
          <a:p>
            <a:pPr eaLnBrk="1" hangingPunct="1"/>
            <a:r>
              <a:rPr lang="zh-CN" altLang="en-US" sz="4000" b="1" dirty="0"/>
              <a:t>立即寻址</a:t>
            </a:r>
          </a:p>
        </p:txBody>
      </p:sp>
      <p:sp>
        <p:nvSpPr>
          <p:cNvPr id="7" name="Text Box 48">
            <a:extLst>
              <a:ext uri="{FF2B5EF4-FFF2-40B4-BE49-F238E27FC236}">
                <a16:creationId xmlns:a16="http://schemas.microsoft.com/office/drawing/2014/main" id="{E20BBD26-F120-490D-A2FC-9895E61027D7}"/>
              </a:ext>
            </a:extLst>
          </p:cNvPr>
          <p:cNvSpPr txBox="1">
            <a:spLocks noChangeArrowheads="1"/>
          </p:cNvSpPr>
          <p:nvPr/>
        </p:nvSpPr>
        <p:spPr bwMode="auto">
          <a:xfrm>
            <a:off x="1115219" y="5805264"/>
            <a:ext cx="691356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3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3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1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1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zh-CN" altLang="en-US" dirty="0">
                <a:solidFill>
                  <a:schemeClr val="tx1"/>
                </a:solidFill>
                <a:latin typeface="黑体" panose="02010609060101010101" pitchFamily="49" charset="-122"/>
              </a:rPr>
              <a:t>大约</a:t>
            </a:r>
            <a:r>
              <a:rPr lang="en-US" altLang="zh-CN" dirty="0">
                <a:solidFill>
                  <a:srgbClr val="D60093"/>
                </a:solidFill>
                <a:latin typeface="黑体" panose="02010609060101010101" pitchFamily="49" charset="-122"/>
              </a:rPr>
              <a:t>1/4</a:t>
            </a:r>
            <a:r>
              <a:rPr lang="zh-CN" altLang="en-US" dirty="0">
                <a:solidFill>
                  <a:schemeClr val="tx1"/>
                </a:solidFill>
                <a:latin typeface="黑体" panose="02010609060101010101" pitchFamily="49" charset="-122"/>
              </a:rPr>
              <a:t>的</a:t>
            </a:r>
            <a:r>
              <a:rPr lang="en-US" altLang="zh-CN" dirty="0">
                <a:solidFill>
                  <a:srgbClr val="D60093"/>
                </a:solidFill>
                <a:latin typeface="黑体" panose="02010609060101010101" pitchFamily="49" charset="-122"/>
              </a:rPr>
              <a:t>load</a:t>
            </a:r>
            <a:r>
              <a:rPr lang="zh-CN" altLang="en-US" dirty="0">
                <a:solidFill>
                  <a:srgbClr val="D60093"/>
                </a:solidFill>
                <a:latin typeface="黑体" panose="02010609060101010101" pitchFamily="49" charset="-122"/>
              </a:rPr>
              <a:t>指令</a:t>
            </a:r>
            <a:r>
              <a:rPr lang="zh-CN" altLang="en-US" dirty="0">
                <a:solidFill>
                  <a:schemeClr val="tx1"/>
                </a:solidFill>
                <a:latin typeface="黑体" panose="02010609060101010101" pitchFamily="49" charset="-122"/>
              </a:rPr>
              <a:t>和</a:t>
            </a:r>
            <a:r>
              <a:rPr lang="en-US" altLang="zh-CN" dirty="0">
                <a:solidFill>
                  <a:srgbClr val="D60093"/>
                </a:solidFill>
                <a:latin typeface="黑体" panose="02010609060101010101" pitchFamily="49" charset="-122"/>
              </a:rPr>
              <a:t>ALU</a:t>
            </a:r>
            <a:r>
              <a:rPr lang="zh-CN" altLang="en-US" dirty="0">
                <a:solidFill>
                  <a:srgbClr val="D60093"/>
                </a:solidFill>
                <a:latin typeface="黑体" panose="02010609060101010101" pitchFamily="49" charset="-122"/>
              </a:rPr>
              <a:t>指令</a:t>
            </a:r>
            <a:r>
              <a:rPr lang="zh-CN" altLang="en-US" dirty="0">
                <a:solidFill>
                  <a:schemeClr val="tx1"/>
                </a:solidFill>
                <a:latin typeface="黑体" panose="02010609060101010101" pitchFamily="49" charset="-122"/>
              </a:rPr>
              <a:t>采用了立即数寻址。</a:t>
            </a:r>
            <a:r>
              <a:rPr lang="zh-CN" altLang="en-US" sz="2600" dirty="0">
                <a:solidFill>
                  <a:schemeClr val="tx1"/>
                </a:solidFill>
              </a:rPr>
              <a:t> </a:t>
            </a:r>
          </a:p>
        </p:txBody>
      </p:sp>
      <p:pic>
        <p:nvPicPr>
          <p:cNvPr id="8" name="Picture 4">
            <a:extLst>
              <a:ext uri="{FF2B5EF4-FFF2-40B4-BE49-F238E27FC236}">
                <a16:creationId xmlns:a16="http://schemas.microsoft.com/office/drawing/2014/main" id="{5915829A-7E0D-454A-B12C-1C28BF00E3A0}"/>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683568" y="1477962"/>
            <a:ext cx="8064500" cy="3902075"/>
          </a:xfrm>
          <a:noFill/>
        </p:spPr>
      </p:pic>
      <p:sp>
        <p:nvSpPr>
          <p:cNvPr id="2" name="日期占位符 1">
            <a:extLst>
              <a:ext uri="{FF2B5EF4-FFF2-40B4-BE49-F238E27FC236}">
                <a16:creationId xmlns:a16="http://schemas.microsoft.com/office/drawing/2014/main" id="{E0EAE477-BB68-3B7A-A1E5-057A2DF2B4FC}"/>
              </a:ext>
            </a:extLst>
          </p:cNvPr>
          <p:cNvSpPr>
            <a:spLocks noGrp="1"/>
          </p:cNvSpPr>
          <p:nvPr>
            <p:ph type="dt" sz="half" idx="10"/>
          </p:nvPr>
        </p:nvSpPr>
        <p:spPr/>
        <p:txBody>
          <a:bodyPr/>
          <a:lstStyle/>
          <a:p>
            <a:pPr>
              <a:defRPr/>
            </a:pPr>
            <a:fld id="{25C1099C-615D-4D04-89E9-BEEA7E0B7E4A}" type="datetime1">
              <a:rPr lang="zh-CN" altLang="en-US" smtClean="0"/>
              <a:t>2025/9/18</a:t>
            </a:fld>
            <a:endParaRPr lang="en-US" altLang="zh-CN"/>
          </a:p>
        </p:txBody>
      </p:sp>
      <p:sp>
        <p:nvSpPr>
          <p:cNvPr id="3" name="页脚占位符 2">
            <a:extLst>
              <a:ext uri="{FF2B5EF4-FFF2-40B4-BE49-F238E27FC236}">
                <a16:creationId xmlns:a16="http://schemas.microsoft.com/office/drawing/2014/main" id="{2CFD277F-E8BC-125C-65D3-A8125EEBBBED}"/>
              </a:ext>
            </a:extLst>
          </p:cNvPr>
          <p:cNvSpPr>
            <a:spLocks noGrp="1"/>
          </p:cNvSpPr>
          <p:nvPr>
            <p:ph type="ftr" sz="quarter" idx="11"/>
          </p:nvPr>
        </p:nvSpPr>
        <p:spPr/>
        <p:txBody>
          <a:body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4" name="灯片编号占位符 3">
            <a:extLst>
              <a:ext uri="{FF2B5EF4-FFF2-40B4-BE49-F238E27FC236}">
                <a16:creationId xmlns:a16="http://schemas.microsoft.com/office/drawing/2014/main" id="{5262B564-791D-C39B-78BA-47560F60E58B}"/>
              </a:ext>
            </a:extLst>
          </p:cNvPr>
          <p:cNvSpPr>
            <a:spLocks noGrp="1"/>
          </p:cNvSpPr>
          <p:nvPr>
            <p:ph type="sldNum" sz="quarter" idx="12"/>
          </p:nvPr>
        </p:nvSpPr>
        <p:spPr/>
        <p:txBody>
          <a:bodyPr/>
          <a:lstStyle/>
          <a:p>
            <a:pPr>
              <a:defRPr/>
            </a:pPr>
            <a:fld id="{8BCAC33D-D29A-48B3-BCD6-381D3D720D26}" type="slidenum">
              <a:rPr lang="zh-CN" altLang="en-US" smtClean="0"/>
              <a:t>19</a:t>
            </a:fld>
            <a:endParaRPr lang="en-US" altLang="zh-CN"/>
          </a:p>
        </p:txBody>
      </p:sp>
    </p:spTree>
    <p:extLst>
      <p:ext uri="{BB962C8B-B14F-4D97-AF65-F5344CB8AC3E}">
        <p14:creationId xmlns:p14="http://schemas.microsoft.com/office/powerpoint/2010/main" val="2573439132"/>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eaLnBrk="1" hangingPunct="1"/>
            <a:r>
              <a:rPr lang="zh-CN" altLang="en-US" sz="4000" b="1" dirty="0"/>
              <a:t>立即寻址</a:t>
            </a:r>
          </a:p>
        </p:txBody>
      </p:sp>
      <p:graphicFrame>
        <p:nvGraphicFramePr>
          <p:cNvPr id="54275" name="Object 24"/>
          <p:cNvGraphicFramePr>
            <a:graphicFrameLocks noGrp="1" noChangeAspect="1"/>
          </p:cNvGraphicFramePr>
          <p:nvPr>
            <p:ph idx="1"/>
          </p:nvPr>
        </p:nvGraphicFramePr>
        <p:xfrm>
          <a:off x="606425" y="1525588"/>
          <a:ext cx="7921625" cy="4268787"/>
        </p:xfrm>
        <a:graphic>
          <a:graphicData uri="http://schemas.openxmlformats.org/presentationml/2006/ole">
            <mc:AlternateContent xmlns:mc="http://schemas.openxmlformats.org/markup-compatibility/2006">
              <mc:Choice xmlns:v="urn:schemas-microsoft-com:vml" Requires="v">
                <p:oleObj name="图表" r:id="rId3" imgW="8410651" imgH="4572000" progId="MSGraph.Chart.8">
                  <p:embed/>
                </p:oleObj>
              </mc:Choice>
              <mc:Fallback>
                <p:oleObj name="图表" r:id="rId3" imgW="8410651" imgH="4572000" progId="MSGraph.Chart.8">
                  <p:embed/>
                  <p:pic>
                    <p:nvPicPr>
                      <p:cNvPr id="54275" name="Object 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6425" y="1525588"/>
                        <a:ext cx="7921625" cy="4268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日期占位符 1">
            <a:extLst>
              <a:ext uri="{FF2B5EF4-FFF2-40B4-BE49-F238E27FC236}">
                <a16:creationId xmlns:a16="http://schemas.microsoft.com/office/drawing/2014/main" id="{0E437F99-E71E-5DDF-5F4E-3F73073A9AC4}"/>
              </a:ext>
            </a:extLst>
          </p:cNvPr>
          <p:cNvSpPr>
            <a:spLocks noGrp="1"/>
          </p:cNvSpPr>
          <p:nvPr>
            <p:ph type="dt" sz="half" idx="10"/>
          </p:nvPr>
        </p:nvSpPr>
        <p:spPr/>
        <p:txBody>
          <a:bodyPr/>
          <a:lstStyle/>
          <a:p>
            <a:pPr>
              <a:defRPr/>
            </a:pPr>
            <a:fld id="{65A6CD26-1EEC-41CC-A320-96F7143C6ADD}" type="datetime1">
              <a:rPr lang="zh-CN" altLang="en-US" smtClean="0"/>
              <a:t>2025/9/18</a:t>
            </a:fld>
            <a:endParaRPr lang="en-US" altLang="zh-CN"/>
          </a:p>
        </p:txBody>
      </p:sp>
      <p:sp>
        <p:nvSpPr>
          <p:cNvPr id="3" name="页脚占位符 2">
            <a:extLst>
              <a:ext uri="{FF2B5EF4-FFF2-40B4-BE49-F238E27FC236}">
                <a16:creationId xmlns:a16="http://schemas.microsoft.com/office/drawing/2014/main" id="{3B15C35A-576B-97FD-E0D5-4FD864885A80}"/>
              </a:ext>
            </a:extLst>
          </p:cNvPr>
          <p:cNvSpPr>
            <a:spLocks noGrp="1"/>
          </p:cNvSpPr>
          <p:nvPr>
            <p:ph type="ftr" sz="quarter" idx="11"/>
          </p:nvPr>
        </p:nvSpPr>
        <p:spPr/>
        <p:txBody>
          <a:body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4" name="灯片编号占位符 3">
            <a:extLst>
              <a:ext uri="{FF2B5EF4-FFF2-40B4-BE49-F238E27FC236}">
                <a16:creationId xmlns:a16="http://schemas.microsoft.com/office/drawing/2014/main" id="{132D702D-9AB0-E56D-DE1E-9348B9986BA0}"/>
              </a:ext>
            </a:extLst>
          </p:cNvPr>
          <p:cNvSpPr>
            <a:spLocks noGrp="1"/>
          </p:cNvSpPr>
          <p:nvPr>
            <p:ph type="sldNum" sz="quarter" idx="12"/>
          </p:nvPr>
        </p:nvSpPr>
        <p:spPr/>
        <p:txBody>
          <a:bodyPr/>
          <a:lstStyle/>
          <a:p>
            <a:pPr>
              <a:defRPr/>
            </a:pPr>
            <a:fld id="{8BCAC33D-D29A-48B3-BCD6-381D3D720D26}" type="slidenum">
              <a:rPr lang="zh-CN" altLang="en-US" smtClean="0"/>
              <a:t>20</a:t>
            </a:fld>
            <a:endParaRPr lang="en-US" altLang="zh-CN"/>
          </a:p>
        </p:txBody>
      </p:sp>
    </p:spTree>
    <p:extLst>
      <p:ext uri="{BB962C8B-B14F-4D97-AF65-F5344CB8AC3E}">
        <p14:creationId xmlns:p14="http://schemas.microsoft.com/office/powerpoint/2010/main" val="2530146117"/>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D9F6802C-5044-46C3-97BC-58486DB2AD1E}"/>
              </a:ext>
            </a:extLst>
          </p:cNvPr>
          <p:cNvSpPr>
            <a:spLocks noGrp="1" noChangeArrowheads="1"/>
          </p:cNvSpPr>
          <p:nvPr>
            <p:ph type="title"/>
          </p:nvPr>
        </p:nvSpPr>
        <p:spPr>
          <a:xfrm>
            <a:off x="457200" y="198438"/>
            <a:ext cx="8229600" cy="1143000"/>
          </a:xfrm>
        </p:spPr>
        <p:txBody>
          <a:bodyPr/>
          <a:lstStyle/>
          <a:p>
            <a:pPr eaLnBrk="1" hangingPunct="1"/>
            <a:r>
              <a:rPr lang="en-US" altLang="zh-CN" sz="3600" b="1" dirty="0"/>
              <a:t>2.3 </a:t>
            </a:r>
            <a:r>
              <a:rPr lang="zh-CN" altLang="en-US" sz="3600" b="1" dirty="0"/>
              <a:t>寻址方式</a:t>
            </a:r>
          </a:p>
        </p:txBody>
      </p:sp>
      <p:sp>
        <p:nvSpPr>
          <p:cNvPr id="48130" name="Rectangle 4" descr="Rectangle: Click to edit Master text styles&#10;Second level&#10;Third level&#10;Fourth level&#10;Fifth level">
            <a:extLst>
              <a:ext uri="{FF2B5EF4-FFF2-40B4-BE49-F238E27FC236}">
                <a16:creationId xmlns:a16="http://schemas.microsoft.com/office/drawing/2014/main" id="{9C104E9E-02AB-4DE5-8448-FB965619979D}"/>
              </a:ext>
            </a:extLst>
          </p:cNvPr>
          <p:cNvSpPr>
            <a:spLocks noGrp="1" noChangeArrowheads="1"/>
          </p:cNvSpPr>
          <p:nvPr>
            <p:ph type="body" idx="1"/>
          </p:nvPr>
        </p:nvSpPr>
        <p:spPr>
          <a:xfrm>
            <a:off x="539750" y="1341438"/>
            <a:ext cx="8215313" cy="5256212"/>
          </a:xfrm>
          <a:noFill/>
        </p:spPr>
        <p:txBody>
          <a:bodyPr/>
          <a:lstStyle/>
          <a:p>
            <a:pPr eaLnBrk="1" hangingPunct="1">
              <a:lnSpc>
                <a:spcPct val="120000"/>
              </a:lnSpc>
              <a:buSzPct val="70000"/>
              <a:buFont typeface="Wingdings" panose="05000000000000000000" pitchFamily="2" charset="2"/>
              <a:buChar char="p"/>
            </a:pPr>
            <a:r>
              <a:rPr lang="en-US" altLang="zh-CN" b="1" dirty="0"/>
              <a:t> </a:t>
            </a:r>
            <a:r>
              <a:rPr lang="zh-CN" altLang="en-US" b="1" dirty="0"/>
              <a:t>两种表示寻址方式的方法</a:t>
            </a:r>
          </a:p>
          <a:p>
            <a:pPr marL="1085850" lvl="1" indent="-457200" eaLnBrk="1" hangingPunct="1">
              <a:lnSpc>
                <a:spcPct val="120000"/>
              </a:lnSpc>
            </a:pPr>
            <a:r>
              <a:rPr lang="zh-CN" altLang="en-US" b="1" dirty="0">
                <a:latin typeface="Times New Roman" panose="02020603050405020304" pitchFamily="18" charset="0"/>
              </a:rPr>
              <a:t>将寻址方式编码于操作码中，由操作码描述相应操作的寻址方式。</a:t>
            </a:r>
            <a:endParaRPr lang="en-US" altLang="zh-CN" b="1" dirty="0">
              <a:latin typeface="Times New Roman" panose="02020603050405020304" pitchFamily="18" charset="0"/>
            </a:endParaRPr>
          </a:p>
          <a:p>
            <a:pPr marL="1085850" lvl="1" indent="-457200" eaLnBrk="1" hangingPunct="1">
              <a:lnSpc>
                <a:spcPct val="120000"/>
              </a:lnSpc>
            </a:pPr>
            <a:r>
              <a:rPr lang="zh-CN" altLang="en-US" b="1" dirty="0">
                <a:solidFill>
                  <a:srgbClr val="D60093"/>
                </a:solidFill>
                <a:latin typeface="Times New Roman" panose="02020603050405020304" pitchFamily="18" charset="0"/>
              </a:rPr>
              <a:t>适合</a:t>
            </a:r>
            <a:r>
              <a:rPr lang="zh-CN" altLang="en-US" b="1" dirty="0">
                <a:latin typeface="Times New Roman" panose="02020603050405020304" pitchFamily="18" charset="0"/>
              </a:rPr>
              <a:t>：处理机采用</a:t>
            </a:r>
            <a:r>
              <a:rPr lang="en-US" altLang="zh-CN" b="1" dirty="0">
                <a:solidFill>
                  <a:srgbClr val="9933FF"/>
                </a:solidFill>
                <a:latin typeface="Times New Roman" panose="02020603050405020304" pitchFamily="18" charset="0"/>
              </a:rPr>
              <a:t>load-store</a:t>
            </a:r>
            <a:r>
              <a:rPr lang="zh-CN" altLang="en-US" b="1" dirty="0">
                <a:latin typeface="Times New Roman" panose="02020603050405020304" pitchFamily="18" charset="0"/>
              </a:rPr>
              <a:t>结构，寻址方式只有很少几种。</a:t>
            </a:r>
          </a:p>
        </p:txBody>
      </p:sp>
      <p:sp>
        <p:nvSpPr>
          <p:cNvPr id="6" name="Text Box 4">
            <a:extLst>
              <a:ext uri="{FF2B5EF4-FFF2-40B4-BE49-F238E27FC236}">
                <a16:creationId xmlns:a16="http://schemas.microsoft.com/office/drawing/2014/main" id="{3C9D4D81-E62E-4D01-B163-8BD104FAC97E}"/>
              </a:ext>
            </a:extLst>
          </p:cNvPr>
          <p:cNvSpPr txBox="1">
            <a:spLocks noChangeArrowheads="1"/>
          </p:cNvSpPr>
          <p:nvPr/>
        </p:nvSpPr>
        <p:spPr bwMode="auto">
          <a:xfrm>
            <a:off x="403250" y="4221088"/>
            <a:ext cx="8229600" cy="78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kumimoji="1" sz="2600">
                <a:solidFill>
                  <a:schemeClr val="tx1"/>
                </a:solidFill>
                <a:latin typeface="Tahoma" panose="020B0604030504040204" pitchFamily="34" charset="0"/>
                <a:ea typeface="黑体" panose="02010609060101010101" pitchFamily="49" charset="-122"/>
              </a:defRPr>
            </a:lvl1pPr>
            <a:lvl2pPr marL="742950" indent="-285750">
              <a:defRPr kumimoji="1" sz="2600">
                <a:solidFill>
                  <a:schemeClr val="tx1"/>
                </a:solidFill>
                <a:latin typeface="Tahoma" panose="020B0604030504040204" pitchFamily="34" charset="0"/>
                <a:ea typeface="黑体" panose="02010609060101010101" pitchFamily="49" charset="-122"/>
              </a:defRPr>
            </a:lvl2pPr>
            <a:lvl3pPr marL="1714500" indent="-457200">
              <a:defRPr kumimoji="1" sz="2600">
                <a:solidFill>
                  <a:schemeClr val="tx1"/>
                </a:solidFill>
                <a:latin typeface="Tahoma" panose="020B0604030504040204" pitchFamily="34" charset="0"/>
                <a:ea typeface="黑体" panose="02010609060101010101" pitchFamily="49" charset="-122"/>
              </a:defRPr>
            </a:lvl3pPr>
            <a:lvl4pPr marL="1600200" indent="-228600">
              <a:defRPr kumimoji="1" sz="2600">
                <a:solidFill>
                  <a:schemeClr val="tx1"/>
                </a:solidFill>
                <a:latin typeface="Tahoma" panose="020B0604030504040204" pitchFamily="34" charset="0"/>
                <a:ea typeface="黑体" panose="02010609060101010101" pitchFamily="49" charset="-122"/>
              </a:defRPr>
            </a:lvl4pPr>
            <a:lvl5pPr marL="2057400" indent="-228600">
              <a:defRPr kumimoji="1" sz="26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600">
                <a:solidFill>
                  <a:schemeClr val="tx1"/>
                </a:solidFill>
                <a:latin typeface="Tahoma" panose="020B0604030504040204" pitchFamily="34" charset="0"/>
                <a:ea typeface="黑体" panose="02010609060101010101" pitchFamily="49" charset="-122"/>
              </a:defRPr>
            </a:lvl9pPr>
          </a:lstStyle>
          <a:p>
            <a:pPr marL="1600200" lvl="2" indent="-342900" eaLnBrk="1" hangingPunct="1">
              <a:lnSpc>
                <a:spcPct val="130000"/>
              </a:lnSpc>
              <a:spcBef>
                <a:spcPct val="20000"/>
              </a:spcBef>
              <a:buSzPct val="100000"/>
              <a:buFont typeface="Wingdings" panose="05000000000000000000" pitchFamily="2" charset="2"/>
              <a:buChar char="ü"/>
            </a:pPr>
            <a:r>
              <a:rPr lang="en-US" altLang="zh-CN" sz="2400" b="1" dirty="0">
                <a:solidFill>
                  <a:srgbClr val="000000"/>
                </a:solidFill>
                <a:ea typeface="宋体" panose="02010600030101010101" pitchFamily="2" charset="-122"/>
              </a:rPr>
              <a:t>MIPS</a:t>
            </a:r>
            <a:r>
              <a:rPr lang="zh-CN" altLang="en-US" sz="2400" b="1" dirty="0">
                <a:solidFill>
                  <a:srgbClr val="000000"/>
                </a:solidFill>
                <a:ea typeface="宋体" panose="02010600030101010101" pitchFamily="2" charset="-122"/>
              </a:rPr>
              <a:t>指令集</a:t>
            </a:r>
          </a:p>
        </p:txBody>
      </p:sp>
      <p:sp>
        <p:nvSpPr>
          <p:cNvPr id="2" name="日期占位符 1">
            <a:extLst>
              <a:ext uri="{FF2B5EF4-FFF2-40B4-BE49-F238E27FC236}">
                <a16:creationId xmlns:a16="http://schemas.microsoft.com/office/drawing/2014/main" id="{747E9FCB-BA74-84B1-D15B-2445C38ACD7A}"/>
              </a:ext>
            </a:extLst>
          </p:cNvPr>
          <p:cNvSpPr>
            <a:spLocks noGrp="1"/>
          </p:cNvSpPr>
          <p:nvPr>
            <p:ph type="dt" sz="half" idx="10"/>
          </p:nvPr>
        </p:nvSpPr>
        <p:spPr/>
        <p:txBody>
          <a:bodyPr/>
          <a:lstStyle/>
          <a:p>
            <a:pPr>
              <a:defRPr/>
            </a:pPr>
            <a:fld id="{C6C5B601-403A-44AF-B00A-1B414D500CE8}" type="datetime1">
              <a:rPr lang="zh-CN" altLang="en-US" smtClean="0"/>
              <a:t>2025/9/18</a:t>
            </a:fld>
            <a:endParaRPr lang="en-US" altLang="zh-CN"/>
          </a:p>
        </p:txBody>
      </p:sp>
      <p:sp>
        <p:nvSpPr>
          <p:cNvPr id="3" name="页脚占位符 2">
            <a:extLst>
              <a:ext uri="{FF2B5EF4-FFF2-40B4-BE49-F238E27FC236}">
                <a16:creationId xmlns:a16="http://schemas.microsoft.com/office/drawing/2014/main" id="{D551AFC3-74D1-E5CA-3F54-CEDEA5A19DC1}"/>
              </a:ext>
            </a:extLst>
          </p:cNvPr>
          <p:cNvSpPr>
            <a:spLocks noGrp="1"/>
          </p:cNvSpPr>
          <p:nvPr>
            <p:ph type="ftr" sz="quarter" idx="11"/>
          </p:nvPr>
        </p:nvSpPr>
        <p:spPr/>
        <p:txBody>
          <a:body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4" name="灯片编号占位符 3">
            <a:extLst>
              <a:ext uri="{FF2B5EF4-FFF2-40B4-BE49-F238E27FC236}">
                <a16:creationId xmlns:a16="http://schemas.microsoft.com/office/drawing/2014/main" id="{D693DF4B-A830-4CAA-9880-F56FEFFE92E1}"/>
              </a:ext>
            </a:extLst>
          </p:cNvPr>
          <p:cNvSpPr>
            <a:spLocks noGrp="1"/>
          </p:cNvSpPr>
          <p:nvPr>
            <p:ph type="sldNum" sz="quarter" idx="12"/>
          </p:nvPr>
        </p:nvSpPr>
        <p:spPr/>
        <p:txBody>
          <a:bodyPr/>
          <a:lstStyle/>
          <a:p>
            <a:pPr>
              <a:defRPr/>
            </a:pPr>
            <a:fld id="{8BCAC33D-D29A-48B3-BCD6-381D3D720D26}" type="slidenum">
              <a:rPr lang="zh-CN" altLang="en-US" smtClean="0"/>
              <a:t>21</a:t>
            </a:fld>
            <a:endParaRPr lang="en-US" altLang="zh-C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72416DC3-6671-42CC-A1A9-1C5024D053A1}"/>
              </a:ext>
            </a:extLst>
          </p:cNvPr>
          <p:cNvSpPr>
            <a:spLocks noGrp="1" noChangeArrowheads="1"/>
          </p:cNvSpPr>
          <p:nvPr>
            <p:ph type="title"/>
          </p:nvPr>
        </p:nvSpPr>
        <p:spPr>
          <a:xfrm>
            <a:off x="457200" y="125760"/>
            <a:ext cx="8229600" cy="1143000"/>
          </a:xfrm>
        </p:spPr>
        <p:txBody>
          <a:bodyPr/>
          <a:lstStyle/>
          <a:p>
            <a:pPr eaLnBrk="1" hangingPunct="1"/>
            <a:r>
              <a:rPr lang="en-US" altLang="zh-CN" sz="3600" b="1" dirty="0"/>
              <a:t>2.3 </a:t>
            </a:r>
            <a:r>
              <a:rPr lang="zh-CN" altLang="en-US" sz="3600" b="1" dirty="0"/>
              <a:t>寻址方式</a:t>
            </a:r>
          </a:p>
        </p:txBody>
      </p:sp>
      <p:sp>
        <p:nvSpPr>
          <p:cNvPr id="49154" name="Rectangle 4" descr="Rectangle: Click to edit Master text styles&#10;Second level&#10;Third level&#10;Fourth level&#10;Fifth level">
            <a:extLst>
              <a:ext uri="{FF2B5EF4-FFF2-40B4-BE49-F238E27FC236}">
                <a16:creationId xmlns:a16="http://schemas.microsoft.com/office/drawing/2014/main" id="{3AF93964-FE9C-4B35-BB62-2E594D80DD1C}"/>
              </a:ext>
            </a:extLst>
          </p:cNvPr>
          <p:cNvSpPr>
            <a:spLocks noGrp="1" noChangeArrowheads="1"/>
          </p:cNvSpPr>
          <p:nvPr>
            <p:ph type="body" idx="1"/>
          </p:nvPr>
        </p:nvSpPr>
        <p:spPr>
          <a:xfrm>
            <a:off x="251520" y="1268760"/>
            <a:ext cx="8568952" cy="5256212"/>
          </a:xfrm>
          <a:noFill/>
        </p:spPr>
        <p:txBody>
          <a:bodyPr/>
          <a:lstStyle/>
          <a:p>
            <a:pPr eaLnBrk="1" hangingPunct="1">
              <a:lnSpc>
                <a:spcPct val="120000"/>
              </a:lnSpc>
              <a:buSzPct val="70000"/>
              <a:buFont typeface="Wingdings" panose="05000000000000000000" pitchFamily="2" charset="2"/>
              <a:buChar char="p"/>
            </a:pPr>
            <a:r>
              <a:rPr lang="en-US" altLang="zh-CN" b="1" dirty="0"/>
              <a:t> </a:t>
            </a:r>
            <a:r>
              <a:rPr lang="zh-CN" altLang="en-US" b="1" dirty="0"/>
              <a:t>两种表示寻址方式的方法</a:t>
            </a:r>
          </a:p>
          <a:p>
            <a:pPr marL="1085850" lvl="1" indent="-457200" eaLnBrk="1" hangingPunct="1">
              <a:lnSpc>
                <a:spcPct val="120000"/>
              </a:lnSpc>
            </a:pPr>
            <a:r>
              <a:rPr lang="zh-CN" altLang="en-US" b="1" dirty="0">
                <a:latin typeface="Times New Roman" panose="02020603050405020304" pitchFamily="18" charset="0"/>
              </a:rPr>
              <a:t>在指令字中设置专门的寻址字段，用以直接指出寻址方式。</a:t>
            </a:r>
          </a:p>
          <a:p>
            <a:pPr lvl="2" eaLnBrk="1" hangingPunct="1">
              <a:lnSpc>
                <a:spcPct val="120000"/>
              </a:lnSpc>
            </a:pPr>
            <a:r>
              <a:rPr lang="zh-CN" altLang="en-US" b="1" dirty="0"/>
              <a:t>灵活，操作码短，但需要设置专门的寻址方式字段，而且操作码和寻址方式字段合起来所需要的总位数可能会比隐含方法的总位数多。 </a:t>
            </a:r>
            <a:endParaRPr lang="zh-CN" altLang="en-US" b="1" dirty="0">
              <a:latin typeface="Times New Roman" panose="02020603050405020304" pitchFamily="18" charset="0"/>
            </a:endParaRPr>
          </a:p>
          <a:p>
            <a:pPr lvl="2" eaLnBrk="1" hangingPunct="1">
              <a:lnSpc>
                <a:spcPct val="120000"/>
              </a:lnSpc>
              <a:buFont typeface="Wingdings" panose="05000000000000000000" pitchFamily="2" charset="2"/>
              <a:buNone/>
            </a:pPr>
            <a:r>
              <a:rPr lang="zh-CN" altLang="en-US" b="1" dirty="0">
                <a:solidFill>
                  <a:srgbClr val="D60093"/>
                </a:solidFill>
                <a:latin typeface="Times New Roman" panose="02020603050405020304" pitchFamily="18" charset="0"/>
              </a:rPr>
              <a:t>适合</a:t>
            </a:r>
            <a:r>
              <a:rPr lang="zh-CN" altLang="en-US" b="1" dirty="0">
                <a:latin typeface="Times New Roman" panose="02020603050405020304" pitchFamily="18" charset="0"/>
              </a:rPr>
              <a:t>：处理机具有多种寻址方式，且指令有多个操作数。</a:t>
            </a:r>
            <a:endParaRPr lang="en-US" altLang="zh-CN" b="1" dirty="0">
              <a:latin typeface="Times New Roman" panose="02020603050405020304" pitchFamily="18" charset="0"/>
            </a:endParaRPr>
          </a:p>
          <a:p>
            <a:pPr lvl="2" eaLnBrk="1" hangingPunct="1">
              <a:lnSpc>
                <a:spcPct val="120000"/>
              </a:lnSpc>
              <a:buFont typeface="Wingdings" panose="05000000000000000000" pitchFamily="2" charset="2"/>
              <a:buChar char="ü"/>
            </a:pPr>
            <a:r>
              <a:rPr lang="en-US" altLang="zh-CN" b="1" dirty="0"/>
              <a:t> VAX11</a:t>
            </a:r>
            <a:r>
              <a:rPr lang="zh-CN" altLang="en-US" b="1" dirty="0"/>
              <a:t>中源操作数和目的操作数各有</a:t>
            </a:r>
            <a:r>
              <a:rPr lang="en-US" altLang="zh-CN" b="1" dirty="0"/>
              <a:t>4</a:t>
            </a:r>
            <a:r>
              <a:rPr lang="zh-CN" altLang="en-US" b="1" dirty="0"/>
              <a:t>位寻址方式位</a:t>
            </a:r>
          </a:p>
        </p:txBody>
      </p:sp>
      <p:sp>
        <p:nvSpPr>
          <p:cNvPr id="2" name="日期占位符 1">
            <a:extLst>
              <a:ext uri="{FF2B5EF4-FFF2-40B4-BE49-F238E27FC236}">
                <a16:creationId xmlns:a16="http://schemas.microsoft.com/office/drawing/2014/main" id="{573E27DC-A7E5-A08E-C697-BF66CE08786B}"/>
              </a:ext>
            </a:extLst>
          </p:cNvPr>
          <p:cNvSpPr>
            <a:spLocks noGrp="1"/>
          </p:cNvSpPr>
          <p:nvPr>
            <p:ph type="dt" sz="half" idx="10"/>
          </p:nvPr>
        </p:nvSpPr>
        <p:spPr/>
        <p:txBody>
          <a:bodyPr/>
          <a:lstStyle/>
          <a:p>
            <a:pPr>
              <a:defRPr/>
            </a:pPr>
            <a:fld id="{4A2E6FB5-0AD5-4407-840B-726E826B6FD5}" type="datetime1">
              <a:rPr lang="zh-CN" altLang="en-US" smtClean="0"/>
              <a:t>2025/9/18</a:t>
            </a:fld>
            <a:endParaRPr lang="en-US" altLang="zh-CN"/>
          </a:p>
        </p:txBody>
      </p:sp>
      <p:sp>
        <p:nvSpPr>
          <p:cNvPr id="3" name="页脚占位符 2">
            <a:extLst>
              <a:ext uri="{FF2B5EF4-FFF2-40B4-BE49-F238E27FC236}">
                <a16:creationId xmlns:a16="http://schemas.microsoft.com/office/drawing/2014/main" id="{DC8C33CD-C439-2877-BE05-B176D7AD8498}"/>
              </a:ext>
            </a:extLst>
          </p:cNvPr>
          <p:cNvSpPr>
            <a:spLocks noGrp="1"/>
          </p:cNvSpPr>
          <p:nvPr>
            <p:ph type="ftr" sz="quarter" idx="11"/>
          </p:nvPr>
        </p:nvSpPr>
        <p:spPr/>
        <p:txBody>
          <a:body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4" name="灯片编号占位符 3">
            <a:extLst>
              <a:ext uri="{FF2B5EF4-FFF2-40B4-BE49-F238E27FC236}">
                <a16:creationId xmlns:a16="http://schemas.microsoft.com/office/drawing/2014/main" id="{4276D200-0E6C-5E19-A331-4F81996ABF7D}"/>
              </a:ext>
            </a:extLst>
          </p:cNvPr>
          <p:cNvSpPr>
            <a:spLocks noGrp="1"/>
          </p:cNvSpPr>
          <p:nvPr>
            <p:ph type="sldNum" sz="quarter" idx="12"/>
          </p:nvPr>
        </p:nvSpPr>
        <p:spPr/>
        <p:txBody>
          <a:bodyPr/>
          <a:lstStyle/>
          <a:p>
            <a:pPr>
              <a:defRPr/>
            </a:pPr>
            <a:fld id="{8BCAC33D-D29A-48B3-BCD6-381D3D720D26}" type="slidenum">
              <a:rPr lang="zh-CN" altLang="en-US" smtClean="0"/>
              <a:t>22</a:t>
            </a:fld>
            <a:endParaRPr lang="en-US" altLang="zh-CN"/>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a:extLst>
              <a:ext uri="{FF2B5EF4-FFF2-40B4-BE49-F238E27FC236}">
                <a16:creationId xmlns:a16="http://schemas.microsoft.com/office/drawing/2014/main" id="{A9AD26DD-DB00-4F3D-B8A0-50E6F829A967}"/>
              </a:ext>
            </a:extLst>
          </p:cNvPr>
          <p:cNvSpPr>
            <a:spLocks noGrp="1" noChangeArrowheads="1"/>
          </p:cNvSpPr>
          <p:nvPr>
            <p:ph type="title"/>
          </p:nvPr>
        </p:nvSpPr>
        <p:spPr>
          <a:xfrm>
            <a:off x="1763688" y="333374"/>
            <a:ext cx="5078413" cy="517525"/>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eaLnBrk="1" hangingPunct="1"/>
            <a:r>
              <a:rPr lang="en-US" altLang="zh-CN" sz="3600" b="1" dirty="0"/>
              <a:t>2.3 </a:t>
            </a:r>
            <a:r>
              <a:rPr lang="zh-CN" altLang="en-US" sz="3600" b="1" dirty="0"/>
              <a:t>寻址方式</a:t>
            </a:r>
          </a:p>
        </p:txBody>
      </p:sp>
      <p:sp>
        <p:nvSpPr>
          <p:cNvPr id="49154" name="Rectangle 3" descr="Rectangle: Click to edit Master text styles&#10;Second level&#10;Third level&#10;Fourth level&#10;Fifth level">
            <a:extLst>
              <a:ext uri="{FF2B5EF4-FFF2-40B4-BE49-F238E27FC236}">
                <a16:creationId xmlns:a16="http://schemas.microsoft.com/office/drawing/2014/main" id="{7039D5C3-C78D-4435-8D82-94FE06441382}"/>
              </a:ext>
            </a:extLst>
          </p:cNvPr>
          <p:cNvSpPr>
            <a:spLocks noGrp="1" noChangeArrowheads="1"/>
          </p:cNvSpPr>
          <p:nvPr>
            <p:ph type="body" idx="1"/>
          </p:nvPr>
        </p:nvSpPr>
        <p:spPr>
          <a:xfrm>
            <a:off x="577056" y="1196752"/>
            <a:ext cx="7989888" cy="4953000"/>
          </a:xfrm>
        </p:spPr>
        <p:txBody>
          <a:bodyPr/>
          <a:lstStyle/>
          <a:p>
            <a:pPr eaLnBrk="1" hangingPunct="1">
              <a:buSzPct val="70000"/>
              <a:buFont typeface="Wingdings" panose="05000000000000000000" pitchFamily="2" charset="2"/>
              <a:buChar char="p"/>
            </a:pPr>
            <a:r>
              <a:rPr lang="en-US" altLang="zh-CN" b="1" dirty="0">
                <a:solidFill>
                  <a:srgbClr val="D60093"/>
                </a:solidFill>
              </a:rPr>
              <a:t> </a:t>
            </a:r>
            <a:r>
              <a:rPr lang="zh-CN" altLang="en-US" sz="2800" b="1" dirty="0">
                <a:solidFill>
                  <a:srgbClr val="FF0000"/>
                </a:solidFill>
              </a:rPr>
              <a:t>一个需要注意的问题：</a:t>
            </a:r>
            <a:r>
              <a:rPr lang="zh-CN" altLang="en-US" sz="2800" b="1" dirty="0"/>
              <a:t>物理地址空间的信息如何存放？</a:t>
            </a:r>
            <a:endParaRPr lang="en-US" altLang="zh-CN" sz="2800" b="1" dirty="0"/>
          </a:p>
          <a:p>
            <a:pPr marL="0" indent="0" eaLnBrk="1" hangingPunct="1">
              <a:buNone/>
            </a:pPr>
            <a:r>
              <a:rPr lang="zh-CN" altLang="en-US" sz="2400" b="1" dirty="0"/>
              <a:t>     如何在存储器中存放不同宽度的信息？ </a:t>
            </a:r>
            <a:endParaRPr lang="en-US" altLang="zh-CN" sz="2400" b="1" dirty="0"/>
          </a:p>
          <a:p>
            <a:pPr marL="0" indent="0" eaLnBrk="1" hangingPunct="1">
              <a:buNone/>
            </a:pPr>
            <a:r>
              <a:rPr lang="zh-CN" altLang="en-US" sz="2400" b="1" dirty="0">
                <a:latin typeface="Times New Roman" panose="02020603050405020304" pitchFamily="18" charset="0"/>
              </a:rPr>
              <a:t>     以</a:t>
            </a:r>
            <a:r>
              <a:rPr lang="en-US" altLang="zh-CN" sz="2400" b="1" dirty="0">
                <a:solidFill>
                  <a:srgbClr val="9933FF"/>
                </a:solidFill>
                <a:latin typeface="Times New Roman" panose="02020603050405020304" pitchFamily="18" charset="0"/>
              </a:rPr>
              <a:t>IBM370</a:t>
            </a:r>
            <a:r>
              <a:rPr lang="zh-CN" altLang="en-US" sz="2400" b="1" dirty="0">
                <a:latin typeface="Times New Roman" panose="02020603050405020304" pitchFamily="18" charset="0"/>
              </a:rPr>
              <a:t>为例子进行讨论。</a:t>
            </a:r>
          </a:p>
          <a:p>
            <a:pPr marL="424800" lvl="2" eaLnBrk="1" hangingPunct="1"/>
            <a:r>
              <a:rPr lang="zh-CN" altLang="en-US" b="1" dirty="0">
                <a:latin typeface="Times New Roman" panose="02020603050405020304" pitchFamily="18" charset="0"/>
              </a:rPr>
              <a:t>信息有</a:t>
            </a:r>
            <a:r>
              <a:rPr lang="zh-CN" altLang="en-US" b="1" dirty="0">
                <a:solidFill>
                  <a:srgbClr val="9933FF"/>
                </a:solidFill>
                <a:latin typeface="Times New Roman" panose="02020603050405020304" pitchFamily="18" charset="0"/>
              </a:rPr>
              <a:t>字节、半字（双字节）、单字（</a:t>
            </a:r>
            <a:r>
              <a:rPr lang="en-US" altLang="zh-CN" b="1" dirty="0">
                <a:solidFill>
                  <a:srgbClr val="9933FF"/>
                </a:solidFill>
                <a:latin typeface="Times New Roman" panose="02020603050405020304" pitchFamily="18" charset="0"/>
              </a:rPr>
              <a:t>4</a:t>
            </a:r>
            <a:r>
              <a:rPr lang="zh-CN" altLang="en-US" b="1" dirty="0">
                <a:solidFill>
                  <a:srgbClr val="9933FF"/>
                </a:solidFill>
                <a:latin typeface="Times New Roman" panose="02020603050405020304" pitchFamily="18" charset="0"/>
              </a:rPr>
              <a:t>字节）和双字（</a:t>
            </a:r>
            <a:r>
              <a:rPr lang="en-US" altLang="zh-CN" b="1" dirty="0">
                <a:solidFill>
                  <a:srgbClr val="9933FF"/>
                </a:solidFill>
                <a:latin typeface="Times New Roman" panose="02020603050405020304" pitchFamily="18" charset="0"/>
              </a:rPr>
              <a:t>8</a:t>
            </a:r>
            <a:r>
              <a:rPr lang="zh-CN" altLang="en-US" b="1" dirty="0">
                <a:solidFill>
                  <a:srgbClr val="9933FF"/>
                </a:solidFill>
                <a:latin typeface="Times New Roman" panose="02020603050405020304" pitchFamily="18" charset="0"/>
              </a:rPr>
              <a:t>字节）</a:t>
            </a:r>
            <a:r>
              <a:rPr lang="zh-CN" altLang="en-US" b="1" dirty="0">
                <a:latin typeface="Times New Roman" panose="02020603050405020304" pitchFamily="18" charset="0"/>
              </a:rPr>
              <a:t>等宽度。</a:t>
            </a:r>
          </a:p>
          <a:p>
            <a:pPr marL="424800" lvl="2" eaLnBrk="1" hangingPunct="1"/>
            <a:r>
              <a:rPr lang="zh-CN" altLang="en-US" b="1" dirty="0">
                <a:latin typeface="Times New Roman" panose="02020603050405020304" pitchFamily="18" charset="0"/>
              </a:rPr>
              <a:t>主存宽度为</a:t>
            </a:r>
            <a:r>
              <a:rPr lang="en-US" altLang="zh-CN" b="1" dirty="0">
                <a:solidFill>
                  <a:srgbClr val="9933FF"/>
                </a:solidFill>
                <a:latin typeface="Times New Roman" panose="02020603050405020304" pitchFamily="18" charset="0"/>
              </a:rPr>
              <a:t>8</a:t>
            </a:r>
            <a:r>
              <a:rPr lang="zh-CN" altLang="en-US" b="1" dirty="0">
                <a:latin typeface="Times New Roman" panose="02020603050405020304" pitchFamily="18" charset="0"/>
              </a:rPr>
              <a:t>个字节。采用按字节编址，各类信息都是用该信息的首字节地址来寻址。 </a:t>
            </a:r>
            <a:endParaRPr lang="en-US" altLang="zh-CN" b="1" dirty="0">
              <a:latin typeface="Times New Roman" panose="02020603050405020304" pitchFamily="18" charset="0"/>
            </a:endParaRPr>
          </a:p>
          <a:p>
            <a:pPr marL="424800" lvl="2" eaLnBrk="1" hangingPunct="1"/>
            <a:r>
              <a:rPr lang="zh-CN" altLang="en-US" sz="2800" b="1" dirty="0">
                <a:solidFill>
                  <a:srgbClr val="FF0000"/>
                </a:solidFill>
              </a:rPr>
              <a:t>允许它们任意存储</a:t>
            </a:r>
            <a:endParaRPr lang="en-US" altLang="zh-CN" sz="2800" b="1" dirty="0">
              <a:solidFill>
                <a:srgbClr val="FF0000"/>
              </a:solidFill>
            </a:endParaRPr>
          </a:p>
          <a:p>
            <a:pPr marL="424800" lvl="2" eaLnBrk="1" hangingPunct="1"/>
            <a:r>
              <a:rPr lang="zh-CN" altLang="en-US" b="1" dirty="0"/>
              <a:t>很可能会出现一个信息跨存储字边界而存储于两个存储单元中</a:t>
            </a:r>
            <a:endParaRPr lang="zh-CN" altLang="en-US" b="1" dirty="0">
              <a:solidFill>
                <a:srgbClr val="008000"/>
              </a:solidFill>
            </a:endParaRPr>
          </a:p>
        </p:txBody>
      </p:sp>
      <p:sp>
        <p:nvSpPr>
          <p:cNvPr id="2" name="日期占位符 1">
            <a:extLst>
              <a:ext uri="{FF2B5EF4-FFF2-40B4-BE49-F238E27FC236}">
                <a16:creationId xmlns:a16="http://schemas.microsoft.com/office/drawing/2014/main" id="{76A583FE-AC53-91D6-3C60-31197CE74829}"/>
              </a:ext>
            </a:extLst>
          </p:cNvPr>
          <p:cNvSpPr>
            <a:spLocks noGrp="1"/>
          </p:cNvSpPr>
          <p:nvPr>
            <p:ph type="dt" sz="half" idx="10"/>
          </p:nvPr>
        </p:nvSpPr>
        <p:spPr/>
        <p:txBody>
          <a:bodyPr/>
          <a:lstStyle/>
          <a:p>
            <a:pPr>
              <a:defRPr/>
            </a:pPr>
            <a:fld id="{DCDE243F-C12B-4B77-8B78-A04A2ADCFF25}" type="datetime1">
              <a:rPr lang="zh-CN" altLang="en-US" smtClean="0"/>
              <a:t>2025/9/18</a:t>
            </a:fld>
            <a:endParaRPr lang="en-US" altLang="zh-CN"/>
          </a:p>
        </p:txBody>
      </p:sp>
      <p:sp>
        <p:nvSpPr>
          <p:cNvPr id="3" name="页脚占位符 2">
            <a:extLst>
              <a:ext uri="{FF2B5EF4-FFF2-40B4-BE49-F238E27FC236}">
                <a16:creationId xmlns:a16="http://schemas.microsoft.com/office/drawing/2014/main" id="{9B685963-33DB-1DEC-230F-734AF09FDA3A}"/>
              </a:ext>
            </a:extLst>
          </p:cNvPr>
          <p:cNvSpPr>
            <a:spLocks noGrp="1"/>
          </p:cNvSpPr>
          <p:nvPr>
            <p:ph type="ftr" sz="quarter" idx="11"/>
          </p:nvPr>
        </p:nvSpPr>
        <p:spPr/>
        <p:txBody>
          <a:body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4" name="灯片编号占位符 3">
            <a:extLst>
              <a:ext uri="{FF2B5EF4-FFF2-40B4-BE49-F238E27FC236}">
                <a16:creationId xmlns:a16="http://schemas.microsoft.com/office/drawing/2014/main" id="{3573AF53-2509-F413-85D4-53575840D88D}"/>
              </a:ext>
            </a:extLst>
          </p:cNvPr>
          <p:cNvSpPr>
            <a:spLocks noGrp="1"/>
          </p:cNvSpPr>
          <p:nvPr>
            <p:ph type="sldNum" sz="quarter" idx="12"/>
          </p:nvPr>
        </p:nvSpPr>
        <p:spPr/>
        <p:txBody>
          <a:bodyPr/>
          <a:lstStyle/>
          <a:p>
            <a:pPr>
              <a:defRPr/>
            </a:pPr>
            <a:fld id="{8BCAC33D-D29A-48B3-BCD6-381D3D720D26}" type="slidenum">
              <a:rPr lang="zh-CN" altLang="en-US" smtClean="0"/>
              <a:t>23</a:t>
            </a:fld>
            <a:endParaRPr lang="en-US" altLang="zh-CN"/>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73C58862-0C1E-4784-A06E-36EFE20D8166}"/>
              </a:ext>
            </a:extLst>
          </p:cNvPr>
          <p:cNvSpPr>
            <a:spLocks noGrp="1" noChangeArrowheads="1"/>
          </p:cNvSpPr>
          <p:nvPr>
            <p:ph type="title"/>
          </p:nvPr>
        </p:nvSpPr>
        <p:spPr>
          <a:xfrm>
            <a:off x="457200" y="197768"/>
            <a:ext cx="8229600" cy="1143000"/>
          </a:xfrm>
        </p:spPr>
        <p:txBody>
          <a:bodyPr/>
          <a:lstStyle/>
          <a:p>
            <a:pPr eaLnBrk="1" hangingPunct="1"/>
            <a:r>
              <a:rPr lang="en-US" altLang="zh-CN" sz="3600" b="1" dirty="0"/>
              <a:t>2.3 </a:t>
            </a:r>
            <a:r>
              <a:rPr lang="zh-CN" altLang="en-US" sz="3600" b="1" dirty="0"/>
              <a:t>寻址方式</a:t>
            </a:r>
          </a:p>
        </p:txBody>
      </p:sp>
      <p:sp>
        <p:nvSpPr>
          <p:cNvPr id="52226" name="Rectangle 3" descr="Rectangle: Click to edit Master text styles&#10;Second level&#10;Third level&#10;Fourth level&#10;Fifth level">
            <a:extLst>
              <a:ext uri="{FF2B5EF4-FFF2-40B4-BE49-F238E27FC236}">
                <a16:creationId xmlns:a16="http://schemas.microsoft.com/office/drawing/2014/main" id="{C334F5E7-B292-4A2C-80ED-263E0D8A6689}"/>
              </a:ext>
            </a:extLst>
          </p:cNvPr>
          <p:cNvSpPr>
            <a:spLocks noGrp="1" noChangeArrowheads="1"/>
          </p:cNvSpPr>
          <p:nvPr>
            <p:ph type="body" idx="1"/>
          </p:nvPr>
        </p:nvSpPr>
        <p:spPr>
          <a:xfrm>
            <a:off x="457200" y="1340768"/>
            <a:ext cx="8229600" cy="4525963"/>
          </a:xfrm>
        </p:spPr>
        <p:txBody>
          <a:bodyPr/>
          <a:lstStyle/>
          <a:p>
            <a:pPr marL="727200" lvl="1" indent="-457200" eaLnBrk="1" hangingPunct="1">
              <a:buSzPct val="70000"/>
              <a:buFont typeface="Wingdings" panose="05000000000000000000" pitchFamily="2" charset="2"/>
              <a:buChar char="p"/>
            </a:pPr>
            <a:r>
              <a:rPr lang="zh-CN" altLang="en-US" b="1" dirty="0"/>
              <a:t>信息宽度不超过主存宽度的信息必须存放在一个存储字内，不能跨边界。</a:t>
            </a:r>
          </a:p>
          <a:p>
            <a:pPr lvl="2" eaLnBrk="1" hangingPunct="1"/>
            <a:r>
              <a:rPr lang="zh-CN" altLang="en-US" b="1" dirty="0">
                <a:solidFill>
                  <a:srgbClr val="FF0000"/>
                </a:solidFill>
              </a:rPr>
              <a:t>必须做到：</a:t>
            </a:r>
            <a:r>
              <a:rPr lang="zh-CN" altLang="en-US" b="1" dirty="0"/>
              <a:t>信息在主存中存放的起始地址必须是该信息宽度（字节数）的整数倍</a:t>
            </a:r>
          </a:p>
          <a:p>
            <a:pPr lvl="2" eaLnBrk="1" hangingPunct="1">
              <a:buFont typeface="Wingdings" panose="05000000000000000000" pitchFamily="2" charset="2"/>
              <a:buNone/>
            </a:pPr>
            <a:r>
              <a:rPr lang="zh-CN" altLang="en-US" b="1" dirty="0">
                <a:solidFill>
                  <a:srgbClr val="FF0000"/>
                </a:solidFill>
              </a:rPr>
              <a:t>              信息存储的整数边界概念</a:t>
            </a:r>
            <a:endParaRPr lang="zh-CN" altLang="en-US" b="1" dirty="0"/>
          </a:p>
          <a:p>
            <a:pPr lvl="2" eaLnBrk="1" hangingPunct="1"/>
            <a:r>
              <a:rPr lang="zh-CN" altLang="en-US" b="1" dirty="0"/>
              <a:t>满足以下条件</a:t>
            </a:r>
          </a:p>
          <a:p>
            <a:pPr lvl="3" eaLnBrk="1" hangingPunct="1"/>
            <a:r>
              <a:rPr lang="zh-CN" altLang="en-US" b="1" dirty="0">
                <a:latin typeface="Times New Roman" panose="02020603050405020304" pitchFamily="18" charset="0"/>
              </a:rPr>
              <a:t>字节信息的起始地址为：</a:t>
            </a:r>
            <a:r>
              <a:rPr lang="en-US" altLang="zh-CN" b="1" dirty="0">
                <a:solidFill>
                  <a:srgbClr val="9933FF"/>
                </a:solidFill>
                <a:latin typeface="Times New Roman" panose="02020603050405020304" pitchFamily="18" charset="0"/>
              </a:rPr>
              <a:t>×…××××</a:t>
            </a:r>
          </a:p>
          <a:p>
            <a:pPr lvl="3" eaLnBrk="1" hangingPunct="1"/>
            <a:r>
              <a:rPr lang="zh-CN" altLang="en-US" b="1" dirty="0">
                <a:latin typeface="Times New Roman" panose="02020603050405020304" pitchFamily="18" charset="0"/>
              </a:rPr>
              <a:t>半字信息的起始地址为：</a:t>
            </a:r>
            <a:r>
              <a:rPr lang="en-US" altLang="zh-CN" b="1" dirty="0">
                <a:solidFill>
                  <a:srgbClr val="9933FF"/>
                </a:solidFill>
                <a:latin typeface="Times New Roman" panose="02020603050405020304" pitchFamily="18" charset="0"/>
              </a:rPr>
              <a:t>×…×××</a:t>
            </a:r>
            <a:r>
              <a:rPr lang="zh-CN" altLang="en-US" b="1" dirty="0">
                <a:solidFill>
                  <a:srgbClr val="9933FF"/>
                </a:solidFill>
                <a:latin typeface="Times New Roman" panose="02020603050405020304" pitchFamily="18" charset="0"/>
              </a:rPr>
              <a:t>０</a:t>
            </a:r>
          </a:p>
          <a:p>
            <a:pPr lvl="3" eaLnBrk="1" hangingPunct="1"/>
            <a:r>
              <a:rPr lang="zh-CN" altLang="en-US" b="1" dirty="0">
                <a:latin typeface="Times New Roman" panose="02020603050405020304" pitchFamily="18" charset="0"/>
              </a:rPr>
              <a:t>单字信息的起始地址为：</a:t>
            </a:r>
            <a:r>
              <a:rPr lang="en-US" altLang="zh-CN" b="1" dirty="0">
                <a:solidFill>
                  <a:srgbClr val="9933FF"/>
                </a:solidFill>
                <a:latin typeface="Times New Roman" panose="02020603050405020304" pitchFamily="18" charset="0"/>
              </a:rPr>
              <a:t>×…××</a:t>
            </a:r>
            <a:r>
              <a:rPr lang="zh-CN" altLang="en-US" b="1" dirty="0">
                <a:solidFill>
                  <a:srgbClr val="9933FF"/>
                </a:solidFill>
                <a:latin typeface="Times New Roman" panose="02020603050405020304" pitchFamily="18" charset="0"/>
              </a:rPr>
              <a:t>００</a:t>
            </a:r>
          </a:p>
          <a:p>
            <a:pPr lvl="3" eaLnBrk="1" hangingPunct="1"/>
            <a:r>
              <a:rPr lang="zh-CN" altLang="en-US" b="1" dirty="0">
                <a:latin typeface="Times New Roman" panose="02020603050405020304" pitchFamily="18" charset="0"/>
              </a:rPr>
              <a:t>双字信息的起始地址为：</a:t>
            </a:r>
            <a:r>
              <a:rPr lang="en-US" altLang="zh-CN" b="1" dirty="0">
                <a:solidFill>
                  <a:srgbClr val="9933FF"/>
                </a:solidFill>
                <a:latin typeface="Times New Roman" panose="02020603050405020304" pitchFamily="18" charset="0"/>
              </a:rPr>
              <a:t>×…×</a:t>
            </a:r>
            <a:r>
              <a:rPr lang="zh-CN" altLang="en-US" b="1" dirty="0">
                <a:solidFill>
                  <a:srgbClr val="9933FF"/>
                </a:solidFill>
                <a:latin typeface="Times New Roman" panose="02020603050405020304" pitchFamily="18" charset="0"/>
              </a:rPr>
              <a:t>０００</a:t>
            </a:r>
            <a:r>
              <a:rPr lang="zh-CN" altLang="en-US" b="1" dirty="0">
                <a:latin typeface="Times New Roman" panose="02020603050405020304" pitchFamily="18" charset="0"/>
              </a:rPr>
              <a:t> </a:t>
            </a:r>
          </a:p>
          <a:p>
            <a:pPr lvl="2" eaLnBrk="1" hangingPunct="1"/>
            <a:r>
              <a:rPr lang="zh-CN" altLang="en-US" b="1" dirty="0">
                <a:solidFill>
                  <a:srgbClr val="008000"/>
                </a:solidFill>
              </a:rPr>
              <a:t>存在存储空间的浪费 ，但保证访问速度。</a:t>
            </a:r>
          </a:p>
        </p:txBody>
      </p:sp>
      <p:sp>
        <p:nvSpPr>
          <p:cNvPr id="2" name="日期占位符 1">
            <a:extLst>
              <a:ext uri="{FF2B5EF4-FFF2-40B4-BE49-F238E27FC236}">
                <a16:creationId xmlns:a16="http://schemas.microsoft.com/office/drawing/2014/main" id="{F6D32C99-9AA1-97A3-4871-3650246FEEEF}"/>
              </a:ext>
            </a:extLst>
          </p:cNvPr>
          <p:cNvSpPr>
            <a:spLocks noGrp="1"/>
          </p:cNvSpPr>
          <p:nvPr>
            <p:ph type="dt" sz="half" idx="10"/>
          </p:nvPr>
        </p:nvSpPr>
        <p:spPr/>
        <p:txBody>
          <a:bodyPr/>
          <a:lstStyle/>
          <a:p>
            <a:pPr>
              <a:defRPr/>
            </a:pPr>
            <a:fld id="{310AB064-986E-43E2-9D77-7773B29C3F3D}" type="datetime1">
              <a:rPr lang="zh-CN" altLang="en-US" smtClean="0"/>
              <a:t>2025/9/18</a:t>
            </a:fld>
            <a:endParaRPr lang="en-US" altLang="zh-CN"/>
          </a:p>
        </p:txBody>
      </p:sp>
      <p:sp>
        <p:nvSpPr>
          <p:cNvPr id="3" name="页脚占位符 2">
            <a:extLst>
              <a:ext uri="{FF2B5EF4-FFF2-40B4-BE49-F238E27FC236}">
                <a16:creationId xmlns:a16="http://schemas.microsoft.com/office/drawing/2014/main" id="{7EC91F22-D2B7-C1BD-9E51-CB444D8210FA}"/>
              </a:ext>
            </a:extLst>
          </p:cNvPr>
          <p:cNvSpPr>
            <a:spLocks noGrp="1"/>
          </p:cNvSpPr>
          <p:nvPr>
            <p:ph type="ftr" sz="quarter" idx="11"/>
          </p:nvPr>
        </p:nvSpPr>
        <p:spPr/>
        <p:txBody>
          <a:body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4" name="灯片编号占位符 3">
            <a:extLst>
              <a:ext uri="{FF2B5EF4-FFF2-40B4-BE49-F238E27FC236}">
                <a16:creationId xmlns:a16="http://schemas.microsoft.com/office/drawing/2014/main" id="{5709C06E-FA1D-8F53-EB63-1655E3105C17}"/>
              </a:ext>
            </a:extLst>
          </p:cNvPr>
          <p:cNvSpPr>
            <a:spLocks noGrp="1"/>
          </p:cNvSpPr>
          <p:nvPr>
            <p:ph type="sldNum" sz="quarter" idx="12"/>
          </p:nvPr>
        </p:nvSpPr>
        <p:spPr/>
        <p:txBody>
          <a:bodyPr/>
          <a:lstStyle/>
          <a:p>
            <a:pPr>
              <a:defRPr/>
            </a:pPr>
            <a:fld id="{8BCAC33D-D29A-48B3-BCD6-381D3D720D26}" type="slidenum">
              <a:rPr lang="zh-CN" altLang="en-US" smtClean="0"/>
              <a:t>24</a:t>
            </a:fld>
            <a:endParaRPr lang="en-US" altLang="zh-CN"/>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C09ED788-368C-4867-B983-2BA536E14634}"/>
              </a:ext>
            </a:extLst>
          </p:cNvPr>
          <p:cNvSpPr>
            <a:spLocks noGrp="1" noChangeArrowheads="1"/>
          </p:cNvSpPr>
          <p:nvPr>
            <p:ph type="title"/>
          </p:nvPr>
        </p:nvSpPr>
        <p:spPr>
          <a:xfrm>
            <a:off x="457200" y="144442"/>
            <a:ext cx="8229600" cy="1143000"/>
          </a:xfrm>
        </p:spPr>
        <p:txBody>
          <a:bodyPr/>
          <a:lstStyle/>
          <a:p>
            <a:pPr eaLnBrk="1" hangingPunct="1"/>
            <a:r>
              <a:rPr lang="en-US" altLang="zh-CN" sz="3600" b="1" dirty="0"/>
              <a:t>2.3 </a:t>
            </a:r>
            <a:r>
              <a:rPr lang="zh-CN" altLang="en-US" sz="3600" b="1" dirty="0"/>
              <a:t>寻址方式</a:t>
            </a:r>
          </a:p>
        </p:txBody>
      </p:sp>
      <p:sp>
        <p:nvSpPr>
          <p:cNvPr id="6" name="Rectangle 3">
            <a:extLst>
              <a:ext uri="{FF2B5EF4-FFF2-40B4-BE49-F238E27FC236}">
                <a16:creationId xmlns:a16="http://schemas.microsoft.com/office/drawing/2014/main" id="{E1D9016D-43E1-469C-88A0-4B9835326C9A}"/>
              </a:ext>
            </a:extLst>
          </p:cNvPr>
          <p:cNvSpPr txBox="1">
            <a:spLocks noChangeArrowheads="1"/>
          </p:cNvSpPr>
          <p:nvPr/>
        </p:nvSpPr>
        <p:spPr bwMode="auto">
          <a:xfrm>
            <a:off x="450222" y="1287442"/>
            <a:ext cx="8462253"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just">
              <a:lnSpc>
                <a:spcPct val="125000"/>
              </a:lnSpc>
            </a:pPr>
            <a:r>
              <a:rPr kumimoji="0" lang="zh-CN" altLang="en-US" sz="2200" dirty="0">
                <a:latin typeface="Times New Roman" panose="02020603050405020304" pitchFamily="18" charset="0"/>
                <a:ea typeface="宋体" panose="02010600030101010101" pitchFamily="2" charset="-122"/>
              </a:rPr>
              <a:t>对</a:t>
            </a:r>
            <a:r>
              <a:rPr kumimoji="0" lang="en-US" altLang="zh-CN" sz="2200" dirty="0">
                <a:latin typeface="Times New Roman" panose="02020603050405020304" pitchFamily="18" charset="0"/>
                <a:ea typeface="宋体" panose="02010600030101010101" pitchFamily="2" charset="-122"/>
              </a:rPr>
              <a:t>s</a:t>
            </a:r>
            <a:r>
              <a:rPr kumimoji="0" lang="zh-CN" altLang="en-US" sz="2200" dirty="0">
                <a:latin typeface="Times New Roman" panose="02020603050405020304" pitchFamily="18" charset="0"/>
                <a:ea typeface="宋体" panose="02010600030101010101" pitchFamily="2" charset="-122"/>
              </a:rPr>
              <a:t>字节的对象访问地址为</a:t>
            </a:r>
            <a:r>
              <a:rPr kumimoji="0" lang="en-US" altLang="zh-CN" sz="2200" dirty="0">
                <a:latin typeface="Times New Roman" panose="02020603050405020304" pitchFamily="18" charset="0"/>
                <a:ea typeface="宋体" panose="02010600030101010101" pitchFamily="2" charset="-122"/>
              </a:rPr>
              <a:t>A，</a:t>
            </a:r>
            <a:r>
              <a:rPr kumimoji="0" lang="zh-CN" altLang="en-US" sz="2200" dirty="0">
                <a:latin typeface="Times New Roman" panose="02020603050405020304" pitchFamily="18" charset="0"/>
                <a:ea typeface="宋体" panose="02010600030101010101" pitchFamily="2" charset="-122"/>
              </a:rPr>
              <a:t>如果</a:t>
            </a:r>
            <a:r>
              <a:rPr kumimoji="0" lang="en-US" altLang="zh-CN" sz="2200" dirty="0">
                <a:latin typeface="Times New Roman" panose="02020603050405020304" pitchFamily="18" charset="0"/>
                <a:ea typeface="宋体" panose="02010600030101010101" pitchFamily="2" charset="-122"/>
              </a:rPr>
              <a:t>A mod s =0 </a:t>
            </a:r>
            <a:r>
              <a:rPr kumimoji="0" lang="zh-CN" altLang="en-US" sz="2200" dirty="0">
                <a:latin typeface="Times New Roman" panose="02020603050405020304" pitchFamily="18" charset="0"/>
                <a:ea typeface="宋体" panose="02010600030101010101" pitchFamily="2" charset="-122"/>
              </a:rPr>
              <a:t>称为边界对齐。</a:t>
            </a:r>
          </a:p>
          <a:p>
            <a:pPr algn="just">
              <a:lnSpc>
                <a:spcPct val="125000"/>
              </a:lnSpc>
            </a:pPr>
            <a:r>
              <a:rPr kumimoji="0" lang="zh-CN" altLang="en-US" sz="2200" dirty="0">
                <a:latin typeface="Times New Roman" panose="02020603050405020304" pitchFamily="18" charset="0"/>
                <a:ea typeface="宋体" panose="02010600030101010101" pitchFamily="2" charset="-122"/>
              </a:rPr>
              <a:t>边界对齐的原因是存储器本身读写的要求，存储器本身读写通常就是边界对齐的，对于不是边界对齐的对象的访问可能要导致存储器的两次访问，然后再拼接出所需要的数（或发生异常）。</a:t>
            </a:r>
            <a:endParaRPr kumimoji="0" lang="zh-CN" altLang="en-US" sz="2200" dirty="0">
              <a:ea typeface="宋体" panose="02010600030101010101" pitchFamily="2" charset="-122"/>
            </a:endParaRPr>
          </a:p>
        </p:txBody>
      </p:sp>
      <p:pic>
        <p:nvPicPr>
          <p:cNvPr id="4" name="图片 3">
            <a:extLst>
              <a:ext uri="{FF2B5EF4-FFF2-40B4-BE49-F238E27FC236}">
                <a16:creationId xmlns:a16="http://schemas.microsoft.com/office/drawing/2014/main" id="{9BD56F39-A7C9-4285-9248-31D1FBB8C3ED}"/>
              </a:ext>
            </a:extLst>
          </p:cNvPr>
          <p:cNvPicPr>
            <a:picLocks noChangeAspect="1"/>
          </p:cNvPicPr>
          <p:nvPr/>
        </p:nvPicPr>
        <p:blipFill>
          <a:blip r:embed="rId3"/>
          <a:stretch>
            <a:fillRect/>
          </a:stretch>
        </p:blipFill>
        <p:spPr>
          <a:xfrm>
            <a:off x="766466" y="3140968"/>
            <a:ext cx="7611068" cy="3500582"/>
          </a:xfrm>
          <a:prstGeom prst="rect">
            <a:avLst/>
          </a:prstGeom>
        </p:spPr>
      </p:pic>
      <p:sp>
        <p:nvSpPr>
          <p:cNvPr id="2" name="日期占位符 1">
            <a:extLst>
              <a:ext uri="{FF2B5EF4-FFF2-40B4-BE49-F238E27FC236}">
                <a16:creationId xmlns:a16="http://schemas.microsoft.com/office/drawing/2014/main" id="{B6BBFEF7-17F9-6347-6DE3-A3E66A635969}"/>
              </a:ext>
            </a:extLst>
          </p:cNvPr>
          <p:cNvSpPr>
            <a:spLocks noGrp="1"/>
          </p:cNvSpPr>
          <p:nvPr>
            <p:ph type="dt" sz="half" idx="10"/>
          </p:nvPr>
        </p:nvSpPr>
        <p:spPr/>
        <p:txBody>
          <a:bodyPr/>
          <a:lstStyle/>
          <a:p>
            <a:pPr>
              <a:defRPr/>
            </a:pPr>
            <a:fld id="{50B0E2B8-31F1-4C15-831E-11FB800C9353}" type="datetime1">
              <a:rPr lang="zh-CN" altLang="en-US" smtClean="0"/>
              <a:t>2025/9/18</a:t>
            </a:fld>
            <a:endParaRPr lang="en-US" altLang="zh-CN"/>
          </a:p>
        </p:txBody>
      </p:sp>
      <p:sp>
        <p:nvSpPr>
          <p:cNvPr id="3" name="页脚占位符 2">
            <a:extLst>
              <a:ext uri="{FF2B5EF4-FFF2-40B4-BE49-F238E27FC236}">
                <a16:creationId xmlns:a16="http://schemas.microsoft.com/office/drawing/2014/main" id="{9261E66A-AC29-BB54-8605-94FD2E37F119}"/>
              </a:ext>
            </a:extLst>
          </p:cNvPr>
          <p:cNvSpPr>
            <a:spLocks noGrp="1"/>
          </p:cNvSpPr>
          <p:nvPr>
            <p:ph type="ftr" sz="quarter" idx="11"/>
          </p:nvPr>
        </p:nvSpPr>
        <p:spPr/>
        <p:txBody>
          <a:body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5" name="灯片编号占位符 4">
            <a:extLst>
              <a:ext uri="{FF2B5EF4-FFF2-40B4-BE49-F238E27FC236}">
                <a16:creationId xmlns:a16="http://schemas.microsoft.com/office/drawing/2014/main" id="{0D583769-4726-A502-EE6E-012D82FF4828}"/>
              </a:ext>
            </a:extLst>
          </p:cNvPr>
          <p:cNvSpPr>
            <a:spLocks noGrp="1"/>
          </p:cNvSpPr>
          <p:nvPr>
            <p:ph type="sldNum" sz="quarter" idx="12"/>
          </p:nvPr>
        </p:nvSpPr>
        <p:spPr/>
        <p:txBody>
          <a:bodyPr/>
          <a:lstStyle/>
          <a:p>
            <a:pPr>
              <a:defRPr/>
            </a:pPr>
            <a:fld id="{8BCAC33D-D29A-48B3-BCD6-381D3D720D26}" type="slidenum">
              <a:rPr lang="zh-CN" altLang="en-US" smtClean="0"/>
              <a:t>25</a:t>
            </a:fld>
            <a:endParaRPr lang="en-US" altLang="zh-CN"/>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539750" y="44450"/>
            <a:ext cx="7772400" cy="1143000"/>
          </a:xfrm>
        </p:spPr>
        <p:txBody>
          <a:bodyPr/>
          <a:lstStyle/>
          <a:p>
            <a:pPr eaLnBrk="1" hangingPunct="1">
              <a:defRPr/>
            </a:pPr>
            <a:r>
              <a:rPr lang="zh-CN" altLang="en-US" b="1" dirty="0"/>
              <a:t>第</a:t>
            </a:r>
            <a:r>
              <a:rPr kumimoji="1" lang="en-US" altLang="zh-CN" b="1" dirty="0">
                <a:latin typeface="Times New Roman" pitchFamily="18" charset="0"/>
                <a:cs typeface="+mn-cs"/>
              </a:rPr>
              <a:t>2</a:t>
            </a:r>
            <a:r>
              <a:rPr lang="zh-CN" altLang="en-US" b="1" dirty="0"/>
              <a:t>章   指 令 系 统</a:t>
            </a:r>
          </a:p>
        </p:txBody>
      </p:sp>
      <p:grpSp>
        <p:nvGrpSpPr>
          <p:cNvPr id="6147" name="Group 3"/>
          <p:cNvGrpSpPr>
            <a:grpSpLocks/>
          </p:cNvGrpSpPr>
          <p:nvPr/>
        </p:nvGrpSpPr>
        <p:grpSpPr bwMode="auto">
          <a:xfrm>
            <a:off x="2151961" y="1437839"/>
            <a:ext cx="4630738" cy="4007385"/>
            <a:chOff x="434" y="1127"/>
            <a:chExt cx="2917" cy="2192"/>
          </a:xfrm>
        </p:grpSpPr>
        <p:sp>
          <p:nvSpPr>
            <p:cNvPr id="6149" name="Text Box 4"/>
            <p:cNvSpPr txBox="1">
              <a:spLocks noChangeArrowheads="1"/>
            </p:cNvSpPr>
            <p:nvPr/>
          </p:nvSpPr>
          <p:spPr bwMode="auto">
            <a:xfrm>
              <a:off x="439" y="1127"/>
              <a:ext cx="1875"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00" b="1">
                  <a:solidFill>
                    <a:schemeClr val="tx1"/>
                  </a:solidFill>
                  <a:latin typeface="宋体" charset="-122"/>
                  <a:ea typeface="宋体" charset="-122"/>
                </a:defRPr>
              </a:lvl1pPr>
              <a:lvl2pPr marL="742950" indent="-285750" eaLnBrk="0" hangingPunct="0">
                <a:defRPr kumimoji="1" sz="800" b="1">
                  <a:solidFill>
                    <a:schemeClr val="tx1"/>
                  </a:solidFill>
                  <a:latin typeface="宋体" charset="-122"/>
                  <a:ea typeface="宋体" charset="-122"/>
                </a:defRPr>
              </a:lvl2pPr>
              <a:lvl3pPr marL="1143000" indent="-228600" eaLnBrk="0" hangingPunct="0">
                <a:defRPr kumimoji="1" sz="800" b="1">
                  <a:solidFill>
                    <a:schemeClr val="tx1"/>
                  </a:solidFill>
                  <a:latin typeface="宋体" charset="-122"/>
                  <a:ea typeface="宋体" charset="-122"/>
                </a:defRPr>
              </a:lvl3pPr>
              <a:lvl4pPr marL="1600200" indent="-228600" eaLnBrk="0" hangingPunct="0">
                <a:defRPr kumimoji="1" sz="800" b="1">
                  <a:solidFill>
                    <a:schemeClr val="tx1"/>
                  </a:solidFill>
                  <a:latin typeface="宋体" charset="-122"/>
                  <a:ea typeface="宋体" charset="-122"/>
                </a:defRPr>
              </a:lvl4pPr>
              <a:lvl5pPr marL="2057400" indent="-228600" eaLnBrk="0" hangingPunct="0">
                <a:defRPr kumimoji="1" sz="800" b="1">
                  <a:solidFill>
                    <a:schemeClr val="tx1"/>
                  </a:solidFill>
                  <a:latin typeface="宋体" charset="-122"/>
                  <a:ea typeface="宋体" charset="-122"/>
                </a:defRPr>
              </a:lvl5pPr>
              <a:lvl6pPr marL="2514600" indent="-228600" eaLnBrk="0" fontAlgn="base" hangingPunct="0">
                <a:spcBef>
                  <a:spcPct val="0"/>
                </a:spcBef>
                <a:spcAft>
                  <a:spcPct val="0"/>
                </a:spcAft>
                <a:defRPr kumimoji="1" sz="800" b="1">
                  <a:solidFill>
                    <a:schemeClr val="tx1"/>
                  </a:solidFill>
                  <a:latin typeface="宋体" charset="-122"/>
                  <a:ea typeface="宋体" charset="-122"/>
                </a:defRPr>
              </a:lvl6pPr>
              <a:lvl7pPr marL="2971800" indent="-228600" eaLnBrk="0" fontAlgn="base" hangingPunct="0">
                <a:spcBef>
                  <a:spcPct val="0"/>
                </a:spcBef>
                <a:spcAft>
                  <a:spcPct val="0"/>
                </a:spcAft>
                <a:defRPr kumimoji="1" sz="800" b="1">
                  <a:solidFill>
                    <a:schemeClr val="tx1"/>
                  </a:solidFill>
                  <a:latin typeface="宋体" charset="-122"/>
                  <a:ea typeface="宋体" charset="-122"/>
                </a:defRPr>
              </a:lvl7pPr>
              <a:lvl8pPr marL="3429000" indent="-228600" eaLnBrk="0" fontAlgn="base" hangingPunct="0">
                <a:spcBef>
                  <a:spcPct val="0"/>
                </a:spcBef>
                <a:spcAft>
                  <a:spcPct val="0"/>
                </a:spcAft>
                <a:defRPr kumimoji="1" sz="800" b="1">
                  <a:solidFill>
                    <a:schemeClr val="tx1"/>
                  </a:solidFill>
                  <a:latin typeface="宋体" charset="-122"/>
                  <a:ea typeface="宋体" charset="-122"/>
                </a:defRPr>
              </a:lvl8pPr>
              <a:lvl9pPr marL="3886200" indent="-22860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r>
                <a:rPr lang="en-US" altLang="zh-CN" sz="2800" dirty="0">
                  <a:latin typeface="Times New Roman" pitchFamily="18" charset="0"/>
                </a:rPr>
                <a:t>2</a:t>
              </a:r>
              <a:r>
                <a:rPr lang="zh-CN" altLang="en-US" sz="2800" dirty="0">
                  <a:latin typeface="Times New Roman" pitchFamily="18" charset="0"/>
                </a:rPr>
                <a:t>.1 指令系统概述 </a:t>
              </a:r>
            </a:p>
          </p:txBody>
        </p:sp>
        <p:sp>
          <p:nvSpPr>
            <p:cNvPr id="6150" name="Text Box 5"/>
            <p:cNvSpPr txBox="1">
              <a:spLocks noChangeArrowheads="1"/>
            </p:cNvSpPr>
            <p:nvPr/>
          </p:nvSpPr>
          <p:spPr bwMode="auto">
            <a:xfrm>
              <a:off x="447" y="1472"/>
              <a:ext cx="2904"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eaLnBrk="1" hangingPunct="1">
                <a:defRPr sz="2800">
                  <a:latin typeface="Times New Roman" pitchFamily="18" charset="0"/>
                  <a:ea typeface="宋体" charset="-122"/>
                </a:defRPr>
              </a:lvl1pPr>
              <a:lvl2pPr marL="742950" indent="-285750" eaLnBrk="0" hangingPunct="0">
                <a:defRPr>
                  <a:latin typeface="宋体" charset="-122"/>
                  <a:ea typeface="宋体" charset="-122"/>
                </a:defRPr>
              </a:lvl2pPr>
              <a:lvl3pPr marL="1143000" indent="-228600" eaLnBrk="0" hangingPunct="0">
                <a:defRPr>
                  <a:latin typeface="宋体" charset="-122"/>
                  <a:ea typeface="宋体" charset="-122"/>
                </a:defRPr>
              </a:lvl3pPr>
              <a:lvl4pPr marL="1600200" indent="-228600" eaLnBrk="0" hangingPunct="0">
                <a:defRPr>
                  <a:latin typeface="宋体" charset="-122"/>
                  <a:ea typeface="宋体" charset="-122"/>
                </a:defRPr>
              </a:lvl4pPr>
              <a:lvl5pPr marL="2057400" indent="-228600" eaLnBrk="0" hangingPunct="0">
                <a:defRPr>
                  <a:latin typeface="宋体" charset="-122"/>
                  <a:ea typeface="宋体" charset="-122"/>
                </a:defRPr>
              </a:lvl5pPr>
              <a:lvl6pPr marL="2514600" indent="-228600" eaLnBrk="0" fontAlgn="base" hangingPunct="0">
                <a:spcBef>
                  <a:spcPct val="0"/>
                </a:spcBef>
                <a:spcAft>
                  <a:spcPct val="0"/>
                </a:spcAft>
                <a:defRPr>
                  <a:latin typeface="宋体" charset="-122"/>
                  <a:ea typeface="宋体" charset="-122"/>
                </a:defRPr>
              </a:lvl6pPr>
              <a:lvl7pPr marL="2971800" indent="-228600" eaLnBrk="0" fontAlgn="base" hangingPunct="0">
                <a:spcBef>
                  <a:spcPct val="0"/>
                </a:spcBef>
                <a:spcAft>
                  <a:spcPct val="0"/>
                </a:spcAft>
                <a:defRPr>
                  <a:latin typeface="宋体" charset="-122"/>
                  <a:ea typeface="宋体" charset="-122"/>
                </a:defRPr>
              </a:lvl7pPr>
              <a:lvl8pPr marL="3429000" indent="-228600" eaLnBrk="0" fontAlgn="base" hangingPunct="0">
                <a:spcBef>
                  <a:spcPct val="0"/>
                </a:spcBef>
                <a:spcAft>
                  <a:spcPct val="0"/>
                </a:spcAft>
                <a:defRPr>
                  <a:latin typeface="宋体" charset="-122"/>
                  <a:ea typeface="宋体" charset="-122"/>
                </a:defRPr>
              </a:lvl8pPr>
              <a:lvl9pPr marL="3886200" indent="-228600" eaLnBrk="0" fontAlgn="base" hangingPunct="0">
                <a:spcBef>
                  <a:spcPct val="0"/>
                </a:spcBef>
                <a:spcAft>
                  <a:spcPct val="0"/>
                </a:spcAft>
                <a:defRPr>
                  <a:latin typeface="宋体" charset="-122"/>
                  <a:ea typeface="宋体" charset="-122"/>
                </a:defRPr>
              </a:lvl9pPr>
            </a:lstStyle>
            <a:p>
              <a:r>
                <a:rPr lang="en-US" altLang="zh-CN" dirty="0"/>
                <a:t>2</a:t>
              </a:r>
              <a:r>
                <a:rPr lang="zh-CN" altLang="en-US" dirty="0"/>
                <a:t>.2 指令系统结构的分类</a:t>
              </a:r>
            </a:p>
          </p:txBody>
        </p:sp>
        <p:sp>
          <p:nvSpPr>
            <p:cNvPr id="6151" name="Text Box 6"/>
            <p:cNvSpPr txBox="1">
              <a:spLocks noChangeArrowheads="1"/>
            </p:cNvSpPr>
            <p:nvPr/>
          </p:nvSpPr>
          <p:spPr bwMode="auto">
            <a:xfrm>
              <a:off x="447" y="1763"/>
              <a:ext cx="1477"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00" b="1">
                  <a:solidFill>
                    <a:schemeClr val="tx1"/>
                  </a:solidFill>
                  <a:latin typeface="宋体" charset="-122"/>
                  <a:ea typeface="宋体" charset="-122"/>
                </a:defRPr>
              </a:lvl1pPr>
              <a:lvl2pPr marL="742950" indent="-285750" eaLnBrk="0" hangingPunct="0">
                <a:defRPr kumimoji="1" sz="800" b="1">
                  <a:solidFill>
                    <a:schemeClr val="tx1"/>
                  </a:solidFill>
                  <a:latin typeface="宋体" charset="-122"/>
                  <a:ea typeface="宋体" charset="-122"/>
                </a:defRPr>
              </a:lvl2pPr>
              <a:lvl3pPr marL="1143000" indent="-228600" eaLnBrk="0" hangingPunct="0">
                <a:defRPr kumimoji="1" sz="800" b="1">
                  <a:solidFill>
                    <a:schemeClr val="tx1"/>
                  </a:solidFill>
                  <a:latin typeface="宋体" charset="-122"/>
                  <a:ea typeface="宋体" charset="-122"/>
                </a:defRPr>
              </a:lvl3pPr>
              <a:lvl4pPr marL="1600200" indent="-228600" eaLnBrk="0" hangingPunct="0">
                <a:defRPr kumimoji="1" sz="800" b="1">
                  <a:solidFill>
                    <a:schemeClr val="tx1"/>
                  </a:solidFill>
                  <a:latin typeface="宋体" charset="-122"/>
                  <a:ea typeface="宋体" charset="-122"/>
                </a:defRPr>
              </a:lvl4pPr>
              <a:lvl5pPr marL="2057400" indent="-228600" eaLnBrk="0" hangingPunct="0">
                <a:defRPr kumimoji="1" sz="800" b="1">
                  <a:solidFill>
                    <a:schemeClr val="tx1"/>
                  </a:solidFill>
                  <a:latin typeface="宋体" charset="-122"/>
                  <a:ea typeface="宋体" charset="-122"/>
                </a:defRPr>
              </a:lvl5pPr>
              <a:lvl6pPr marL="2514600" indent="-228600" eaLnBrk="0" fontAlgn="base" hangingPunct="0">
                <a:spcBef>
                  <a:spcPct val="0"/>
                </a:spcBef>
                <a:spcAft>
                  <a:spcPct val="0"/>
                </a:spcAft>
                <a:defRPr kumimoji="1" sz="800" b="1">
                  <a:solidFill>
                    <a:schemeClr val="tx1"/>
                  </a:solidFill>
                  <a:latin typeface="宋体" charset="-122"/>
                  <a:ea typeface="宋体" charset="-122"/>
                </a:defRPr>
              </a:lvl6pPr>
              <a:lvl7pPr marL="2971800" indent="-228600" eaLnBrk="0" fontAlgn="base" hangingPunct="0">
                <a:spcBef>
                  <a:spcPct val="0"/>
                </a:spcBef>
                <a:spcAft>
                  <a:spcPct val="0"/>
                </a:spcAft>
                <a:defRPr kumimoji="1" sz="800" b="1">
                  <a:solidFill>
                    <a:schemeClr val="tx1"/>
                  </a:solidFill>
                  <a:latin typeface="宋体" charset="-122"/>
                  <a:ea typeface="宋体" charset="-122"/>
                </a:defRPr>
              </a:lvl7pPr>
              <a:lvl8pPr marL="3429000" indent="-228600" eaLnBrk="0" fontAlgn="base" hangingPunct="0">
                <a:spcBef>
                  <a:spcPct val="0"/>
                </a:spcBef>
                <a:spcAft>
                  <a:spcPct val="0"/>
                </a:spcAft>
                <a:defRPr kumimoji="1" sz="800" b="1">
                  <a:solidFill>
                    <a:schemeClr val="tx1"/>
                  </a:solidFill>
                  <a:latin typeface="宋体" charset="-122"/>
                  <a:ea typeface="宋体" charset="-122"/>
                </a:defRPr>
              </a:lvl8pPr>
              <a:lvl9pPr marL="3886200" indent="-22860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r>
                <a:rPr lang="en-US" altLang="zh-CN" sz="2800" dirty="0">
                  <a:latin typeface="Times New Roman" pitchFamily="18" charset="0"/>
                </a:rPr>
                <a:t>2</a:t>
              </a:r>
              <a:r>
                <a:rPr lang="zh-CN" altLang="en-US" sz="2800" dirty="0">
                  <a:latin typeface="Times New Roman" pitchFamily="18" charset="0"/>
                </a:rPr>
                <a:t>.3</a:t>
              </a:r>
              <a:r>
                <a:rPr lang="zh-CN" altLang="en-US" sz="3200" dirty="0">
                  <a:latin typeface="Times New Roman" pitchFamily="18" charset="0"/>
                </a:rPr>
                <a:t> </a:t>
              </a:r>
              <a:r>
                <a:rPr lang="zh-CN" altLang="en-US" sz="2800" dirty="0">
                  <a:latin typeface="Times New Roman" pitchFamily="18" charset="0"/>
                </a:rPr>
                <a:t>寻址方式</a:t>
              </a:r>
              <a:r>
                <a:rPr lang="zh-CN" altLang="en-US" sz="3200" dirty="0">
                  <a:latin typeface="Times New Roman" pitchFamily="18" charset="0"/>
                </a:rPr>
                <a:t> </a:t>
              </a:r>
            </a:p>
          </p:txBody>
        </p:sp>
        <p:sp>
          <p:nvSpPr>
            <p:cNvPr id="6152" name="Text Box 7"/>
            <p:cNvSpPr txBox="1">
              <a:spLocks noChangeArrowheads="1"/>
            </p:cNvSpPr>
            <p:nvPr/>
          </p:nvSpPr>
          <p:spPr bwMode="auto">
            <a:xfrm>
              <a:off x="447" y="2395"/>
              <a:ext cx="2728"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00" b="1">
                  <a:solidFill>
                    <a:schemeClr val="tx1"/>
                  </a:solidFill>
                  <a:latin typeface="宋体" charset="-122"/>
                  <a:ea typeface="宋体" charset="-122"/>
                </a:defRPr>
              </a:lvl1pPr>
              <a:lvl2pPr marL="742950" indent="-285750" eaLnBrk="0" hangingPunct="0">
                <a:defRPr kumimoji="1" sz="800" b="1">
                  <a:solidFill>
                    <a:schemeClr val="tx1"/>
                  </a:solidFill>
                  <a:latin typeface="宋体" charset="-122"/>
                  <a:ea typeface="宋体" charset="-122"/>
                </a:defRPr>
              </a:lvl2pPr>
              <a:lvl3pPr marL="1143000" indent="-228600" eaLnBrk="0" hangingPunct="0">
                <a:defRPr kumimoji="1" sz="800" b="1">
                  <a:solidFill>
                    <a:schemeClr val="tx1"/>
                  </a:solidFill>
                  <a:latin typeface="宋体" charset="-122"/>
                  <a:ea typeface="宋体" charset="-122"/>
                </a:defRPr>
              </a:lvl3pPr>
              <a:lvl4pPr marL="1600200" indent="-228600" eaLnBrk="0" hangingPunct="0">
                <a:defRPr kumimoji="1" sz="800" b="1">
                  <a:solidFill>
                    <a:schemeClr val="tx1"/>
                  </a:solidFill>
                  <a:latin typeface="宋体" charset="-122"/>
                  <a:ea typeface="宋体" charset="-122"/>
                </a:defRPr>
              </a:lvl4pPr>
              <a:lvl5pPr marL="2057400" indent="-228600" eaLnBrk="0" hangingPunct="0">
                <a:defRPr kumimoji="1" sz="800" b="1">
                  <a:solidFill>
                    <a:schemeClr val="tx1"/>
                  </a:solidFill>
                  <a:latin typeface="宋体" charset="-122"/>
                  <a:ea typeface="宋体" charset="-122"/>
                </a:defRPr>
              </a:lvl5pPr>
              <a:lvl6pPr marL="2514600" indent="-228600" eaLnBrk="0" fontAlgn="base" hangingPunct="0">
                <a:spcBef>
                  <a:spcPct val="0"/>
                </a:spcBef>
                <a:spcAft>
                  <a:spcPct val="0"/>
                </a:spcAft>
                <a:defRPr kumimoji="1" sz="800" b="1">
                  <a:solidFill>
                    <a:schemeClr val="tx1"/>
                  </a:solidFill>
                  <a:latin typeface="宋体" charset="-122"/>
                  <a:ea typeface="宋体" charset="-122"/>
                </a:defRPr>
              </a:lvl6pPr>
              <a:lvl7pPr marL="2971800" indent="-228600" eaLnBrk="0" fontAlgn="base" hangingPunct="0">
                <a:spcBef>
                  <a:spcPct val="0"/>
                </a:spcBef>
                <a:spcAft>
                  <a:spcPct val="0"/>
                </a:spcAft>
                <a:defRPr kumimoji="1" sz="800" b="1">
                  <a:solidFill>
                    <a:schemeClr val="tx1"/>
                  </a:solidFill>
                  <a:latin typeface="宋体" charset="-122"/>
                  <a:ea typeface="宋体" charset="-122"/>
                </a:defRPr>
              </a:lvl7pPr>
              <a:lvl8pPr marL="3429000" indent="-228600" eaLnBrk="0" fontAlgn="base" hangingPunct="0">
                <a:spcBef>
                  <a:spcPct val="0"/>
                </a:spcBef>
                <a:spcAft>
                  <a:spcPct val="0"/>
                </a:spcAft>
                <a:defRPr kumimoji="1" sz="800" b="1">
                  <a:solidFill>
                    <a:schemeClr val="tx1"/>
                  </a:solidFill>
                  <a:latin typeface="宋体" charset="-122"/>
                  <a:ea typeface="宋体" charset="-122"/>
                </a:defRPr>
              </a:lvl8pPr>
              <a:lvl9pPr marL="3886200" indent="-22860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r>
                <a:rPr lang="en-US" altLang="zh-CN" sz="2800" dirty="0">
                  <a:latin typeface="Times New Roman" pitchFamily="18" charset="0"/>
                </a:rPr>
                <a:t>2</a:t>
              </a:r>
              <a:r>
                <a:rPr lang="zh-CN" altLang="en-US" sz="2800" dirty="0">
                  <a:latin typeface="Times New Roman" pitchFamily="18" charset="0"/>
                </a:rPr>
                <a:t>.</a:t>
              </a:r>
              <a:r>
                <a:rPr lang="en-US" altLang="zh-CN" sz="2800" dirty="0">
                  <a:latin typeface="Times New Roman" pitchFamily="18" charset="0"/>
                </a:rPr>
                <a:t>5</a:t>
              </a:r>
              <a:r>
                <a:rPr lang="zh-CN" altLang="en-US" sz="2800" dirty="0">
                  <a:latin typeface="Times New Roman" pitchFamily="18" charset="0"/>
                </a:rPr>
                <a:t> 指令系统的设计与优化</a:t>
              </a:r>
            </a:p>
          </p:txBody>
        </p:sp>
        <p:sp>
          <p:nvSpPr>
            <p:cNvPr id="6153" name="Text Box 8"/>
            <p:cNvSpPr txBox="1">
              <a:spLocks noChangeArrowheads="1"/>
            </p:cNvSpPr>
            <p:nvPr/>
          </p:nvSpPr>
          <p:spPr bwMode="auto">
            <a:xfrm>
              <a:off x="447" y="3036"/>
              <a:ext cx="1875"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00" b="1">
                  <a:solidFill>
                    <a:schemeClr val="tx1"/>
                  </a:solidFill>
                  <a:latin typeface="宋体" charset="-122"/>
                  <a:ea typeface="宋体" charset="-122"/>
                </a:defRPr>
              </a:lvl1pPr>
              <a:lvl2pPr marL="742950" indent="-285750" eaLnBrk="0" hangingPunct="0">
                <a:defRPr kumimoji="1" sz="800" b="1">
                  <a:solidFill>
                    <a:schemeClr val="tx1"/>
                  </a:solidFill>
                  <a:latin typeface="宋体" charset="-122"/>
                  <a:ea typeface="宋体" charset="-122"/>
                </a:defRPr>
              </a:lvl2pPr>
              <a:lvl3pPr marL="1143000" indent="-228600" eaLnBrk="0" hangingPunct="0">
                <a:defRPr kumimoji="1" sz="800" b="1">
                  <a:solidFill>
                    <a:schemeClr val="tx1"/>
                  </a:solidFill>
                  <a:latin typeface="宋体" charset="-122"/>
                  <a:ea typeface="宋体" charset="-122"/>
                </a:defRPr>
              </a:lvl3pPr>
              <a:lvl4pPr marL="1600200" indent="-228600" eaLnBrk="0" hangingPunct="0">
                <a:defRPr kumimoji="1" sz="800" b="1">
                  <a:solidFill>
                    <a:schemeClr val="tx1"/>
                  </a:solidFill>
                  <a:latin typeface="宋体" charset="-122"/>
                  <a:ea typeface="宋体" charset="-122"/>
                </a:defRPr>
              </a:lvl4pPr>
              <a:lvl5pPr marL="2057400" indent="-228600" eaLnBrk="0" hangingPunct="0">
                <a:defRPr kumimoji="1" sz="800" b="1">
                  <a:solidFill>
                    <a:schemeClr val="tx1"/>
                  </a:solidFill>
                  <a:latin typeface="宋体" charset="-122"/>
                  <a:ea typeface="宋体" charset="-122"/>
                </a:defRPr>
              </a:lvl5pPr>
              <a:lvl6pPr marL="2514600" indent="-228600" eaLnBrk="0" fontAlgn="base" hangingPunct="0">
                <a:spcBef>
                  <a:spcPct val="0"/>
                </a:spcBef>
                <a:spcAft>
                  <a:spcPct val="0"/>
                </a:spcAft>
                <a:defRPr kumimoji="1" sz="800" b="1">
                  <a:solidFill>
                    <a:schemeClr val="tx1"/>
                  </a:solidFill>
                  <a:latin typeface="宋体" charset="-122"/>
                  <a:ea typeface="宋体" charset="-122"/>
                </a:defRPr>
              </a:lvl6pPr>
              <a:lvl7pPr marL="2971800" indent="-228600" eaLnBrk="0" fontAlgn="base" hangingPunct="0">
                <a:spcBef>
                  <a:spcPct val="0"/>
                </a:spcBef>
                <a:spcAft>
                  <a:spcPct val="0"/>
                </a:spcAft>
                <a:defRPr kumimoji="1" sz="800" b="1">
                  <a:solidFill>
                    <a:schemeClr val="tx1"/>
                  </a:solidFill>
                  <a:latin typeface="宋体" charset="-122"/>
                  <a:ea typeface="宋体" charset="-122"/>
                </a:defRPr>
              </a:lvl7pPr>
              <a:lvl8pPr marL="3429000" indent="-228600" eaLnBrk="0" fontAlgn="base" hangingPunct="0">
                <a:spcBef>
                  <a:spcPct val="0"/>
                </a:spcBef>
                <a:spcAft>
                  <a:spcPct val="0"/>
                </a:spcAft>
                <a:defRPr kumimoji="1" sz="800" b="1">
                  <a:solidFill>
                    <a:schemeClr val="tx1"/>
                  </a:solidFill>
                  <a:latin typeface="宋体" charset="-122"/>
                  <a:ea typeface="宋体" charset="-122"/>
                </a:defRPr>
              </a:lvl8pPr>
              <a:lvl9pPr marL="3886200" indent="-22860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r>
                <a:rPr lang="en-US" altLang="zh-CN" sz="2800" dirty="0">
                  <a:latin typeface="Times New Roman" pitchFamily="18" charset="0"/>
                </a:rPr>
                <a:t>2</a:t>
              </a:r>
              <a:r>
                <a:rPr lang="zh-CN" altLang="en-US" sz="2800" dirty="0">
                  <a:latin typeface="Times New Roman" pitchFamily="18" charset="0"/>
                </a:rPr>
                <a:t>.</a:t>
              </a:r>
              <a:r>
                <a:rPr lang="en-US" altLang="zh-CN" sz="2800" dirty="0">
                  <a:latin typeface="Times New Roman" pitchFamily="18" charset="0"/>
                </a:rPr>
                <a:t>7</a:t>
              </a:r>
              <a:r>
                <a:rPr lang="zh-CN" altLang="en-US" sz="2800" dirty="0">
                  <a:latin typeface="Times New Roman" pitchFamily="18" charset="0"/>
                </a:rPr>
                <a:t> 指令格式举例 </a:t>
              </a:r>
            </a:p>
          </p:txBody>
        </p:sp>
        <p:sp>
          <p:nvSpPr>
            <p:cNvPr id="6154" name="Text Box 7"/>
            <p:cNvSpPr txBox="1">
              <a:spLocks noChangeArrowheads="1"/>
            </p:cNvSpPr>
            <p:nvPr/>
          </p:nvSpPr>
          <p:spPr bwMode="auto">
            <a:xfrm>
              <a:off x="434" y="2688"/>
              <a:ext cx="2728"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00" b="1">
                  <a:solidFill>
                    <a:schemeClr val="tx1"/>
                  </a:solidFill>
                  <a:latin typeface="宋体" charset="-122"/>
                  <a:ea typeface="宋体" charset="-122"/>
                </a:defRPr>
              </a:lvl1pPr>
              <a:lvl2pPr marL="742950" indent="-285750" eaLnBrk="0" hangingPunct="0">
                <a:defRPr kumimoji="1" sz="800" b="1">
                  <a:solidFill>
                    <a:schemeClr val="tx1"/>
                  </a:solidFill>
                  <a:latin typeface="宋体" charset="-122"/>
                  <a:ea typeface="宋体" charset="-122"/>
                </a:defRPr>
              </a:lvl2pPr>
              <a:lvl3pPr marL="1143000" indent="-228600" eaLnBrk="0" hangingPunct="0">
                <a:defRPr kumimoji="1" sz="800" b="1">
                  <a:solidFill>
                    <a:schemeClr val="tx1"/>
                  </a:solidFill>
                  <a:latin typeface="宋体" charset="-122"/>
                  <a:ea typeface="宋体" charset="-122"/>
                </a:defRPr>
              </a:lvl3pPr>
              <a:lvl4pPr marL="1600200" indent="-228600" eaLnBrk="0" hangingPunct="0">
                <a:defRPr kumimoji="1" sz="800" b="1">
                  <a:solidFill>
                    <a:schemeClr val="tx1"/>
                  </a:solidFill>
                  <a:latin typeface="宋体" charset="-122"/>
                  <a:ea typeface="宋体" charset="-122"/>
                </a:defRPr>
              </a:lvl4pPr>
              <a:lvl5pPr marL="2057400" indent="-228600" eaLnBrk="0" hangingPunct="0">
                <a:defRPr kumimoji="1" sz="800" b="1">
                  <a:solidFill>
                    <a:schemeClr val="tx1"/>
                  </a:solidFill>
                  <a:latin typeface="宋体" charset="-122"/>
                  <a:ea typeface="宋体" charset="-122"/>
                </a:defRPr>
              </a:lvl5pPr>
              <a:lvl6pPr marL="2514600" indent="-228600" eaLnBrk="0" fontAlgn="base" hangingPunct="0">
                <a:spcBef>
                  <a:spcPct val="0"/>
                </a:spcBef>
                <a:spcAft>
                  <a:spcPct val="0"/>
                </a:spcAft>
                <a:defRPr kumimoji="1" sz="800" b="1">
                  <a:solidFill>
                    <a:schemeClr val="tx1"/>
                  </a:solidFill>
                  <a:latin typeface="宋体" charset="-122"/>
                  <a:ea typeface="宋体" charset="-122"/>
                </a:defRPr>
              </a:lvl6pPr>
              <a:lvl7pPr marL="2971800" indent="-228600" eaLnBrk="0" fontAlgn="base" hangingPunct="0">
                <a:spcBef>
                  <a:spcPct val="0"/>
                </a:spcBef>
                <a:spcAft>
                  <a:spcPct val="0"/>
                </a:spcAft>
                <a:defRPr kumimoji="1" sz="800" b="1">
                  <a:solidFill>
                    <a:schemeClr val="tx1"/>
                  </a:solidFill>
                  <a:latin typeface="宋体" charset="-122"/>
                  <a:ea typeface="宋体" charset="-122"/>
                </a:defRPr>
              </a:lvl7pPr>
              <a:lvl8pPr marL="3429000" indent="-228600" eaLnBrk="0" fontAlgn="base" hangingPunct="0">
                <a:spcBef>
                  <a:spcPct val="0"/>
                </a:spcBef>
                <a:spcAft>
                  <a:spcPct val="0"/>
                </a:spcAft>
                <a:defRPr kumimoji="1" sz="800" b="1">
                  <a:solidFill>
                    <a:schemeClr val="tx1"/>
                  </a:solidFill>
                  <a:latin typeface="宋体" charset="-122"/>
                  <a:ea typeface="宋体" charset="-122"/>
                </a:defRPr>
              </a:lvl8pPr>
              <a:lvl9pPr marL="3886200" indent="-22860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r>
                <a:rPr lang="en-US" altLang="zh-CN" sz="2800" dirty="0">
                  <a:latin typeface="Times New Roman" pitchFamily="18" charset="0"/>
                </a:rPr>
                <a:t>2</a:t>
              </a:r>
              <a:r>
                <a:rPr lang="zh-CN" altLang="en-US" sz="2800" dirty="0">
                  <a:latin typeface="Times New Roman" pitchFamily="18" charset="0"/>
                </a:rPr>
                <a:t>.</a:t>
              </a:r>
              <a:r>
                <a:rPr lang="en-US" altLang="zh-CN" sz="2800" dirty="0">
                  <a:latin typeface="Times New Roman" pitchFamily="18" charset="0"/>
                </a:rPr>
                <a:t>6</a:t>
              </a:r>
              <a:r>
                <a:rPr lang="zh-CN" altLang="en-US" sz="2800" dirty="0">
                  <a:latin typeface="Times New Roman" pitchFamily="18" charset="0"/>
                </a:rPr>
                <a:t> 指令系统的发展和改进</a:t>
              </a:r>
            </a:p>
          </p:txBody>
        </p:sp>
        <p:sp>
          <p:nvSpPr>
            <p:cNvPr id="6155" name="Text Box 7"/>
            <p:cNvSpPr txBox="1">
              <a:spLocks noChangeArrowheads="1"/>
            </p:cNvSpPr>
            <p:nvPr/>
          </p:nvSpPr>
          <p:spPr bwMode="auto">
            <a:xfrm>
              <a:off x="439" y="2079"/>
              <a:ext cx="2273"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00" b="1">
                  <a:solidFill>
                    <a:schemeClr val="tx1"/>
                  </a:solidFill>
                  <a:latin typeface="宋体" charset="-122"/>
                  <a:ea typeface="宋体" charset="-122"/>
                </a:defRPr>
              </a:lvl1pPr>
              <a:lvl2pPr marL="742950" indent="-285750" eaLnBrk="0" hangingPunct="0">
                <a:defRPr kumimoji="1" sz="800" b="1">
                  <a:solidFill>
                    <a:schemeClr val="tx1"/>
                  </a:solidFill>
                  <a:latin typeface="宋体" charset="-122"/>
                  <a:ea typeface="宋体" charset="-122"/>
                </a:defRPr>
              </a:lvl2pPr>
              <a:lvl3pPr marL="1143000" indent="-228600" eaLnBrk="0" hangingPunct="0">
                <a:defRPr kumimoji="1" sz="800" b="1">
                  <a:solidFill>
                    <a:schemeClr val="tx1"/>
                  </a:solidFill>
                  <a:latin typeface="宋体" charset="-122"/>
                  <a:ea typeface="宋体" charset="-122"/>
                </a:defRPr>
              </a:lvl3pPr>
              <a:lvl4pPr marL="1600200" indent="-228600" eaLnBrk="0" hangingPunct="0">
                <a:defRPr kumimoji="1" sz="800" b="1">
                  <a:solidFill>
                    <a:schemeClr val="tx1"/>
                  </a:solidFill>
                  <a:latin typeface="宋体" charset="-122"/>
                  <a:ea typeface="宋体" charset="-122"/>
                </a:defRPr>
              </a:lvl4pPr>
              <a:lvl5pPr marL="2057400" indent="-228600" eaLnBrk="0" hangingPunct="0">
                <a:defRPr kumimoji="1" sz="800" b="1">
                  <a:solidFill>
                    <a:schemeClr val="tx1"/>
                  </a:solidFill>
                  <a:latin typeface="宋体" charset="-122"/>
                  <a:ea typeface="宋体" charset="-122"/>
                </a:defRPr>
              </a:lvl5pPr>
              <a:lvl6pPr marL="2514600" indent="-228600" eaLnBrk="0" fontAlgn="base" hangingPunct="0">
                <a:spcBef>
                  <a:spcPct val="0"/>
                </a:spcBef>
                <a:spcAft>
                  <a:spcPct val="0"/>
                </a:spcAft>
                <a:defRPr kumimoji="1" sz="800" b="1">
                  <a:solidFill>
                    <a:schemeClr val="tx1"/>
                  </a:solidFill>
                  <a:latin typeface="宋体" charset="-122"/>
                  <a:ea typeface="宋体" charset="-122"/>
                </a:defRPr>
              </a:lvl6pPr>
              <a:lvl7pPr marL="2971800" indent="-228600" eaLnBrk="0" fontAlgn="base" hangingPunct="0">
                <a:spcBef>
                  <a:spcPct val="0"/>
                </a:spcBef>
                <a:spcAft>
                  <a:spcPct val="0"/>
                </a:spcAft>
                <a:defRPr kumimoji="1" sz="800" b="1">
                  <a:solidFill>
                    <a:schemeClr val="tx1"/>
                  </a:solidFill>
                  <a:latin typeface="宋体" charset="-122"/>
                  <a:ea typeface="宋体" charset="-122"/>
                </a:defRPr>
              </a:lvl7pPr>
              <a:lvl8pPr marL="3429000" indent="-228600" eaLnBrk="0" fontAlgn="base" hangingPunct="0">
                <a:spcBef>
                  <a:spcPct val="0"/>
                </a:spcBef>
                <a:spcAft>
                  <a:spcPct val="0"/>
                </a:spcAft>
                <a:defRPr kumimoji="1" sz="800" b="1">
                  <a:solidFill>
                    <a:schemeClr val="tx1"/>
                  </a:solidFill>
                  <a:latin typeface="宋体" charset="-122"/>
                  <a:ea typeface="宋体" charset="-122"/>
                </a:defRPr>
              </a:lvl8pPr>
              <a:lvl9pPr marL="3886200" indent="-22860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r>
                <a:rPr lang="en-US" altLang="zh-CN" sz="2800" u="sng" dirty="0">
                  <a:effectLst>
                    <a:outerShdw blurRad="38100" dist="38100" dir="2700000" algn="tl">
                      <a:srgbClr val="000000">
                        <a:alpha val="43137"/>
                      </a:srgbClr>
                    </a:outerShdw>
                  </a:effectLst>
                  <a:latin typeface="Times New Roman" pitchFamily="18" charset="0"/>
                </a:rPr>
                <a:t>2</a:t>
              </a:r>
              <a:r>
                <a:rPr lang="zh-CN" altLang="en-US" sz="2800" u="sng" dirty="0">
                  <a:effectLst>
                    <a:outerShdw blurRad="38100" dist="38100" dir="2700000" algn="tl">
                      <a:srgbClr val="000000">
                        <a:alpha val="43137"/>
                      </a:srgbClr>
                    </a:outerShdw>
                  </a:effectLst>
                  <a:latin typeface="Times New Roman" pitchFamily="18" charset="0"/>
                </a:rPr>
                <a:t>.4 操作数类型和大小</a:t>
              </a:r>
            </a:p>
          </p:txBody>
        </p:sp>
      </p:grpSp>
      <p:sp>
        <p:nvSpPr>
          <p:cNvPr id="12" name="Text Box 8">
            <a:extLst>
              <a:ext uri="{FF2B5EF4-FFF2-40B4-BE49-F238E27FC236}">
                <a16:creationId xmlns:a16="http://schemas.microsoft.com/office/drawing/2014/main" id="{56BD4ACA-EF1C-43F3-BF22-D83230A370C5}"/>
              </a:ext>
            </a:extLst>
          </p:cNvPr>
          <p:cNvSpPr txBox="1">
            <a:spLocks noChangeArrowheads="1"/>
          </p:cNvSpPr>
          <p:nvPr/>
        </p:nvSpPr>
        <p:spPr bwMode="auto">
          <a:xfrm>
            <a:off x="2172598" y="5551364"/>
            <a:ext cx="414568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00" b="1">
                <a:solidFill>
                  <a:schemeClr val="tx1"/>
                </a:solidFill>
                <a:latin typeface="宋体" charset="-122"/>
                <a:ea typeface="宋体" charset="-122"/>
              </a:defRPr>
            </a:lvl1pPr>
            <a:lvl2pPr marL="742950" indent="-285750" eaLnBrk="0" hangingPunct="0">
              <a:defRPr kumimoji="1" sz="800" b="1">
                <a:solidFill>
                  <a:schemeClr val="tx1"/>
                </a:solidFill>
                <a:latin typeface="宋体" charset="-122"/>
                <a:ea typeface="宋体" charset="-122"/>
              </a:defRPr>
            </a:lvl2pPr>
            <a:lvl3pPr marL="1143000" indent="-228600" eaLnBrk="0" hangingPunct="0">
              <a:defRPr kumimoji="1" sz="800" b="1">
                <a:solidFill>
                  <a:schemeClr val="tx1"/>
                </a:solidFill>
                <a:latin typeface="宋体" charset="-122"/>
                <a:ea typeface="宋体" charset="-122"/>
              </a:defRPr>
            </a:lvl3pPr>
            <a:lvl4pPr marL="1600200" indent="-228600" eaLnBrk="0" hangingPunct="0">
              <a:defRPr kumimoji="1" sz="800" b="1">
                <a:solidFill>
                  <a:schemeClr val="tx1"/>
                </a:solidFill>
                <a:latin typeface="宋体" charset="-122"/>
                <a:ea typeface="宋体" charset="-122"/>
              </a:defRPr>
            </a:lvl4pPr>
            <a:lvl5pPr marL="2057400" indent="-228600" eaLnBrk="0" hangingPunct="0">
              <a:defRPr kumimoji="1" sz="800" b="1">
                <a:solidFill>
                  <a:schemeClr val="tx1"/>
                </a:solidFill>
                <a:latin typeface="宋体" charset="-122"/>
                <a:ea typeface="宋体" charset="-122"/>
              </a:defRPr>
            </a:lvl5pPr>
            <a:lvl6pPr marL="2514600" indent="-228600" eaLnBrk="0" fontAlgn="base" hangingPunct="0">
              <a:spcBef>
                <a:spcPct val="0"/>
              </a:spcBef>
              <a:spcAft>
                <a:spcPct val="0"/>
              </a:spcAft>
              <a:defRPr kumimoji="1" sz="800" b="1">
                <a:solidFill>
                  <a:schemeClr val="tx1"/>
                </a:solidFill>
                <a:latin typeface="宋体" charset="-122"/>
                <a:ea typeface="宋体" charset="-122"/>
              </a:defRPr>
            </a:lvl6pPr>
            <a:lvl7pPr marL="2971800" indent="-228600" eaLnBrk="0" fontAlgn="base" hangingPunct="0">
              <a:spcBef>
                <a:spcPct val="0"/>
              </a:spcBef>
              <a:spcAft>
                <a:spcPct val="0"/>
              </a:spcAft>
              <a:defRPr kumimoji="1" sz="800" b="1">
                <a:solidFill>
                  <a:schemeClr val="tx1"/>
                </a:solidFill>
                <a:latin typeface="宋体" charset="-122"/>
                <a:ea typeface="宋体" charset="-122"/>
              </a:defRPr>
            </a:lvl7pPr>
            <a:lvl8pPr marL="3429000" indent="-228600" eaLnBrk="0" fontAlgn="base" hangingPunct="0">
              <a:spcBef>
                <a:spcPct val="0"/>
              </a:spcBef>
              <a:spcAft>
                <a:spcPct val="0"/>
              </a:spcAft>
              <a:defRPr kumimoji="1" sz="800" b="1">
                <a:solidFill>
                  <a:schemeClr val="tx1"/>
                </a:solidFill>
                <a:latin typeface="宋体" charset="-122"/>
                <a:ea typeface="宋体" charset="-122"/>
              </a:defRPr>
            </a:lvl8pPr>
            <a:lvl9pPr marL="3886200" indent="-22860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r>
              <a:rPr lang="en-US" altLang="zh-CN" sz="2800" dirty="0">
                <a:latin typeface="Times New Roman" pitchFamily="18" charset="0"/>
              </a:rPr>
              <a:t>2</a:t>
            </a:r>
            <a:r>
              <a:rPr lang="zh-CN" altLang="en-US" sz="2800" dirty="0">
                <a:latin typeface="Times New Roman" pitchFamily="18" charset="0"/>
              </a:rPr>
              <a:t>.</a:t>
            </a:r>
            <a:r>
              <a:rPr lang="en-US" altLang="zh-CN" sz="2800" dirty="0">
                <a:latin typeface="Times New Roman" pitchFamily="18" charset="0"/>
              </a:rPr>
              <a:t>8</a:t>
            </a:r>
            <a:r>
              <a:rPr lang="zh-CN" altLang="en-US" sz="2800" dirty="0">
                <a:latin typeface="Times New Roman" pitchFamily="18" charset="0"/>
              </a:rPr>
              <a:t> </a:t>
            </a:r>
            <a:r>
              <a:rPr lang="en-US" altLang="zh-CN" sz="2800" dirty="0">
                <a:latin typeface="Times New Roman" panose="02020603050405020304" pitchFamily="18" charset="0"/>
                <a:cs typeface="Times New Roman" panose="02020603050405020304" pitchFamily="18" charset="0"/>
              </a:rPr>
              <a:t>MIPS</a:t>
            </a:r>
            <a:r>
              <a:rPr lang="zh-CN" altLang="en-US" sz="2800" dirty="0">
                <a:latin typeface="Times New Roman" panose="02020603050405020304" pitchFamily="18" charset="0"/>
                <a:cs typeface="Times New Roman" panose="02020603050405020304" pitchFamily="18" charset="0"/>
              </a:rPr>
              <a:t>的一种简单实现</a:t>
            </a:r>
            <a:endParaRPr lang="zh-CN" altLang="en-US" sz="2800" dirty="0">
              <a:latin typeface="Times New Roman" pitchFamily="18" charset="0"/>
            </a:endParaRPr>
          </a:p>
        </p:txBody>
      </p:sp>
      <p:sp>
        <p:nvSpPr>
          <p:cNvPr id="2" name="日期占位符 1">
            <a:extLst>
              <a:ext uri="{FF2B5EF4-FFF2-40B4-BE49-F238E27FC236}">
                <a16:creationId xmlns:a16="http://schemas.microsoft.com/office/drawing/2014/main" id="{E2874595-154A-2971-50C4-356EA77B9D03}"/>
              </a:ext>
            </a:extLst>
          </p:cNvPr>
          <p:cNvSpPr>
            <a:spLocks noGrp="1"/>
          </p:cNvSpPr>
          <p:nvPr>
            <p:ph type="dt" sz="half" idx="10"/>
          </p:nvPr>
        </p:nvSpPr>
        <p:spPr/>
        <p:txBody>
          <a:bodyPr/>
          <a:lstStyle/>
          <a:p>
            <a:pPr>
              <a:defRPr/>
            </a:pPr>
            <a:fld id="{A10D8146-C9FC-4AD7-AE6B-FE64F259386E}" type="datetime1">
              <a:rPr lang="zh-CN" altLang="en-US" smtClean="0"/>
              <a:t>2025/9/18</a:t>
            </a:fld>
            <a:endParaRPr lang="en-US" altLang="zh-CN"/>
          </a:p>
        </p:txBody>
      </p:sp>
      <p:sp>
        <p:nvSpPr>
          <p:cNvPr id="3" name="页脚占位符 2">
            <a:extLst>
              <a:ext uri="{FF2B5EF4-FFF2-40B4-BE49-F238E27FC236}">
                <a16:creationId xmlns:a16="http://schemas.microsoft.com/office/drawing/2014/main" id="{6E48B769-D690-CE7F-4EDF-1B82B5C90227}"/>
              </a:ext>
            </a:extLst>
          </p:cNvPr>
          <p:cNvSpPr>
            <a:spLocks noGrp="1"/>
          </p:cNvSpPr>
          <p:nvPr>
            <p:ph type="ftr" sz="quarter" idx="11"/>
          </p:nvPr>
        </p:nvSpPr>
        <p:spPr/>
        <p:txBody>
          <a:body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4" name="灯片编号占位符 3">
            <a:extLst>
              <a:ext uri="{FF2B5EF4-FFF2-40B4-BE49-F238E27FC236}">
                <a16:creationId xmlns:a16="http://schemas.microsoft.com/office/drawing/2014/main" id="{3345145B-FECD-820C-1D6E-28B51961E7F1}"/>
              </a:ext>
            </a:extLst>
          </p:cNvPr>
          <p:cNvSpPr>
            <a:spLocks noGrp="1"/>
          </p:cNvSpPr>
          <p:nvPr>
            <p:ph type="sldNum" sz="quarter" idx="12"/>
          </p:nvPr>
        </p:nvSpPr>
        <p:spPr/>
        <p:txBody>
          <a:bodyPr/>
          <a:lstStyle/>
          <a:p>
            <a:pPr>
              <a:defRPr/>
            </a:pPr>
            <a:fld id="{8BCAC33D-D29A-48B3-BCD6-381D3D720D26}" type="slidenum">
              <a:rPr lang="zh-CN" altLang="en-US" smtClean="0"/>
              <a:t>26</a:t>
            </a:fld>
            <a:endParaRPr lang="en-US" altLang="zh-CN"/>
          </a:p>
        </p:txBody>
      </p:sp>
    </p:spTree>
    <p:extLst>
      <p:ext uri="{BB962C8B-B14F-4D97-AF65-F5344CB8AC3E}">
        <p14:creationId xmlns:p14="http://schemas.microsoft.com/office/powerpoint/2010/main" val="3042814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685800" y="228600"/>
            <a:ext cx="7772400" cy="1143000"/>
          </a:xfrm>
        </p:spPr>
        <p:txBody>
          <a:bodyPr/>
          <a:lstStyle/>
          <a:p>
            <a:pPr eaLnBrk="1" hangingPunct="1"/>
            <a:r>
              <a:rPr lang="en-US" altLang="zh-CN" b="1" dirty="0"/>
              <a:t>2</a:t>
            </a:r>
            <a:r>
              <a:rPr lang="zh-CN" altLang="en-US" b="1" dirty="0"/>
              <a:t>.</a:t>
            </a:r>
            <a:r>
              <a:rPr lang="en-US" altLang="zh-CN" b="1" dirty="0"/>
              <a:t>4</a:t>
            </a:r>
            <a:r>
              <a:rPr lang="zh-CN" altLang="en-US" b="1" dirty="0"/>
              <a:t>   操作数类型和大小 </a:t>
            </a:r>
          </a:p>
        </p:txBody>
      </p:sp>
      <p:sp>
        <p:nvSpPr>
          <p:cNvPr id="488451" name="Text Box 3"/>
          <p:cNvSpPr txBox="1">
            <a:spLocks noChangeArrowheads="1"/>
          </p:cNvSpPr>
          <p:nvPr/>
        </p:nvSpPr>
        <p:spPr bwMode="auto">
          <a:xfrm>
            <a:off x="669925" y="1363663"/>
            <a:ext cx="306846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00" b="1">
                <a:solidFill>
                  <a:schemeClr val="tx1"/>
                </a:solidFill>
                <a:latin typeface="宋体" charset="-122"/>
                <a:ea typeface="宋体" charset="-122"/>
              </a:defRPr>
            </a:lvl1pPr>
            <a:lvl2pPr marL="742950" indent="-285750" eaLnBrk="0" hangingPunct="0">
              <a:defRPr kumimoji="1" sz="800" b="1">
                <a:solidFill>
                  <a:schemeClr val="tx1"/>
                </a:solidFill>
                <a:latin typeface="宋体" charset="-122"/>
                <a:ea typeface="宋体" charset="-122"/>
              </a:defRPr>
            </a:lvl2pPr>
            <a:lvl3pPr marL="1143000" indent="-228600" eaLnBrk="0" hangingPunct="0">
              <a:defRPr kumimoji="1" sz="800" b="1">
                <a:solidFill>
                  <a:schemeClr val="tx1"/>
                </a:solidFill>
                <a:latin typeface="宋体" charset="-122"/>
                <a:ea typeface="宋体" charset="-122"/>
              </a:defRPr>
            </a:lvl3pPr>
            <a:lvl4pPr marL="1600200" indent="-228600" eaLnBrk="0" hangingPunct="0">
              <a:defRPr kumimoji="1" sz="800" b="1">
                <a:solidFill>
                  <a:schemeClr val="tx1"/>
                </a:solidFill>
                <a:latin typeface="宋体" charset="-122"/>
                <a:ea typeface="宋体" charset="-122"/>
              </a:defRPr>
            </a:lvl4pPr>
            <a:lvl5pPr marL="2057400" indent="-228600" eaLnBrk="0" hangingPunct="0">
              <a:defRPr kumimoji="1" sz="800" b="1">
                <a:solidFill>
                  <a:schemeClr val="tx1"/>
                </a:solidFill>
                <a:latin typeface="宋体" charset="-122"/>
                <a:ea typeface="宋体" charset="-122"/>
              </a:defRPr>
            </a:lvl5pPr>
            <a:lvl6pPr marL="2514600" indent="-228600" eaLnBrk="0" fontAlgn="base" hangingPunct="0">
              <a:spcBef>
                <a:spcPct val="0"/>
              </a:spcBef>
              <a:spcAft>
                <a:spcPct val="0"/>
              </a:spcAft>
              <a:defRPr kumimoji="1" sz="800" b="1">
                <a:solidFill>
                  <a:schemeClr val="tx1"/>
                </a:solidFill>
                <a:latin typeface="宋体" charset="-122"/>
                <a:ea typeface="宋体" charset="-122"/>
              </a:defRPr>
            </a:lvl6pPr>
            <a:lvl7pPr marL="2971800" indent="-228600" eaLnBrk="0" fontAlgn="base" hangingPunct="0">
              <a:spcBef>
                <a:spcPct val="0"/>
              </a:spcBef>
              <a:spcAft>
                <a:spcPct val="0"/>
              </a:spcAft>
              <a:defRPr kumimoji="1" sz="800" b="1">
                <a:solidFill>
                  <a:schemeClr val="tx1"/>
                </a:solidFill>
                <a:latin typeface="宋体" charset="-122"/>
                <a:ea typeface="宋体" charset="-122"/>
              </a:defRPr>
            </a:lvl7pPr>
            <a:lvl8pPr marL="3429000" indent="-228600" eaLnBrk="0" fontAlgn="base" hangingPunct="0">
              <a:spcBef>
                <a:spcPct val="0"/>
              </a:spcBef>
              <a:spcAft>
                <a:spcPct val="0"/>
              </a:spcAft>
              <a:defRPr kumimoji="1" sz="800" b="1">
                <a:solidFill>
                  <a:schemeClr val="tx1"/>
                </a:solidFill>
                <a:latin typeface="宋体" charset="-122"/>
                <a:ea typeface="宋体" charset="-122"/>
              </a:defRPr>
            </a:lvl8pPr>
            <a:lvl9pPr marL="3886200" indent="-22860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r>
              <a:rPr lang="zh-CN" altLang="en-US" sz="3200" dirty="0">
                <a:latin typeface="Times New Roman" pitchFamily="18" charset="0"/>
              </a:rPr>
              <a:t>一、操作数类型</a:t>
            </a:r>
          </a:p>
        </p:txBody>
      </p:sp>
      <p:sp>
        <p:nvSpPr>
          <p:cNvPr id="16394" name="矩形 3"/>
          <p:cNvSpPr>
            <a:spLocks noChangeArrowheads="1"/>
          </p:cNvSpPr>
          <p:nvPr/>
        </p:nvSpPr>
        <p:spPr bwMode="auto">
          <a:xfrm>
            <a:off x="755576" y="2060848"/>
            <a:ext cx="7910512" cy="2999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a:lnSpc>
                <a:spcPct val="150000"/>
              </a:lnSpc>
              <a:buFont typeface="Wingdings" panose="05000000000000000000" pitchFamily="2" charset="2"/>
              <a:buChar char="p"/>
            </a:pPr>
            <a:r>
              <a:rPr lang="zh-CN" altLang="en-US" sz="2600" dirty="0"/>
              <a:t>操作数类型和操作数表示也</a:t>
            </a:r>
            <a:r>
              <a:rPr lang="zh-CN" altLang="en-US" sz="2600" dirty="0">
                <a:solidFill>
                  <a:srgbClr val="FF0000"/>
                </a:solidFill>
              </a:rPr>
              <a:t>是软硬件主要界面之一</a:t>
            </a:r>
            <a:r>
              <a:rPr lang="zh-CN" altLang="en-US" sz="2600" dirty="0"/>
              <a:t>。</a:t>
            </a:r>
            <a:endParaRPr lang="en-US" altLang="zh-CN" sz="2600" dirty="0"/>
          </a:p>
          <a:p>
            <a:pPr marL="342900" indent="-342900">
              <a:lnSpc>
                <a:spcPct val="150000"/>
              </a:lnSpc>
              <a:buFont typeface="Wingdings" panose="05000000000000000000" pitchFamily="2" charset="2"/>
              <a:buChar char="p"/>
            </a:pPr>
            <a:r>
              <a:rPr lang="zh-CN" altLang="en-US" sz="2600" dirty="0">
                <a:solidFill>
                  <a:srgbClr val="FF0000"/>
                </a:solidFill>
              </a:rPr>
              <a:t>操作数类型</a:t>
            </a:r>
            <a:r>
              <a:rPr lang="zh-CN" altLang="en-US" sz="2600" dirty="0"/>
              <a:t>是面向应用、面向软件系统所处理的各种数据结构。</a:t>
            </a:r>
            <a:endParaRPr lang="en-US" altLang="zh-CN" sz="2600" dirty="0"/>
          </a:p>
          <a:p>
            <a:pPr marL="342900" indent="-342900">
              <a:lnSpc>
                <a:spcPct val="150000"/>
              </a:lnSpc>
              <a:buFont typeface="Wingdings" panose="05000000000000000000" pitchFamily="2" charset="2"/>
              <a:buChar char="p"/>
            </a:pPr>
            <a:r>
              <a:rPr lang="zh-CN" altLang="en-US" sz="2600" dirty="0">
                <a:solidFill>
                  <a:srgbClr val="FF0000"/>
                </a:solidFill>
              </a:rPr>
              <a:t>操作数表示</a:t>
            </a:r>
            <a:r>
              <a:rPr lang="zh-CN" altLang="en-US" sz="2600" dirty="0"/>
              <a:t>是硬件结构能够识别、指令系统可以直接调用的那些结构。</a:t>
            </a:r>
          </a:p>
        </p:txBody>
      </p:sp>
      <p:sp>
        <p:nvSpPr>
          <p:cNvPr id="2" name="日期占位符 1">
            <a:extLst>
              <a:ext uri="{FF2B5EF4-FFF2-40B4-BE49-F238E27FC236}">
                <a16:creationId xmlns:a16="http://schemas.microsoft.com/office/drawing/2014/main" id="{CDEFB165-4D67-3351-CCAE-34E0DF00FF4F}"/>
              </a:ext>
            </a:extLst>
          </p:cNvPr>
          <p:cNvSpPr>
            <a:spLocks noGrp="1"/>
          </p:cNvSpPr>
          <p:nvPr>
            <p:ph type="dt" sz="half" idx="10"/>
          </p:nvPr>
        </p:nvSpPr>
        <p:spPr/>
        <p:txBody>
          <a:bodyPr/>
          <a:lstStyle/>
          <a:p>
            <a:pPr>
              <a:defRPr/>
            </a:pPr>
            <a:fld id="{F91EBF85-1260-4662-8BEC-9CFB7E269E98}" type="datetime1">
              <a:rPr lang="zh-CN" altLang="en-US" smtClean="0"/>
              <a:t>2025/9/18</a:t>
            </a:fld>
            <a:endParaRPr lang="en-US" altLang="zh-CN"/>
          </a:p>
        </p:txBody>
      </p:sp>
      <p:sp>
        <p:nvSpPr>
          <p:cNvPr id="3" name="页脚占位符 2">
            <a:extLst>
              <a:ext uri="{FF2B5EF4-FFF2-40B4-BE49-F238E27FC236}">
                <a16:creationId xmlns:a16="http://schemas.microsoft.com/office/drawing/2014/main" id="{9AB03E16-A96C-610D-590D-E8C040C74BB7}"/>
              </a:ext>
            </a:extLst>
          </p:cNvPr>
          <p:cNvSpPr>
            <a:spLocks noGrp="1"/>
          </p:cNvSpPr>
          <p:nvPr>
            <p:ph type="ftr" sz="quarter" idx="11"/>
          </p:nvPr>
        </p:nvSpPr>
        <p:spPr/>
        <p:txBody>
          <a:body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4" name="灯片编号占位符 3">
            <a:extLst>
              <a:ext uri="{FF2B5EF4-FFF2-40B4-BE49-F238E27FC236}">
                <a16:creationId xmlns:a16="http://schemas.microsoft.com/office/drawing/2014/main" id="{C1384599-6072-A476-B6AB-198BA38731FB}"/>
              </a:ext>
            </a:extLst>
          </p:cNvPr>
          <p:cNvSpPr>
            <a:spLocks noGrp="1"/>
          </p:cNvSpPr>
          <p:nvPr>
            <p:ph type="sldNum" sz="quarter" idx="12"/>
          </p:nvPr>
        </p:nvSpPr>
        <p:spPr/>
        <p:txBody>
          <a:bodyPr/>
          <a:lstStyle/>
          <a:p>
            <a:pPr>
              <a:defRPr/>
            </a:pPr>
            <a:fld id="{8BCAC33D-D29A-48B3-BCD6-381D3D720D26}" type="slidenum">
              <a:rPr lang="zh-CN" altLang="en-US" smtClean="0"/>
              <a:t>27</a:t>
            </a:fld>
            <a:endParaRPr lang="en-US" altLang="zh-CN"/>
          </a:p>
        </p:txBody>
      </p:sp>
    </p:spTree>
    <p:extLst>
      <p:ext uri="{BB962C8B-B14F-4D97-AF65-F5344CB8AC3E}">
        <p14:creationId xmlns:p14="http://schemas.microsoft.com/office/powerpoint/2010/main" val="6472434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1041">
            <a:extLst>
              <a:ext uri="{FF2B5EF4-FFF2-40B4-BE49-F238E27FC236}">
                <a16:creationId xmlns:a16="http://schemas.microsoft.com/office/drawing/2014/main" id="{43F87A7D-AE45-4D0C-A725-F26031B429C7}"/>
              </a:ext>
            </a:extLst>
          </p:cNvPr>
          <p:cNvSpPr>
            <a:spLocks noGrp="1" noChangeArrowheads="1"/>
          </p:cNvSpPr>
          <p:nvPr>
            <p:ph type="body" sz="half" idx="1"/>
          </p:nvPr>
        </p:nvSpPr>
        <p:spPr>
          <a:xfrm>
            <a:off x="539750" y="1393825"/>
            <a:ext cx="3929063" cy="4483100"/>
          </a:xfrm>
        </p:spPr>
        <p:txBody>
          <a:bodyPr/>
          <a:lstStyle/>
          <a:p>
            <a:pPr eaLnBrk="1" hangingPunct="1">
              <a:lnSpc>
                <a:spcPct val="150000"/>
              </a:lnSpc>
            </a:pPr>
            <a:r>
              <a:rPr lang="zh-CN" altLang="en-US" sz="2600" b="1" dirty="0">
                <a:solidFill>
                  <a:srgbClr val="FF0000"/>
                </a:solidFill>
              </a:rPr>
              <a:t>操作数表示</a:t>
            </a:r>
            <a:r>
              <a:rPr lang="zh-CN" altLang="en-US" sz="2600" b="1" dirty="0"/>
              <a:t>所表征的那些操作数类型，是应用软件和系统软件所处理的操作数类型的子集。</a:t>
            </a:r>
          </a:p>
        </p:txBody>
      </p:sp>
      <p:grpSp>
        <p:nvGrpSpPr>
          <p:cNvPr id="2" name="Group 1035">
            <a:extLst>
              <a:ext uri="{FF2B5EF4-FFF2-40B4-BE49-F238E27FC236}">
                <a16:creationId xmlns:a16="http://schemas.microsoft.com/office/drawing/2014/main" id="{B02515FC-2259-4050-B6E6-CA066C77C8FF}"/>
              </a:ext>
            </a:extLst>
          </p:cNvPr>
          <p:cNvGrpSpPr>
            <a:grpSpLocks/>
          </p:cNvGrpSpPr>
          <p:nvPr/>
        </p:nvGrpSpPr>
        <p:grpSpPr bwMode="auto">
          <a:xfrm>
            <a:off x="5004048" y="1368560"/>
            <a:ext cx="3124200" cy="3124200"/>
            <a:chOff x="3264" y="2016"/>
            <a:chExt cx="1968" cy="1968"/>
          </a:xfrm>
        </p:grpSpPr>
        <p:sp>
          <p:nvSpPr>
            <p:cNvPr id="116748" name="Oval 1036">
              <a:extLst>
                <a:ext uri="{FF2B5EF4-FFF2-40B4-BE49-F238E27FC236}">
                  <a16:creationId xmlns:a16="http://schemas.microsoft.com/office/drawing/2014/main" id="{23DCCF8D-5958-4133-AC48-07E670059C10}"/>
                </a:ext>
              </a:extLst>
            </p:cNvPr>
            <p:cNvSpPr>
              <a:spLocks noChangeArrowheads="1"/>
            </p:cNvSpPr>
            <p:nvPr/>
          </p:nvSpPr>
          <p:spPr bwMode="auto">
            <a:xfrm>
              <a:off x="3264" y="2016"/>
              <a:ext cx="1968" cy="1968"/>
            </a:xfrm>
            <a:prstGeom prst="ellipse">
              <a:avLst/>
            </a:prstGeom>
            <a:solidFill>
              <a:srgbClr val="00FF00"/>
            </a:solidFill>
            <a:ln w="12700" cap="sq">
              <a:solidFill>
                <a:schemeClr val="tx1"/>
              </a:solidFill>
              <a:round/>
              <a:headEnd type="none" w="sm" len="sm"/>
              <a:tailEnd type="none" w="sm" len="sm"/>
            </a:ln>
            <a:effectLst/>
          </p:spPr>
          <p:txBody>
            <a:bodyPr wrap="none" anchor="ctr"/>
            <a:lstStyle/>
            <a:p>
              <a:pPr algn="ctr">
                <a:defRPr/>
              </a:pPr>
              <a:endParaRPr kumimoji="1" lang="en-US" sz="2400" b="1">
                <a:solidFill>
                  <a:srgbClr val="00FF00"/>
                </a:solidFill>
                <a:effectLst>
                  <a:outerShdw blurRad="38100" dist="38100" dir="2700000" algn="tl">
                    <a:srgbClr val="000000"/>
                  </a:outerShdw>
                </a:effectLst>
                <a:latin typeface="Times New Roman" pitchFamily="18" charset="0"/>
                <a:ea typeface="华文中宋" pitchFamily="2" charset="-122"/>
              </a:endParaRPr>
            </a:p>
          </p:txBody>
        </p:sp>
        <p:sp>
          <p:nvSpPr>
            <p:cNvPr id="116749" name="Text Box 1037">
              <a:extLst>
                <a:ext uri="{FF2B5EF4-FFF2-40B4-BE49-F238E27FC236}">
                  <a16:creationId xmlns:a16="http://schemas.microsoft.com/office/drawing/2014/main" id="{5EE13AB7-0709-4FF2-BF0A-1E401290D79A}"/>
                </a:ext>
              </a:extLst>
            </p:cNvPr>
            <p:cNvSpPr txBox="1">
              <a:spLocks noChangeArrowheads="1"/>
            </p:cNvSpPr>
            <p:nvPr/>
          </p:nvSpPr>
          <p:spPr bwMode="auto">
            <a:xfrm>
              <a:off x="3696" y="2160"/>
              <a:ext cx="1152" cy="288"/>
            </a:xfrm>
            <a:prstGeom prst="rect">
              <a:avLst/>
            </a:prstGeom>
            <a:noFill/>
            <a:ln w="12700" cap="sq">
              <a:noFill/>
              <a:miter lim="800000"/>
              <a:headEnd type="none" w="sm" len="sm"/>
              <a:tailEnd type="none" w="sm" len="sm"/>
            </a:ln>
            <a:effectLst/>
          </p:spPr>
          <p:txBody>
            <a:bodyPr>
              <a:spAutoFit/>
            </a:bodyPr>
            <a:lstStyle/>
            <a:p>
              <a:pPr>
                <a:spcBef>
                  <a:spcPct val="50000"/>
                </a:spcBef>
                <a:defRPr/>
              </a:pPr>
              <a:r>
                <a:rPr kumimoji="1" lang="zh-CN" altLang="en-US" sz="2400" b="1">
                  <a:solidFill>
                    <a:srgbClr val="FF0000"/>
                  </a:solidFill>
                  <a:effectLst>
                    <a:outerShdw blurRad="38100" dist="38100" dir="2700000" algn="tl">
                      <a:srgbClr val="C0C0C0"/>
                    </a:outerShdw>
                  </a:effectLst>
                  <a:latin typeface="Times New Roman" pitchFamily="18" charset="0"/>
                  <a:ea typeface="华文中宋" pitchFamily="2" charset="-122"/>
                </a:rPr>
                <a:t>操作数类型</a:t>
              </a:r>
            </a:p>
          </p:txBody>
        </p:sp>
        <p:sp>
          <p:nvSpPr>
            <p:cNvPr id="34823" name="Oval 1038">
              <a:extLst>
                <a:ext uri="{FF2B5EF4-FFF2-40B4-BE49-F238E27FC236}">
                  <a16:creationId xmlns:a16="http://schemas.microsoft.com/office/drawing/2014/main" id="{2CE48ADC-C823-48C7-82B3-B6B208B3478B}"/>
                </a:ext>
              </a:extLst>
            </p:cNvPr>
            <p:cNvSpPr>
              <a:spLocks noChangeArrowheads="1"/>
            </p:cNvSpPr>
            <p:nvPr/>
          </p:nvSpPr>
          <p:spPr bwMode="auto">
            <a:xfrm>
              <a:off x="3648" y="2448"/>
              <a:ext cx="1200" cy="1152"/>
            </a:xfrm>
            <a:prstGeom prst="ellipse">
              <a:avLst/>
            </a:prstGeom>
            <a:solidFill>
              <a:srgbClr val="669900"/>
            </a:solidFill>
            <a:ln w="12700" cap="sq">
              <a:solidFill>
                <a:schemeClr val="tx1"/>
              </a:solidFill>
              <a:round/>
              <a:headEnd type="none" w="sm" len="sm"/>
              <a:tailEnd type="none" w="sm" len="sm"/>
            </a:ln>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116751" name="Text Box 1039">
              <a:extLst>
                <a:ext uri="{FF2B5EF4-FFF2-40B4-BE49-F238E27FC236}">
                  <a16:creationId xmlns:a16="http://schemas.microsoft.com/office/drawing/2014/main" id="{CC89903F-2B14-4050-B208-DD0DBE3485CB}"/>
                </a:ext>
              </a:extLst>
            </p:cNvPr>
            <p:cNvSpPr txBox="1">
              <a:spLocks noChangeArrowheads="1"/>
            </p:cNvSpPr>
            <p:nvPr/>
          </p:nvSpPr>
          <p:spPr bwMode="auto">
            <a:xfrm>
              <a:off x="3696" y="2832"/>
              <a:ext cx="1152" cy="288"/>
            </a:xfrm>
            <a:prstGeom prst="rect">
              <a:avLst/>
            </a:prstGeom>
            <a:noFill/>
            <a:ln w="12700" cap="sq">
              <a:noFill/>
              <a:miter lim="800000"/>
              <a:headEnd type="none" w="sm" len="sm"/>
              <a:tailEnd type="none" w="sm" len="sm"/>
            </a:ln>
            <a:effectLst/>
          </p:spPr>
          <p:txBody>
            <a:bodyPr>
              <a:spAutoFit/>
            </a:bodyPr>
            <a:lstStyle/>
            <a:p>
              <a:pPr>
                <a:spcBef>
                  <a:spcPct val="50000"/>
                </a:spcBef>
                <a:defRPr/>
              </a:pPr>
              <a:r>
                <a:rPr kumimoji="1" lang="zh-CN" altLang="en-US" sz="2400" b="1">
                  <a:effectLst>
                    <a:outerShdw blurRad="38100" dist="38100" dir="2700000" algn="tl">
                      <a:srgbClr val="C0C0C0"/>
                    </a:outerShdw>
                  </a:effectLst>
                  <a:latin typeface="Times New Roman" pitchFamily="18" charset="0"/>
                  <a:ea typeface="华文中宋" pitchFamily="2" charset="-122"/>
                </a:rPr>
                <a:t>操作数表示</a:t>
              </a:r>
            </a:p>
          </p:txBody>
        </p:sp>
      </p:grpSp>
      <p:sp>
        <p:nvSpPr>
          <p:cNvPr id="11" name="Text Box 3">
            <a:extLst>
              <a:ext uri="{FF2B5EF4-FFF2-40B4-BE49-F238E27FC236}">
                <a16:creationId xmlns:a16="http://schemas.microsoft.com/office/drawing/2014/main" id="{7A55CE77-5B67-45D1-A6CF-94CC792304A3}"/>
              </a:ext>
            </a:extLst>
          </p:cNvPr>
          <p:cNvSpPr txBox="1">
            <a:spLocks noChangeArrowheads="1"/>
          </p:cNvSpPr>
          <p:nvPr/>
        </p:nvSpPr>
        <p:spPr bwMode="auto">
          <a:xfrm>
            <a:off x="539750" y="688687"/>
            <a:ext cx="306846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00" b="1">
                <a:solidFill>
                  <a:schemeClr val="tx1"/>
                </a:solidFill>
                <a:latin typeface="宋体" charset="-122"/>
                <a:ea typeface="宋体" charset="-122"/>
              </a:defRPr>
            </a:lvl1pPr>
            <a:lvl2pPr marL="742950" indent="-285750" eaLnBrk="0" hangingPunct="0">
              <a:defRPr kumimoji="1" sz="800" b="1">
                <a:solidFill>
                  <a:schemeClr val="tx1"/>
                </a:solidFill>
                <a:latin typeface="宋体" charset="-122"/>
                <a:ea typeface="宋体" charset="-122"/>
              </a:defRPr>
            </a:lvl2pPr>
            <a:lvl3pPr marL="1143000" indent="-228600" eaLnBrk="0" hangingPunct="0">
              <a:defRPr kumimoji="1" sz="800" b="1">
                <a:solidFill>
                  <a:schemeClr val="tx1"/>
                </a:solidFill>
                <a:latin typeface="宋体" charset="-122"/>
                <a:ea typeface="宋体" charset="-122"/>
              </a:defRPr>
            </a:lvl3pPr>
            <a:lvl4pPr marL="1600200" indent="-228600" eaLnBrk="0" hangingPunct="0">
              <a:defRPr kumimoji="1" sz="800" b="1">
                <a:solidFill>
                  <a:schemeClr val="tx1"/>
                </a:solidFill>
                <a:latin typeface="宋体" charset="-122"/>
                <a:ea typeface="宋体" charset="-122"/>
              </a:defRPr>
            </a:lvl4pPr>
            <a:lvl5pPr marL="2057400" indent="-228600" eaLnBrk="0" hangingPunct="0">
              <a:defRPr kumimoji="1" sz="800" b="1">
                <a:solidFill>
                  <a:schemeClr val="tx1"/>
                </a:solidFill>
                <a:latin typeface="宋体" charset="-122"/>
                <a:ea typeface="宋体" charset="-122"/>
              </a:defRPr>
            </a:lvl5pPr>
            <a:lvl6pPr marL="2514600" indent="-228600" eaLnBrk="0" fontAlgn="base" hangingPunct="0">
              <a:spcBef>
                <a:spcPct val="0"/>
              </a:spcBef>
              <a:spcAft>
                <a:spcPct val="0"/>
              </a:spcAft>
              <a:defRPr kumimoji="1" sz="800" b="1">
                <a:solidFill>
                  <a:schemeClr val="tx1"/>
                </a:solidFill>
                <a:latin typeface="宋体" charset="-122"/>
                <a:ea typeface="宋体" charset="-122"/>
              </a:defRPr>
            </a:lvl6pPr>
            <a:lvl7pPr marL="2971800" indent="-228600" eaLnBrk="0" fontAlgn="base" hangingPunct="0">
              <a:spcBef>
                <a:spcPct val="0"/>
              </a:spcBef>
              <a:spcAft>
                <a:spcPct val="0"/>
              </a:spcAft>
              <a:defRPr kumimoji="1" sz="800" b="1">
                <a:solidFill>
                  <a:schemeClr val="tx1"/>
                </a:solidFill>
                <a:latin typeface="宋体" charset="-122"/>
                <a:ea typeface="宋体" charset="-122"/>
              </a:defRPr>
            </a:lvl7pPr>
            <a:lvl8pPr marL="3429000" indent="-228600" eaLnBrk="0" fontAlgn="base" hangingPunct="0">
              <a:spcBef>
                <a:spcPct val="0"/>
              </a:spcBef>
              <a:spcAft>
                <a:spcPct val="0"/>
              </a:spcAft>
              <a:defRPr kumimoji="1" sz="800" b="1">
                <a:solidFill>
                  <a:schemeClr val="tx1"/>
                </a:solidFill>
                <a:latin typeface="宋体" charset="-122"/>
                <a:ea typeface="宋体" charset="-122"/>
              </a:defRPr>
            </a:lvl8pPr>
            <a:lvl9pPr marL="3886200" indent="-22860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r>
              <a:rPr lang="zh-CN" altLang="en-US" sz="3200" dirty="0">
                <a:latin typeface="Times New Roman" pitchFamily="18" charset="0"/>
              </a:rPr>
              <a:t>一、操作数类型</a:t>
            </a:r>
          </a:p>
        </p:txBody>
      </p:sp>
      <p:sp>
        <p:nvSpPr>
          <p:cNvPr id="3" name="日期占位符 1">
            <a:extLst>
              <a:ext uri="{FF2B5EF4-FFF2-40B4-BE49-F238E27FC236}">
                <a16:creationId xmlns:a16="http://schemas.microsoft.com/office/drawing/2014/main" id="{AD5116E8-3D0D-2109-32B3-3ACDD2249F6C}"/>
              </a:ext>
            </a:extLst>
          </p:cNvPr>
          <p:cNvSpPr txBox="1">
            <a:spLocks/>
          </p:cNvSpPr>
          <p:nvPr/>
        </p:nvSpPr>
        <p:spPr>
          <a:xfrm>
            <a:off x="457200" y="6356350"/>
            <a:ext cx="2133600" cy="365125"/>
          </a:xfrm>
          <a:prstGeom prst="rect">
            <a:avLst/>
          </a:prstGeom>
        </p:spPr>
        <p:txBody>
          <a:bodyPr/>
          <a:lstStyle>
            <a:defPPr>
              <a:defRPr lang="en-US"/>
            </a:defPPr>
            <a:lvl1pPr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9pPr>
          </a:lstStyle>
          <a:p>
            <a:pPr>
              <a:defRPr/>
            </a:pPr>
            <a:fld id="{91C201F2-917B-483E-AFB3-50A3C86654E9}" type="datetime1">
              <a:rPr lang="zh-CN" altLang="en-US" smtClean="0"/>
              <a:pPr>
                <a:defRPr/>
              </a:pPr>
              <a:t>2025/9/18</a:t>
            </a:fld>
            <a:endParaRPr lang="en-US" altLang="zh-CN"/>
          </a:p>
        </p:txBody>
      </p:sp>
      <p:sp>
        <p:nvSpPr>
          <p:cNvPr id="4" name="页脚占位符 2">
            <a:extLst>
              <a:ext uri="{FF2B5EF4-FFF2-40B4-BE49-F238E27FC236}">
                <a16:creationId xmlns:a16="http://schemas.microsoft.com/office/drawing/2014/main" id="{1F205ACE-17F6-6196-0EBF-D9C4E97CF494}"/>
              </a:ext>
            </a:extLst>
          </p:cNvPr>
          <p:cNvSpPr txBox="1">
            <a:spLocks/>
          </p:cNvSpPr>
          <p:nvPr/>
        </p:nvSpPr>
        <p:spPr>
          <a:xfrm>
            <a:off x="3124200" y="6356350"/>
            <a:ext cx="2895600" cy="365125"/>
          </a:xfrm>
          <a:prstGeom prst="rect">
            <a:avLst/>
          </a:prstGeom>
        </p:spPr>
        <p:txBody>
          <a:bodyPr/>
          <a:lstStyle>
            <a:defPPr>
              <a:defRPr lang="en-US"/>
            </a:defPPr>
            <a:lvl1pPr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9p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5" name="灯片编号占位符 3">
            <a:extLst>
              <a:ext uri="{FF2B5EF4-FFF2-40B4-BE49-F238E27FC236}">
                <a16:creationId xmlns:a16="http://schemas.microsoft.com/office/drawing/2014/main" id="{AE6558AB-E011-62A1-AF02-511A263F00F3}"/>
              </a:ext>
            </a:extLst>
          </p:cNvPr>
          <p:cNvSpPr txBox="1">
            <a:spLocks/>
          </p:cNvSpPr>
          <p:nvPr/>
        </p:nvSpPr>
        <p:spPr>
          <a:xfrm>
            <a:off x="6553200" y="6356350"/>
            <a:ext cx="2133600" cy="365125"/>
          </a:xfrm>
          <a:prstGeom prst="rect">
            <a:avLst/>
          </a:prstGeom>
        </p:spPr>
        <p:txBody>
          <a:bodyPr/>
          <a:lstStyle>
            <a:defPPr>
              <a:defRPr lang="en-US"/>
            </a:defPPr>
            <a:lvl1pPr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9pPr>
          </a:lstStyle>
          <a:p>
            <a:pPr>
              <a:defRPr/>
            </a:pPr>
            <a:fld id="{8BCAC33D-D29A-48B3-BCD6-381D3D720D26}" type="slidenum">
              <a:rPr lang="zh-CN" altLang="en-US" smtClean="0"/>
              <a:pPr>
                <a:defRPr/>
              </a:pPr>
              <a:t>28</a:t>
            </a:fld>
            <a:endParaRPr lang="en-US" altLang="zh-CN"/>
          </a:p>
        </p:txBody>
      </p:sp>
    </p:spTree>
    <p:extLst>
      <p:ext uri="{BB962C8B-B14F-4D97-AF65-F5344CB8AC3E}">
        <p14:creationId xmlns:p14="http://schemas.microsoft.com/office/powerpoint/2010/main" val="3850575049"/>
      </p:ext>
    </p:extLst>
  </p:cSld>
  <p:clrMapOvr>
    <a:masterClrMapping/>
  </p:clrMapOvr>
  <p:transition>
    <p:pull dir="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3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out)">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5" name="Rectangle 1029"/>
          <p:cNvSpPr>
            <a:spLocks noGrp="1" noChangeArrowheads="1"/>
          </p:cNvSpPr>
          <p:nvPr>
            <p:ph type="body" idx="1"/>
          </p:nvPr>
        </p:nvSpPr>
        <p:spPr>
          <a:xfrm>
            <a:off x="642938" y="1484313"/>
            <a:ext cx="8001000" cy="4483100"/>
          </a:xfrm>
        </p:spPr>
        <p:txBody>
          <a:bodyPr/>
          <a:lstStyle/>
          <a:p>
            <a:pPr eaLnBrk="1" hangingPunct="1">
              <a:lnSpc>
                <a:spcPct val="150000"/>
              </a:lnSpc>
            </a:pPr>
            <a:r>
              <a:rPr lang="zh-CN" altLang="en-US" sz="2600" b="1" dirty="0">
                <a:solidFill>
                  <a:srgbClr val="FF0000"/>
                </a:solidFill>
              </a:rPr>
              <a:t>确定操作数表示实际上也是软硬件取舍折衷的问题</a:t>
            </a:r>
            <a:endParaRPr lang="zh-CN" altLang="en-US" sz="2600" b="1" dirty="0"/>
          </a:p>
          <a:p>
            <a:pPr lvl="1" eaLnBrk="1" hangingPunct="1">
              <a:lnSpc>
                <a:spcPct val="150000"/>
              </a:lnSpc>
            </a:pPr>
            <a:r>
              <a:rPr lang="zh-CN" altLang="en-US" sz="2400" b="1" dirty="0"/>
              <a:t>计算机即使只具有最简单的操作数表示，如只有整数（定点）表示法，也可以通过软件方法处理各种复杂的操作数类型，但是这样会大大降低系统的效率。</a:t>
            </a:r>
          </a:p>
          <a:p>
            <a:pPr lvl="1" eaLnBrk="1" hangingPunct="1">
              <a:lnSpc>
                <a:spcPct val="150000"/>
              </a:lnSpc>
            </a:pPr>
            <a:r>
              <a:rPr lang="zh-CN" altLang="en-US" sz="2400" b="1" dirty="0"/>
              <a:t>如果各种复杂的操作数类型均包含在操作数表示之中，无疑会大大提高系统的效率，但是所花费的硬件代价也很高。</a:t>
            </a:r>
          </a:p>
        </p:txBody>
      </p:sp>
      <p:sp>
        <p:nvSpPr>
          <p:cNvPr id="5" name="Text Box 3"/>
          <p:cNvSpPr txBox="1">
            <a:spLocks noChangeArrowheads="1"/>
          </p:cNvSpPr>
          <p:nvPr/>
        </p:nvSpPr>
        <p:spPr bwMode="auto">
          <a:xfrm>
            <a:off x="339725" y="755650"/>
            <a:ext cx="306846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00" b="1">
                <a:solidFill>
                  <a:schemeClr val="tx1"/>
                </a:solidFill>
                <a:latin typeface="宋体" charset="-122"/>
                <a:ea typeface="宋体" charset="-122"/>
              </a:defRPr>
            </a:lvl1pPr>
            <a:lvl2pPr marL="742950" indent="-285750" eaLnBrk="0" hangingPunct="0">
              <a:defRPr kumimoji="1" sz="800" b="1">
                <a:solidFill>
                  <a:schemeClr val="tx1"/>
                </a:solidFill>
                <a:latin typeface="宋体" charset="-122"/>
                <a:ea typeface="宋体" charset="-122"/>
              </a:defRPr>
            </a:lvl2pPr>
            <a:lvl3pPr marL="1143000" indent="-228600" eaLnBrk="0" hangingPunct="0">
              <a:defRPr kumimoji="1" sz="800" b="1">
                <a:solidFill>
                  <a:schemeClr val="tx1"/>
                </a:solidFill>
                <a:latin typeface="宋体" charset="-122"/>
                <a:ea typeface="宋体" charset="-122"/>
              </a:defRPr>
            </a:lvl3pPr>
            <a:lvl4pPr marL="1600200" indent="-228600" eaLnBrk="0" hangingPunct="0">
              <a:defRPr kumimoji="1" sz="800" b="1">
                <a:solidFill>
                  <a:schemeClr val="tx1"/>
                </a:solidFill>
                <a:latin typeface="宋体" charset="-122"/>
                <a:ea typeface="宋体" charset="-122"/>
              </a:defRPr>
            </a:lvl4pPr>
            <a:lvl5pPr marL="2057400" indent="-228600" eaLnBrk="0" hangingPunct="0">
              <a:defRPr kumimoji="1" sz="800" b="1">
                <a:solidFill>
                  <a:schemeClr val="tx1"/>
                </a:solidFill>
                <a:latin typeface="宋体" charset="-122"/>
                <a:ea typeface="宋体" charset="-122"/>
              </a:defRPr>
            </a:lvl5pPr>
            <a:lvl6pPr marL="2514600" indent="-228600" eaLnBrk="0" fontAlgn="base" hangingPunct="0">
              <a:spcBef>
                <a:spcPct val="0"/>
              </a:spcBef>
              <a:spcAft>
                <a:spcPct val="0"/>
              </a:spcAft>
              <a:defRPr kumimoji="1" sz="800" b="1">
                <a:solidFill>
                  <a:schemeClr val="tx1"/>
                </a:solidFill>
                <a:latin typeface="宋体" charset="-122"/>
                <a:ea typeface="宋体" charset="-122"/>
              </a:defRPr>
            </a:lvl6pPr>
            <a:lvl7pPr marL="2971800" indent="-228600" eaLnBrk="0" fontAlgn="base" hangingPunct="0">
              <a:spcBef>
                <a:spcPct val="0"/>
              </a:spcBef>
              <a:spcAft>
                <a:spcPct val="0"/>
              </a:spcAft>
              <a:defRPr kumimoji="1" sz="800" b="1">
                <a:solidFill>
                  <a:schemeClr val="tx1"/>
                </a:solidFill>
                <a:latin typeface="宋体" charset="-122"/>
                <a:ea typeface="宋体" charset="-122"/>
              </a:defRPr>
            </a:lvl7pPr>
            <a:lvl8pPr marL="3429000" indent="-228600" eaLnBrk="0" fontAlgn="base" hangingPunct="0">
              <a:spcBef>
                <a:spcPct val="0"/>
              </a:spcBef>
              <a:spcAft>
                <a:spcPct val="0"/>
              </a:spcAft>
              <a:defRPr kumimoji="1" sz="800" b="1">
                <a:solidFill>
                  <a:schemeClr val="tx1"/>
                </a:solidFill>
                <a:latin typeface="宋体" charset="-122"/>
                <a:ea typeface="宋体" charset="-122"/>
              </a:defRPr>
            </a:lvl8pPr>
            <a:lvl9pPr marL="3886200" indent="-22860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r>
              <a:rPr lang="zh-CN" altLang="en-US" sz="3200" dirty="0">
                <a:latin typeface="Times New Roman" pitchFamily="18" charset="0"/>
              </a:rPr>
              <a:t>一、操作数类型</a:t>
            </a:r>
          </a:p>
        </p:txBody>
      </p:sp>
      <p:sp>
        <p:nvSpPr>
          <p:cNvPr id="2" name="日期占位符 1">
            <a:extLst>
              <a:ext uri="{FF2B5EF4-FFF2-40B4-BE49-F238E27FC236}">
                <a16:creationId xmlns:a16="http://schemas.microsoft.com/office/drawing/2014/main" id="{DC4870E0-4E42-EE11-5122-B7D8B86D08C2}"/>
              </a:ext>
            </a:extLst>
          </p:cNvPr>
          <p:cNvSpPr>
            <a:spLocks noGrp="1"/>
          </p:cNvSpPr>
          <p:nvPr>
            <p:ph type="dt" sz="half" idx="10"/>
          </p:nvPr>
        </p:nvSpPr>
        <p:spPr/>
        <p:txBody>
          <a:bodyPr/>
          <a:lstStyle/>
          <a:p>
            <a:pPr>
              <a:defRPr/>
            </a:pPr>
            <a:fld id="{0FDA2132-CED3-410F-95DC-65A459B9273F}" type="datetime1">
              <a:rPr lang="zh-CN" altLang="en-US" smtClean="0"/>
              <a:t>2025/9/18</a:t>
            </a:fld>
            <a:endParaRPr lang="en-US" altLang="zh-CN"/>
          </a:p>
        </p:txBody>
      </p:sp>
      <p:sp>
        <p:nvSpPr>
          <p:cNvPr id="3" name="页脚占位符 2">
            <a:extLst>
              <a:ext uri="{FF2B5EF4-FFF2-40B4-BE49-F238E27FC236}">
                <a16:creationId xmlns:a16="http://schemas.microsoft.com/office/drawing/2014/main" id="{25ACFAC7-2C11-47D4-9BB7-68120764D35E}"/>
              </a:ext>
            </a:extLst>
          </p:cNvPr>
          <p:cNvSpPr>
            <a:spLocks noGrp="1"/>
          </p:cNvSpPr>
          <p:nvPr>
            <p:ph type="ftr" sz="quarter" idx="11"/>
          </p:nvPr>
        </p:nvSpPr>
        <p:spPr/>
        <p:txBody>
          <a:body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4" name="灯片编号占位符 3">
            <a:extLst>
              <a:ext uri="{FF2B5EF4-FFF2-40B4-BE49-F238E27FC236}">
                <a16:creationId xmlns:a16="http://schemas.microsoft.com/office/drawing/2014/main" id="{0851B996-6C27-FEBA-7416-C506363405BA}"/>
              </a:ext>
            </a:extLst>
          </p:cNvPr>
          <p:cNvSpPr>
            <a:spLocks noGrp="1"/>
          </p:cNvSpPr>
          <p:nvPr>
            <p:ph type="sldNum" sz="quarter" idx="12"/>
          </p:nvPr>
        </p:nvSpPr>
        <p:spPr/>
        <p:txBody>
          <a:bodyPr/>
          <a:lstStyle/>
          <a:p>
            <a:pPr>
              <a:defRPr/>
            </a:pPr>
            <a:fld id="{8BCAC33D-D29A-48B3-BCD6-381D3D720D26}" type="slidenum">
              <a:rPr lang="zh-CN" altLang="en-US" smtClean="0"/>
              <a:t>29</a:t>
            </a:fld>
            <a:endParaRPr lang="en-US" altLang="zh-CN"/>
          </a:p>
        </p:txBody>
      </p:sp>
    </p:spTree>
    <p:extLst>
      <p:ext uri="{BB962C8B-B14F-4D97-AF65-F5344CB8AC3E}">
        <p14:creationId xmlns:p14="http://schemas.microsoft.com/office/powerpoint/2010/main" val="912371754"/>
      </p:ext>
    </p:extLst>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70" name="Rectangle 1030"/>
          <p:cNvSpPr>
            <a:spLocks noGrp="1" noChangeArrowheads="1"/>
          </p:cNvSpPr>
          <p:nvPr>
            <p:ph type="body" idx="1"/>
          </p:nvPr>
        </p:nvSpPr>
        <p:spPr/>
        <p:txBody>
          <a:bodyPr/>
          <a:lstStyle/>
          <a:p>
            <a:pPr eaLnBrk="1" hangingPunct="1">
              <a:lnSpc>
                <a:spcPct val="150000"/>
              </a:lnSpc>
            </a:pPr>
            <a:r>
              <a:rPr lang="zh-CN" altLang="en-US" sz="2600" b="1" dirty="0">
                <a:solidFill>
                  <a:srgbClr val="FF0000"/>
                </a:solidFill>
              </a:rPr>
              <a:t>整数（定点）</a:t>
            </a:r>
            <a:r>
              <a:rPr lang="zh-CN" altLang="en-US" sz="2600" b="1" dirty="0"/>
              <a:t>：二进制补码表示；其大小可以是字节（</a:t>
            </a:r>
            <a:r>
              <a:rPr lang="en-US" altLang="zh-CN" sz="2600" b="1" dirty="0"/>
              <a:t>8</a:t>
            </a:r>
            <a:r>
              <a:rPr lang="zh-CN" altLang="en-US" sz="2600" b="1" dirty="0"/>
              <a:t>位）、半字（</a:t>
            </a:r>
            <a:r>
              <a:rPr lang="en-US" altLang="zh-CN" sz="2600" b="1" dirty="0"/>
              <a:t>16</a:t>
            </a:r>
            <a:r>
              <a:rPr lang="zh-CN" altLang="en-US" sz="2600" b="1" dirty="0"/>
              <a:t>位）或单字（</a:t>
            </a:r>
            <a:r>
              <a:rPr lang="en-US" altLang="zh-CN" sz="2600" b="1" dirty="0"/>
              <a:t>32</a:t>
            </a:r>
            <a:r>
              <a:rPr lang="zh-CN" altLang="en-US" sz="2600" b="1" dirty="0"/>
              <a:t>位）。</a:t>
            </a:r>
          </a:p>
          <a:p>
            <a:pPr eaLnBrk="1" hangingPunct="1">
              <a:lnSpc>
                <a:spcPct val="150000"/>
              </a:lnSpc>
            </a:pPr>
            <a:r>
              <a:rPr lang="zh-CN" altLang="en-US" sz="2600" b="1" dirty="0">
                <a:solidFill>
                  <a:srgbClr val="FF0000"/>
                </a:solidFill>
              </a:rPr>
              <a:t>浮点</a:t>
            </a:r>
            <a:r>
              <a:rPr lang="zh-CN" altLang="en-US" sz="2600" b="1" dirty="0"/>
              <a:t>：可以分为</a:t>
            </a:r>
            <a:r>
              <a:rPr lang="zh-CN" altLang="en-US" sz="2600" b="1" dirty="0">
                <a:solidFill>
                  <a:srgbClr val="FF0000"/>
                </a:solidFill>
              </a:rPr>
              <a:t>单精度浮点</a:t>
            </a:r>
            <a:r>
              <a:rPr lang="zh-CN" altLang="en-US" sz="2600" b="1" dirty="0"/>
              <a:t>（单字大小）和</a:t>
            </a:r>
            <a:r>
              <a:rPr lang="zh-CN" altLang="en-US" sz="2600" b="1" dirty="0">
                <a:solidFill>
                  <a:srgbClr val="FF0000"/>
                </a:solidFill>
              </a:rPr>
              <a:t>双精度浮点</a:t>
            </a:r>
            <a:r>
              <a:rPr lang="zh-CN" altLang="en-US" sz="2600" b="1" dirty="0"/>
              <a:t>（双字大小）。当前普遍采用的是</a:t>
            </a:r>
            <a:r>
              <a:rPr lang="en-US" altLang="zh-CN" sz="2600" b="1" dirty="0"/>
              <a:t>IEEE 754</a:t>
            </a:r>
            <a:r>
              <a:rPr lang="zh-CN" altLang="en-US" sz="2600" b="1" dirty="0"/>
              <a:t>浮点操作数表示标准。</a:t>
            </a:r>
          </a:p>
          <a:p>
            <a:pPr eaLnBrk="1" hangingPunct="1">
              <a:lnSpc>
                <a:spcPct val="150000"/>
              </a:lnSpc>
            </a:pPr>
            <a:r>
              <a:rPr lang="zh-CN" altLang="en-US" sz="2600" b="1" dirty="0">
                <a:solidFill>
                  <a:srgbClr val="FF0000"/>
                </a:solidFill>
              </a:rPr>
              <a:t>字符和字符串</a:t>
            </a:r>
            <a:r>
              <a:rPr lang="zh-CN" altLang="en-US" sz="2600" b="1" dirty="0"/>
              <a:t>：</a:t>
            </a:r>
            <a:r>
              <a:rPr lang="en-US" altLang="zh-CN" sz="2600" b="1" dirty="0"/>
              <a:t>8</a:t>
            </a:r>
            <a:r>
              <a:rPr lang="zh-CN" altLang="en-US" sz="2600" b="1" dirty="0"/>
              <a:t>位</a:t>
            </a:r>
            <a:r>
              <a:rPr lang="en-US" altLang="zh-CN" sz="2600" b="1" dirty="0"/>
              <a:t>ASCII</a:t>
            </a:r>
            <a:r>
              <a:rPr lang="zh-CN" altLang="en-US" sz="2600" b="1" dirty="0"/>
              <a:t>码表示。</a:t>
            </a:r>
          </a:p>
        </p:txBody>
      </p:sp>
      <p:sp>
        <p:nvSpPr>
          <p:cNvPr id="5" name="Text Box 3"/>
          <p:cNvSpPr txBox="1">
            <a:spLocks noChangeArrowheads="1"/>
          </p:cNvSpPr>
          <p:nvPr/>
        </p:nvSpPr>
        <p:spPr bwMode="auto">
          <a:xfrm>
            <a:off x="303213" y="655638"/>
            <a:ext cx="306846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00" b="1">
                <a:solidFill>
                  <a:schemeClr val="tx1"/>
                </a:solidFill>
                <a:latin typeface="宋体" charset="-122"/>
                <a:ea typeface="宋体" charset="-122"/>
              </a:defRPr>
            </a:lvl1pPr>
            <a:lvl2pPr marL="742950" indent="-285750" eaLnBrk="0" hangingPunct="0">
              <a:defRPr kumimoji="1" sz="800" b="1">
                <a:solidFill>
                  <a:schemeClr val="tx1"/>
                </a:solidFill>
                <a:latin typeface="宋体" charset="-122"/>
                <a:ea typeface="宋体" charset="-122"/>
              </a:defRPr>
            </a:lvl2pPr>
            <a:lvl3pPr marL="1143000" indent="-228600" eaLnBrk="0" hangingPunct="0">
              <a:defRPr kumimoji="1" sz="800" b="1">
                <a:solidFill>
                  <a:schemeClr val="tx1"/>
                </a:solidFill>
                <a:latin typeface="宋体" charset="-122"/>
                <a:ea typeface="宋体" charset="-122"/>
              </a:defRPr>
            </a:lvl3pPr>
            <a:lvl4pPr marL="1600200" indent="-228600" eaLnBrk="0" hangingPunct="0">
              <a:defRPr kumimoji="1" sz="800" b="1">
                <a:solidFill>
                  <a:schemeClr val="tx1"/>
                </a:solidFill>
                <a:latin typeface="宋体" charset="-122"/>
                <a:ea typeface="宋体" charset="-122"/>
              </a:defRPr>
            </a:lvl4pPr>
            <a:lvl5pPr marL="2057400" indent="-228600" eaLnBrk="0" hangingPunct="0">
              <a:defRPr kumimoji="1" sz="800" b="1">
                <a:solidFill>
                  <a:schemeClr val="tx1"/>
                </a:solidFill>
                <a:latin typeface="宋体" charset="-122"/>
                <a:ea typeface="宋体" charset="-122"/>
              </a:defRPr>
            </a:lvl5pPr>
            <a:lvl6pPr marL="2514600" indent="-228600" eaLnBrk="0" fontAlgn="base" hangingPunct="0">
              <a:spcBef>
                <a:spcPct val="0"/>
              </a:spcBef>
              <a:spcAft>
                <a:spcPct val="0"/>
              </a:spcAft>
              <a:defRPr kumimoji="1" sz="800" b="1">
                <a:solidFill>
                  <a:schemeClr val="tx1"/>
                </a:solidFill>
                <a:latin typeface="宋体" charset="-122"/>
                <a:ea typeface="宋体" charset="-122"/>
              </a:defRPr>
            </a:lvl6pPr>
            <a:lvl7pPr marL="2971800" indent="-228600" eaLnBrk="0" fontAlgn="base" hangingPunct="0">
              <a:spcBef>
                <a:spcPct val="0"/>
              </a:spcBef>
              <a:spcAft>
                <a:spcPct val="0"/>
              </a:spcAft>
              <a:defRPr kumimoji="1" sz="800" b="1">
                <a:solidFill>
                  <a:schemeClr val="tx1"/>
                </a:solidFill>
                <a:latin typeface="宋体" charset="-122"/>
                <a:ea typeface="宋体" charset="-122"/>
              </a:defRPr>
            </a:lvl7pPr>
            <a:lvl8pPr marL="3429000" indent="-228600" eaLnBrk="0" fontAlgn="base" hangingPunct="0">
              <a:spcBef>
                <a:spcPct val="0"/>
              </a:spcBef>
              <a:spcAft>
                <a:spcPct val="0"/>
              </a:spcAft>
              <a:defRPr kumimoji="1" sz="800" b="1">
                <a:solidFill>
                  <a:schemeClr val="tx1"/>
                </a:solidFill>
                <a:latin typeface="宋体" charset="-122"/>
                <a:ea typeface="宋体" charset="-122"/>
              </a:defRPr>
            </a:lvl8pPr>
            <a:lvl9pPr marL="3886200" indent="-22860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r>
              <a:rPr lang="zh-CN" altLang="en-US" sz="3200" dirty="0">
                <a:latin typeface="Times New Roman" pitchFamily="18" charset="0"/>
              </a:rPr>
              <a:t>一、操作数类型</a:t>
            </a:r>
          </a:p>
        </p:txBody>
      </p:sp>
      <p:sp>
        <p:nvSpPr>
          <p:cNvPr id="2" name="日期占位符 1">
            <a:extLst>
              <a:ext uri="{FF2B5EF4-FFF2-40B4-BE49-F238E27FC236}">
                <a16:creationId xmlns:a16="http://schemas.microsoft.com/office/drawing/2014/main" id="{3ECE97B5-2F92-F088-68C3-D29BAA4DB32E}"/>
              </a:ext>
            </a:extLst>
          </p:cNvPr>
          <p:cNvSpPr>
            <a:spLocks noGrp="1"/>
          </p:cNvSpPr>
          <p:nvPr>
            <p:ph type="dt" sz="half" idx="10"/>
          </p:nvPr>
        </p:nvSpPr>
        <p:spPr/>
        <p:txBody>
          <a:bodyPr/>
          <a:lstStyle/>
          <a:p>
            <a:pPr>
              <a:defRPr/>
            </a:pPr>
            <a:fld id="{AEE22297-03A3-4FE3-8A53-8B40DFCF5384}" type="datetime1">
              <a:rPr lang="zh-CN" altLang="en-US" smtClean="0"/>
              <a:t>2025/9/18</a:t>
            </a:fld>
            <a:endParaRPr lang="en-US" altLang="zh-CN"/>
          </a:p>
        </p:txBody>
      </p:sp>
      <p:sp>
        <p:nvSpPr>
          <p:cNvPr id="3" name="页脚占位符 2">
            <a:extLst>
              <a:ext uri="{FF2B5EF4-FFF2-40B4-BE49-F238E27FC236}">
                <a16:creationId xmlns:a16="http://schemas.microsoft.com/office/drawing/2014/main" id="{D4289A39-7298-358E-C55F-DB9E68A30F8D}"/>
              </a:ext>
            </a:extLst>
          </p:cNvPr>
          <p:cNvSpPr>
            <a:spLocks noGrp="1"/>
          </p:cNvSpPr>
          <p:nvPr>
            <p:ph type="ftr" sz="quarter" idx="11"/>
          </p:nvPr>
        </p:nvSpPr>
        <p:spPr/>
        <p:txBody>
          <a:body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4" name="灯片编号占位符 3">
            <a:extLst>
              <a:ext uri="{FF2B5EF4-FFF2-40B4-BE49-F238E27FC236}">
                <a16:creationId xmlns:a16="http://schemas.microsoft.com/office/drawing/2014/main" id="{8CDDFE3C-E0D2-EFA3-6200-09D5FF162A3E}"/>
              </a:ext>
            </a:extLst>
          </p:cNvPr>
          <p:cNvSpPr>
            <a:spLocks noGrp="1"/>
          </p:cNvSpPr>
          <p:nvPr>
            <p:ph type="sldNum" sz="quarter" idx="12"/>
          </p:nvPr>
        </p:nvSpPr>
        <p:spPr/>
        <p:txBody>
          <a:bodyPr/>
          <a:lstStyle/>
          <a:p>
            <a:pPr>
              <a:defRPr/>
            </a:pPr>
            <a:fld id="{8BCAC33D-D29A-48B3-BCD6-381D3D720D26}" type="slidenum">
              <a:rPr lang="zh-CN" altLang="en-US" smtClean="0"/>
              <a:t>30</a:t>
            </a:fld>
            <a:endParaRPr lang="en-US" altLang="zh-CN"/>
          </a:p>
        </p:txBody>
      </p:sp>
    </p:spTree>
    <p:extLst>
      <p:ext uri="{BB962C8B-B14F-4D97-AF65-F5344CB8AC3E}">
        <p14:creationId xmlns:p14="http://schemas.microsoft.com/office/powerpoint/2010/main" val="1352056796"/>
      </p:ext>
    </p:extLst>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83" name="Rectangle 7"/>
          <p:cNvSpPr>
            <a:spLocks noGrp="1" noChangeArrowheads="1"/>
          </p:cNvSpPr>
          <p:nvPr>
            <p:ph type="body" idx="1"/>
          </p:nvPr>
        </p:nvSpPr>
        <p:spPr>
          <a:xfrm>
            <a:off x="539750" y="1466850"/>
            <a:ext cx="8001000" cy="4483100"/>
          </a:xfrm>
        </p:spPr>
        <p:txBody>
          <a:bodyPr/>
          <a:lstStyle/>
          <a:p>
            <a:pPr eaLnBrk="1" hangingPunct="1">
              <a:lnSpc>
                <a:spcPct val="150000"/>
              </a:lnSpc>
            </a:pPr>
            <a:r>
              <a:rPr lang="zh-CN" altLang="en-US" sz="2600" b="1" dirty="0"/>
              <a:t>十进制：面向商业应用，通常采用 </a:t>
            </a:r>
            <a:r>
              <a:rPr lang="zh-CN" altLang="en-US" sz="2600" b="1" dirty="0">
                <a:latin typeface="华文中宋" pitchFamily="2" charset="-122"/>
              </a:rPr>
              <a:t>“</a:t>
            </a:r>
            <a:r>
              <a:rPr lang="zh-CN" altLang="en-US" sz="2600" b="1" dirty="0">
                <a:solidFill>
                  <a:srgbClr val="FF0000"/>
                </a:solidFill>
              </a:rPr>
              <a:t>压缩十进制</a:t>
            </a:r>
            <a:r>
              <a:rPr lang="zh-CN" altLang="en-US" sz="2600" b="1" dirty="0">
                <a:latin typeface="华文中宋" pitchFamily="2" charset="-122"/>
              </a:rPr>
              <a:t>”</a:t>
            </a:r>
            <a:r>
              <a:rPr lang="zh-CN" altLang="en-US" sz="2600" b="1" dirty="0"/>
              <a:t>或</a:t>
            </a:r>
            <a:r>
              <a:rPr lang="zh-CN" altLang="en-US" sz="2600" b="1" dirty="0">
                <a:latin typeface="华文中宋" pitchFamily="2" charset="-122"/>
              </a:rPr>
              <a:t>“</a:t>
            </a:r>
            <a:r>
              <a:rPr lang="zh-CN" altLang="en-US" sz="2600" b="1" dirty="0">
                <a:solidFill>
                  <a:srgbClr val="FF0000"/>
                </a:solidFill>
              </a:rPr>
              <a:t>二进制编码十进制（</a:t>
            </a:r>
            <a:r>
              <a:rPr lang="en-US" altLang="zh-CN" sz="2600" b="1" dirty="0">
                <a:solidFill>
                  <a:srgbClr val="FF0000"/>
                </a:solidFill>
              </a:rPr>
              <a:t>BCD</a:t>
            </a:r>
            <a:r>
              <a:rPr lang="zh-CN" altLang="en-US" sz="2600" b="1" dirty="0">
                <a:solidFill>
                  <a:srgbClr val="FF0000"/>
                </a:solidFill>
              </a:rPr>
              <a:t>）</a:t>
            </a:r>
            <a:r>
              <a:rPr lang="zh-CN" altLang="en-US" sz="2600" b="1" dirty="0">
                <a:latin typeface="华文中宋" pitchFamily="2" charset="-122"/>
              </a:rPr>
              <a:t>”</a:t>
            </a:r>
            <a:r>
              <a:rPr lang="zh-CN" altLang="en-US" sz="2600" b="1" dirty="0"/>
              <a:t>表示。压缩十进制数据表示用</a:t>
            </a:r>
            <a:r>
              <a:rPr lang="en-US" altLang="zh-CN" sz="2600" b="1" dirty="0"/>
              <a:t>4</a:t>
            </a:r>
            <a:r>
              <a:rPr lang="zh-CN" altLang="en-US" sz="2600" b="1" dirty="0"/>
              <a:t>位编码数字</a:t>
            </a:r>
            <a:r>
              <a:rPr lang="en-US" altLang="zh-CN" sz="2600" b="1" dirty="0"/>
              <a:t>0</a:t>
            </a:r>
            <a:r>
              <a:rPr lang="zh-CN" altLang="en-US" sz="2600" b="1" dirty="0"/>
              <a:t>～</a:t>
            </a:r>
            <a:r>
              <a:rPr lang="en-US" altLang="zh-CN" sz="2600" b="1" dirty="0"/>
              <a:t>9</a:t>
            </a:r>
            <a:r>
              <a:rPr lang="zh-CN" altLang="en-US" sz="2600" b="1" dirty="0"/>
              <a:t>，然后将两个十进制数字压缩在一个字节中存储。如果将十进制数字直接用字符串来表示，就叫做</a:t>
            </a:r>
            <a:r>
              <a:rPr lang="zh-CN" altLang="en-US" sz="2600" b="1" dirty="0">
                <a:latin typeface="华文中宋" pitchFamily="2" charset="-122"/>
              </a:rPr>
              <a:t>“</a:t>
            </a:r>
            <a:r>
              <a:rPr lang="zh-CN" altLang="en-US" sz="2600" b="1" dirty="0">
                <a:solidFill>
                  <a:srgbClr val="FF0000"/>
                </a:solidFill>
              </a:rPr>
              <a:t>非压缩十进制</a:t>
            </a:r>
            <a:r>
              <a:rPr lang="zh-CN" altLang="en-US" sz="2600" b="1" dirty="0">
                <a:latin typeface="华文中宋" pitchFamily="2" charset="-122"/>
              </a:rPr>
              <a:t>”</a:t>
            </a:r>
            <a:r>
              <a:rPr lang="zh-CN" altLang="en-US" sz="2600" b="1" dirty="0"/>
              <a:t>表示法。</a:t>
            </a:r>
          </a:p>
        </p:txBody>
      </p:sp>
      <p:sp>
        <p:nvSpPr>
          <p:cNvPr id="5" name="Text Box 3"/>
          <p:cNvSpPr txBox="1">
            <a:spLocks noChangeArrowheads="1"/>
          </p:cNvSpPr>
          <p:nvPr/>
        </p:nvSpPr>
        <p:spPr bwMode="auto">
          <a:xfrm>
            <a:off x="323850" y="765175"/>
            <a:ext cx="306846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00" b="1">
                <a:solidFill>
                  <a:schemeClr val="tx1"/>
                </a:solidFill>
                <a:latin typeface="宋体" charset="-122"/>
                <a:ea typeface="宋体" charset="-122"/>
              </a:defRPr>
            </a:lvl1pPr>
            <a:lvl2pPr marL="742950" indent="-285750" eaLnBrk="0" hangingPunct="0">
              <a:defRPr kumimoji="1" sz="800" b="1">
                <a:solidFill>
                  <a:schemeClr val="tx1"/>
                </a:solidFill>
                <a:latin typeface="宋体" charset="-122"/>
                <a:ea typeface="宋体" charset="-122"/>
              </a:defRPr>
            </a:lvl2pPr>
            <a:lvl3pPr marL="1143000" indent="-228600" eaLnBrk="0" hangingPunct="0">
              <a:defRPr kumimoji="1" sz="800" b="1">
                <a:solidFill>
                  <a:schemeClr val="tx1"/>
                </a:solidFill>
                <a:latin typeface="宋体" charset="-122"/>
                <a:ea typeface="宋体" charset="-122"/>
              </a:defRPr>
            </a:lvl3pPr>
            <a:lvl4pPr marL="1600200" indent="-228600" eaLnBrk="0" hangingPunct="0">
              <a:defRPr kumimoji="1" sz="800" b="1">
                <a:solidFill>
                  <a:schemeClr val="tx1"/>
                </a:solidFill>
                <a:latin typeface="宋体" charset="-122"/>
                <a:ea typeface="宋体" charset="-122"/>
              </a:defRPr>
            </a:lvl4pPr>
            <a:lvl5pPr marL="2057400" indent="-228600" eaLnBrk="0" hangingPunct="0">
              <a:defRPr kumimoji="1" sz="800" b="1">
                <a:solidFill>
                  <a:schemeClr val="tx1"/>
                </a:solidFill>
                <a:latin typeface="宋体" charset="-122"/>
                <a:ea typeface="宋体" charset="-122"/>
              </a:defRPr>
            </a:lvl5pPr>
            <a:lvl6pPr marL="2514600" indent="-228600" eaLnBrk="0" fontAlgn="base" hangingPunct="0">
              <a:spcBef>
                <a:spcPct val="0"/>
              </a:spcBef>
              <a:spcAft>
                <a:spcPct val="0"/>
              </a:spcAft>
              <a:defRPr kumimoji="1" sz="800" b="1">
                <a:solidFill>
                  <a:schemeClr val="tx1"/>
                </a:solidFill>
                <a:latin typeface="宋体" charset="-122"/>
                <a:ea typeface="宋体" charset="-122"/>
              </a:defRPr>
            </a:lvl6pPr>
            <a:lvl7pPr marL="2971800" indent="-228600" eaLnBrk="0" fontAlgn="base" hangingPunct="0">
              <a:spcBef>
                <a:spcPct val="0"/>
              </a:spcBef>
              <a:spcAft>
                <a:spcPct val="0"/>
              </a:spcAft>
              <a:defRPr kumimoji="1" sz="800" b="1">
                <a:solidFill>
                  <a:schemeClr val="tx1"/>
                </a:solidFill>
                <a:latin typeface="宋体" charset="-122"/>
                <a:ea typeface="宋体" charset="-122"/>
              </a:defRPr>
            </a:lvl7pPr>
            <a:lvl8pPr marL="3429000" indent="-228600" eaLnBrk="0" fontAlgn="base" hangingPunct="0">
              <a:spcBef>
                <a:spcPct val="0"/>
              </a:spcBef>
              <a:spcAft>
                <a:spcPct val="0"/>
              </a:spcAft>
              <a:defRPr kumimoji="1" sz="800" b="1">
                <a:solidFill>
                  <a:schemeClr val="tx1"/>
                </a:solidFill>
                <a:latin typeface="宋体" charset="-122"/>
                <a:ea typeface="宋体" charset="-122"/>
              </a:defRPr>
            </a:lvl8pPr>
            <a:lvl9pPr marL="3886200" indent="-22860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r>
              <a:rPr lang="zh-CN" altLang="en-US" sz="3200" dirty="0">
                <a:latin typeface="Times New Roman" pitchFamily="18" charset="0"/>
              </a:rPr>
              <a:t>一、操作数类型</a:t>
            </a:r>
          </a:p>
        </p:txBody>
      </p:sp>
      <p:sp>
        <p:nvSpPr>
          <p:cNvPr id="2" name="日期占位符 1">
            <a:extLst>
              <a:ext uri="{FF2B5EF4-FFF2-40B4-BE49-F238E27FC236}">
                <a16:creationId xmlns:a16="http://schemas.microsoft.com/office/drawing/2014/main" id="{4C7739AE-085C-15B0-C8F2-3442499D3B43}"/>
              </a:ext>
            </a:extLst>
          </p:cNvPr>
          <p:cNvSpPr>
            <a:spLocks noGrp="1"/>
          </p:cNvSpPr>
          <p:nvPr>
            <p:ph type="dt" sz="half" idx="10"/>
          </p:nvPr>
        </p:nvSpPr>
        <p:spPr/>
        <p:txBody>
          <a:bodyPr/>
          <a:lstStyle/>
          <a:p>
            <a:pPr>
              <a:defRPr/>
            </a:pPr>
            <a:fld id="{2D35E43D-64AD-4754-8162-BD5615F1539A}" type="datetime1">
              <a:rPr lang="zh-CN" altLang="en-US" smtClean="0"/>
              <a:t>2025/9/18</a:t>
            </a:fld>
            <a:endParaRPr lang="en-US" altLang="zh-CN"/>
          </a:p>
        </p:txBody>
      </p:sp>
      <p:sp>
        <p:nvSpPr>
          <p:cNvPr id="3" name="页脚占位符 2">
            <a:extLst>
              <a:ext uri="{FF2B5EF4-FFF2-40B4-BE49-F238E27FC236}">
                <a16:creationId xmlns:a16="http://schemas.microsoft.com/office/drawing/2014/main" id="{F2289A13-A04F-FFE4-F8A3-A09837359362}"/>
              </a:ext>
            </a:extLst>
          </p:cNvPr>
          <p:cNvSpPr>
            <a:spLocks noGrp="1"/>
          </p:cNvSpPr>
          <p:nvPr>
            <p:ph type="ftr" sz="quarter" idx="11"/>
          </p:nvPr>
        </p:nvSpPr>
        <p:spPr/>
        <p:txBody>
          <a:body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4" name="灯片编号占位符 3">
            <a:extLst>
              <a:ext uri="{FF2B5EF4-FFF2-40B4-BE49-F238E27FC236}">
                <a16:creationId xmlns:a16="http://schemas.microsoft.com/office/drawing/2014/main" id="{4EC15C77-3ECB-5A02-08BD-C7F9E89C0BED}"/>
              </a:ext>
            </a:extLst>
          </p:cNvPr>
          <p:cNvSpPr>
            <a:spLocks noGrp="1"/>
          </p:cNvSpPr>
          <p:nvPr>
            <p:ph type="sldNum" sz="quarter" idx="12"/>
          </p:nvPr>
        </p:nvSpPr>
        <p:spPr/>
        <p:txBody>
          <a:bodyPr/>
          <a:lstStyle/>
          <a:p>
            <a:pPr>
              <a:defRPr/>
            </a:pPr>
            <a:fld id="{8BCAC33D-D29A-48B3-BCD6-381D3D720D26}" type="slidenum">
              <a:rPr lang="zh-CN" altLang="en-US" smtClean="0"/>
              <a:t>31</a:t>
            </a:fld>
            <a:endParaRPr lang="en-US" altLang="zh-CN"/>
          </a:p>
        </p:txBody>
      </p:sp>
    </p:spTree>
    <p:extLst>
      <p:ext uri="{BB962C8B-B14F-4D97-AF65-F5344CB8AC3E}">
        <p14:creationId xmlns:p14="http://schemas.microsoft.com/office/powerpoint/2010/main" val="692082736"/>
      </p:ext>
    </p:extLst>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7" name="Rectangle 7"/>
          <p:cNvSpPr>
            <a:spLocks noGrp="1" noChangeArrowheads="1"/>
          </p:cNvSpPr>
          <p:nvPr>
            <p:ph type="body" idx="1"/>
          </p:nvPr>
        </p:nvSpPr>
        <p:spPr>
          <a:xfrm>
            <a:off x="539750" y="1196975"/>
            <a:ext cx="8001000" cy="4483100"/>
          </a:xfrm>
        </p:spPr>
        <p:txBody>
          <a:bodyPr/>
          <a:lstStyle/>
          <a:p>
            <a:pPr eaLnBrk="1" hangingPunct="1">
              <a:lnSpc>
                <a:spcPct val="180000"/>
              </a:lnSpc>
            </a:pPr>
            <a:r>
              <a:rPr lang="zh-CN" altLang="en-US" sz="2600" b="1" dirty="0"/>
              <a:t>操作数类型的表示主要有如下两种方法：</a:t>
            </a:r>
          </a:p>
          <a:p>
            <a:pPr lvl="1" eaLnBrk="1" hangingPunct="1">
              <a:lnSpc>
                <a:spcPct val="180000"/>
              </a:lnSpc>
            </a:pPr>
            <a:r>
              <a:rPr lang="zh-CN" altLang="en-US" sz="2600" b="1" dirty="0"/>
              <a:t>操作数的类型可以</a:t>
            </a:r>
            <a:r>
              <a:rPr lang="zh-CN" altLang="en-US" sz="2600" b="1" dirty="0">
                <a:solidFill>
                  <a:srgbClr val="FF0000"/>
                </a:solidFill>
              </a:rPr>
              <a:t>由操作码的编码指定</a:t>
            </a:r>
            <a:r>
              <a:rPr lang="zh-CN" altLang="en-US" sz="2600" b="1" dirty="0"/>
              <a:t>，这也是最常见的一种方法；</a:t>
            </a:r>
          </a:p>
          <a:p>
            <a:pPr lvl="1" eaLnBrk="1" hangingPunct="1">
              <a:lnSpc>
                <a:spcPct val="180000"/>
              </a:lnSpc>
            </a:pPr>
            <a:r>
              <a:rPr lang="zh-CN" altLang="en-US" sz="2600" b="1" dirty="0"/>
              <a:t>数据可以附上</a:t>
            </a:r>
            <a:r>
              <a:rPr lang="zh-CN" altLang="en-US" sz="2600" b="1" dirty="0">
                <a:solidFill>
                  <a:srgbClr val="FF0000"/>
                </a:solidFill>
              </a:rPr>
              <a:t>由硬件解释的标记（</a:t>
            </a:r>
            <a:r>
              <a:rPr lang="en-US" altLang="zh-CN" sz="2600" b="1" dirty="0">
                <a:solidFill>
                  <a:srgbClr val="FF0000"/>
                </a:solidFill>
              </a:rPr>
              <a:t>tag</a:t>
            </a:r>
            <a:r>
              <a:rPr lang="zh-CN" altLang="en-US" sz="2600" b="1" dirty="0">
                <a:solidFill>
                  <a:srgbClr val="FF0000"/>
                </a:solidFill>
              </a:rPr>
              <a:t>）</a:t>
            </a:r>
            <a:r>
              <a:rPr lang="zh-CN" altLang="en-US" sz="2600" b="1" dirty="0"/>
              <a:t>，由这些标记指定操作数的类型，从而选择适当的运算。然而有标记数据的机器却非常少见。</a:t>
            </a:r>
          </a:p>
        </p:txBody>
      </p:sp>
      <p:sp>
        <p:nvSpPr>
          <p:cNvPr id="5" name="Text Box 3"/>
          <p:cNvSpPr txBox="1">
            <a:spLocks noChangeArrowheads="1"/>
          </p:cNvSpPr>
          <p:nvPr/>
        </p:nvSpPr>
        <p:spPr bwMode="auto">
          <a:xfrm>
            <a:off x="323850" y="622300"/>
            <a:ext cx="306846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00" b="1">
                <a:solidFill>
                  <a:schemeClr val="tx1"/>
                </a:solidFill>
                <a:latin typeface="宋体" charset="-122"/>
                <a:ea typeface="宋体" charset="-122"/>
              </a:defRPr>
            </a:lvl1pPr>
            <a:lvl2pPr marL="742950" indent="-285750" eaLnBrk="0" hangingPunct="0">
              <a:defRPr kumimoji="1" sz="800" b="1">
                <a:solidFill>
                  <a:schemeClr val="tx1"/>
                </a:solidFill>
                <a:latin typeface="宋体" charset="-122"/>
                <a:ea typeface="宋体" charset="-122"/>
              </a:defRPr>
            </a:lvl2pPr>
            <a:lvl3pPr marL="1143000" indent="-228600" eaLnBrk="0" hangingPunct="0">
              <a:defRPr kumimoji="1" sz="800" b="1">
                <a:solidFill>
                  <a:schemeClr val="tx1"/>
                </a:solidFill>
                <a:latin typeface="宋体" charset="-122"/>
                <a:ea typeface="宋体" charset="-122"/>
              </a:defRPr>
            </a:lvl3pPr>
            <a:lvl4pPr marL="1600200" indent="-228600" eaLnBrk="0" hangingPunct="0">
              <a:defRPr kumimoji="1" sz="800" b="1">
                <a:solidFill>
                  <a:schemeClr val="tx1"/>
                </a:solidFill>
                <a:latin typeface="宋体" charset="-122"/>
                <a:ea typeface="宋体" charset="-122"/>
              </a:defRPr>
            </a:lvl4pPr>
            <a:lvl5pPr marL="2057400" indent="-228600" eaLnBrk="0" hangingPunct="0">
              <a:defRPr kumimoji="1" sz="800" b="1">
                <a:solidFill>
                  <a:schemeClr val="tx1"/>
                </a:solidFill>
                <a:latin typeface="宋体" charset="-122"/>
                <a:ea typeface="宋体" charset="-122"/>
              </a:defRPr>
            </a:lvl5pPr>
            <a:lvl6pPr marL="2514600" indent="-228600" eaLnBrk="0" fontAlgn="base" hangingPunct="0">
              <a:spcBef>
                <a:spcPct val="0"/>
              </a:spcBef>
              <a:spcAft>
                <a:spcPct val="0"/>
              </a:spcAft>
              <a:defRPr kumimoji="1" sz="800" b="1">
                <a:solidFill>
                  <a:schemeClr val="tx1"/>
                </a:solidFill>
                <a:latin typeface="宋体" charset="-122"/>
                <a:ea typeface="宋体" charset="-122"/>
              </a:defRPr>
            </a:lvl6pPr>
            <a:lvl7pPr marL="2971800" indent="-228600" eaLnBrk="0" fontAlgn="base" hangingPunct="0">
              <a:spcBef>
                <a:spcPct val="0"/>
              </a:spcBef>
              <a:spcAft>
                <a:spcPct val="0"/>
              </a:spcAft>
              <a:defRPr kumimoji="1" sz="800" b="1">
                <a:solidFill>
                  <a:schemeClr val="tx1"/>
                </a:solidFill>
                <a:latin typeface="宋体" charset="-122"/>
                <a:ea typeface="宋体" charset="-122"/>
              </a:defRPr>
            </a:lvl7pPr>
            <a:lvl8pPr marL="3429000" indent="-228600" eaLnBrk="0" fontAlgn="base" hangingPunct="0">
              <a:spcBef>
                <a:spcPct val="0"/>
              </a:spcBef>
              <a:spcAft>
                <a:spcPct val="0"/>
              </a:spcAft>
              <a:defRPr kumimoji="1" sz="800" b="1">
                <a:solidFill>
                  <a:schemeClr val="tx1"/>
                </a:solidFill>
                <a:latin typeface="宋体" charset="-122"/>
                <a:ea typeface="宋体" charset="-122"/>
              </a:defRPr>
            </a:lvl8pPr>
            <a:lvl9pPr marL="3886200" indent="-22860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r>
              <a:rPr lang="zh-CN" altLang="en-US" sz="3200" dirty="0">
                <a:latin typeface="Times New Roman" pitchFamily="18" charset="0"/>
              </a:rPr>
              <a:t>一、操作数类型</a:t>
            </a:r>
          </a:p>
        </p:txBody>
      </p:sp>
      <p:sp>
        <p:nvSpPr>
          <p:cNvPr id="2" name="日期占位符 1">
            <a:extLst>
              <a:ext uri="{FF2B5EF4-FFF2-40B4-BE49-F238E27FC236}">
                <a16:creationId xmlns:a16="http://schemas.microsoft.com/office/drawing/2014/main" id="{543D3441-7747-1BB2-A680-E26885C675D0}"/>
              </a:ext>
            </a:extLst>
          </p:cNvPr>
          <p:cNvSpPr>
            <a:spLocks noGrp="1"/>
          </p:cNvSpPr>
          <p:nvPr>
            <p:ph type="dt" sz="half" idx="10"/>
          </p:nvPr>
        </p:nvSpPr>
        <p:spPr/>
        <p:txBody>
          <a:bodyPr/>
          <a:lstStyle/>
          <a:p>
            <a:pPr>
              <a:defRPr/>
            </a:pPr>
            <a:fld id="{1E316028-79D7-4140-8E65-3A6DDF16FB19}" type="datetime1">
              <a:rPr lang="zh-CN" altLang="en-US" smtClean="0"/>
              <a:t>2025/9/18</a:t>
            </a:fld>
            <a:endParaRPr lang="en-US" altLang="zh-CN"/>
          </a:p>
        </p:txBody>
      </p:sp>
      <p:sp>
        <p:nvSpPr>
          <p:cNvPr id="3" name="页脚占位符 2">
            <a:extLst>
              <a:ext uri="{FF2B5EF4-FFF2-40B4-BE49-F238E27FC236}">
                <a16:creationId xmlns:a16="http://schemas.microsoft.com/office/drawing/2014/main" id="{DA84EF89-D642-973D-A468-9243A7ED9216}"/>
              </a:ext>
            </a:extLst>
          </p:cNvPr>
          <p:cNvSpPr>
            <a:spLocks noGrp="1"/>
          </p:cNvSpPr>
          <p:nvPr>
            <p:ph type="ftr" sz="quarter" idx="11"/>
          </p:nvPr>
        </p:nvSpPr>
        <p:spPr/>
        <p:txBody>
          <a:body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4" name="灯片编号占位符 3">
            <a:extLst>
              <a:ext uri="{FF2B5EF4-FFF2-40B4-BE49-F238E27FC236}">
                <a16:creationId xmlns:a16="http://schemas.microsoft.com/office/drawing/2014/main" id="{A3B07E09-6A74-E1AE-0A87-9ED1B31EB9B7}"/>
              </a:ext>
            </a:extLst>
          </p:cNvPr>
          <p:cNvSpPr>
            <a:spLocks noGrp="1"/>
          </p:cNvSpPr>
          <p:nvPr>
            <p:ph type="sldNum" sz="quarter" idx="12"/>
          </p:nvPr>
        </p:nvSpPr>
        <p:spPr/>
        <p:txBody>
          <a:bodyPr/>
          <a:lstStyle/>
          <a:p>
            <a:pPr>
              <a:defRPr/>
            </a:pPr>
            <a:fld id="{8BCAC33D-D29A-48B3-BCD6-381D3D720D26}" type="slidenum">
              <a:rPr lang="zh-CN" altLang="en-US" smtClean="0"/>
              <a:t>32</a:t>
            </a:fld>
            <a:endParaRPr lang="en-US" altLang="zh-CN"/>
          </a:p>
        </p:txBody>
      </p:sp>
    </p:spTree>
    <p:extLst>
      <p:ext uri="{BB962C8B-B14F-4D97-AF65-F5344CB8AC3E}">
        <p14:creationId xmlns:p14="http://schemas.microsoft.com/office/powerpoint/2010/main" val="3891747021"/>
      </p:ext>
    </p:extLst>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8"/>
          <p:cNvSpPr>
            <a:spLocks noGrp="1" noChangeArrowheads="1"/>
          </p:cNvSpPr>
          <p:nvPr>
            <p:ph type="body" sz="half" idx="1"/>
          </p:nvPr>
        </p:nvSpPr>
        <p:spPr>
          <a:xfrm>
            <a:off x="539750" y="1125538"/>
            <a:ext cx="8001000" cy="1211262"/>
          </a:xfrm>
        </p:spPr>
        <p:txBody>
          <a:bodyPr/>
          <a:lstStyle/>
          <a:p>
            <a:pPr eaLnBrk="1" hangingPunct="1">
              <a:lnSpc>
                <a:spcPct val="160000"/>
              </a:lnSpc>
            </a:pPr>
            <a:r>
              <a:rPr lang="zh-CN" altLang="en-US" sz="2600" b="1"/>
              <a:t>一般的操作数类型大小选择主要有：字节、半字（</a:t>
            </a:r>
            <a:r>
              <a:rPr lang="en-US" altLang="zh-CN" sz="2600" b="1"/>
              <a:t>16</a:t>
            </a:r>
            <a:r>
              <a:rPr lang="zh-CN" altLang="en-US" sz="2600" b="1"/>
              <a:t>位）、单字（</a:t>
            </a:r>
            <a:r>
              <a:rPr lang="en-US" altLang="zh-CN" sz="2600" b="1"/>
              <a:t>32</a:t>
            </a:r>
            <a:r>
              <a:rPr lang="zh-CN" altLang="en-US" sz="2600" b="1"/>
              <a:t>位）、和双字（</a:t>
            </a:r>
            <a:r>
              <a:rPr lang="en-US" altLang="zh-CN" sz="2600" b="1"/>
              <a:t>64</a:t>
            </a:r>
            <a:r>
              <a:rPr lang="zh-CN" altLang="en-US" sz="2600" b="1"/>
              <a:t>位）。</a:t>
            </a:r>
          </a:p>
        </p:txBody>
      </p:sp>
      <p:graphicFrame>
        <p:nvGraphicFramePr>
          <p:cNvPr id="22531" name="Object 9"/>
          <p:cNvGraphicFramePr>
            <a:graphicFrameLocks noGrp="1" noChangeAspect="1"/>
          </p:cNvGraphicFramePr>
          <p:nvPr>
            <p:ph sz="half" idx="2"/>
          </p:nvPr>
        </p:nvGraphicFramePr>
        <p:xfrm>
          <a:off x="690563" y="2565400"/>
          <a:ext cx="7626350" cy="3375025"/>
        </p:xfrm>
        <a:graphic>
          <a:graphicData uri="http://schemas.openxmlformats.org/presentationml/2006/ole">
            <mc:AlternateContent xmlns:mc="http://schemas.openxmlformats.org/markup-compatibility/2006">
              <mc:Choice xmlns:v="urn:schemas-microsoft-com:vml" Requires="v">
                <p:oleObj name="图表" r:id="rId3" imgW="11792102" imgH="5219700" progId="MSGraph.Chart.8">
                  <p:embed/>
                </p:oleObj>
              </mc:Choice>
              <mc:Fallback>
                <p:oleObj name="图表" r:id="rId3" imgW="11792102" imgH="5219700" progId="MSGraph.Chart.8">
                  <p:embed/>
                  <p:pic>
                    <p:nvPicPr>
                      <p:cNvPr id="22531"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0563" y="2565400"/>
                        <a:ext cx="7626350" cy="337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Text Box 3"/>
          <p:cNvSpPr txBox="1">
            <a:spLocks noChangeArrowheads="1"/>
          </p:cNvSpPr>
          <p:nvPr/>
        </p:nvSpPr>
        <p:spPr bwMode="auto">
          <a:xfrm>
            <a:off x="315913" y="476250"/>
            <a:ext cx="306846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00" b="1">
                <a:solidFill>
                  <a:schemeClr val="tx1"/>
                </a:solidFill>
                <a:latin typeface="宋体" charset="-122"/>
                <a:ea typeface="宋体" charset="-122"/>
              </a:defRPr>
            </a:lvl1pPr>
            <a:lvl2pPr marL="742950" indent="-285750" eaLnBrk="0" hangingPunct="0">
              <a:defRPr kumimoji="1" sz="800" b="1">
                <a:solidFill>
                  <a:schemeClr val="tx1"/>
                </a:solidFill>
                <a:latin typeface="宋体" charset="-122"/>
                <a:ea typeface="宋体" charset="-122"/>
              </a:defRPr>
            </a:lvl2pPr>
            <a:lvl3pPr marL="1143000" indent="-228600" eaLnBrk="0" hangingPunct="0">
              <a:defRPr kumimoji="1" sz="800" b="1">
                <a:solidFill>
                  <a:schemeClr val="tx1"/>
                </a:solidFill>
                <a:latin typeface="宋体" charset="-122"/>
                <a:ea typeface="宋体" charset="-122"/>
              </a:defRPr>
            </a:lvl3pPr>
            <a:lvl4pPr marL="1600200" indent="-228600" eaLnBrk="0" hangingPunct="0">
              <a:defRPr kumimoji="1" sz="800" b="1">
                <a:solidFill>
                  <a:schemeClr val="tx1"/>
                </a:solidFill>
                <a:latin typeface="宋体" charset="-122"/>
                <a:ea typeface="宋体" charset="-122"/>
              </a:defRPr>
            </a:lvl4pPr>
            <a:lvl5pPr marL="2057400" indent="-228600" eaLnBrk="0" hangingPunct="0">
              <a:defRPr kumimoji="1" sz="800" b="1">
                <a:solidFill>
                  <a:schemeClr val="tx1"/>
                </a:solidFill>
                <a:latin typeface="宋体" charset="-122"/>
                <a:ea typeface="宋体" charset="-122"/>
              </a:defRPr>
            </a:lvl5pPr>
            <a:lvl6pPr marL="2514600" indent="-228600" eaLnBrk="0" fontAlgn="base" hangingPunct="0">
              <a:spcBef>
                <a:spcPct val="0"/>
              </a:spcBef>
              <a:spcAft>
                <a:spcPct val="0"/>
              </a:spcAft>
              <a:defRPr kumimoji="1" sz="800" b="1">
                <a:solidFill>
                  <a:schemeClr val="tx1"/>
                </a:solidFill>
                <a:latin typeface="宋体" charset="-122"/>
                <a:ea typeface="宋体" charset="-122"/>
              </a:defRPr>
            </a:lvl6pPr>
            <a:lvl7pPr marL="2971800" indent="-228600" eaLnBrk="0" fontAlgn="base" hangingPunct="0">
              <a:spcBef>
                <a:spcPct val="0"/>
              </a:spcBef>
              <a:spcAft>
                <a:spcPct val="0"/>
              </a:spcAft>
              <a:defRPr kumimoji="1" sz="800" b="1">
                <a:solidFill>
                  <a:schemeClr val="tx1"/>
                </a:solidFill>
                <a:latin typeface="宋体" charset="-122"/>
                <a:ea typeface="宋体" charset="-122"/>
              </a:defRPr>
            </a:lvl7pPr>
            <a:lvl8pPr marL="3429000" indent="-228600" eaLnBrk="0" fontAlgn="base" hangingPunct="0">
              <a:spcBef>
                <a:spcPct val="0"/>
              </a:spcBef>
              <a:spcAft>
                <a:spcPct val="0"/>
              </a:spcAft>
              <a:defRPr kumimoji="1" sz="800" b="1">
                <a:solidFill>
                  <a:schemeClr val="tx1"/>
                </a:solidFill>
                <a:latin typeface="宋体" charset="-122"/>
                <a:ea typeface="宋体" charset="-122"/>
              </a:defRPr>
            </a:lvl8pPr>
            <a:lvl9pPr marL="3886200" indent="-22860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r>
              <a:rPr lang="zh-CN" altLang="en-US" sz="3200" dirty="0">
                <a:latin typeface="Times New Roman" pitchFamily="18" charset="0"/>
              </a:rPr>
              <a:t>二、操作数大小</a:t>
            </a:r>
          </a:p>
        </p:txBody>
      </p:sp>
      <p:sp>
        <p:nvSpPr>
          <p:cNvPr id="2" name="日期占位符 1">
            <a:extLst>
              <a:ext uri="{FF2B5EF4-FFF2-40B4-BE49-F238E27FC236}">
                <a16:creationId xmlns:a16="http://schemas.microsoft.com/office/drawing/2014/main" id="{A135BF08-861F-04FE-28B4-68EC524DE275}"/>
              </a:ext>
            </a:extLst>
          </p:cNvPr>
          <p:cNvSpPr txBox="1">
            <a:spLocks/>
          </p:cNvSpPr>
          <p:nvPr/>
        </p:nvSpPr>
        <p:spPr>
          <a:xfrm>
            <a:off x="457200" y="6356350"/>
            <a:ext cx="2133600" cy="365125"/>
          </a:xfrm>
          <a:prstGeom prst="rect">
            <a:avLst/>
          </a:prstGeom>
        </p:spPr>
        <p:txBody>
          <a:bodyPr/>
          <a:lstStyle>
            <a:defPPr>
              <a:defRPr lang="en-US"/>
            </a:defPPr>
            <a:lvl1pPr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9pPr>
          </a:lstStyle>
          <a:p>
            <a:pPr>
              <a:defRPr/>
            </a:pPr>
            <a:fld id="{91C201F2-917B-483E-AFB3-50A3C86654E9}" type="datetime1">
              <a:rPr lang="zh-CN" altLang="en-US" smtClean="0"/>
              <a:pPr>
                <a:defRPr/>
              </a:pPr>
              <a:t>2025/9/18</a:t>
            </a:fld>
            <a:endParaRPr lang="en-US" altLang="zh-CN"/>
          </a:p>
        </p:txBody>
      </p:sp>
      <p:sp>
        <p:nvSpPr>
          <p:cNvPr id="3" name="页脚占位符 2">
            <a:extLst>
              <a:ext uri="{FF2B5EF4-FFF2-40B4-BE49-F238E27FC236}">
                <a16:creationId xmlns:a16="http://schemas.microsoft.com/office/drawing/2014/main" id="{7335CC4C-4DBD-539D-5849-FAD54EF9B472}"/>
              </a:ext>
            </a:extLst>
          </p:cNvPr>
          <p:cNvSpPr txBox="1">
            <a:spLocks/>
          </p:cNvSpPr>
          <p:nvPr/>
        </p:nvSpPr>
        <p:spPr>
          <a:xfrm>
            <a:off x="3124200" y="6356350"/>
            <a:ext cx="2895600" cy="365125"/>
          </a:xfrm>
          <a:prstGeom prst="rect">
            <a:avLst/>
          </a:prstGeom>
        </p:spPr>
        <p:txBody>
          <a:bodyPr/>
          <a:lstStyle>
            <a:defPPr>
              <a:defRPr lang="en-US"/>
            </a:defPPr>
            <a:lvl1pPr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9p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4" name="灯片编号占位符 3">
            <a:extLst>
              <a:ext uri="{FF2B5EF4-FFF2-40B4-BE49-F238E27FC236}">
                <a16:creationId xmlns:a16="http://schemas.microsoft.com/office/drawing/2014/main" id="{A7614E1A-0DDF-23D1-D132-500B0E7E10AD}"/>
              </a:ext>
            </a:extLst>
          </p:cNvPr>
          <p:cNvSpPr txBox="1">
            <a:spLocks/>
          </p:cNvSpPr>
          <p:nvPr/>
        </p:nvSpPr>
        <p:spPr>
          <a:xfrm>
            <a:off x="6553200" y="6356350"/>
            <a:ext cx="2133600" cy="365125"/>
          </a:xfrm>
          <a:prstGeom prst="rect">
            <a:avLst/>
          </a:prstGeom>
        </p:spPr>
        <p:txBody>
          <a:bodyPr/>
          <a:lstStyle>
            <a:defPPr>
              <a:defRPr lang="en-US"/>
            </a:defPPr>
            <a:lvl1pPr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9pPr>
          </a:lstStyle>
          <a:p>
            <a:pPr>
              <a:defRPr/>
            </a:pPr>
            <a:fld id="{8BCAC33D-D29A-48B3-BCD6-381D3D720D26}" type="slidenum">
              <a:rPr lang="zh-CN" altLang="en-US" smtClean="0"/>
              <a:pPr>
                <a:defRPr/>
              </a:pPr>
              <a:t>33</a:t>
            </a:fld>
            <a:endParaRPr lang="en-US" altLang="zh-CN"/>
          </a:p>
        </p:txBody>
      </p:sp>
    </p:spTree>
    <p:extLst>
      <p:ext uri="{BB962C8B-B14F-4D97-AF65-F5344CB8AC3E}">
        <p14:creationId xmlns:p14="http://schemas.microsoft.com/office/powerpoint/2010/main" val="3482494056"/>
      </p:ext>
    </p:extLst>
  </p:cSld>
  <p:clrMapOvr>
    <a:masterClrMapping/>
  </p:clrMapOvr>
  <p:transition>
    <p:pull dir="rd"/>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539750" y="44450"/>
            <a:ext cx="7772400" cy="1143000"/>
          </a:xfrm>
        </p:spPr>
        <p:txBody>
          <a:bodyPr/>
          <a:lstStyle/>
          <a:p>
            <a:pPr eaLnBrk="1" hangingPunct="1">
              <a:defRPr/>
            </a:pPr>
            <a:r>
              <a:rPr lang="zh-CN" altLang="en-US" b="1" dirty="0"/>
              <a:t>第</a:t>
            </a:r>
            <a:r>
              <a:rPr kumimoji="1" lang="en-US" altLang="zh-CN" b="1" dirty="0">
                <a:latin typeface="Times New Roman" pitchFamily="18" charset="0"/>
                <a:cs typeface="+mn-cs"/>
              </a:rPr>
              <a:t>2</a:t>
            </a:r>
            <a:r>
              <a:rPr lang="zh-CN" altLang="en-US" b="1" dirty="0"/>
              <a:t>章   指 令 系 统</a:t>
            </a:r>
          </a:p>
        </p:txBody>
      </p:sp>
      <p:grpSp>
        <p:nvGrpSpPr>
          <p:cNvPr id="6147" name="Group 3"/>
          <p:cNvGrpSpPr>
            <a:grpSpLocks/>
          </p:cNvGrpSpPr>
          <p:nvPr/>
        </p:nvGrpSpPr>
        <p:grpSpPr bwMode="auto">
          <a:xfrm>
            <a:off x="2151961" y="1437839"/>
            <a:ext cx="4630738" cy="4007385"/>
            <a:chOff x="434" y="1127"/>
            <a:chExt cx="2917" cy="2192"/>
          </a:xfrm>
        </p:grpSpPr>
        <p:sp>
          <p:nvSpPr>
            <p:cNvPr id="6149" name="Text Box 4"/>
            <p:cNvSpPr txBox="1">
              <a:spLocks noChangeArrowheads="1"/>
            </p:cNvSpPr>
            <p:nvPr/>
          </p:nvSpPr>
          <p:spPr bwMode="auto">
            <a:xfrm>
              <a:off x="439" y="1127"/>
              <a:ext cx="1875"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00" b="1">
                  <a:solidFill>
                    <a:schemeClr val="tx1"/>
                  </a:solidFill>
                  <a:latin typeface="宋体" charset="-122"/>
                  <a:ea typeface="宋体" charset="-122"/>
                </a:defRPr>
              </a:lvl1pPr>
              <a:lvl2pPr marL="742950" indent="-285750" eaLnBrk="0" hangingPunct="0">
                <a:defRPr kumimoji="1" sz="800" b="1">
                  <a:solidFill>
                    <a:schemeClr val="tx1"/>
                  </a:solidFill>
                  <a:latin typeface="宋体" charset="-122"/>
                  <a:ea typeface="宋体" charset="-122"/>
                </a:defRPr>
              </a:lvl2pPr>
              <a:lvl3pPr marL="1143000" indent="-228600" eaLnBrk="0" hangingPunct="0">
                <a:defRPr kumimoji="1" sz="800" b="1">
                  <a:solidFill>
                    <a:schemeClr val="tx1"/>
                  </a:solidFill>
                  <a:latin typeface="宋体" charset="-122"/>
                  <a:ea typeface="宋体" charset="-122"/>
                </a:defRPr>
              </a:lvl3pPr>
              <a:lvl4pPr marL="1600200" indent="-228600" eaLnBrk="0" hangingPunct="0">
                <a:defRPr kumimoji="1" sz="800" b="1">
                  <a:solidFill>
                    <a:schemeClr val="tx1"/>
                  </a:solidFill>
                  <a:latin typeface="宋体" charset="-122"/>
                  <a:ea typeface="宋体" charset="-122"/>
                </a:defRPr>
              </a:lvl4pPr>
              <a:lvl5pPr marL="2057400" indent="-228600" eaLnBrk="0" hangingPunct="0">
                <a:defRPr kumimoji="1" sz="800" b="1">
                  <a:solidFill>
                    <a:schemeClr val="tx1"/>
                  </a:solidFill>
                  <a:latin typeface="宋体" charset="-122"/>
                  <a:ea typeface="宋体" charset="-122"/>
                </a:defRPr>
              </a:lvl5pPr>
              <a:lvl6pPr marL="2514600" indent="-228600" eaLnBrk="0" fontAlgn="base" hangingPunct="0">
                <a:spcBef>
                  <a:spcPct val="0"/>
                </a:spcBef>
                <a:spcAft>
                  <a:spcPct val="0"/>
                </a:spcAft>
                <a:defRPr kumimoji="1" sz="800" b="1">
                  <a:solidFill>
                    <a:schemeClr val="tx1"/>
                  </a:solidFill>
                  <a:latin typeface="宋体" charset="-122"/>
                  <a:ea typeface="宋体" charset="-122"/>
                </a:defRPr>
              </a:lvl6pPr>
              <a:lvl7pPr marL="2971800" indent="-228600" eaLnBrk="0" fontAlgn="base" hangingPunct="0">
                <a:spcBef>
                  <a:spcPct val="0"/>
                </a:spcBef>
                <a:spcAft>
                  <a:spcPct val="0"/>
                </a:spcAft>
                <a:defRPr kumimoji="1" sz="800" b="1">
                  <a:solidFill>
                    <a:schemeClr val="tx1"/>
                  </a:solidFill>
                  <a:latin typeface="宋体" charset="-122"/>
                  <a:ea typeface="宋体" charset="-122"/>
                </a:defRPr>
              </a:lvl7pPr>
              <a:lvl8pPr marL="3429000" indent="-228600" eaLnBrk="0" fontAlgn="base" hangingPunct="0">
                <a:spcBef>
                  <a:spcPct val="0"/>
                </a:spcBef>
                <a:spcAft>
                  <a:spcPct val="0"/>
                </a:spcAft>
                <a:defRPr kumimoji="1" sz="800" b="1">
                  <a:solidFill>
                    <a:schemeClr val="tx1"/>
                  </a:solidFill>
                  <a:latin typeface="宋体" charset="-122"/>
                  <a:ea typeface="宋体" charset="-122"/>
                </a:defRPr>
              </a:lvl8pPr>
              <a:lvl9pPr marL="3886200" indent="-22860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r>
                <a:rPr lang="en-US" altLang="zh-CN" sz="2800" dirty="0">
                  <a:latin typeface="Times New Roman" pitchFamily="18" charset="0"/>
                </a:rPr>
                <a:t>2</a:t>
              </a:r>
              <a:r>
                <a:rPr lang="zh-CN" altLang="en-US" sz="2800" dirty="0">
                  <a:latin typeface="Times New Roman" pitchFamily="18" charset="0"/>
                </a:rPr>
                <a:t>.1 指令系统概述 </a:t>
              </a:r>
            </a:p>
          </p:txBody>
        </p:sp>
        <p:sp>
          <p:nvSpPr>
            <p:cNvPr id="6150" name="Text Box 5"/>
            <p:cNvSpPr txBox="1">
              <a:spLocks noChangeArrowheads="1"/>
            </p:cNvSpPr>
            <p:nvPr/>
          </p:nvSpPr>
          <p:spPr bwMode="auto">
            <a:xfrm>
              <a:off x="447" y="1472"/>
              <a:ext cx="2904"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eaLnBrk="1" hangingPunct="1">
                <a:defRPr sz="2800">
                  <a:latin typeface="Times New Roman" pitchFamily="18" charset="0"/>
                  <a:ea typeface="宋体" charset="-122"/>
                </a:defRPr>
              </a:lvl1pPr>
              <a:lvl2pPr marL="742950" indent="-285750" eaLnBrk="0" hangingPunct="0">
                <a:defRPr>
                  <a:latin typeface="宋体" charset="-122"/>
                  <a:ea typeface="宋体" charset="-122"/>
                </a:defRPr>
              </a:lvl2pPr>
              <a:lvl3pPr marL="1143000" indent="-228600" eaLnBrk="0" hangingPunct="0">
                <a:defRPr>
                  <a:latin typeface="宋体" charset="-122"/>
                  <a:ea typeface="宋体" charset="-122"/>
                </a:defRPr>
              </a:lvl3pPr>
              <a:lvl4pPr marL="1600200" indent="-228600" eaLnBrk="0" hangingPunct="0">
                <a:defRPr>
                  <a:latin typeface="宋体" charset="-122"/>
                  <a:ea typeface="宋体" charset="-122"/>
                </a:defRPr>
              </a:lvl4pPr>
              <a:lvl5pPr marL="2057400" indent="-228600" eaLnBrk="0" hangingPunct="0">
                <a:defRPr>
                  <a:latin typeface="宋体" charset="-122"/>
                  <a:ea typeface="宋体" charset="-122"/>
                </a:defRPr>
              </a:lvl5pPr>
              <a:lvl6pPr marL="2514600" indent="-228600" eaLnBrk="0" fontAlgn="base" hangingPunct="0">
                <a:spcBef>
                  <a:spcPct val="0"/>
                </a:spcBef>
                <a:spcAft>
                  <a:spcPct val="0"/>
                </a:spcAft>
                <a:defRPr>
                  <a:latin typeface="宋体" charset="-122"/>
                  <a:ea typeface="宋体" charset="-122"/>
                </a:defRPr>
              </a:lvl6pPr>
              <a:lvl7pPr marL="2971800" indent="-228600" eaLnBrk="0" fontAlgn="base" hangingPunct="0">
                <a:spcBef>
                  <a:spcPct val="0"/>
                </a:spcBef>
                <a:spcAft>
                  <a:spcPct val="0"/>
                </a:spcAft>
                <a:defRPr>
                  <a:latin typeface="宋体" charset="-122"/>
                  <a:ea typeface="宋体" charset="-122"/>
                </a:defRPr>
              </a:lvl7pPr>
              <a:lvl8pPr marL="3429000" indent="-228600" eaLnBrk="0" fontAlgn="base" hangingPunct="0">
                <a:spcBef>
                  <a:spcPct val="0"/>
                </a:spcBef>
                <a:spcAft>
                  <a:spcPct val="0"/>
                </a:spcAft>
                <a:defRPr>
                  <a:latin typeface="宋体" charset="-122"/>
                  <a:ea typeface="宋体" charset="-122"/>
                </a:defRPr>
              </a:lvl8pPr>
              <a:lvl9pPr marL="3886200" indent="-228600" eaLnBrk="0" fontAlgn="base" hangingPunct="0">
                <a:spcBef>
                  <a:spcPct val="0"/>
                </a:spcBef>
                <a:spcAft>
                  <a:spcPct val="0"/>
                </a:spcAft>
                <a:defRPr>
                  <a:latin typeface="宋体" charset="-122"/>
                  <a:ea typeface="宋体" charset="-122"/>
                </a:defRPr>
              </a:lvl9pPr>
            </a:lstStyle>
            <a:p>
              <a:r>
                <a:rPr lang="en-US" altLang="zh-CN" dirty="0"/>
                <a:t>2</a:t>
              </a:r>
              <a:r>
                <a:rPr lang="zh-CN" altLang="en-US" dirty="0"/>
                <a:t>.2 指令系统结构的分类</a:t>
              </a:r>
            </a:p>
          </p:txBody>
        </p:sp>
        <p:sp>
          <p:nvSpPr>
            <p:cNvPr id="6151" name="Text Box 6"/>
            <p:cNvSpPr txBox="1">
              <a:spLocks noChangeArrowheads="1"/>
            </p:cNvSpPr>
            <p:nvPr/>
          </p:nvSpPr>
          <p:spPr bwMode="auto">
            <a:xfrm>
              <a:off x="447" y="1763"/>
              <a:ext cx="1477"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00" b="1">
                  <a:solidFill>
                    <a:schemeClr val="tx1"/>
                  </a:solidFill>
                  <a:latin typeface="宋体" charset="-122"/>
                  <a:ea typeface="宋体" charset="-122"/>
                </a:defRPr>
              </a:lvl1pPr>
              <a:lvl2pPr marL="742950" indent="-285750" eaLnBrk="0" hangingPunct="0">
                <a:defRPr kumimoji="1" sz="800" b="1">
                  <a:solidFill>
                    <a:schemeClr val="tx1"/>
                  </a:solidFill>
                  <a:latin typeface="宋体" charset="-122"/>
                  <a:ea typeface="宋体" charset="-122"/>
                </a:defRPr>
              </a:lvl2pPr>
              <a:lvl3pPr marL="1143000" indent="-228600" eaLnBrk="0" hangingPunct="0">
                <a:defRPr kumimoji="1" sz="800" b="1">
                  <a:solidFill>
                    <a:schemeClr val="tx1"/>
                  </a:solidFill>
                  <a:latin typeface="宋体" charset="-122"/>
                  <a:ea typeface="宋体" charset="-122"/>
                </a:defRPr>
              </a:lvl3pPr>
              <a:lvl4pPr marL="1600200" indent="-228600" eaLnBrk="0" hangingPunct="0">
                <a:defRPr kumimoji="1" sz="800" b="1">
                  <a:solidFill>
                    <a:schemeClr val="tx1"/>
                  </a:solidFill>
                  <a:latin typeface="宋体" charset="-122"/>
                  <a:ea typeface="宋体" charset="-122"/>
                </a:defRPr>
              </a:lvl4pPr>
              <a:lvl5pPr marL="2057400" indent="-228600" eaLnBrk="0" hangingPunct="0">
                <a:defRPr kumimoji="1" sz="800" b="1">
                  <a:solidFill>
                    <a:schemeClr val="tx1"/>
                  </a:solidFill>
                  <a:latin typeface="宋体" charset="-122"/>
                  <a:ea typeface="宋体" charset="-122"/>
                </a:defRPr>
              </a:lvl5pPr>
              <a:lvl6pPr marL="2514600" indent="-228600" eaLnBrk="0" fontAlgn="base" hangingPunct="0">
                <a:spcBef>
                  <a:spcPct val="0"/>
                </a:spcBef>
                <a:spcAft>
                  <a:spcPct val="0"/>
                </a:spcAft>
                <a:defRPr kumimoji="1" sz="800" b="1">
                  <a:solidFill>
                    <a:schemeClr val="tx1"/>
                  </a:solidFill>
                  <a:latin typeface="宋体" charset="-122"/>
                  <a:ea typeface="宋体" charset="-122"/>
                </a:defRPr>
              </a:lvl6pPr>
              <a:lvl7pPr marL="2971800" indent="-228600" eaLnBrk="0" fontAlgn="base" hangingPunct="0">
                <a:spcBef>
                  <a:spcPct val="0"/>
                </a:spcBef>
                <a:spcAft>
                  <a:spcPct val="0"/>
                </a:spcAft>
                <a:defRPr kumimoji="1" sz="800" b="1">
                  <a:solidFill>
                    <a:schemeClr val="tx1"/>
                  </a:solidFill>
                  <a:latin typeface="宋体" charset="-122"/>
                  <a:ea typeface="宋体" charset="-122"/>
                </a:defRPr>
              </a:lvl7pPr>
              <a:lvl8pPr marL="3429000" indent="-228600" eaLnBrk="0" fontAlgn="base" hangingPunct="0">
                <a:spcBef>
                  <a:spcPct val="0"/>
                </a:spcBef>
                <a:spcAft>
                  <a:spcPct val="0"/>
                </a:spcAft>
                <a:defRPr kumimoji="1" sz="800" b="1">
                  <a:solidFill>
                    <a:schemeClr val="tx1"/>
                  </a:solidFill>
                  <a:latin typeface="宋体" charset="-122"/>
                  <a:ea typeface="宋体" charset="-122"/>
                </a:defRPr>
              </a:lvl8pPr>
              <a:lvl9pPr marL="3886200" indent="-22860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r>
                <a:rPr lang="en-US" altLang="zh-CN" sz="2800" dirty="0">
                  <a:latin typeface="Times New Roman" pitchFamily="18" charset="0"/>
                </a:rPr>
                <a:t>2</a:t>
              </a:r>
              <a:r>
                <a:rPr lang="zh-CN" altLang="en-US" sz="2800" dirty="0">
                  <a:latin typeface="Times New Roman" pitchFamily="18" charset="0"/>
                </a:rPr>
                <a:t>.3</a:t>
              </a:r>
              <a:r>
                <a:rPr lang="zh-CN" altLang="en-US" sz="3200" dirty="0">
                  <a:latin typeface="Times New Roman" pitchFamily="18" charset="0"/>
                </a:rPr>
                <a:t> </a:t>
              </a:r>
              <a:r>
                <a:rPr lang="zh-CN" altLang="en-US" sz="2800" dirty="0">
                  <a:latin typeface="Times New Roman" pitchFamily="18" charset="0"/>
                </a:rPr>
                <a:t>寻址方式</a:t>
              </a:r>
              <a:r>
                <a:rPr lang="zh-CN" altLang="en-US" sz="3200" dirty="0">
                  <a:latin typeface="Times New Roman" pitchFamily="18" charset="0"/>
                </a:rPr>
                <a:t> </a:t>
              </a:r>
            </a:p>
          </p:txBody>
        </p:sp>
        <p:sp>
          <p:nvSpPr>
            <p:cNvPr id="6152" name="Text Box 7"/>
            <p:cNvSpPr txBox="1">
              <a:spLocks noChangeArrowheads="1"/>
            </p:cNvSpPr>
            <p:nvPr/>
          </p:nvSpPr>
          <p:spPr bwMode="auto">
            <a:xfrm>
              <a:off x="447" y="2395"/>
              <a:ext cx="2728"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00" b="1">
                  <a:solidFill>
                    <a:schemeClr val="tx1"/>
                  </a:solidFill>
                  <a:latin typeface="宋体" charset="-122"/>
                  <a:ea typeface="宋体" charset="-122"/>
                </a:defRPr>
              </a:lvl1pPr>
              <a:lvl2pPr marL="742950" indent="-285750" eaLnBrk="0" hangingPunct="0">
                <a:defRPr kumimoji="1" sz="800" b="1">
                  <a:solidFill>
                    <a:schemeClr val="tx1"/>
                  </a:solidFill>
                  <a:latin typeface="宋体" charset="-122"/>
                  <a:ea typeface="宋体" charset="-122"/>
                </a:defRPr>
              </a:lvl2pPr>
              <a:lvl3pPr marL="1143000" indent="-228600" eaLnBrk="0" hangingPunct="0">
                <a:defRPr kumimoji="1" sz="800" b="1">
                  <a:solidFill>
                    <a:schemeClr val="tx1"/>
                  </a:solidFill>
                  <a:latin typeface="宋体" charset="-122"/>
                  <a:ea typeface="宋体" charset="-122"/>
                </a:defRPr>
              </a:lvl3pPr>
              <a:lvl4pPr marL="1600200" indent="-228600" eaLnBrk="0" hangingPunct="0">
                <a:defRPr kumimoji="1" sz="800" b="1">
                  <a:solidFill>
                    <a:schemeClr val="tx1"/>
                  </a:solidFill>
                  <a:latin typeface="宋体" charset="-122"/>
                  <a:ea typeface="宋体" charset="-122"/>
                </a:defRPr>
              </a:lvl4pPr>
              <a:lvl5pPr marL="2057400" indent="-228600" eaLnBrk="0" hangingPunct="0">
                <a:defRPr kumimoji="1" sz="800" b="1">
                  <a:solidFill>
                    <a:schemeClr val="tx1"/>
                  </a:solidFill>
                  <a:latin typeface="宋体" charset="-122"/>
                  <a:ea typeface="宋体" charset="-122"/>
                </a:defRPr>
              </a:lvl5pPr>
              <a:lvl6pPr marL="2514600" indent="-228600" eaLnBrk="0" fontAlgn="base" hangingPunct="0">
                <a:spcBef>
                  <a:spcPct val="0"/>
                </a:spcBef>
                <a:spcAft>
                  <a:spcPct val="0"/>
                </a:spcAft>
                <a:defRPr kumimoji="1" sz="800" b="1">
                  <a:solidFill>
                    <a:schemeClr val="tx1"/>
                  </a:solidFill>
                  <a:latin typeface="宋体" charset="-122"/>
                  <a:ea typeface="宋体" charset="-122"/>
                </a:defRPr>
              </a:lvl6pPr>
              <a:lvl7pPr marL="2971800" indent="-228600" eaLnBrk="0" fontAlgn="base" hangingPunct="0">
                <a:spcBef>
                  <a:spcPct val="0"/>
                </a:spcBef>
                <a:spcAft>
                  <a:spcPct val="0"/>
                </a:spcAft>
                <a:defRPr kumimoji="1" sz="800" b="1">
                  <a:solidFill>
                    <a:schemeClr val="tx1"/>
                  </a:solidFill>
                  <a:latin typeface="宋体" charset="-122"/>
                  <a:ea typeface="宋体" charset="-122"/>
                </a:defRPr>
              </a:lvl7pPr>
              <a:lvl8pPr marL="3429000" indent="-228600" eaLnBrk="0" fontAlgn="base" hangingPunct="0">
                <a:spcBef>
                  <a:spcPct val="0"/>
                </a:spcBef>
                <a:spcAft>
                  <a:spcPct val="0"/>
                </a:spcAft>
                <a:defRPr kumimoji="1" sz="800" b="1">
                  <a:solidFill>
                    <a:schemeClr val="tx1"/>
                  </a:solidFill>
                  <a:latin typeface="宋体" charset="-122"/>
                  <a:ea typeface="宋体" charset="-122"/>
                </a:defRPr>
              </a:lvl8pPr>
              <a:lvl9pPr marL="3886200" indent="-22860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r>
                <a:rPr lang="en-US" altLang="zh-CN" sz="2800" u="sng" dirty="0">
                  <a:latin typeface="Times New Roman" pitchFamily="18" charset="0"/>
                </a:rPr>
                <a:t>2</a:t>
              </a:r>
              <a:r>
                <a:rPr lang="zh-CN" altLang="en-US" sz="2800" u="sng" dirty="0">
                  <a:latin typeface="Times New Roman" pitchFamily="18" charset="0"/>
                </a:rPr>
                <a:t>.</a:t>
              </a:r>
              <a:r>
                <a:rPr lang="en-US" altLang="zh-CN" sz="2800" u="sng" dirty="0">
                  <a:latin typeface="Times New Roman" pitchFamily="18" charset="0"/>
                </a:rPr>
                <a:t>5</a:t>
              </a:r>
              <a:r>
                <a:rPr lang="zh-CN" altLang="en-US" sz="2800" u="sng" dirty="0">
                  <a:latin typeface="Times New Roman" pitchFamily="18" charset="0"/>
                </a:rPr>
                <a:t> 指令系统的设计与优化</a:t>
              </a:r>
            </a:p>
          </p:txBody>
        </p:sp>
        <p:sp>
          <p:nvSpPr>
            <p:cNvPr id="6153" name="Text Box 8"/>
            <p:cNvSpPr txBox="1">
              <a:spLocks noChangeArrowheads="1"/>
            </p:cNvSpPr>
            <p:nvPr/>
          </p:nvSpPr>
          <p:spPr bwMode="auto">
            <a:xfrm>
              <a:off x="447" y="3036"/>
              <a:ext cx="1875"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00" b="1">
                  <a:solidFill>
                    <a:schemeClr val="tx1"/>
                  </a:solidFill>
                  <a:latin typeface="宋体" charset="-122"/>
                  <a:ea typeface="宋体" charset="-122"/>
                </a:defRPr>
              </a:lvl1pPr>
              <a:lvl2pPr marL="742950" indent="-285750" eaLnBrk="0" hangingPunct="0">
                <a:defRPr kumimoji="1" sz="800" b="1">
                  <a:solidFill>
                    <a:schemeClr val="tx1"/>
                  </a:solidFill>
                  <a:latin typeface="宋体" charset="-122"/>
                  <a:ea typeface="宋体" charset="-122"/>
                </a:defRPr>
              </a:lvl2pPr>
              <a:lvl3pPr marL="1143000" indent="-228600" eaLnBrk="0" hangingPunct="0">
                <a:defRPr kumimoji="1" sz="800" b="1">
                  <a:solidFill>
                    <a:schemeClr val="tx1"/>
                  </a:solidFill>
                  <a:latin typeface="宋体" charset="-122"/>
                  <a:ea typeface="宋体" charset="-122"/>
                </a:defRPr>
              </a:lvl3pPr>
              <a:lvl4pPr marL="1600200" indent="-228600" eaLnBrk="0" hangingPunct="0">
                <a:defRPr kumimoji="1" sz="800" b="1">
                  <a:solidFill>
                    <a:schemeClr val="tx1"/>
                  </a:solidFill>
                  <a:latin typeface="宋体" charset="-122"/>
                  <a:ea typeface="宋体" charset="-122"/>
                </a:defRPr>
              </a:lvl4pPr>
              <a:lvl5pPr marL="2057400" indent="-228600" eaLnBrk="0" hangingPunct="0">
                <a:defRPr kumimoji="1" sz="800" b="1">
                  <a:solidFill>
                    <a:schemeClr val="tx1"/>
                  </a:solidFill>
                  <a:latin typeface="宋体" charset="-122"/>
                  <a:ea typeface="宋体" charset="-122"/>
                </a:defRPr>
              </a:lvl5pPr>
              <a:lvl6pPr marL="2514600" indent="-228600" eaLnBrk="0" fontAlgn="base" hangingPunct="0">
                <a:spcBef>
                  <a:spcPct val="0"/>
                </a:spcBef>
                <a:spcAft>
                  <a:spcPct val="0"/>
                </a:spcAft>
                <a:defRPr kumimoji="1" sz="800" b="1">
                  <a:solidFill>
                    <a:schemeClr val="tx1"/>
                  </a:solidFill>
                  <a:latin typeface="宋体" charset="-122"/>
                  <a:ea typeface="宋体" charset="-122"/>
                </a:defRPr>
              </a:lvl6pPr>
              <a:lvl7pPr marL="2971800" indent="-228600" eaLnBrk="0" fontAlgn="base" hangingPunct="0">
                <a:spcBef>
                  <a:spcPct val="0"/>
                </a:spcBef>
                <a:spcAft>
                  <a:spcPct val="0"/>
                </a:spcAft>
                <a:defRPr kumimoji="1" sz="800" b="1">
                  <a:solidFill>
                    <a:schemeClr val="tx1"/>
                  </a:solidFill>
                  <a:latin typeface="宋体" charset="-122"/>
                  <a:ea typeface="宋体" charset="-122"/>
                </a:defRPr>
              </a:lvl7pPr>
              <a:lvl8pPr marL="3429000" indent="-228600" eaLnBrk="0" fontAlgn="base" hangingPunct="0">
                <a:spcBef>
                  <a:spcPct val="0"/>
                </a:spcBef>
                <a:spcAft>
                  <a:spcPct val="0"/>
                </a:spcAft>
                <a:defRPr kumimoji="1" sz="800" b="1">
                  <a:solidFill>
                    <a:schemeClr val="tx1"/>
                  </a:solidFill>
                  <a:latin typeface="宋体" charset="-122"/>
                  <a:ea typeface="宋体" charset="-122"/>
                </a:defRPr>
              </a:lvl8pPr>
              <a:lvl9pPr marL="3886200" indent="-22860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r>
                <a:rPr lang="en-US" altLang="zh-CN" sz="2800" dirty="0">
                  <a:latin typeface="Times New Roman" pitchFamily="18" charset="0"/>
                </a:rPr>
                <a:t>2</a:t>
              </a:r>
              <a:r>
                <a:rPr lang="zh-CN" altLang="en-US" sz="2800" dirty="0">
                  <a:latin typeface="Times New Roman" pitchFamily="18" charset="0"/>
                </a:rPr>
                <a:t>.</a:t>
              </a:r>
              <a:r>
                <a:rPr lang="en-US" altLang="zh-CN" sz="2800" dirty="0">
                  <a:latin typeface="Times New Roman" pitchFamily="18" charset="0"/>
                </a:rPr>
                <a:t>7</a:t>
              </a:r>
              <a:r>
                <a:rPr lang="zh-CN" altLang="en-US" sz="2800" dirty="0">
                  <a:latin typeface="Times New Roman" pitchFamily="18" charset="0"/>
                </a:rPr>
                <a:t> 指令格式举例 </a:t>
              </a:r>
            </a:p>
          </p:txBody>
        </p:sp>
        <p:sp>
          <p:nvSpPr>
            <p:cNvPr id="6154" name="Text Box 7"/>
            <p:cNvSpPr txBox="1">
              <a:spLocks noChangeArrowheads="1"/>
            </p:cNvSpPr>
            <p:nvPr/>
          </p:nvSpPr>
          <p:spPr bwMode="auto">
            <a:xfrm>
              <a:off x="434" y="2688"/>
              <a:ext cx="2728"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00" b="1">
                  <a:solidFill>
                    <a:schemeClr val="tx1"/>
                  </a:solidFill>
                  <a:latin typeface="宋体" charset="-122"/>
                  <a:ea typeface="宋体" charset="-122"/>
                </a:defRPr>
              </a:lvl1pPr>
              <a:lvl2pPr marL="742950" indent="-285750" eaLnBrk="0" hangingPunct="0">
                <a:defRPr kumimoji="1" sz="800" b="1">
                  <a:solidFill>
                    <a:schemeClr val="tx1"/>
                  </a:solidFill>
                  <a:latin typeface="宋体" charset="-122"/>
                  <a:ea typeface="宋体" charset="-122"/>
                </a:defRPr>
              </a:lvl2pPr>
              <a:lvl3pPr marL="1143000" indent="-228600" eaLnBrk="0" hangingPunct="0">
                <a:defRPr kumimoji="1" sz="800" b="1">
                  <a:solidFill>
                    <a:schemeClr val="tx1"/>
                  </a:solidFill>
                  <a:latin typeface="宋体" charset="-122"/>
                  <a:ea typeface="宋体" charset="-122"/>
                </a:defRPr>
              </a:lvl3pPr>
              <a:lvl4pPr marL="1600200" indent="-228600" eaLnBrk="0" hangingPunct="0">
                <a:defRPr kumimoji="1" sz="800" b="1">
                  <a:solidFill>
                    <a:schemeClr val="tx1"/>
                  </a:solidFill>
                  <a:latin typeface="宋体" charset="-122"/>
                  <a:ea typeface="宋体" charset="-122"/>
                </a:defRPr>
              </a:lvl4pPr>
              <a:lvl5pPr marL="2057400" indent="-228600" eaLnBrk="0" hangingPunct="0">
                <a:defRPr kumimoji="1" sz="800" b="1">
                  <a:solidFill>
                    <a:schemeClr val="tx1"/>
                  </a:solidFill>
                  <a:latin typeface="宋体" charset="-122"/>
                  <a:ea typeface="宋体" charset="-122"/>
                </a:defRPr>
              </a:lvl5pPr>
              <a:lvl6pPr marL="2514600" indent="-228600" eaLnBrk="0" fontAlgn="base" hangingPunct="0">
                <a:spcBef>
                  <a:spcPct val="0"/>
                </a:spcBef>
                <a:spcAft>
                  <a:spcPct val="0"/>
                </a:spcAft>
                <a:defRPr kumimoji="1" sz="800" b="1">
                  <a:solidFill>
                    <a:schemeClr val="tx1"/>
                  </a:solidFill>
                  <a:latin typeface="宋体" charset="-122"/>
                  <a:ea typeface="宋体" charset="-122"/>
                </a:defRPr>
              </a:lvl6pPr>
              <a:lvl7pPr marL="2971800" indent="-228600" eaLnBrk="0" fontAlgn="base" hangingPunct="0">
                <a:spcBef>
                  <a:spcPct val="0"/>
                </a:spcBef>
                <a:spcAft>
                  <a:spcPct val="0"/>
                </a:spcAft>
                <a:defRPr kumimoji="1" sz="800" b="1">
                  <a:solidFill>
                    <a:schemeClr val="tx1"/>
                  </a:solidFill>
                  <a:latin typeface="宋体" charset="-122"/>
                  <a:ea typeface="宋体" charset="-122"/>
                </a:defRPr>
              </a:lvl7pPr>
              <a:lvl8pPr marL="3429000" indent="-228600" eaLnBrk="0" fontAlgn="base" hangingPunct="0">
                <a:spcBef>
                  <a:spcPct val="0"/>
                </a:spcBef>
                <a:spcAft>
                  <a:spcPct val="0"/>
                </a:spcAft>
                <a:defRPr kumimoji="1" sz="800" b="1">
                  <a:solidFill>
                    <a:schemeClr val="tx1"/>
                  </a:solidFill>
                  <a:latin typeface="宋体" charset="-122"/>
                  <a:ea typeface="宋体" charset="-122"/>
                </a:defRPr>
              </a:lvl8pPr>
              <a:lvl9pPr marL="3886200" indent="-22860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r>
                <a:rPr lang="en-US" altLang="zh-CN" sz="2800" dirty="0">
                  <a:latin typeface="Times New Roman" pitchFamily="18" charset="0"/>
                </a:rPr>
                <a:t>2</a:t>
              </a:r>
              <a:r>
                <a:rPr lang="zh-CN" altLang="en-US" sz="2800" dirty="0">
                  <a:latin typeface="Times New Roman" pitchFamily="18" charset="0"/>
                </a:rPr>
                <a:t>.</a:t>
              </a:r>
              <a:r>
                <a:rPr lang="en-US" altLang="zh-CN" sz="2800" dirty="0">
                  <a:latin typeface="Times New Roman" pitchFamily="18" charset="0"/>
                </a:rPr>
                <a:t>6</a:t>
              </a:r>
              <a:r>
                <a:rPr lang="zh-CN" altLang="en-US" sz="2800" dirty="0">
                  <a:latin typeface="Times New Roman" pitchFamily="18" charset="0"/>
                </a:rPr>
                <a:t> 指令系统的发展和改进</a:t>
              </a:r>
            </a:p>
          </p:txBody>
        </p:sp>
        <p:sp>
          <p:nvSpPr>
            <p:cNvPr id="6155" name="Text Box 7"/>
            <p:cNvSpPr txBox="1">
              <a:spLocks noChangeArrowheads="1"/>
            </p:cNvSpPr>
            <p:nvPr/>
          </p:nvSpPr>
          <p:spPr bwMode="auto">
            <a:xfrm>
              <a:off x="439" y="2079"/>
              <a:ext cx="2273"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00" b="1">
                  <a:solidFill>
                    <a:schemeClr val="tx1"/>
                  </a:solidFill>
                  <a:latin typeface="宋体" charset="-122"/>
                  <a:ea typeface="宋体" charset="-122"/>
                </a:defRPr>
              </a:lvl1pPr>
              <a:lvl2pPr marL="742950" indent="-285750" eaLnBrk="0" hangingPunct="0">
                <a:defRPr kumimoji="1" sz="800" b="1">
                  <a:solidFill>
                    <a:schemeClr val="tx1"/>
                  </a:solidFill>
                  <a:latin typeface="宋体" charset="-122"/>
                  <a:ea typeface="宋体" charset="-122"/>
                </a:defRPr>
              </a:lvl2pPr>
              <a:lvl3pPr marL="1143000" indent="-228600" eaLnBrk="0" hangingPunct="0">
                <a:defRPr kumimoji="1" sz="800" b="1">
                  <a:solidFill>
                    <a:schemeClr val="tx1"/>
                  </a:solidFill>
                  <a:latin typeface="宋体" charset="-122"/>
                  <a:ea typeface="宋体" charset="-122"/>
                </a:defRPr>
              </a:lvl3pPr>
              <a:lvl4pPr marL="1600200" indent="-228600" eaLnBrk="0" hangingPunct="0">
                <a:defRPr kumimoji="1" sz="800" b="1">
                  <a:solidFill>
                    <a:schemeClr val="tx1"/>
                  </a:solidFill>
                  <a:latin typeface="宋体" charset="-122"/>
                  <a:ea typeface="宋体" charset="-122"/>
                </a:defRPr>
              </a:lvl4pPr>
              <a:lvl5pPr marL="2057400" indent="-228600" eaLnBrk="0" hangingPunct="0">
                <a:defRPr kumimoji="1" sz="800" b="1">
                  <a:solidFill>
                    <a:schemeClr val="tx1"/>
                  </a:solidFill>
                  <a:latin typeface="宋体" charset="-122"/>
                  <a:ea typeface="宋体" charset="-122"/>
                </a:defRPr>
              </a:lvl5pPr>
              <a:lvl6pPr marL="2514600" indent="-228600" eaLnBrk="0" fontAlgn="base" hangingPunct="0">
                <a:spcBef>
                  <a:spcPct val="0"/>
                </a:spcBef>
                <a:spcAft>
                  <a:spcPct val="0"/>
                </a:spcAft>
                <a:defRPr kumimoji="1" sz="800" b="1">
                  <a:solidFill>
                    <a:schemeClr val="tx1"/>
                  </a:solidFill>
                  <a:latin typeface="宋体" charset="-122"/>
                  <a:ea typeface="宋体" charset="-122"/>
                </a:defRPr>
              </a:lvl6pPr>
              <a:lvl7pPr marL="2971800" indent="-228600" eaLnBrk="0" fontAlgn="base" hangingPunct="0">
                <a:spcBef>
                  <a:spcPct val="0"/>
                </a:spcBef>
                <a:spcAft>
                  <a:spcPct val="0"/>
                </a:spcAft>
                <a:defRPr kumimoji="1" sz="800" b="1">
                  <a:solidFill>
                    <a:schemeClr val="tx1"/>
                  </a:solidFill>
                  <a:latin typeface="宋体" charset="-122"/>
                  <a:ea typeface="宋体" charset="-122"/>
                </a:defRPr>
              </a:lvl7pPr>
              <a:lvl8pPr marL="3429000" indent="-228600" eaLnBrk="0" fontAlgn="base" hangingPunct="0">
                <a:spcBef>
                  <a:spcPct val="0"/>
                </a:spcBef>
                <a:spcAft>
                  <a:spcPct val="0"/>
                </a:spcAft>
                <a:defRPr kumimoji="1" sz="800" b="1">
                  <a:solidFill>
                    <a:schemeClr val="tx1"/>
                  </a:solidFill>
                  <a:latin typeface="宋体" charset="-122"/>
                  <a:ea typeface="宋体" charset="-122"/>
                </a:defRPr>
              </a:lvl8pPr>
              <a:lvl9pPr marL="3886200" indent="-22860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r>
                <a:rPr lang="en-US" altLang="zh-CN" sz="2800" dirty="0">
                  <a:latin typeface="Times New Roman" pitchFamily="18" charset="0"/>
                </a:rPr>
                <a:t>2</a:t>
              </a:r>
              <a:r>
                <a:rPr lang="zh-CN" altLang="en-US" sz="2800" dirty="0">
                  <a:latin typeface="Times New Roman" pitchFamily="18" charset="0"/>
                </a:rPr>
                <a:t>.4 操作数类型和大小</a:t>
              </a:r>
            </a:p>
          </p:txBody>
        </p:sp>
      </p:grpSp>
      <p:sp>
        <p:nvSpPr>
          <p:cNvPr id="12" name="Text Box 8">
            <a:extLst>
              <a:ext uri="{FF2B5EF4-FFF2-40B4-BE49-F238E27FC236}">
                <a16:creationId xmlns:a16="http://schemas.microsoft.com/office/drawing/2014/main" id="{56BD4ACA-EF1C-43F3-BF22-D83230A370C5}"/>
              </a:ext>
            </a:extLst>
          </p:cNvPr>
          <p:cNvSpPr txBox="1">
            <a:spLocks noChangeArrowheads="1"/>
          </p:cNvSpPr>
          <p:nvPr/>
        </p:nvSpPr>
        <p:spPr bwMode="auto">
          <a:xfrm>
            <a:off x="2172598" y="5551364"/>
            <a:ext cx="414568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00" b="1">
                <a:solidFill>
                  <a:schemeClr val="tx1"/>
                </a:solidFill>
                <a:latin typeface="宋体" charset="-122"/>
                <a:ea typeface="宋体" charset="-122"/>
              </a:defRPr>
            </a:lvl1pPr>
            <a:lvl2pPr marL="742950" indent="-285750" eaLnBrk="0" hangingPunct="0">
              <a:defRPr kumimoji="1" sz="800" b="1">
                <a:solidFill>
                  <a:schemeClr val="tx1"/>
                </a:solidFill>
                <a:latin typeface="宋体" charset="-122"/>
                <a:ea typeface="宋体" charset="-122"/>
              </a:defRPr>
            </a:lvl2pPr>
            <a:lvl3pPr marL="1143000" indent="-228600" eaLnBrk="0" hangingPunct="0">
              <a:defRPr kumimoji="1" sz="800" b="1">
                <a:solidFill>
                  <a:schemeClr val="tx1"/>
                </a:solidFill>
                <a:latin typeface="宋体" charset="-122"/>
                <a:ea typeface="宋体" charset="-122"/>
              </a:defRPr>
            </a:lvl3pPr>
            <a:lvl4pPr marL="1600200" indent="-228600" eaLnBrk="0" hangingPunct="0">
              <a:defRPr kumimoji="1" sz="800" b="1">
                <a:solidFill>
                  <a:schemeClr val="tx1"/>
                </a:solidFill>
                <a:latin typeface="宋体" charset="-122"/>
                <a:ea typeface="宋体" charset="-122"/>
              </a:defRPr>
            </a:lvl4pPr>
            <a:lvl5pPr marL="2057400" indent="-228600" eaLnBrk="0" hangingPunct="0">
              <a:defRPr kumimoji="1" sz="800" b="1">
                <a:solidFill>
                  <a:schemeClr val="tx1"/>
                </a:solidFill>
                <a:latin typeface="宋体" charset="-122"/>
                <a:ea typeface="宋体" charset="-122"/>
              </a:defRPr>
            </a:lvl5pPr>
            <a:lvl6pPr marL="2514600" indent="-228600" eaLnBrk="0" fontAlgn="base" hangingPunct="0">
              <a:spcBef>
                <a:spcPct val="0"/>
              </a:spcBef>
              <a:spcAft>
                <a:spcPct val="0"/>
              </a:spcAft>
              <a:defRPr kumimoji="1" sz="800" b="1">
                <a:solidFill>
                  <a:schemeClr val="tx1"/>
                </a:solidFill>
                <a:latin typeface="宋体" charset="-122"/>
                <a:ea typeface="宋体" charset="-122"/>
              </a:defRPr>
            </a:lvl6pPr>
            <a:lvl7pPr marL="2971800" indent="-228600" eaLnBrk="0" fontAlgn="base" hangingPunct="0">
              <a:spcBef>
                <a:spcPct val="0"/>
              </a:spcBef>
              <a:spcAft>
                <a:spcPct val="0"/>
              </a:spcAft>
              <a:defRPr kumimoji="1" sz="800" b="1">
                <a:solidFill>
                  <a:schemeClr val="tx1"/>
                </a:solidFill>
                <a:latin typeface="宋体" charset="-122"/>
                <a:ea typeface="宋体" charset="-122"/>
              </a:defRPr>
            </a:lvl7pPr>
            <a:lvl8pPr marL="3429000" indent="-228600" eaLnBrk="0" fontAlgn="base" hangingPunct="0">
              <a:spcBef>
                <a:spcPct val="0"/>
              </a:spcBef>
              <a:spcAft>
                <a:spcPct val="0"/>
              </a:spcAft>
              <a:defRPr kumimoji="1" sz="800" b="1">
                <a:solidFill>
                  <a:schemeClr val="tx1"/>
                </a:solidFill>
                <a:latin typeface="宋体" charset="-122"/>
                <a:ea typeface="宋体" charset="-122"/>
              </a:defRPr>
            </a:lvl8pPr>
            <a:lvl9pPr marL="3886200" indent="-22860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r>
              <a:rPr lang="en-US" altLang="zh-CN" sz="2800" dirty="0">
                <a:latin typeface="Times New Roman" pitchFamily="18" charset="0"/>
              </a:rPr>
              <a:t>2</a:t>
            </a:r>
            <a:r>
              <a:rPr lang="zh-CN" altLang="en-US" sz="2800" dirty="0">
                <a:latin typeface="Times New Roman" pitchFamily="18" charset="0"/>
              </a:rPr>
              <a:t>.</a:t>
            </a:r>
            <a:r>
              <a:rPr lang="en-US" altLang="zh-CN" sz="2800" dirty="0">
                <a:latin typeface="Times New Roman" pitchFamily="18" charset="0"/>
              </a:rPr>
              <a:t>8</a:t>
            </a:r>
            <a:r>
              <a:rPr lang="zh-CN" altLang="en-US" sz="2800" dirty="0">
                <a:latin typeface="Times New Roman" pitchFamily="18" charset="0"/>
              </a:rPr>
              <a:t> </a:t>
            </a:r>
            <a:r>
              <a:rPr lang="en-US" altLang="zh-CN" sz="2800" dirty="0">
                <a:latin typeface="Times New Roman" panose="02020603050405020304" pitchFamily="18" charset="0"/>
                <a:cs typeface="Times New Roman" panose="02020603050405020304" pitchFamily="18" charset="0"/>
              </a:rPr>
              <a:t>MIPS</a:t>
            </a:r>
            <a:r>
              <a:rPr lang="zh-CN" altLang="en-US" sz="2800" dirty="0">
                <a:latin typeface="Times New Roman" panose="02020603050405020304" pitchFamily="18" charset="0"/>
                <a:cs typeface="Times New Roman" panose="02020603050405020304" pitchFamily="18" charset="0"/>
              </a:rPr>
              <a:t>的一种简单实现</a:t>
            </a:r>
            <a:endParaRPr lang="zh-CN" altLang="en-US" sz="2800" dirty="0">
              <a:latin typeface="Times New Roman" pitchFamily="18" charset="0"/>
            </a:endParaRPr>
          </a:p>
        </p:txBody>
      </p:sp>
      <p:sp>
        <p:nvSpPr>
          <p:cNvPr id="2" name="日期占位符 1">
            <a:extLst>
              <a:ext uri="{FF2B5EF4-FFF2-40B4-BE49-F238E27FC236}">
                <a16:creationId xmlns:a16="http://schemas.microsoft.com/office/drawing/2014/main" id="{D7D5CC97-93C1-4A91-0251-6AB0F7279A37}"/>
              </a:ext>
            </a:extLst>
          </p:cNvPr>
          <p:cNvSpPr>
            <a:spLocks noGrp="1"/>
          </p:cNvSpPr>
          <p:nvPr>
            <p:ph type="dt" sz="half" idx="10"/>
          </p:nvPr>
        </p:nvSpPr>
        <p:spPr/>
        <p:txBody>
          <a:bodyPr/>
          <a:lstStyle/>
          <a:p>
            <a:pPr>
              <a:defRPr/>
            </a:pPr>
            <a:fld id="{6879CCB9-483B-4B0E-B2B0-F98C7A0DCB47}" type="datetime1">
              <a:rPr lang="zh-CN" altLang="en-US" smtClean="0"/>
              <a:t>2025/9/18</a:t>
            </a:fld>
            <a:endParaRPr lang="en-US" altLang="zh-CN"/>
          </a:p>
        </p:txBody>
      </p:sp>
      <p:sp>
        <p:nvSpPr>
          <p:cNvPr id="3" name="页脚占位符 2">
            <a:extLst>
              <a:ext uri="{FF2B5EF4-FFF2-40B4-BE49-F238E27FC236}">
                <a16:creationId xmlns:a16="http://schemas.microsoft.com/office/drawing/2014/main" id="{65F89FE1-529B-9067-4E5A-3CB8F6482F47}"/>
              </a:ext>
            </a:extLst>
          </p:cNvPr>
          <p:cNvSpPr>
            <a:spLocks noGrp="1"/>
          </p:cNvSpPr>
          <p:nvPr>
            <p:ph type="ftr" sz="quarter" idx="11"/>
          </p:nvPr>
        </p:nvSpPr>
        <p:spPr/>
        <p:txBody>
          <a:body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4" name="灯片编号占位符 3">
            <a:extLst>
              <a:ext uri="{FF2B5EF4-FFF2-40B4-BE49-F238E27FC236}">
                <a16:creationId xmlns:a16="http://schemas.microsoft.com/office/drawing/2014/main" id="{86B11108-004F-3279-2BD2-7E8ED0030585}"/>
              </a:ext>
            </a:extLst>
          </p:cNvPr>
          <p:cNvSpPr>
            <a:spLocks noGrp="1"/>
          </p:cNvSpPr>
          <p:nvPr>
            <p:ph type="sldNum" sz="quarter" idx="12"/>
          </p:nvPr>
        </p:nvSpPr>
        <p:spPr/>
        <p:txBody>
          <a:bodyPr/>
          <a:lstStyle/>
          <a:p>
            <a:pPr>
              <a:defRPr/>
            </a:pPr>
            <a:fld id="{8BCAC33D-D29A-48B3-BCD6-381D3D720D26}" type="slidenum">
              <a:rPr lang="zh-CN" altLang="en-US" smtClean="0"/>
              <a:t>34</a:t>
            </a:fld>
            <a:endParaRPr lang="en-US" altLang="zh-CN"/>
          </a:p>
        </p:txBody>
      </p:sp>
    </p:spTree>
    <p:extLst>
      <p:ext uri="{BB962C8B-B14F-4D97-AF65-F5344CB8AC3E}">
        <p14:creationId xmlns:p14="http://schemas.microsoft.com/office/powerpoint/2010/main" val="19696177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pPr eaLnBrk="1" hangingPunct="1"/>
            <a:r>
              <a:rPr lang="en-US" altLang="zh-CN" sz="3600" b="1" dirty="0">
                <a:latin typeface="Times New Roman" panose="02020603050405020304" pitchFamily="18" charset="0"/>
                <a:cs typeface="Times New Roman" panose="02020603050405020304" pitchFamily="18" charset="0"/>
              </a:rPr>
              <a:t>2.5 </a:t>
            </a:r>
            <a:r>
              <a:rPr lang="zh-CN" altLang="en-US" sz="3600" b="1" dirty="0">
                <a:latin typeface="Times New Roman" panose="02020603050405020304" pitchFamily="18" charset="0"/>
                <a:cs typeface="Times New Roman" panose="02020603050405020304" pitchFamily="18" charset="0"/>
              </a:rPr>
              <a:t>指令系统的设计和优化</a:t>
            </a:r>
          </a:p>
        </p:txBody>
      </p:sp>
      <p:sp>
        <p:nvSpPr>
          <p:cNvPr id="42" name="Text Box 7"/>
          <p:cNvSpPr txBox="1">
            <a:spLocks noChangeArrowheads="1"/>
          </p:cNvSpPr>
          <p:nvPr/>
        </p:nvSpPr>
        <p:spPr bwMode="auto">
          <a:xfrm>
            <a:off x="1782281" y="2012831"/>
            <a:ext cx="496001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00" b="1">
                <a:solidFill>
                  <a:schemeClr val="tx1"/>
                </a:solidFill>
                <a:latin typeface="宋体" charset="-122"/>
                <a:ea typeface="宋体" charset="-122"/>
              </a:defRPr>
            </a:lvl1pPr>
            <a:lvl2pPr marL="742950" indent="-285750" eaLnBrk="0" hangingPunct="0">
              <a:defRPr kumimoji="1" sz="800" b="1">
                <a:solidFill>
                  <a:schemeClr val="tx1"/>
                </a:solidFill>
                <a:latin typeface="宋体" charset="-122"/>
                <a:ea typeface="宋体" charset="-122"/>
              </a:defRPr>
            </a:lvl2pPr>
            <a:lvl3pPr marL="1143000" indent="-228600" eaLnBrk="0" hangingPunct="0">
              <a:defRPr kumimoji="1" sz="800" b="1">
                <a:solidFill>
                  <a:schemeClr val="tx1"/>
                </a:solidFill>
                <a:latin typeface="宋体" charset="-122"/>
                <a:ea typeface="宋体" charset="-122"/>
              </a:defRPr>
            </a:lvl3pPr>
            <a:lvl4pPr marL="1600200" indent="-228600" eaLnBrk="0" hangingPunct="0">
              <a:defRPr kumimoji="1" sz="800" b="1">
                <a:solidFill>
                  <a:schemeClr val="tx1"/>
                </a:solidFill>
                <a:latin typeface="宋体" charset="-122"/>
                <a:ea typeface="宋体" charset="-122"/>
              </a:defRPr>
            </a:lvl4pPr>
            <a:lvl5pPr marL="2057400" indent="-228600" eaLnBrk="0" hangingPunct="0">
              <a:defRPr kumimoji="1" sz="800" b="1">
                <a:solidFill>
                  <a:schemeClr val="tx1"/>
                </a:solidFill>
                <a:latin typeface="宋体" charset="-122"/>
                <a:ea typeface="宋体" charset="-122"/>
              </a:defRPr>
            </a:lvl5pPr>
            <a:lvl6pPr marL="2514600" indent="-228600" eaLnBrk="0" fontAlgn="base" hangingPunct="0">
              <a:spcBef>
                <a:spcPct val="0"/>
              </a:spcBef>
              <a:spcAft>
                <a:spcPct val="0"/>
              </a:spcAft>
              <a:defRPr kumimoji="1" sz="800" b="1">
                <a:solidFill>
                  <a:schemeClr val="tx1"/>
                </a:solidFill>
                <a:latin typeface="宋体" charset="-122"/>
                <a:ea typeface="宋体" charset="-122"/>
              </a:defRPr>
            </a:lvl6pPr>
            <a:lvl7pPr marL="2971800" indent="-228600" eaLnBrk="0" fontAlgn="base" hangingPunct="0">
              <a:spcBef>
                <a:spcPct val="0"/>
              </a:spcBef>
              <a:spcAft>
                <a:spcPct val="0"/>
              </a:spcAft>
              <a:defRPr kumimoji="1" sz="800" b="1">
                <a:solidFill>
                  <a:schemeClr val="tx1"/>
                </a:solidFill>
                <a:latin typeface="宋体" charset="-122"/>
                <a:ea typeface="宋体" charset="-122"/>
              </a:defRPr>
            </a:lvl7pPr>
            <a:lvl8pPr marL="3429000" indent="-228600" eaLnBrk="0" fontAlgn="base" hangingPunct="0">
              <a:spcBef>
                <a:spcPct val="0"/>
              </a:spcBef>
              <a:spcAft>
                <a:spcPct val="0"/>
              </a:spcAft>
              <a:defRPr kumimoji="1" sz="800" b="1">
                <a:solidFill>
                  <a:schemeClr val="tx1"/>
                </a:solidFill>
                <a:latin typeface="宋体" charset="-122"/>
                <a:ea typeface="宋体" charset="-122"/>
              </a:defRPr>
            </a:lvl8pPr>
            <a:lvl9pPr marL="3886200" indent="-22860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r>
              <a:rPr lang="en-US" altLang="zh-CN" sz="2800" dirty="0">
                <a:latin typeface="Times New Roman" pitchFamily="18" charset="0"/>
              </a:rPr>
              <a:t>2</a:t>
            </a:r>
            <a:r>
              <a:rPr lang="zh-CN" altLang="en-US" sz="2800" dirty="0">
                <a:latin typeface="Times New Roman" pitchFamily="18" charset="0"/>
              </a:rPr>
              <a:t>.</a:t>
            </a:r>
            <a:r>
              <a:rPr lang="en-US" altLang="zh-CN" sz="2800" dirty="0">
                <a:latin typeface="Times New Roman" pitchFamily="18" charset="0"/>
              </a:rPr>
              <a:t>5.1</a:t>
            </a:r>
            <a:r>
              <a:rPr lang="zh-CN" altLang="en-US" sz="2800" dirty="0">
                <a:latin typeface="Times New Roman" pitchFamily="18" charset="0"/>
              </a:rPr>
              <a:t> 指令系统设计的基本原则</a:t>
            </a:r>
          </a:p>
        </p:txBody>
      </p:sp>
      <p:sp>
        <p:nvSpPr>
          <p:cNvPr id="43" name="Text Box 7"/>
          <p:cNvSpPr txBox="1">
            <a:spLocks noChangeArrowheads="1"/>
          </p:cNvSpPr>
          <p:nvPr/>
        </p:nvSpPr>
        <p:spPr bwMode="auto">
          <a:xfrm>
            <a:off x="1824530" y="2825909"/>
            <a:ext cx="243528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00" b="1">
                <a:solidFill>
                  <a:schemeClr val="tx1"/>
                </a:solidFill>
                <a:latin typeface="宋体" charset="-122"/>
                <a:ea typeface="宋体" charset="-122"/>
              </a:defRPr>
            </a:lvl1pPr>
            <a:lvl2pPr marL="742950" indent="-285750" eaLnBrk="0" hangingPunct="0">
              <a:defRPr kumimoji="1" sz="800" b="1">
                <a:solidFill>
                  <a:schemeClr val="tx1"/>
                </a:solidFill>
                <a:latin typeface="宋体" charset="-122"/>
                <a:ea typeface="宋体" charset="-122"/>
              </a:defRPr>
            </a:lvl2pPr>
            <a:lvl3pPr marL="1143000" indent="-228600" eaLnBrk="0" hangingPunct="0">
              <a:defRPr kumimoji="1" sz="800" b="1">
                <a:solidFill>
                  <a:schemeClr val="tx1"/>
                </a:solidFill>
                <a:latin typeface="宋体" charset="-122"/>
                <a:ea typeface="宋体" charset="-122"/>
              </a:defRPr>
            </a:lvl3pPr>
            <a:lvl4pPr marL="1600200" indent="-228600" eaLnBrk="0" hangingPunct="0">
              <a:defRPr kumimoji="1" sz="800" b="1">
                <a:solidFill>
                  <a:schemeClr val="tx1"/>
                </a:solidFill>
                <a:latin typeface="宋体" charset="-122"/>
                <a:ea typeface="宋体" charset="-122"/>
              </a:defRPr>
            </a:lvl4pPr>
            <a:lvl5pPr marL="2057400" indent="-228600" eaLnBrk="0" hangingPunct="0">
              <a:defRPr kumimoji="1" sz="800" b="1">
                <a:solidFill>
                  <a:schemeClr val="tx1"/>
                </a:solidFill>
                <a:latin typeface="宋体" charset="-122"/>
                <a:ea typeface="宋体" charset="-122"/>
              </a:defRPr>
            </a:lvl5pPr>
            <a:lvl6pPr marL="2514600" indent="-228600" eaLnBrk="0" fontAlgn="base" hangingPunct="0">
              <a:spcBef>
                <a:spcPct val="0"/>
              </a:spcBef>
              <a:spcAft>
                <a:spcPct val="0"/>
              </a:spcAft>
              <a:defRPr kumimoji="1" sz="800" b="1">
                <a:solidFill>
                  <a:schemeClr val="tx1"/>
                </a:solidFill>
                <a:latin typeface="宋体" charset="-122"/>
                <a:ea typeface="宋体" charset="-122"/>
              </a:defRPr>
            </a:lvl6pPr>
            <a:lvl7pPr marL="2971800" indent="-228600" eaLnBrk="0" fontAlgn="base" hangingPunct="0">
              <a:spcBef>
                <a:spcPct val="0"/>
              </a:spcBef>
              <a:spcAft>
                <a:spcPct val="0"/>
              </a:spcAft>
              <a:defRPr kumimoji="1" sz="800" b="1">
                <a:solidFill>
                  <a:schemeClr val="tx1"/>
                </a:solidFill>
                <a:latin typeface="宋体" charset="-122"/>
                <a:ea typeface="宋体" charset="-122"/>
              </a:defRPr>
            </a:lvl7pPr>
            <a:lvl8pPr marL="3429000" indent="-228600" eaLnBrk="0" fontAlgn="base" hangingPunct="0">
              <a:spcBef>
                <a:spcPct val="0"/>
              </a:spcBef>
              <a:spcAft>
                <a:spcPct val="0"/>
              </a:spcAft>
              <a:defRPr kumimoji="1" sz="800" b="1">
                <a:solidFill>
                  <a:schemeClr val="tx1"/>
                </a:solidFill>
                <a:latin typeface="宋体" charset="-122"/>
                <a:ea typeface="宋体" charset="-122"/>
              </a:defRPr>
            </a:lvl8pPr>
            <a:lvl9pPr marL="3886200" indent="-22860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r>
              <a:rPr lang="en-US" altLang="zh-CN" sz="2800" dirty="0">
                <a:latin typeface="Times New Roman" pitchFamily="18" charset="0"/>
              </a:rPr>
              <a:t>2</a:t>
            </a:r>
            <a:r>
              <a:rPr lang="zh-CN" altLang="en-US" sz="2800" dirty="0">
                <a:latin typeface="Times New Roman" pitchFamily="18" charset="0"/>
              </a:rPr>
              <a:t>.</a:t>
            </a:r>
            <a:r>
              <a:rPr lang="en-US" altLang="zh-CN" sz="2800" dirty="0">
                <a:latin typeface="Times New Roman" pitchFamily="18" charset="0"/>
              </a:rPr>
              <a:t>5.2</a:t>
            </a:r>
            <a:r>
              <a:rPr lang="zh-CN" altLang="en-US" sz="2800" dirty="0">
                <a:latin typeface="Times New Roman" pitchFamily="18" charset="0"/>
              </a:rPr>
              <a:t> 控制指令</a:t>
            </a:r>
          </a:p>
        </p:txBody>
      </p:sp>
      <p:sp>
        <p:nvSpPr>
          <p:cNvPr id="44" name="Text Box 7"/>
          <p:cNvSpPr txBox="1">
            <a:spLocks noChangeArrowheads="1"/>
          </p:cNvSpPr>
          <p:nvPr/>
        </p:nvSpPr>
        <p:spPr bwMode="auto">
          <a:xfrm>
            <a:off x="1818568" y="3654464"/>
            <a:ext cx="387798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00" b="1">
                <a:solidFill>
                  <a:schemeClr val="tx1"/>
                </a:solidFill>
                <a:latin typeface="宋体" charset="-122"/>
                <a:ea typeface="宋体" charset="-122"/>
              </a:defRPr>
            </a:lvl1pPr>
            <a:lvl2pPr marL="742950" indent="-285750" eaLnBrk="0" hangingPunct="0">
              <a:defRPr kumimoji="1" sz="800" b="1">
                <a:solidFill>
                  <a:schemeClr val="tx1"/>
                </a:solidFill>
                <a:latin typeface="宋体" charset="-122"/>
                <a:ea typeface="宋体" charset="-122"/>
              </a:defRPr>
            </a:lvl2pPr>
            <a:lvl3pPr marL="1143000" indent="-228600" eaLnBrk="0" hangingPunct="0">
              <a:defRPr kumimoji="1" sz="800" b="1">
                <a:solidFill>
                  <a:schemeClr val="tx1"/>
                </a:solidFill>
                <a:latin typeface="宋体" charset="-122"/>
                <a:ea typeface="宋体" charset="-122"/>
              </a:defRPr>
            </a:lvl3pPr>
            <a:lvl4pPr marL="1600200" indent="-228600" eaLnBrk="0" hangingPunct="0">
              <a:defRPr kumimoji="1" sz="800" b="1">
                <a:solidFill>
                  <a:schemeClr val="tx1"/>
                </a:solidFill>
                <a:latin typeface="宋体" charset="-122"/>
                <a:ea typeface="宋体" charset="-122"/>
              </a:defRPr>
            </a:lvl4pPr>
            <a:lvl5pPr marL="2057400" indent="-228600" eaLnBrk="0" hangingPunct="0">
              <a:defRPr kumimoji="1" sz="800" b="1">
                <a:solidFill>
                  <a:schemeClr val="tx1"/>
                </a:solidFill>
                <a:latin typeface="宋体" charset="-122"/>
                <a:ea typeface="宋体" charset="-122"/>
              </a:defRPr>
            </a:lvl5pPr>
            <a:lvl6pPr marL="2514600" indent="-228600" eaLnBrk="0" fontAlgn="base" hangingPunct="0">
              <a:spcBef>
                <a:spcPct val="0"/>
              </a:spcBef>
              <a:spcAft>
                <a:spcPct val="0"/>
              </a:spcAft>
              <a:defRPr kumimoji="1" sz="800" b="1">
                <a:solidFill>
                  <a:schemeClr val="tx1"/>
                </a:solidFill>
                <a:latin typeface="宋体" charset="-122"/>
                <a:ea typeface="宋体" charset="-122"/>
              </a:defRPr>
            </a:lvl6pPr>
            <a:lvl7pPr marL="2971800" indent="-228600" eaLnBrk="0" fontAlgn="base" hangingPunct="0">
              <a:spcBef>
                <a:spcPct val="0"/>
              </a:spcBef>
              <a:spcAft>
                <a:spcPct val="0"/>
              </a:spcAft>
              <a:defRPr kumimoji="1" sz="800" b="1">
                <a:solidFill>
                  <a:schemeClr val="tx1"/>
                </a:solidFill>
                <a:latin typeface="宋体" charset="-122"/>
                <a:ea typeface="宋体" charset="-122"/>
              </a:defRPr>
            </a:lvl7pPr>
            <a:lvl8pPr marL="3429000" indent="-228600" eaLnBrk="0" fontAlgn="base" hangingPunct="0">
              <a:spcBef>
                <a:spcPct val="0"/>
              </a:spcBef>
              <a:spcAft>
                <a:spcPct val="0"/>
              </a:spcAft>
              <a:defRPr kumimoji="1" sz="800" b="1">
                <a:solidFill>
                  <a:schemeClr val="tx1"/>
                </a:solidFill>
                <a:latin typeface="宋体" charset="-122"/>
                <a:ea typeface="宋体" charset="-122"/>
              </a:defRPr>
            </a:lvl8pPr>
            <a:lvl9pPr marL="3886200" indent="-22860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r>
              <a:rPr lang="en-US" altLang="zh-CN" sz="2800" dirty="0">
                <a:latin typeface="Times New Roman" pitchFamily="18" charset="0"/>
              </a:rPr>
              <a:t>2</a:t>
            </a:r>
            <a:r>
              <a:rPr lang="zh-CN" altLang="en-US" sz="2800" dirty="0">
                <a:latin typeface="Times New Roman" pitchFamily="18" charset="0"/>
              </a:rPr>
              <a:t>.</a:t>
            </a:r>
            <a:r>
              <a:rPr lang="en-US" altLang="zh-CN" sz="2800" dirty="0">
                <a:latin typeface="Times New Roman" pitchFamily="18" charset="0"/>
              </a:rPr>
              <a:t>5.3</a:t>
            </a:r>
            <a:r>
              <a:rPr lang="zh-CN" altLang="en-US" sz="2800" dirty="0">
                <a:latin typeface="Times New Roman" pitchFamily="18" charset="0"/>
              </a:rPr>
              <a:t> 指令操作码的优化</a:t>
            </a:r>
          </a:p>
        </p:txBody>
      </p:sp>
      <p:sp>
        <p:nvSpPr>
          <p:cNvPr id="2" name="日期占位符 1">
            <a:extLst>
              <a:ext uri="{FF2B5EF4-FFF2-40B4-BE49-F238E27FC236}">
                <a16:creationId xmlns:a16="http://schemas.microsoft.com/office/drawing/2014/main" id="{6609990E-976A-486F-13AC-0E497B324C5F}"/>
              </a:ext>
            </a:extLst>
          </p:cNvPr>
          <p:cNvSpPr>
            <a:spLocks noGrp="1"/>
          </p:cNvSpPr>
          <p:nvPr>
            <p:ph type="dt" sz="half" idx="10"/>
          </p:nvPr>
        </p:nvSpPr>
        <p:spPr/>
        <p:txBody>
          <a:bodyPr/>
          <a:lstStyle/>
          <a:p>
            <a:pPr>
              <a:defRPr/>
            </a:pPr>
            <a:fld id="{8978F2CD-BC44-4991-B19A-370032CEFD34}" type="datetime1">
              <a:rPr lang="zh-CN" altLang="en-US" smtClean="0"/>
              <a:t>2025/9/18</a:t>
            </a:fld>
            <a:endParaRPr lang="en-US" altLang="zh-CN"/>
          </a:p>
        </p:txBody>
      </p:sp>
      <p:sp>
        <p:nvSpPr>
          <p:cNvPr id="3" name="页脚占位符 2">
            <a:extLst>
              <a:ext uri="{FF2B5EF4-FFF2-40B4-BE49-F238E27FC236}">
                <a16:creationId xmlns:a16="http://schemas.microsoft.com/office/drawing/2014/main" id="{72339EEB-52A2-B1AE-B624-675D467F0998}"/>
              </a:ext>
            </a:extLst>
          </p:cNvPr>
          <p:cNvSpPr>
            <a:spLocks noGrp="1"/>
          </p:cNvSpPr>
          <p:nvPr>
            <p:ph type="ftr" sz="quarter" idx="11"/>
          </p:nvPr>
        </p:nvSpPr>
        <p:spPr/>
        <p:txBody>
          <a:body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4" name="灯片编号占位符 3">
            <a:extLst>
              <a:ext uri="{FF2B5EF4-FFF2-40B4-BE49-F238E27FC236}">
                <a16:creationId xmlns:a16="http://schemas.microsoft.com/office/drawing/2014/main" id="{F53CE93B-B5C7-6B5E-6BF0-09551AC94314}"/>
              </a:ext>
            </a:extLst>
          </p:cNvPr>
          <p:cNvSpPr>
            <a:spLocks noGrp="1"/>
          </p:cNvSpPr>
          <p:nvPr>
            <p:ph type="sldNum" sz="quarter" idx="12"/>
          </p:nvPr>
        </p:nvSpPr>
        <p:spPr/>
        <p:txBody>
          <a:bodyPr/>
          <a:lstStyle/>
          <a:p>
            <a:pPr>
              <a:defRPr/>
            </a:pPr>
            <a:fld id="{8BCAC33D-D29A-48B3-BCD6-381D3D720D26}" type="slidenum">
              <a:rPr lang="zh-CN" altLang="en-US" smtClean="0"/>
              <a:t>35</a:t>
            </a:fld>
            <a:endParaRPr lang="en-US" altLang="zh-CN"/>
          </a:p>
        </p:txBody>
      </p:sp>
    </p:spTree>
    <p:extLst>
      <p:ext uri="{BB962C8B-B14F-4D97-AF65-F5344CB8AC3E}">
        <p14:creationId xmlns:p14="http://schemas.microsoft.com/office/powerpoint/2010/main" val="3488701375"/>
      </p:ext>
    </p:extLst>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pPr eaLnBrk="1" hangingPunct="1"/>
            <a:r>
              <a:rPr lang="en-US" altLang="zh-CN" sz="3600" b="1" dirty="0">
                <a:latin typeface="Times New Roman" panose="02020603050405020304" pitchFamily="18" charset="0"/>
                <a:cs typeface="Times New Roman" panose="02020603050405020304" pitchFamily="18" charset="0"/>
              </a:rPr>
              <a:t>2.5 </a:t>
            </a:r>
            <a:r>
              <a:rPr lang="zh-CN" altLang="en-US" sz="3600" b="1" dirty="0">
                <a:latin typeface="Times New Roman" panose="02020603050405020304" pitchFamily="18" charset="0"/>
                <a:cs typeface="Times New Roman" panose="02020603050405020304" pitchFamily="18" charset="0"/>
              </a:rPr>
              <a:t>指令系统的设计和优化</a:t>
            </a:r>
          </a:p>
        </p:txBody>
      </p:sp>
      <p:sp>
        <p:nvSpPr>
          <p:cNvPr id="42" name="Text Box 7"/>
          <p:cNvSpPr txBox="1">
            <a:spLocks noChangeArrowheads="1"/>
          </p:cNvSpPr>
          <p:nvPr/>
        </p:nvSpPr>
        <p:spPr bwMode="auto">
          <a:xfrm>
            <a:off x="1782281" y="2012831"/>
            <a:ext cx="496001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00" b="1">
                <a:solidFill>
                  <a:schemeClr val="tx1"/>
                </a:solidFill>
                <a:latin typeface="宋体" charset="-122"/>
                <a:ea typeface="宋体" charset="-122"/>
              </a:defRPr>
            </a:lvl1pPr>
            <a:lvl2pPr marL="742950" indent="-285750" eaLnBrk="0" hangingPunct="0">
              <a:defRPr kumimoji="1" sz="800" b="1">
                <a:solidFill>
                  <a:schemeClr val="tx1"/>
                </a:solidFill>
                <a:latin typeface="宋体" charset="-122"/>
                <a:ea typeface="宋体" charset="-122"/>
              </a:defRPr>
            </a:lvl2pPr>
            <a:lvl3pPr marL="1143000" indent="-228600" eaLnBrk="0" hangingPunct="0">
              <a:defRPr kumimoji="1" sz="800" b="1">
                <a:solidFill>
                  <a:schemeClr val="tx1"/>
                </a:solidFill>
                <a:latin typeface="宋体" charset="-122"/>
                <a:ea typeface="宋体" charset="-122"/>
              </a:defRPr>
            </a:lvl3pPr>
            <a:lvl4pPr marL="1600200" indent="-228600" eaLnBrk="0" hangingPunct="0">
              <a:defRPr kumimoji="1" sz="800" b="1">
                <a:solidFill>
                  <a:schemeClr val="tx1"/>
                </a:solidFill>
                <a:latin typeface="宋体" charset="-122"/>
                <a:ea typeface="宋体" charset="-122"/>
              </a:defRPr>
            </a:lvl4pPr>
            <a:lvl5pPr marL="2057400" indent="-228600" eaLnBrk="0" hangingPunct="0">
              <a:defRPr kumimoji="1" sz="800" b="1">
                <a:solidFill>
                  <a:schemeClr val="tx1"/>
                </a:solidFill>
                <a:latin typeface="宋体" charset="-122"/>
                <a:ea typeface="宋体" charset="-122"/>
              </a:defRPr>
            </a:lvl5pPr>
            <a:lvl6pPr marL="2514600" indent="-228600" eaLnBrk="0" fontAlgn="base" hangingPunct="0">
              <a:spcBef>
                <a:spcPct val="0"/>
              </a:spcBef>
              <a:spcAft>
                <a:spcPct val="0"/>
              </a:spcAft>
              <a:defRPr kumimoji="1" sz="800" b="1">
                <a:solidFill>
                  <a:schemeClr val="tx1"/>
                </a:solidFill>
                <a:latin typeface="宋体" charset="-122"/>
                <a:ea typeface="宋体" charset="-122"/>
              </a:defRPr>
            </a:lvl6pPr>
            <a:lvl7pPr marL="2971800" indent="-228600" eaLnBrk="0" fontAlgn="base" hangingPunct="0">
              <a:spcBef>
                <a:spcPct val="0"/>
              </a:spcBef>
              <a:spcAft>
                <a:spcPct val="0"/>
              </a:spcAft>
              <a:defRPr kumimoji="1" sz="800" b="1">
                <a:solidFill>
                  <a:schemeClr val="tx1"/>
                </a:solidFill>
                <a:latin typeface="宋体" charset="-122"/>
                <a:ea typeface="宋体" charset="-122"/>
              </a:defRPr>
            </a:lvl7pPr>
            <a:lvl8pPr marL="3429000" indent="-228600" eaLnBrk="0" fontAlgn="base" hangingPunct="0">
              <a:spcBef>
                <a:spcPct val="0"/>
              </a:spcBef>
              <a:spcAft>
                <a:spcPct val="0"/>
              </a:spcAft>
              <a:defRPr kumimoji="1" sz="800" b="1">
                <a:solidFill>
                  <a:schemeClr val="tx1"/>
                </a:solidFill>
                <a:latin typeface="宋体" charset="-122"/>
                <a:ea typeface="宋体" charset="-122"/>
              </a:defRPr>
            </a:lvl8pPr>
            <a:lvl9pPr marL="3886200" indent="-22860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r>
              <a:rPr lang="en-US" altLang="zh-CN" sz="2800" u="sng" dirty="0">
                <a:latin typeface="Times New Roman" pitchFamily="18" charset="0"/>
              </a:rPr>
              <a:t>2</a:t>
            </a:r>
            <a:r>
              <a:rPr lang="zh-CN" altLang="en-US" sz="2800" u="sng" dirty="0">
                <a:latin typeface="Times New Roman" pitchFamily="18" charset="0"/>
              </a:rPr>
              <a:t>.</a:t>
            </a:r>
            <a:r>
              <a:rPr lang="en-US" altLang="zh-CN" sz="2800" u="sng" dirty="0">
                <a:latin typeface="Times New Roman" pitchFamily="18" charset="0"/>
              </a:rPr>
              <a:t>5.1</a:t>
            </a:r>
            <a:r>
              <a:rPr lang="zh-CN" altLang="en-US" sz="2800" u="sng" dirty="0">
                <a:latin typeface="Times New Roman" pitchFamily="18" charset="0"/>
              </a:rPr>
              <a:t> 指令系统设计的基本原则</a:t>
            </a:r>
          </a:p>
        </p:txBody>
      </p:sp>
      <p:sp>
        <p:nvSpPr>
          <p:cNvPr id="43" name="Text Box 7"/>
          <p:cNvSpPr txBox="1">
            <a:spLocks noChangeArrowheads="1"/>
          </p:cNvSpPr>
          <p:nvPr/>
        </p:nvSpPr>
        <p:spPr bwMode="auto">
          <a:xfrm>
            <a:off x="1824530" y="2825909"/>
            <a:ext cx="243528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00" b="1">
                <a:solidFill>
                  <a:schemeClr val="tx1"/>
                </a:solidFill>
                <a:latin typeface="宋体" charset="-122"/>
                <a:ea typeface="宋体" charset="-122"/>
              </a:defRPr>
            </a:lvl1pPr>
            <a:lvl2pPr marL="742950" indent="-285750" eaLnBrk="0" hangingPunct="0">
              <a:defRPr kumimoji="1" sz="800" b="1">
                <a:solidFill>
                  <a:schemeClr val="tx1"/>
                </a:solidFill>
                <a:latin typeface="宋体" charset="-122"/>
                <a:ea typeface="宋体" charset="-122"/>
              </a:defRPr>
            </a:lvl2pPr>
            <a:lvl3pPr marL="1143000" indent="-228600" eaLnBrk="0" hangingPunct="0">
              <a:defRPr kumimoji="1" sz="800" b="1">
                <a:solidFill>
                  <a:schemeClr val="tx1"/>
                </a:solidFill>
                <a:latin typeface="宋体" charset="-122"/>
                <a:ea typeface="宋体" charset="-122"/>
              </a:defRPr>
            </a:lvl3pPr>
            <a:lvl4pPr marL="1600200" indent="-228600" eaLnBrk="0" hangingPunct="0">
              <a:defRPr kumimoji="1" sz="800" b="1">
                <a:solidFill>
                  <a:schemeClr val="tx1"/>
                </a:solidFill>
                <a:latin typeface="宋体" charset="-122"/>
                <a:ea typeface="宋体" charset="-122"/>
              </a:defRPr>
            </a:lvl4pPr>
            <a:lvl5pPr marL="2057400" indent="-228600" eaLnBrk="0" hangingPunct="0">
              <a:defRPr kumimoji="1" sz="800" b="1">
                <a:solidFill>
                  <a:schemeClr val="tx1"/>
                </a:solidFill>
                <a:latin typeface="宋体" charset="-122"/>
                <a:ea typeface="宋体" charset="-122"/>
              </a:defRPr>
            </a:lvl5pPr>
            <a:lvl6pPr marL="2514600" indent="-228600" eaLnBrk="0" fontAlgn="base" hangingPunct="0">
              <a:spcBef>
                <a:spcPct val="0"/>
              </a:spcBef>
              <a:spcAft>
                <a:spcPct val="0"/>
              </a:spcAft>
              <a:defRPr kumimoji="1" sz="800" b="1">
                <a:solidFill>
                  <a:schemeClr val="tx1"/>
                </a:solidFill>
                <a:latin typeface="宋体" charset="-122"/>
                <a:ea typeface="宋体" charset="-122"/>
              </a:defRPr>
            </a:lvl6pPr>
            <a:lvl7pPr marL="2971800" indent="-228600" eaLnBrk="0" fontAlgn="base" hangingPunct="0">
              <a:spcBef>
                <a:spcPct val="0"/>
              </a:spcBef>
              <a:spcAft>
                <a:spcPct val="0"/>
              </a:spcAft>
              <a:defRPr kumimoji="1" sz="800" b="1">
                <a:solidFill>
                  <a:schemeClr val="tx1"/>
                </a:solidFill>
                <a:latin typeface="宋体" charset="-122"/>
                <a:ea typeface="宋体" charset="-122"/>
              </a:defRPr>
            </a:lvl7pPr>
            <a:lvl8pPr marL="3429000" indent="-228600" eaLnBrk="0" fontAlgn="base" hangingPunct="0">
              <a:spcBef>
                <a:spcPct val="0"/>
              </a:spcBef>
              <a:spcAft>
                <a:spcPct val="0"/>
              </a:spcAft>
              <a:defRPr kumimoji="1" sz="800" b="1">
                <a:solidFill>
                  <a:schemeClr val="tx1"/>
                </a:solidFill>
                <a:latin typeface="宋体" charset="-122"/>
                <a:ea typeface="宋体" charset="-122"/>
              </a:defRPr>
            </a:lvl8pPr>
            <a:lvl9pPr marL="3886200" indent="-22860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r>
              <a:rPr lang="en-US" altLang="zh-CN" sz="2800" dirty="0">
                <a:latin typeface="Times New Roman" pitchFamily="18" charset="0"/>
              </a:rPr>
              <a:t>2</a:t>
            </a:r>
            <a:r>
              <a:rPr lang="zh-CN" altLang="en-US" sz="2800" dirty="0">
                <a:latin typeface="Times New Roman" pitchFamily="18" charset="0"/>
              </a:rPr>
              <a:t>.</a:t>
            </a:r>
            <a:r>
              <a:rPr lang="en-US" altLang="zh-CN" sz="2800" dirty="0">
                <a:latin typeface="Times New Roman" pitchFamily="18" charset="0"/>
              </a:rPr>
              <a:t>5.2</a:t>
            </a:r>
            <a:r>
              <a:rPr lang="zh-CN" altLang="en-US" sz="2800" dirty="0">
                <a:latin typeface="Times New Roman" pitchFamily="18" charset="0"/>
              </a:rPr>
              <a:t> 控制指令</a:t>
            </a:r>
          </a:p>
        </p:txBody>
      </p:sp>
      <p:sp>
        <p:nvSpPr>
          <p:cNvPr id="44" name="Text Box 7"/>
          <p:cNvSpPr txBox="1">
            <a:spLocks noChangeArrowheads="1"/>
          </p:cNvSpPr>
          <p:nvPr/>
        </p:nvSpPr>
        <p:spPr bwMode="auto">
          <a:xfrm>
            <a:off x="1818568" y="3654464"/>
            <a:ext cx="387798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00" b="1">
                <a:solidFill>
                  <a:schemeClr val="tx1"/>
                </a:solidFill>
                <a:latin typeface="宋体" charset="-122"/>
                <a:ea typeface="宋体" charset="-122"/>
              </a:defRPr>
            </a:lvl1pPr>
            <a:lvl2pPr marL="742950" indent="-285750" eaLnBrk="0" hangingPunct="0">
              <a:defRPr kumimoji="1" sz="800" b="1">
                <a:solidFill>
                  <a:schemeClr val="tx1"/>
                </a:solidFill>
                <a:latin typeface="宋体" charset="-122"/>
                <a:ea typeface="宋体" charset="-122"/>
              </a:defRPr>
            </a:lvl2pPr>
            <a:lvl3pPr marL="1143000" indent="-228600" eaLnBrk="0" hangingPunct="0">
              <a:defRPr kumimoji="1" sz="800" b="1">
                <a:solidFill>
                  <a:schemeClr val="tx1"/>
                </a:solidFill>
                <a:latin typeface="宋体" charset="-122"/>
                <a:ea typeface="宋体" charset="-122"/>
              </a:defRPr>
            </a:lvl3pPr>
            <a:lvl4pPr marL="1600200" indent="-228600" eaLnBrk="0" hangingPunct="0">
              <a:defRPr kumimoji="1" sz="800" b="1">
                <a:solidFill>
                  <a:schemeClr val="tx1"/>
                </a:solidFill>
                <a:latin typeface="宋体" charset="-122"/>
                <a:ea typeface="宋体" charset="-122"/>
              </a:defRPr>
            </a:lvl4pPr>
            <a:lvl5pPr marL="2057400" indent="-228600" eaLnBrk="0" hangingPunct="0">
              <a:defRPr kumimoji="1" sz="800" b="1">
                <a:solidFill>
                  <a:schemeClr val="tx1"/>
                </a:solidFill>
                <a:latin typeface="宋体" charset="-122"/>
                <a:ea typeface="宋体" charset="-122"/>
              </a:defRPr>
            </a:lvl5pPr>
            <a:lvl6pPr marL="2514600" indent="-228600" eaLnBrk="0" fontAlgn="base" hangingPunct="0">
              <a:spcBef>
                <a:spcPct val="0"/>
              </a:spcBef>
              <a:spcAft>
                <a:spcPct val="0"/>
              </a:spcAft>
              <a:defRPr kumimoji="1" sz="800" b="1">
                <a:solidFill>
                  <a:schemeClr val="tx1"/>
                </a:solidFill>
                <a:latin typeface="宋体" charset="-122"/>
                <a:ea typeface="宋体" charset="-122"/>
              </a:defRPr>
            </a:lvl6pPr>
            <a:lvl7pPr marL="2971800" indent="-228600" eaLnBrk="0" fontAlgn="base" hangingPunct="0">
              <a:spcBef>
                <a:spcPct val="0"/>
              </a:spcBef>
              <a:spcAft>
                <a:spcPct val="0"/>
              </a:spcAft>
              <a:defRPr kumimoji="1" sz="800" b="1">
                <a:solidFill>
                  <a:schemeClr val="tx1"/>
                </a:solidFill>
                <a:latin typeface="宋体" charset="-122"/>
                <a:ea typeface="宋体" charset="-122"/>
              </a:defRPr>
            </a:lvl7pPr>
            <a:lvl8pPr marL="3429000" indent="-228600" eaLnBrk="0" fontAlgn="base" hangingPunct="0">
              <a:spcBef>
                <a:spcPct val="0"/>
              </a:spcBef>
              <a:spcAft>
                <a:spcPct val="0"/>
              </a:spcAft>
              <a:defRPr kumimoji="1" sz="800" b="1">
                <a:solidFill>
                  <a:schemeClr val="tx1"/>
                </a:solidFill>
                <a:latin typeface="宋体" charset="-122"/>
                <a:ea typeface="宋体" charset="-122"/>
              </a:defRPr>
            </a:lvl8pPr>
            <a:lvl9pPr marL="3886200" indent="-22860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r>
              <a:rPr lang="en-US" altLang="zh-CN" sz="2800" dirty="0">
                <a:latin typeface="Times New Roman" pitchFamily="18" charset="0"/>
              </a:rPr>
              <a:t>2</a:t>
            </a:r>
            <a:r>
              <a:rPr lang="zh-CN" altLang="en-US" sz="2800" dirty="0">
                <a:latin typeface="Times New Roman" pitchFamily="18" charset="0"/>
              </a:rPr>
              <a:t>.</a:t>
            </a:r>
            <a:r>
              <a:rPr lang="en-US" altLang="zh-CN" sz="2800" dirty="0">
                <a:latin typeface="Times New Roman" pitchFamily="18" charset="0"/>
              </a:rPr>
              <a:t>5.3</a:t>
            </a:r>
            <a:r>
              <a:rPr lang="zh-CN" altLang="en-US" sz="2800" dirty="0">
                <a:latin typeface="Times New Roman" pitchFamily="18" charset="0"/>
              </a:rPr>
              <a:t> 指令操作码的优化</a:t>
            </a:r>
          </a:p>
        </p:txBody>
      </p:sp>
      <p:sp>
        <p:nvSpPr>
          <p:cNvPr id="2" name="日期占位符 1">
            <a:extLst>
              <a:ext uri="{FF2B5EF4-FFF2-40B4-BE49-F238E27FC236}">
                <a16:creationId xmlns:a16="http://schemas.microsoft.com/office/drawing/2014/main" id="{C83AD9D9-A25E-0083-D0DE-8949E6A3DF28}"/>
              </a:ext>
            </a:extLst>
          </p:cNvPr>
          <p:cNvSpPr>
            <a:spLocks noGrp="1"/>
          </p:cNvSpPr>
          <p:nvPr>
            <p:ph type="dt" sz="half" idx="10"/>
          </p:nvPr>
        </p:nvSpPr>
        <p:spPr/>
        <p:txBody>
          <a:bodyPr/>
          <a:lstStyle/>
          <a:p>
            <a:pPr>
              <a:defRPr/>
            </a:pPr>
            <a:fld id="{3B4FD0DB-B43C-4262-AEFD-522D9BC8314C}" type="datetime1">
              <a:rPr lang="zh-CN" altLang="en-US" smtClean="0"/>
              <a:t>2025/9/18</a:t>
            </a:fld>
            <a:endParaRPr lang="en-US" altLang="zh-CN"/>
          </a:p>
        </p:txBody>
      </p:sp>
      <p:sp>
        <p:nvSpPr>
          <p:cNvPr id="3" name="页脚占位符 2">
            <a:extLst>
              <a:ext uri="{FF2B5EF4-FFF2-40B4-BE49-F238E27FC236}">
                <a16:creationId xmlns:a16="http://schemas.microsoft.com/office/drawing/2014/main" id="{45CBA6DF-FFAC-88CD-FC5A-AB9E5F980D83}"/>
              </a:ext>
            </a:extLst>
          </p:cNvPr>
          <p:cNvSpPr>
            <a:spLocks noGrp="1"/>
          </p:cNvSpPr>
          <p:nvPr>
            <p:ph type="ftr" sz="quarter" idx="11"/>
          </p:nvPr>
        </p:nvSpPr>
        <p:spPr/>
        <p:txBody>
          <a:body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4" name="灯片编号占位符 3">
            <a:extLst>
              <a:ext uri="{FF2B5EF4-FFF2-40B4-BE49-F238E27FC236}">
                <a16:creationId xmlns:a16="http://schemas.microsoft.com/office/drawing/2014/main" id="{414498EE-B6A5-F2C2-6F60-16AC16F11237}"/>
              </a:ext>
            </a:extLst>
          </p:cNvPr>
          <p:cNvSpPr>
            <a:spLocks noGrp="1"/>
          </p:cNvSpPr>
          <p:nvPr>
            <p:ph type="sldNum" sz="quarter" idx="12"/>
          </p:nvPr>
        </p:nvSpPr>
        <p:spPr/>
        <p:txBody>
          <a:bodyPr/>
          <a:lstStyle/>
          <a:p>
            <a:pPr>
              <a:defRPr/>
            </a:pPr>
            <a:fld id="{8BCAC33D-D29A-48B3-BCD6-381D3D720D26}" type="slidenum">
              <a:rPr lang="zh-CN" altLang="en-US" smtClean="0"/>
              <a:t>36</a:t>
            </a:fld>
            <a:endParaRPr lang="en-US" altLang="zh-CN"/>
          </a:p>
        </p:txBody>
      </p:sp>
    </p:spTree>
    <p:extLst>
      <p:ext uri="{BB962C8B-B14F-4D97-AF65-F5344CB8AC3E}">
        <p14:creationId xmlns:p14="http://schemas.microsoft.com/office/powerpoint/2010/main" val="3956781570"/>
      </p:ext>
    </p:extLst>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3" descr="Rectangle: Click to edit Master text styles&#10;Second level&#10;Third level&#10;Fourth level&#10;Fifth level"/>
          <p:cNvSpPr>
            <a:spLocks noGrp="1" noChangeArrowheads="1"/>
          </p:cNvSpPr>
          <p:nvPr>
            <p:ph type="body" idx="1"/>
          </p:nvPr>
        </p:nvSpPr>
        <p:spPr>
          <a:xfrm>
            <a:off x="685800" y="1700808"/>
            <a:ext cx="8062664" cy="4327525"/>
          </a:xfrm>
        </p:spPr>
        <p:txBody>
          <a:bodyPr/>
          <a:lstStyle/>
          <a:p>
            <a:pPr marL="0" indent="0" eaLnBrk="1" hangingPunct="1">
              <a:lnSpc>
                <a:spcPct val="120000"/>
              </a:lnSpc>
              <a:buNone/>
            </a:pPr>
            <a:r>
              <a:rPr lang="en-US" altLang="zh-CN" sz="2800" b="1" dirty="0"/>
              <a:t>1. </a:t>
            </a:r>
            <a:r>
              <a:rPr lang="zh-CN" altLang="en-US" sz="2800" b="1" dirty="0"/>
              <a:t>指令系统的设计</a:t>
            </a:r>
          </a:p>
          <a:p>
            <a:pPr marL="1085850" lvl="1" indent="-457200" eaLnBrk="1" hangingPunct="1">
              <a:lnSpc>
                <a:spcPct val="120000"/>
              </a:lnSpc>
            </a:pPr>
            <a:r>
              <a:rPr lang="zh-CN" altLang="en-US" sz="2400" b="1" dirty="0"/>
              <a:t>首先考虑所应实现的基本功能，确定哪些基本功能应该由硬件实现，哪些功能由软件实现比较合适。</a:t>
            </a:r>
          </a:p>
          <a:p>
            <a:pPr marL="1085850" lvl="1" indent="-457200" eaLnBrk="1" hangingPunct="1">
              <a:lnSpc>
                <a:spcPct val="120000"/>
              </a:lnSpc>
            </a:pPr>
            <a:r>
              <a:rPr lang="zh-CN" altLang="en-US" b="1" dirty="0">
                <a:solidFill>
                  <a:srgbClr val="D60093"/>
                </a:solidFill>
              </a:rPr>
              <a:t>包括</a:t>
            </a:r>
          </a:p>
          <a:p>
            <a:pPr lvl="2" eaLnBrk="1" hangingPunct="1">
              <a:lnSpc>
                <a:spcPct val="120000"/>
              </a:lnSpc>
            </a:pPr>
            <a:r>
              <a:rPr lang="zh-CN" altLang="en-US" b="1" dirty="0"/>
              <a:t>指令的功能设计</a:t>
            </a:r>
          </a:p>
          <a:p>
            <a:pPr lvl="2" eaLnBrk="1" hangingPunct="1">
              <a:lnSpc>
                <a:spcPct val="120000"/>
              </a:lnSpc>
            </a:pPr>
            <a:r>
              <a:rPr lang="zh-CN" altLang="en-US" b="1" dirty="0"/>
              <a:t>指令格式的设计</a:t>
            </a:r>
          </a:p>
        </p:txBody>
      </p:sp>
      <p:sp>
        <p:nvSpPr>
          <p:cNvPr id="5" name="Rectangle 2"/>
          <p:cNvSpPr>
            <a:spLocks noGrp="1" noChangeArrowheads="1"/>
          </p:cNvSpPr>
          <p:nvPr>
            <p:ph type="title"/>
          </p:nvPr>
        </p:nvSpPr>
        <p:spPr>
          <a:xfrm>
            <a:off x="457200" y="274638"/>
            <a:ext cx="8229600" cy="1143000"/>
          </a:xfrm>
        </p:spPr>
        <p:txBody>
          <a:bodyPr/>
          <a:lstStyle/>
          <a:p>
            <a:pPr eaLnBrk="1" hangingPunct="1"/>
            <a:r>
              <a:rPr lang="en-US" altLang="zh-CN" sz="3600" b="1" dirty="0">
                <a:latin typeface="Times New Roman" panose="02020603050405020304" pitchFamily="18" charset="0"/>
                <a:cs typeface="Times New Roman" panose="02020603050405020304" pitchFamily="18" charset="0"/>
              </a:rPr>
              <a:t>2.5.1 </a:t>
            </a:r>
            <a:r>
              <a:rPr lang="zh-CN" altLang="en-US" sz="3600" b="1" dirty="0">
                <a:latin typeface="Times New Roman" panose="02020603050405020304" pitchFamily="18" charset="0"/>
                <a:cs typeface="Times New Roman" panose="02020603050405020304" pitchFamily="18" charset="0"/>
              </a:rPr>
              <a:t>指令系统设计的基本原则</a:t>
            </a:r>
          </a:p>
        </p:txBody>
      </p:sp>
      <p:sp>
        <p:nvSpPr>
          <p:cNvPr id="2" name="日期占位符 1">
            <a:extLst>
              <a:ext uri="{FF2B5EF4-FFF2-40B4-BE49-F238E27FC236}">
                <a16:creationId xmlns:a16="http://schemas.microsoft.com/office/drawing/2014/main" id="{D94469FD-28F9-B21C-E052-5BFC7335F5FA}"/>
              </a:ext>
            </a:extLst>
          </p:cNvPr>
          <p:cNvSpPr>
            <a:spLocks noGrp="1"/>
          </p:cNvSpPr>
          <p:nvPr>
            <p:ph type="dt" sz="half" idx="10"/>
          </p:nvPr>
        </p:nvSpPr>
        <p:spPr/>
        <p:txBody>
          <a:bodyPr/>
          <a:lstStyle/>
          <a:p>
            <a:pPr>
              <a:defRPr/>
            </a:pPr>
            <a:fld id="{1729F50E-2334-4505-ACF4-DE0CC38A3BDE}" type="datetime1">
              <a:rPr lang="zh-CN" altLang="en-US" smtClean="0"/>
              <a:t>2025/9/18</a:t>
            </a:fld>
            <a:endParaRPr lang="en-US" altLang="zh-CN"/>
          </a:p>
        </p:txBody>
      </p:sp>
      <p:sp>
        <p:nvSpPr>
          <p:cNvPr id="3" name="页脚占位符 2">
            <a:extLst>
              <a:ext uri="{FF2B5EF4-FFF2-40B4-BE49-F238E27FC236}">
                <a16:creationId xmlns:a16="http://schemas.microsoft.com/office/drawing/2014/main" id="{4865FAFF-E8AE-31DB-AA37-37FED4DBB1E0}"/>
              </a:ext>
            </a:extLst>
          </p:cNvPr>
          <p:cNvSpPr>
            <a:spLocks noGrp="1"/>
          </p:cNvSpPr>
          <p:nvPr>
            <p:ph type="ftr" sz="quarter" idx="11"/>
          </p:nvPr>
        </p:nvSpPr>
        <p:spPr/>
        <p:txBody>
          <a:body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4" name="灯片编号占位符 3">
            <a:extLst>
              <a:ext uri="{FF2B5EF4-FFF2-40B4-BE49-F238E27FC236}">
                <a16:creationId xmlns:a16="http://schemas.microsoft.com/office/drawing/2014/main" id="{A3F2A173-3A3F-04FB-F2E8-427234969D49}"/>
              </a:ext>
            </a:extLst>
          </p:cNvPr>
          <p:cNvSpPr>
            <a:spLocks noGrp="1"/>
          </p:cNvSpPr>
          <p:nvPr>
            <p:ph type="sldNum" sz="quarter" idx="12"/>
          </p:nvPr>
        </p:nvSpPr>
        <p:spPr/>
        <p:txBody>
          <a:bodyPr/>
          <a:lstStyle/>
          <a:p>
            <a:pPr>
              <a:defRPr/>
            </a:pPr>
            <a:fld id="{8BCAC33D-D29A-48B3-BCD6-381D3D720D26}" type="slidenum">
              <a:rPr lang="zh-CN" altLang="en-US" smtClean="0"/>
              <a:t>37</a:t>
            </a:fld>
            <a:endParaRPr lang="en-US" altLang="zh-CN"/>
          </a:p>
        </p:txBody>
      </p:sp>
    </p:spTree>
    <p:extLst>
      <p:ext uri="{BB962C8B-B14F-4D97-AF65-F5344CB8AC3E}">
        <p14:creationId xmlns:p14="http://schemas.microsoft.com/office/powerpoint/2010/main" val="22379607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3" descr="Rectangle: Click to edit Master text styles&#10;Second level&#10;Third level&#10;Fourth level&#10;Fifth level"/>
          <p:cNvSpPr>
            <a:spLocks noGrp="1" noChangeArrowheads="1"/>
          </p:cNvSpPr>
          <p:nvPr>
            <p:ph type="body" idx="1"/>
          </p:nvPr>
        </p:nvSpPr>
        <p:spPr>
          <a:xfrm>
            <a:off x="685800" y="1700808"/>
            <a:ext cx="7772400" cy="4327525"/>
          </a:xfrm>
        </p:spPr>
        <p:txBody>
          <a:bodyPr/>
          <a:lstStyle/>
          <a:p>
            <a:pPr marL="0" indent="0" eaLnBrk="1" hangingPunct="1">
              <a:lnSpc>
                <a:spcPct val="120000"/>
              </a:lnSpc>
              <a:buNone/>
            </a:pPr>
            <a:r>
              <a:rPr lang="en-US" altLang="zh-CN" sz="2800" b="1" dirty="0"/>
              <a:t>1. </a:t>
            </a:r>
            <a:r>
              <a:rPr lang="zh-CN" altLang="en-US" sz="2800" b="1" dirty="0"/>
              <a:t>指令系统的设计</a:t>
            </a:r>
          </a:p>
          <a:p>
            <a:pPr marL="1085850" lvl="1" indent="-457200" eaLnBrk="1" hangingPunct="1">
              <a:lnSpc>
                <a:spcPct val="120000"/>
              </a:lnSpc>
            </a:pPr>
            <a:r>
              <a:rPr lang="zh-CN" altLang="en-US" sz="2400" b="1" dirty="0"/>
              <a:t>一种指令系统中的指令到底要支持哪些类型的操作呢？这就是所谓的指令系统功能设计问题。</a:t>
            </a:r>
          </a:p>
        </p:txBody>
      </p:sp>
      <p:sp>
        <p:nvSpPr>
          <p:cNvPr id="5" name="Rectangle 2"/>
          <p:cNvSpPr>
            <a:spLocks noGrp="1" noChangeArrowheads="1"/>
          </p:cNvSpPr>
          <p:nvPr>
            <p:ph type="title"/>
          </p:nvPr>
        </p:nvSpPr>
        <p:spPr>
          <a:xfrm>
            <a:off x="457200" y="274638"/>
            <a:ext cx="8229600" cy="1143000"/>
          </a:xfrm>
        </p:spPr>
        <p:txBody>
          <a:bodyPr/>
          <a:lstStyle/>
          <a:p>
            <a:pPr eaLnBrk="1" hangingPunct="1"/>
            <a:r>
              <a:rPr lang="en-US" altLang="zh-CN" sz="3600" b="1" dirty="0">
                <a:latin typeface="Times New Roman" panose="02020603050405020304" pitchFamily="18" charset="0"/>
                <a:cs typeface="Times New Roman" panose="02020603050405020304" pitchFamily="18" charset="0"/>
              </a:rPr>
              <a:t>2.5.1 </a:t>
            </a:r>
            <a:r>
              <a:rPr lang="zh-CN" altLang="en-US" sz="3600" b="1" dirty="0">
                <a:latin typeface="Times New Roman" panose="02020603050405020304" pitchFamily="18" charset="0"/>
                <a:cs typeface="Times New Roman" panose="02020603050405020304" pitchFamily="18" charset="0"/>
              </a:rPr>
              <a:t>指令系统设计的基本原则</a:t>
            </a:r>
          </a:p>
        </p:txBody>
      </p:sp>
      <p:grpSp>
        <p:nvGrpSpPr>
          <p:cNvPr id="4" name="Group 3">
            <a:extLst>
              <a:ext uri="{FF2B5EF4-FFF2-40B4-BE49-F238E27FC236}">
                <a16:creationId xmlns:a16="http://schemas.microsoft.com/office/drawing/2014/main" id="{195DA7CA-C714-4754-8A71-4DB50364F548}"/>
              </a:ext>
            </a:extLst>
          </p:cNvPr>
          <p:cNvGrpSpPr>
            <a:grpSpLocks/>
          </p:cNvGrpSpPr>
          <p:nvPr/>
        </p:nvGrpSpPr>
        <p:grpSpPr bwMode="auto">
          <a:xfrm>
            <a:off x="867569" y="4149080"/>
            <a:ext cx="7408862" cy="849313"/>
            <a:chOff x="876" y="3452"/>
            <a:chExt cx="4667" cy="535"/>
          </a:xfrm>
        </p:grpSpPr>
        <p:grpSp>
          <p:nvGrpSpPr>
            <p:cNvPr id="6" name="Group 4">
              <a:extLst>
                <a:ext uri="{FF2B5EF4-FFF2-40B4-BE49-F238E27FC236}">
                  <a16:creationId xmlns:a16="http://schemas.microsoft.com/office/drawing/2014/main" id="{A70D29C4-02BF-4BBF-BC92-A306A24D129D}"/>
                </a:ext>
              </a:extLst>
            </p:cNvPr>
            <p:cNvGrpSpPr>
              <a:grpSpLocks/>
            </p:cNvGrpSpPr>
            <p:nvPr/>
          </p:nvGrpSpPr>
          <p:grpSpPr bwMode="auto">
            <a:xfrm>
              <a:off x="876" y="3456"/>
              <a:ext cx="1008" cy="528"/>
              <a:chOff x="816" y="3504"/>
              <a:chExt cx="1008" cy="528"/>
            </a:xfrm>
          </p:grpSpPr>
          <p:sp>
            <p:nvSpPr>
              <p:cNvPr id="17" name="Rectangle 5">
                <a:extLst>
                  <a:ext uri="{FF2B5EF4-FFF2-40B4-BE49-F238E27FC236}">
                    <a16:creationId xmlns:a16="http://schemas.microsoft.com/office/drawing/2014/main" id="{B28163AB-42ED-46D9-9C89-62266982AD34}"/>
                  </a:ext>
                </a:extLst>
              </p:cNvPr>
              <p:cNvSpPr>
                <a:spLocks noChangeArrowheads="1"/>
              </p:cNvSpPr>
              <p:nvPr/>
            </p:nvSpPr>
            <p:spPr bwMode="auto">
              <a:xfrm>
                <a:off x="816" y="3504"/>
                <a:ext cx="1008" cy="528"/>
              </a:xfrm>
              <a:prstGeom prst="rect">
                <a:avLst/>
              </a:prstGeom>
              <a:solidFill>
                <a:srgbClr val="0000FF"/>
              </a:solidFill>
              <a:ln w="25400" cap="sq">
                <a:solidFill>
                  <a:schemeClr val="tx1"/>
                </a:solidFill>
                <a:miter lim="800000"/>
                <a:headEnd type="none" w="sm" len="sm"/>
                <a:tailEnd type="none" w="sm" len="sm"/>
              </a:ln>
              <a:effectLst/>
            </p:spPr>
            <p:txBody>
              <a:bodyPr wrap="none" anchor="ctr"/>
              <a:lstStyle/>
              <a:p>
                <a:pPr algn="ctr" eaLnBrk="0" hangingPunct="0">
                  <a:defRPr/>
                </a:pPr>
                <a:endParaRPr lang="en-US" sz="2400" b="1">
                  <a:effectLst>
                    <a:outerShdw blurRad="38100" dist="38100" dir="2700000" algn="tl">
                      <a:srgbClr val="FFFFFF"/>
                    </a:outerShdw>
                  </a:effectLst>
                  <a:latin typeface="Arial" charset="0"/>
                  <a:ea typeface="MS PGothic" pitchFamily="34" charset="-128"/>
                </a:endParaRPr>
              </a:p>
            </p:txBody>
          </p:sp>
          <p:sp>
            <p:nvSpPr>
              <p:cNvPr id="18" name="Text Box 6">
                <a:extLst>
                  <a:ext uri="{FF2B5EF4-FFF2-40B4-BE49-F238E27FC236}">
                    <a16:creationId xmlns:a16="http://schemas.microsoft.com/office/drawing/2014/main" id="{D290AE56-E488-4A9B-9135-0E4A38F0CC0D}"/>
                  </a:ext>
                </a:extLst>
              </p:cNvPr>
              <p:cNvSpPr txBox="1">
                <a:spLocks noChangeArrowheads="1"/>
              </p:cNvSpPr>
              <p:nvPr/>
            </p:nvSpPr>
            <p:spPr bwMode="auto">
              <a:xfrm>
                <a:off x="1008" y="3600"/>
                <a:ext cx="768" cy="288"/>
              </a:xfrm>
              <a:prstGeom prst="rect">
                <a:avLst/>
              </a:prstGeom>
              <a:noFill/>
              <a:ln w="12700" cap="sq">
                <a:noFill/>
                <a:miter lim="800000"/>
                <a:headEnd type="none" w="sm" len="sm"/>
                <a:tailEnd type="none" w="sm" len="sm"/>
              </a:ln>
              <a:effectLst/>
            </p:spPr>
            <p:txBody>
              <a:bodyPr>
                <a:spAutoFit/>
              </a:bodyPr>
              <a:lstStyle/>
              <a:p>
                <a:pPr>
                  <a:spcBef>
                    <a:spcPct val="50000"/>
                  </a:spcBef>
                  <a:defRPr/>
                </a:pPr>
                <a:r>
                  <a:rPr kumimoji="1" lang="zh-CN" altLang="en-US" sz="2400" b="1">
                    <a:solidFill>
                      <a:srgbClr val="FF0000"/>
                    </a:solidFill>
                    <a:effectLst>
                      <a:outerShdw blurRad="38100" dist="38100" dir="2700000" algn="tl">
                        <a:srgbClr val="C0C0C0"/>
                      </a:outerShdw>
                    </a:effectLst>
                    <a:latin typeface="Times New Roman" pitchFamily="18" charset="0"/>
                    <a:ea typeface="华文中宋" pitchFamily="2" charset="-122"/>
                  </a:rPr>
                  <a:t>操作码</a:t>
                </a:r>
              </a:p>
            </p:txBody>
          </p:sp>
        </p:grpSp>
        <p:grpSp>
          <p:nvGrpSpPr>
            <p:cNvPr id="7" name="Group 7">
              <a:extLst>
                <a:ext uri="{FF2B5EF4-FFF2-40B4-BE49-F238E27FC236}">
                  <a16:creationId xmlns:a16="http://schemas.microsoft.com/office/drawing/2014/main" id="{8B5CABB7-E79D-4FD7-8C90-6E178CFECA0D}"/>
                </a:ext>
              </a:extLst>
            </p:cNvPr>
            <p:cNvGrpSpPr>
              <a:grpSpLocks/>
            </p:cNvGrpSpPr>
            <p:nvPr/>
          </p:nvGrpSpPr>
          <p:grpSpPr bwMode="auto">
            <a:xfrm>
              <a:off x="1884" y="3456"/>
              <a:ext cx="1836" cy="528"/>
              <a:chOff x="1824" y="3504"/>
              <a:chExt cx="1824" cy="528"/>
            </a:xfrm>
          </p:grpSpPr>
          <p:sp>
            <p:nvSpPr>
              <p:cNvPr id="13" name="Rectangle 8">
                <a:extLst>
                  <a:ext uri="{FF2B5EF4-FFF2-40B4-BE49-F238E27FC236}">
                    <a16:creationId xmlns:a16="http://schemas.microsoft.com/office/drawing/2014/main" id="{F4FF4E7D-0FB9-4F36-AA1E-75E3691D046E}"/>
                  </a:ext>
                </a:extLst>
              </p:cNvPr>
              <p:cNvSpPr>
                <a:spLocks noChangeArrowheads="1"/>
              </p:cNvSpPr>
              <p:nvPr/>
            </p:nvSpPr>
            <p:spPr bwMode="auto">
              <a:xfrm>
                <a:off x="1824" y="3504"/>
                <a:ext cx="1824" cy="528"/>
              </a:xfrm>
              <a:prstGeom prst="rect">
                <a:avLst/>
              </a:prstGeom>
              <a:solidFill>
                <a:srgbClr val="00FF00"/>
              </a:solidFill>
              <a:ln w="25400" cap="sq">
                <a:solidFill>
                  <a:schemeClr val="tx1"/>
                </a:solidFill>
                <a:miter lim="800000"/>
                <a:headEnd type="none" w="sm" len="sm"/>
                <a:tailEnd type="none" w="sm" len="sm"/>
              </a:ln>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a:endParaRPr lang="en-US" altLang="zh-CN" sz="2400" b="1">
                  <a:latin typeface="Arial" panose="020B0604020202020204" pitchFamily="34" charset="0"/>
                  <a:ea typeface="MS PGothic" panose="020B0600070205080204" pitchFamily="34" charset="-128"/>
                </a:endParaRPr>
              </a:p>
            </p:txBody>
          </p:sp>
          <p:sp>
            <p:nvSpPr>
              <p:cNvPr id="14" name="Text Box 9">
                <a:extLst>
                  <a:ext uri="{FF2B5EF4-FFF2-40B4-BE49-F238E27FC236}">
                    <a16:creationId xmlns:a16="http://schemas.microsoft.com/office/drawing/2014/main" id="{D7718F91-5DE6-4F5C-9FC9-5FD886DB1D20}"/>
                  </a:ext>
                </a:extLst>
              </p:cNvPr>
              <p:cNvSpPr txBox="1">
                <a:spLocks noChangeArrowheads="1"/>
              </p:cNvSpPr>
              <p:nvPr/>
            </p:nvSpPr>
            <p:spPr bwMode="auto">
              <a:xfrm>
                <a:off x="1872" y="3600"/>
                <a:ext cx="912" cy="288"/>
              </a:xfrm>
              <a:prstGeom prst="rect">
                <a:avLst/>
              </a:prstGeom>
              <a:solidFill>
                <a:srgbClr val="00FF00"/>
              </a:solidFill>
              <a:ln w="12700" cap="sq">
                <a:noFill/>
                <a:miter lim="800000"/>
                <a:headEnd type="none" w="sm" len="sm"/>
                <a:tailEnd type="none" w="sm" len="sm"/>
              </a:ln>
              <a:effectLst/>
            </p:spPr>
            <p:txBody>
              <a:bodyPr>
                <a:spAutoFit/>
              </a:bodyPr>
              <a:lstStyle/>
              <a:p>
                <a:pPr>
                  <a:spcBef>
                    <a:spcPct val="50000"/>
                  </a:spcBef>
                  <a:defRPr/>
                </a:pPr>
                <a:r>
                  <a:rPr kumimoji="1" lang="zh-CN" altLang="en-US" sz="2400" b="1">
                    <a:solidFill>
                      <a:srgbClr val="FF0000"/>
                    </a:solidFill>
                    <a:effectLst>
                      <a:outerShdw blurRad="38100" dist="38100" dir="2700000" algn="tl">
                        <a:srgbClr val="000000"/>
                      </a:outerShdw>
                    </a:effectLst>
                    <a:latin typeface="Times New Roman" pitchFamily="18" charset="0"/>
                    <a:ea typeface="华文中宋" pitchFamily="2" charset="-122"/>
                  </a:rPr>
                  <a:t>寻址方式</a:t>
                </a:r>
                <a:endParaRPr kumimoji="1" lang="zh-CN" altLang="en-US" sz="2400" b="1">
                  <a:effectLst>
                    <a:outerShdw blurRad="38100" dist="38100" dir="2700000" algn="tl">
                      <a:srgbClr val="FFFFFF"/>
                    </a:outerShdw>
                  </a:effectLst>
                  <a:latin typeface="Times New Roman" pitchFamily="18" charset="0"/>
                  <a:ea typeface="华文中宋" pitchFamily="2" charset="-122"/>
                </a:endParaRPr>
              </a:p>
            </p:txBody>
          </p:sp>
          <p:sp>
            <p:nvSpPr>
              <p:cNvPr id="15" name="Line 10">
                <a:extLst>
                  <a:ext uri="{FF2B5EF4-FFF2-40B4-BE49-F238E27FC236}">
                    <a16:creationId xmlns:a16="http://schemas.microsoft.com/office/drawing/2014/main" id="{D2A1D465-7C70-4C96-889E-8EC3B80EB8F9}"/>
                  </a:ext>
                </a:extLst>
              </p:cNvPr>
              <p:cNvSpPr>
                <a:spLocks noChangeShapeType="1"/>
              </p:cNvSpPr>
              <p:nvPr/>
            </p:nvSpPr>
            <p:spPr bwMode="auto">
              <a:xfrm>
                <a:off x="2784" y="3504"/>
                <a:ext cx="0" cy="528"/>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 name="Text Box 11">
                <a:extLst>
                  <a:ext uri="{FF2B5EF4-FFF2-40B4-BE49-F238E27FC236}">
                    <a16:creationId xmlns:a16="http://schemas.microsoft.com/office/drawing/2014/main" id="{9064968F-E06B-41C2-8EA7-9C3A45F25E5E}"/>
                  </a:ext>
                </a:extLst>
              </p:cNvPr>
              <p:cNvSpPr txBox="1">
                <a:spLocks noChangeArrowheads="1"/>
              </p:cNvSpPr>
              <p:nvPr/>
            </p:nvSpPr>
            <p:spPr bwMode="auto">
              <a:xfrm>
                <a:off x="2880" y="3600"/>
                <a:ext cx="720" cy="288"/>
              </a:xfrm>
              <a:prstGeom prst="rect">
                <a:avLst/>
              </a:prstGeom>
              <a:solidFill>
                <a:srgbClr val="00FF00"/>
              </a:solidFill>
              <a:ln w="12700" cap="sq">
                <a:noFill/>
                <a:miter lim="800000"/>
                <a:headEnd type="none" w="sm" len="sm"/>
                <a:tailEnd type="none" w="sm" len="sm"/>
              </a:ln>
              <a:effectLst/>
            </p:spPr>
            <p:txBody>
              <a:bodyPr>
                <a:spAutoFit/>
              </a:bodyPr>
              <a:lstStyle/>
              <a:p>
                <a:pPr>
                  <a:spcBef>
                    <a:spcPct val="50000"/>
                  </a:spcBef>
                  <a:defRPr/>
                </a:pPr>
                <a:r>
                  <a:rPr kumimoji="1" lang="zh-CN" altLang="en-US" sz="2400" b="1">
                    <a:solidFill>
                      <a:srgbClr val="FF0000"/>
                    </a:solidFill>
                    <a:effectLst>
                      <a:outerShdw blurRad="38100" dist="38100" dir="2700000" algn="tl">
                        <a:srgbClr val="000000"/>
                      </a:outerShdw>
                    </a:effectLst>
                    <a:latin typeface="Times New Roman" pitchFamily="18" charset="0"/>
                    <a:ea typeface="华文中宋" pitchFamily="2" charset="-122"/>
                  </a:rPr>
                  <a:t>操作数</a:t>
                </a:r>
                <a:endParaRPr kumimoji="1" lang="zh-CN" altLang="en-US" sz="2400" b="1">
                  <a:effectLst>
                    <a:outerShdw blurRad="38100" dist="38100" dir="2700000" algn="tl">
                      <a:srgbClr val="FFFFFF"/>
                    </a:outerShdw>
                  </a:effectLst>
                  <a:latin typeface="Times New Roman" pitchFamily="18" charset="0"/>
                  <a:ea typeface="华文中宋" pitchFamily="2" charset="-122"/>
                </a:endParaRPr>
              </a:p>
            </p:txBody>
          </p:sp>
        </p:grpSp>
        <p:grpSp>
          <p:nvGrpSpPr>
            <p:cNvPr id="8" name="Group 12">
              <a:extLst>
                <a:ext uri="{FF2B5EF4-FFF2-40B4-BE49-F238E27FC236}">
                  <a16:creationId xmlns:a16="http://schemas.microsoft.com/office/drawing/2014/main" id="{1C76B078-18E9-4F51-8140-C0B93316078D}"/>
                </a:ext>
              </a:extLst>
            </p:cNvPr>
            <p:cNvGrpSpPr>
              <a:grpSpLocks/>
            </p:cNvGrpSpPr>
            <p:nvPr/>
          </p:nvGrpSpPr>
          <p:grpSpPr bwMode="auto">
            <a:xfrm>
              <a:off x="3707" y="3452"/>
              <a:ext cx="1836" cy="535"/>
              <a:chOff x="1824" y="3504"/>
              <a:chExt cx="1824" cy="528"/>
            </a:xfrm>
          </p:grpSpPr>
          <p:sp>
            <p:nvSpPr>
              <p:cNvPr id="9" name="Rectangle 13">
                <a:extLst>
                  <a:ext uri="{FF2B5EF4-FFF2-40B4-BE49-F238E27FC236}">
                    <a16:creationId xmlns:a16="http://schemas.microsoft.com/office/drawing/2014/main" id="{F33193E7-CBCA-40EE-83FF-141DE5420719}"/>
                  </a:ext>
                </a:extLst>
              </p:cNvPr>
              <p:cNvSpPr>
                <a:spLocks noChangeArrowheads="1"/>
              </p:cNvSpPr>
              <p:nvPr/>
            </p:nvSpPr>
            <p:spPr bwMode="auto">
              <a:xfrm>
                <a:off x="1824" y="3504"/>
                <a:ext cx="1824" cy="528"/>
              </a:xfrm>
              <a:prstGeom prst="rect">
                <a:avLst/>
              </a:prstGeom>
              <a:solidFill>
                <a:srgbClr val="00FF00"/>
              </a:solidFill>
              <a:ln w="25400" cap="sq">
                <a:solidFill>
                  <a:schemeClr val="tx1"/>
                </a:solidFill>
                <a:miter lim="800000"/>
                <a:headEnd type="none" w="sm" len="sm"/>
                <a:tailEnd type="none" w="sm" len="sm"/>
              </a:ln>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10" name="Text Box 14">
                <a:extLst>
                  <a:ext uri="{FF2B5EF4-FFF2-40B4-BE49-F238E27FC236}">
                    <a16:creationId xmlns:a16="http://schemas.microsoft.com/office/drawing/2014/main" id="{3466B997-225F-40A6-836A-900B68444B0C}"/>
                  </a:ext>
                </a:extLst>
              </p:cNvPr>
              <p:cNvSpPr txBox="1">
                <a:spLocks noChangeArrowheads="1"/>
              </p:cNvSpPr>
              <p:nvPr/>
            </p:nvSpPr>
            <p:spPr bwMode="auto">
              <a:xfrm>
                <a:off x="1872" y="3600"/>
                <a:ext cx="912" cy="284"/>
              </a:xfrm>
              <a:prstGeom prst="rect">
                <a:avLst/>
              </a:prstGeom>
              <a:solidFill>
                <a:srgbClr val="00FF00"/>
              </a:solidFill>
              <a:ln w="12700" cap="sq">
                <a:noFill/>
                <a:miter lim="800000"/>
                <a:headEnd type="none" w="sm" len="sm"/>
                <a:tailEnd type="none" w="sm" len="sm"/>
              </a:ln>
              <a:effectLst/>
            </p:spPr>
            <p:txBody>
              <a:bodyPr>
                <a:spAutoFit/>
              </a:bodyPr>
              <a:lstStyle/>
              <a:p>
                <a:pPr>
                  <a:spcBef>
                    <a:spcPct val="50000"/>
                  </a:spcBef>
                  <a:defRPr/>
                </a:pPr>
                <a:r>
                  <a:rPr kumimoji="1" lang="zh-CN" altLang="en-US" sz="2400" b="1">
                    <a:solidFill>
                      <a:srgbClr val="FF0000"/>
                    </a:solidFill>
                    <a:effectLst>
                      <a:outerShdw blurRad="38100" dist="38100" dir="2700000" algn="tl">
                        <a:srgbClr val="000000"/>
                      </a:outerShdw>
                    </a:effectLst>
                    <a:latin typeface="Times New Roman" pitchFamily="18" charset="0"/>
                    <a:ea typeface="华文中宋" pitchFamily="2" charset="-122"/>
                  </a:rPr>
                  <a:t>寻址方式</a:t>
                </a:r>
                <a:endParaRPr kumimoji="1" lang="zh-CN" altLang="en-US" sz="2400" b="1">
                  <a:effectLst>
                    <a:outerShdw blurRad="38100" dist="38100" dir="2700000" algn="tl">
                      <a:srgbClr val="FFFFFF"/>
                    </a:outerShdw>
                  </a:effectLst>
                  <a:latin typeface="Times New Roman" pitchFamily="18" charset="0"/>
                  <a:ea typeface="华文中宋" pitchFamily="2" charset="-122"/>
                </a:endParaRPr>
              </a:p>
            </p:txBody>
          </p:sp>
          <p:sp>
            <p:nvSpPr>
              <p:cNvPr id="11" name="Line 15">
                <a:extLst>
                  <a:ext uri="{FF2B5EF4-FFF2-40B4-BE49-F238E27FC236}">
                    <a16:creationId xmlns:a16="http://schemas.microsoft.com/office/drawing/2014/main" id="{1C810DEF-6654-4827-B8C2-6E8E3CFEBC6A}"/>
                  </a:ext>
                </a:extLst>
              </p:cNvPr>
              <p:cNvSpPr>
                <a:spLocks noChangeShapeType="1"/>
              </p:cNvSpPr>
              <p:nvPr/>
            </p:nvSpPr>
            <p:spPr bwMode="auto">
              <a:xfrm>
                <a:off x="2784" y="3504"/>
                <a:ext cx="0" cy="528"/>
              </a:xfrm>
              <a:prstGeom prst="line">
                <a:avLst/>
              </a:prstGeom>
              <a:noFill/>
              <a:ln w="254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Text Box 16">
                <a:extLst>
                  <a:ext uri="{FF2B5EF4-FFF2-40B4-BE49-F238E27FC236}">
                    <a16:creationId xmlns:a16="http://schemas.microsoft.com/office/drawing/2014/main" id="{7BFC9566-6C75-4D67-9277-38E80496D437}"/>
                  </a:ext>
                </a:extLst>
              </p:cNvPr>
              <p:cNvSpPr txBox="1">
                <a:spLocks noChangeArrowheads="1"/>
              </p:cNvSpPr>
              <p:nvPr/>
            </p:nvSpPr>
            <p:spPr bwMode="auto">
              <a:xfrm>
                <a:off x="2880" y="3600"/>
                <a:ext cx="720" cy="284"/>
              </a:xfrm>
              <a:prstGeom prst="rect">
                <a:avLst/>
              </a:prstGeom>
              <a:solidFill>
                <a:srgbClr val="00FF00"/>
              </a:solidFill>
              <a:ln w="12700" cap="sq">
                <a:noFill/>
                <a:miter lim="800000"/>
                <a:headEnd type="none" w="sm" len="sm"/>
                <a:tailEnd type="none" w="sm" len="sm"/>
              </a:ln>
              <a:effectLst/>
            </p:spPr>
            <p:txBody>
              <a:bodyPr>
                <a:spAutoFit/>
              </a:bodyPr>
              <a:lstStyle/>
              <a:p>
                <a:pPr>
                  <a:spcBef>
                    <a:spcPct val="50000"/>
                  </a:spcBef>
                  <a:defRPr/>
                </a:pPr>
                <a:r>
                  <a:rPr kumimoji="1" lang="zh-CN" altLang="en-US" sz="2400" b="1">
                    <a:solidFill>
                      <a:srgbClr val="FF0000"/>
                    </a:solidFill>
                    <a:effectLst>
                      <a:outerShdw blurRad="38100" dist="38100" dir="2700000" algn="tl">
                        <a:srgbClr val="000000"/>
                      </a:outerShdw>
                    </a:effectLst>
                    <a:latin typeface="Times New Roman" pitchFamily="18" charset="0"/>
                    <a:ea typeface="华文中宋" pitchFamily="2" charset="-122"/>
                  </a:rPr>
                  <a:t>操作数</a:t>
                </a:r>
                <a:endParaRPr kumimoji="1" lang="zh-CN" altLang="en-US" sz="2400" b="1">
                  <a:effectLst>
                    <a:outerShdw blurRad="38100" dist="38100" dir="2700000" algn="tl">
                      <a:srgbClr val="FFFFFF"/>
                    </a:outerShdw>
                  </a:effectLst>
                  <a:latin typeface="Times New Roman" pitchFamily="18" charset="0"/>
                  <a:ea typeface="华文中宋" pitchFamily="2" charset="-122"/>
                </a:endParaRPr>
              </a:p>
            </p:txBody>
          </p:sp>
        </p:grpSp>
      </p:grpSp>
      <p:sp>
        <p:nvSpPr>
          <p:cNvPr id="2" name="日期占位符 1">
            <a:extLst>
              <a:ext uri="{FF2B5EF4-FFF2-40B4-BE49-F238E27FC236}">
                <a16:creationId xmlns:a16="http://schemas.microsoft.com/office/drawing/2014/main" id="{BC01EADF-C68C-F2C8-5DF6-3AB0D185C710}"/>
              </a:ext>
            </a:extLst>
          </p:cNvPr>
          <p:cNvSpPr>
            <a:spLocks noGrp="1"/>
          </p:cNvSpPr>
          <p:nvPr>
            <p:ph type="dt" sz="half" idx="10"/>
          </p:nvPr>
        </p:nvSpPr>
        <p:spPr/>
        <p:txBody>
          <a:bodyPr/>
          <a:lstStyle/>
          <a:p>
            <a:pPr>
              <a:defRPr/>
            </a:pPr>
            <a:fld id="{72A652C7-1020-42C9-A9CA-1E4FFA208CD9}" type="datetime1">
              <a:rPr lang="zh-CN" altLang="en-US" smtClean="0"/>
              <a:t>2025/9/18</a:t>
            </a:fld>
            <a:endParaRPr lang="en-US" altLang="zh-CN"/>
          </a:p>
        </p:txBody>
      </p:sp>
      <p:sp>
        <p:nvSpPr>
          <p:cNvPr id="3" name="页脚占位符 2">
            <a:extLst>
              <a:ext uri="{FF2B5EF4-FFF2-40B4-BE49-F238E27FC236}">
                <a16:creationId xmlns:a16="http://schemas.microsoft.com/office/drawing/2014/main" id="{4E3C7500-4543-1769-4636-03BA832DC9E7}"/>
              </a:ext>
            </a:extLst>
          </p:cNvPr>
          <p:cNvSpPr>
            <a:spLocks noGrp="1"/>
          </p:cNvSpPr>
          <p:nvPr>
            <p:ph type="ftr" sz="quarter" idx="11"/>
          </p:nvPr>
        </p:nvSpPr>
        <p:spPr/>
        <p:txBody>
          <a:body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19" name="灯片编号占位符 18">
            <a:extLst>
              <a:ext uri="{FF2B5EF4-FFF2-40B4-BE49-F238E27FC236}">
                <a16:creationId xmlns:a16="http://schemas.microsoft.com/office/drawing/2014/main" id="{9AE49CB4-6670-E03F-3F2A-43D5C8AA7BBD}"/>
              </a:ext>
            </a:extLst>
          </p:cNvPr>
          <p:cNvSpPr>
            <a:spLocks noGrp="1"/>
          </p:cNvSpPr>
          <p:nvPr>
            <p:ph type="sldNum" sz="quarter" idx="12"/>
          </p:nvPr>
        </p:nvSpPr>
        <p:spPr/>
        <p:txBody>
          <a:bodyPr/>
          <a:lstStyle/>
          <a:p>
            <a:pPr>
              <a:defRPr/>
            </a:pPr>
            <a:fld id="{8BCAC33D-D29A-48B3-BCD6-381D3D720D26}" type="slidenum">
              <a:rPr lang="zh-CN" altLang="en-US" smtClean="0"/>
              <a:t>38</a:t>
            </a:fld>
            <a:endParaRPr lang="en-US" altLang="zh-CN"/>
          </a:p>
        </p:txBody>
      </p:sp>
    </p:spTree>
    <p:extLst>
      <p:ext uri="{BB962C8B-B14F-4D97-AF65-F5344CB8AC3E}">
        <p14:creationId xmlns:p14="http://schemas.microsoft.com/office/powerpoint/2010/main" val="7561135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p:cNvSpPr>
            <a:spLocks noGrp="1" noChangeArrowheads="1"/>
          </p:cNvSpPr>
          <p:nvPr>
            <p:ph type="title"/>
          </p:nvPr>
        </p:nvSpPr>
        <p:spPr/>
        <p:txBody>
          <a:bodyPr/>
          <a:lstStyle/>
          <a:p>
            <a:pPr eaLnBrk="1" hangingPunct="1"/>
            <a:r>
              <a:rPr lang="en-US" altLang="zh-CN" sz="3600" b="1" dirty="0">
                <a:latin typeface="Times New Roman" panose="02020603050405020304" pitchFamily="18" charset="0"/>
                <a:cs typeface="Times New Roman" panose="02020603050405020304" pitchFamily="18" charset="0"/>
              </a:rPr>
              <a:t>2.5.1 </a:t>
            </a:r>
            <a:r>
              <a:rPr lang="zh-CN" altLang="en-US" sz="3600" b="1" dirty="0">
                <a:latin typeface="Times New Roman" panose="02020603050405020304" pitchFamily="18" charset="0"/>
                <a:cs typeface="Times New Roman" panose="02020603050405020304" pitchFamily="18" charset="0"/>
              </a:rPr>
              <a:t>指令系统设计的基本原则</a:t>
            </a:r>
          </a:p>
        </p:txBody>
      </p:sp>
      <p:sp>
        <p:nvSpPr>
          <p:cNvPr id="581635" name="Rectangle 3" descr="Rectangle: Click to edit Master text styles&#10;Second level&#10;Third level&#10;Fourth level&#10;Fifth level"/>
          <p:cNvSpPr>
            <a:spLocks noGrp="1" noChangeArrowheads="1"/>
          </p:cNvSpPr>
          <p:nvPr>
            <p:ph type="body" idx="1"/>
          </p:nvPr>
        </p:nvSpPr>
        <p:spPr>
          <a:xfrm>
            <a:off x="282352" y="1417638"/>
            <a:ext cx="8579296" cy="4525963"/>
          </a:xfrm>
        </p:spPr>
        <p:txBody>
          <a:bodyPr/>
          <a:lstStyle/>
          <a:p>
            <a:pPr marL="177800" indent="0" eaLnBrk="1" hangingPunct="1">
              <a:buNone/>
            </a:pPr>
            <a:r>
              <a:rPr lang="en-US" altLang="zh-CN" b="1" dirty="0"/>
              <a:t>2</a:t>
            </a:r>
            <a:r>
              <a:rPr lang="en-US" altLang="zh-CN" sz="2800" b="1" dirty="0"/>
              <a:t>. </a:t>
            </a:r>
            <a:r>
              <a:rPr lang="zh-CN" altLang="en-US" sz="2800" b="1" dirty="0"/>
              <a:t>在确定哪些基本功能用硬件来实现时，主要考虑</a:t>
            </a:r>
            <a:r>
              <a:rPr lang="en-US" altLang="zh-CN" sz="2800" b="1" dirty="0">
                <a:solidFill>
                  <a:srgbClr val="FF0000"/>
                </a:solidFill>
              </a:rPr>
              <a:t>3</a:t>
            </a:r>
            <a:r>
              <a:rPr lang="zh-CN" altLang="en-US" sz="2800" b="1" dirty="0">
                <a:solidFill>
                  <a:srgbClr val="FF0000"/>
                </a:solidFill>
              </a:rPr>
              <a:t>个因素</a:t>
            </a:r>
            <a:r>
              <a:rPr lang="zh-CN" altLang="en-US" sz="2800" b="1" dirty="0">
                <a:solidFill>
                  <a:srgbClr val="008000"/>
                </a:solidFill>
              </a:rPr>
              <a:t>：</a:t>
            </a:r>
            <a:r>
              <a:rPr lang="zh-CN" altLang="en-US" sz="2800" b="1" dirty="0"/>
              <a:t>速度、成本、灵活性。</a:t>
            </a:r>
          </a:p>
          <a:p>
            <a:pPr marL="1085850" lvl="1" indent="-457200" eaLnBrk="1" hangingPunct="1"/>
            <a:r>
              <a:rPr lang="zh-CN" altLang="en-US" b="1" dirty="0"/>
              <a:t>硬件实现的</a:t>
            </a:r>
            <a:r>
              <a:rPr lang="zh-CN" altLang="en-US" b="1" dirty="0">
                <a:solidFill>
                  <a:srgbClr val="FF0000"/>
                </a:solidFill>
              </a:rPr>
              <a:t>特点</a:t>
            </a:r>
          </a:p>
          <a:p>
            <a:pPr lvl="2" eaLnBrk="1" hangingPunct="1">
              <a:buFont typeface="Wingdings" pitchFamily="2" charset="2"/>
              <a:buNone/>
            </a:pPr>
            <a:r>
              <a:rPr lang="zh-CN" altLang="en-US" b="1" dirty="0"/>
              <a:t>     速度快、成本高、灵活性差</a:t>
            </a:r>
          </a:p>
          <a:p>
            <a:pPr marL="1085850" lvl="1" indent="-457200" eaLnBrk="1" hangingPunct="1"/>
            <a:r>
              <a:rPr lang="zh-CN" altLang="en-US" b="1" dirty="0"/>
              <a:t>软件实现的</a:t>
            </a:r>
            <a:r>
              <a:rPr lang="zh-CN" altLang="en-US" b="1" dirty="0">
                <a:solidFill>
                  <a:srgbClr val="FF0000"/>
                </a:solidFill>
              </a:rPr>
              <a:t>特点</a:t>
            </a:r>
          </a:p>
          <a:p>
            <a:pPr lvl="2" eaLnBrk="1" hangingPunct="1">
              <a:buFont typeface="Wingdings" pitchFamily="2" charset="2"/>
              <a:buNone/>
            </a:pPr>
            <a:r>
              <a:rPr lang="zh-CN" altLang="en-US" b="1" dirty="0"/>
              <a:t>     速度慢、价格便宜、灵活性好</a:t>
            </a:r>
          </a:p>
          <a:p>
            <a:pPr marL="635000" indent="-457200" eaLnBrk="1" hangingPunct="1">
              <a:buFont typeface="Wingdings" pitchFamily="2" charset="2"/>
              <a:buAutoNum type="arabicPeriod" startAt="3"/>
            </a:pPr>
            <a:r>
              <a:rPr lang="zh-CN" altLang="en-US" sz="2800" b="1" dirty="0"/>
              <a:t>对指令系统的基本要求</a:t>
            </a:r>
          </a:p>
          <a:p>
            <a:pPr marL="635000" indent="-457200" eaLnBrk="1" hangingPunct="1">
              <a:buFont typeface="Wingdings" pitchFamily="2" charset="2"/>
              <a:buNone/>
            </a:pPr>
            <a:r>
              <a:rPr lang="zh-CN" altLang="en-US" sz="2800" b="1" dirty="0">
                <a:solidFill>
                  <a:srgbClr val="008000"/>
                </a:solidFill>
              </a:rPr>
              <a:t>     </a:t>
            </a:r>
            <a:r>
              <a:rPr lang="zh-CN" altLang="en-US" sz="2800" b="1" dirty="0">
                <a:solidFill>
                  <a:srgbClr val="FF0000"/>
                </a:solidFill>
              </a:rPr>
              <a:t>完整性、规整性、正交性、高效率、兼容性 </a:t>
            </a:r>
          </a:p>
          <a:p>
            <a:pPr lvl="2" eaLnBrk="1" hangingPunct="1">
              <a:buFont typeface="Wingdings" pitchFamily="2" charset="2"/>
              <a:buNone/>
            </a:pPr>
            <a:endParaRPr lang="zh-CN" altLang="en-US" b="1" dirty="0"/>
          </a:p>
          <a:p>
            <a:pPr marL="635000" indent="-457200" eaLnBrk="1" hangingPunct="1"/>
            <a:endParaRPr lang="en-US" altLang="zh-CN" b="1" dirty="0"/>
          </a:p>
        </p:txBody>
      </p:sp>
      <p:sp>
        <p:nvSpPr>
          <p:cNvPr id="2" name="日期占位符 1">
            <a:extLst>
              <a:ext uri="{FF2B5EF4-FFF2-40B4-BE49-F238E27FC236}">
                <a16:creationId xmlns:a16="http://schemas.microsoft.com/office/drawing/2014/main" id="{C7587484-D8CA-4E8F-456C-9EAD2E716A78}"/>
              </a:ext>
            </a:extLst>
          </p:cNvPr>
          <p:cNvSpPr>
            <a:spLocks noGrp="1"/>
          </p:cNvSpPr>
          <p:nvPr>
            <p:ph type="dt" sz="half" idx="10"/>
          </p:nvPr>
        </p:nvSpPr>
        <p:spPr/>
        <p:txBody>
          <a:bodyPr/>
          <a:lstStyle/>
          <a:p>
            <a:pPr>
              <a:defRPr/>
            </a:pPr>
            <a:fld id="{E090771E-DAE6-465A-892F-D494D2275860}" type="datetime1">
              <a:rPr lang="zh-CN" altLang="en-US" smtClean="0"/>
              <a:t>2025/9/18</a:t>
            </a:fld>
            <a:endParaRPr lang="en-US" altLang="zh-CN"/>
          </a:p>
        </p:txBody>
      </p:sp>
      <p:sp>
        <p:nvSpPr>
          <p:cNvPr id="3" name="页脚占位符 2">
            <a:extLst>
              <a:ext uri="{FF2B5EF4-FFF2-40B4-BE49-F238E27FC236}">
                <a16:creationId xmlns:a16="http://schemas.microsoft.com/office/drawing/2014/main" id="{BE98B06C-F373-E031-D90A-2A368ADEF250}"/>
              </a:ext>
            </a:extLst>
          </p:cNvPr>
          <p:cNvSpPr>
            <a:spLocks noGrp="1"/>
          </p:cNvSpPr>
          <p:nvPr>
            <p:ph type="ftr" sz="quarter" idx="11"/>
          </p:nvPr>
        </p:nvSpPr>
        <p:spPr/>
        <p:txBody>
          <a:body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4" name="灯片编号占位符 3">
            <a:extLst>
              <a:ext uri="{FF2B5EF4-FFF2-40B4-BE49-F238E27FC236}">
                <a16:creationId xmlns:a16="http://schemas.microsoft.com/office/drawing/2014/main" id="{30363E6F-8AAE-4111-D0E0-3EF0E96B642E}"/>
              </a:ext>
            </a:extLst>
          </p:cNvPr>
          <p:cNvSpPr>
            <a:spLocks noGrp="1"/>
          </p:cNvSpPr>
          <p:nvPr>
            <p:ph type="sldNum" sz="quarter" idx="12"/>
          </p:nvPr>
        </p:nvSpPr>
        <p:spPr/>
        <p:txBody>
          <a:bodyPr/>
          <a:lstStyle/>
          <a:p>
            <a:pPr>
              <a:defRPr/>
            </a:pPr>
            <a:fld id="{8BCAC33D-D29A-48B3-BCD6-381D3D720D26}" type="slidenum">
              <a:rPr lang="zh-CN" altLang="en-US" smtClean="0"/>
              <a:t>39</a:t>
            </a:fld>
            <a:endParaRPr lang="en-US" altLang="zh-CN"/>
          </a:p>
        </p:txBody>
      </p:sp>
    </p:spTree>
    <p:extLst>
      <p:ext uri="{BB962C8B-B14F-4D97-AF65-F5344CB8AC3E}">
        <p14:creationId xmlns:p14="http://schemas.microsoft.com/office/powerpoint/2010/main" val="42397406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81635">
                                            <p:txEl>
                                              <p:pRg st="5" end="5"/>
                                            </p:txEl>
                                          </p:spTgt>
                                        </p:tgtEl>
                                        <p:attrNameLst>
                                          <p:attrName>style.visibility</p:attrName>
                                        </p:attrNameLst>
                                      </p:cBhvr>
                                      <p:to>
                                        <p:strVal val="visible"/>
                                      </p:to>
                                    </p:set>
                                    <p:animEffect transition="in" filter="blinds(horizontal)">
                                      <p:cBhvr>
                                        <p:cTn id="7" dur="500"/>
                                        <p:tgtEl>
                                          <p:spTgt spid="581635">
                                            <p:txEl>
                                              <p:pRg st="5" end="5"/>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81635">
                                            <p:txEl>
                                              <p:pRg st="6" end="6"/>
                                            </p:txEl>
                                          </p:spTgt>
                                        </p:tgtEl>
                                        <p:attrNameLst>
                                          <p:attrName>style.visibility</p:attrName>
                                        </p:attrNameLst>
                                      </p:cBhvr>
                                      <p:to>
                                        <p:strVal val="visible"/>
                                      </p:to>
                                    </p:set>
                                    <p:animEffect transition="in" filter="blinds(horizontal)">
                                      <p:cBhvr>
                                        <p:cTn id="10" dur="500"/>
                                        <p:tgtEl>
                                          <p:spTgt spid="58163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p:cNvSpPr>
            <a:spLocks noGrp="1" noChangeArrowheads="1"/>
          </p:cNvSpPr>
          <p:nvPr>
            <p:ph type="title"/>
          </p:nvPr>
        </p:nvSpPr>
        <p:spPr/>
        <p:txBody>
          <a:bodyPr/>
          <a:lstStyle/>
          <a:p>
            <a:pPr eaLnBrk="1" hangingPunct="1"/>
            <a:r>
              <a:rPr lang="en-US" altLang="zh-CN" sz="3600" b="1" dirty="0">
                <a:latin typeface="Times New Roman" panose="02020603050405020304" pitchFamily="18" charset="0"/>
                <a:cs typeface="Times New Roman" panose="02020603050405020304" pitchFamily="18" charset="0"/>
              </a:rPr>
              <a:t>2.5.1 </a:t>
            </a:r>
            <a:r>
              <a:rPr lang="zh-CN" altLang="en-US" sz="3600" b="1" dirty="0">
                <a:latin typeface="Times New Roman" panose="02020603050405020304" pitchFamily="18" charset="0"/>
                <a:cs typeface="Times New Roman" panose="02020603050405020304" pitchFamily="18" charset="0"/>
              </a:rPr>
              <a:t>指令系统设计的基本原则</a:t>
            </a:r>
          </a:p>
        </p:txBody>
      </p:sp>
      <p:sp>
        <p:nvSpPr>
          <p:cNvPr id="60418" name="Rectangle 3" descr="Rectangle: Click to edit Master text styles&#10;Second level&#10;Third level&#10;Fourth level&#10;Fifth level"/>
          <p:cNvSpPr>
            <a:spLocks noGrp="1" noChangeArrowheads="1"/>
          </p:cNvSpPr>
          <p:nvPr>
            <p:ph type="body" idx="1"/>
          </p:nvPr>
        </p:nvSpPr>
        <p:spPr>
          <a:xfrm>
            <a:off x="323528" y="1772816"/>
            <a:ext cx="7772400" cy="2786063"/>
          </a:xfrm>
        </p:spPr>
        <p:txBody>
          <a:bodyPr/>
          <a:lstStyle/>
          <a:p>
            <a:pPr lvl="1" eaLnBrk="1" hangingPunct="1">
              <a:lnSpc>
                <a:spcPct val="120000"/>
              </a:lnSpc>
            </a:pPr>
            <a:r>
              <a:rPr lang="zh-CN" altLang="en-US" sz="2400" b="1" dirty="0">
                <a:solidFill>
                  <a:srgbClr val="FF0000"/>
                </a:solidFill>
              </a:rPr>
              <a:t>完整性：</a:t>
            </a:r>
            <a:r>
              <a:rPr lang="zh-CN" altLang="en-US" sz="2400" b="1" dirty="0"/>
              <a:t>在一个有限可用的存储空间内，对于任何可解的问题，编制计算程序时，指令系统所提供的指令足够使用。</a:t>
            </a:r>
            <a:endParaRPr lang="en-US" altLang="zh-CN" sz="2400" b="1" dirty="0"/>
          </a:p>
          <a:p>
            <a:pPr lvl="2" eaLnBrk="1" hangingPunct="1">
              <a:lnSpc>
                <a:spcPct val="120000"/>
              </a:lnSpc>
            </a:pPr>
            <a:r>
              <a:rPr lang="zh-CN" altLang="en-US" b="1" dirty="0"/>
              <a:t>要求指令系统功能齐全、使用方便</a:t>
            </a:r>
          </a:p>
          <a:p>
            <a:pPr lvl="2" eaLnBrk="1" hangingPunct="1">
              <a:lnSpc>
                <a:spcPct val="120000"/>
              </a:lnSpc>
            </a:pPr>
            <a:r>
              <a:rPr lang="zh-CN" altLang="en-US" b="1" dirty="0"/>
              <a:t>下表为许多指令系统结构都包含的一些指令类型 </a:t>
            </a:r>
          </a:p>
          <a:p>
            <a:pPr lvl="3" eaLnBrk="1" hangingPunct="1">
              <a:lnSpc>
                <a:spcPct val="120000"/>
              </a:lnSpc>
            </a:pPr>
            <a:r>
              <a:rPr lang="zh-CN" altLang="en-US" b="1" dirty="0"/>
              <a:t>前</a:t>
            </a:r>
            <a:r>
              <a:rPr lang="en-US" altLang="zh-CN" b="1" dirty="0">
                <a:latin typeface="宋体" pitchFamily="2" charset="-122"/>
              </a:rPr>
              <a:t>4</a:t>
            </a:r>
            <a:r>
              <a:rPr lang="zh-CN" altLang="en-US" b="1" dirty="0">
                <a:latin typeface="宋体" pitchFamily="2" charset="-122"/>
              </a:rPr>
              <a:t>类</a:t>
            </a:r>
            <a:r>
              <a:rPr lang="zh-CN" altLang="en-US" b="1" dirty="0"/>
              <a:t>属于通用计算机系统的基本指令</a:t>
            </a:r>
          </a:p>
          <a:p>
            <a:pPr lvl="3" eaLnBrk="1" hangingPunct="1">
              <a:lnSpc>
                <a:spcPct val="120000"/>
              </a:lnSpc>
            </a:pPr>
            <a:r>
              <a:rPr lang="zh-CN" altLang="en-US" b="1" dirty="0"/>
              <a:t>对于最后</a:t>
            </a:r>
            <a:r>
              <a:rPr lang="en-US" altLang="zh-CN" b="1" dirty="0">
                <a:latin typeface="宋体" pitchFamily="2" charset="-122"/>
              </a:rPr>
              <a:t>4</a:t>
            </a:r>
            <a:r>
              <a:rPr lang="zh-CN" altLang="en-US" b="1" dirty="0"/>
              <a:t>种类型的操作，不同指令系统结构的支持大不相同 。  </a:t>
            </a:r>
          </a:p>
          <a:p>
            <a:pPr lvl="2" eaLnBrk="1" hangingPunct="1">
              <a:lnSpc>
                <a:spcPct val="100000"/>
              </a:lnSpc>
            </a:pPr>
            <a:endParaRPr lang="en-US" altLang="zh-CN" b="1" dirty="0"/>
          </a:p>
        </p:txBody>
      </p:sp>
      <p:sp>
        <p:nvSpPr>
          <p:cNvPr id="2" name="日期占位符 1">
            <a:extLst>
              <a:ext uri="{FF2B5EF4-FFF2-40B4-BE49-F238E27FC236}">
                <a16:creationId xmlns:a16="http://schemas.microsoft.com/office/drawing/2014/main" id="{9CDAA8EC-5217-FE92-D74B-EE5B1124103A}"/>
              </a:ext>
            </a:extLst>
          </p:cNvPr>
          <p:cNvSpPr>
            <a:spLocks noGrp="1"/>
          </p:cNvSpPr>
          <p:nvPr>
            <p:ph type="dt" sz="half" idx="10"/>
          </p:nvPr>
        </p:nvSpPr>
        <p:spPr/>
        <p:txBody>
          <a:bodyPr/>
          <a:lstStyle/>
          <a:p>
            <a:pPr>
              <a:defRPr/>
            </a:pPr>
            <a:fld id="{D37C48BD-F6F3-4DB4-B08F-CC99B3927836}" type="datetime1">
              <a:rPr lang="zh-CN" altLang="en-US" smtClean="0"/>
              <a:t>2025/9/18</a:t>
            </a:fld>
            <a:endParaRPr lang="en-US" altLang="zh-CN"/>
          </a:p>
        </p:txBody>
      </p:sp>
      <p:sp>
        <p:nvSpPr>
          <p:cNvPr id="3" name="页脚占位符 2">
            <a:extLst>
              <a:ext uri="{FF2B5EF4-FFF2-40B4-BE49-F238E27FC236}">
                <a16:creationId xmlns:a16="http://schemas.microsoft.com/office/drawing/2014/main" id="{814189C5-676B-6395-7BDF-F5E7485305DD}"/>
              </a:ext>
            </a:extLst>
          </p:cNvPr>
          <p:cNvSpPr>
            <a:spLocks noGrp="1"/>
          </p:cNvSpPr>
          <p:nvPr>
            <p:ph type="ftr" sz="quarter" idx="11"/>
          </p:nvPr>
        </p:nvSpPr>
        <p:spPr/>
        <p:txBody>
          <a:body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4" name="灯片编号占位符 3">
            <a:extLst>
              <a:ext uri="{FF2B5EF4-FFF2-40B4-BE49-F238E27FC236}">
                <a16:creationId xmlns:a16="http://schemas.microsoft.com/office/drawing/2014/main" id="{1C6BD08B-97C8-702F-EEC3-28D15BFBDBF2}"/>
              </a:ext>
            </a:extLst>
          </p:cNvPr>
          <p:cNvSpPr>
            <a:spLocks noGrp="1"/>
          </p:cNvSpPr>
          <p:nvPr>
            <p:ph type="sldNum" sz="quarter" idx="12"/>
          </p:nvPr>
        </p:nvSpPr>
        <p:spPr/>
        <p:txBody>
          <a:bodyPr/>
          <a:lstStyle/>
          <a:p>
            <a:pPr>
              <a:defRPr/>
            </a:pPr>
            <a:fld id="{8BCAC33D-D29A-48B3-BCD6-381D3D720D26}" type="slidenum">
              <a:rPr lang="zh-CN" altLang="en-US" smtClean="0"/>
              <a:t>40</a:t>
            </a:fld>
            <a:endParaRPr lang="en-US" altLang="zh-CN"/>
          </a:p>
        </p:txBody>
      </p:sp>
    </p:spTree>
    <p:extLst>
      <p:ext uri="{BB962C8B-B14F-4D97-AF65-F5344CB8AC3E}">
        <p14:creationId xmlns:p14="http://schemas.microsoft.com/office/powerpoint/2010/main" val="42524278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122"/>
          <p:cNvSpPr>
            <a:spLocks noGrp="1" noChangeArrowheads="1"/>
          </p:cNvSpPr>
          <p:nvPr>
            <p:ph type="title"/>
          </p:nvPr>
        </p:nvSpPr>
        <p:spPr>
          <a:xfrm>
            <a:off x="1619250" y="333375"/>
            <a:ext cx="5942013" cy="676275"/>
          </a:xfrm>
        </p:spPr>
        <p:txBody>
          <a:bodyPr/>
          <a:lstStyle/>
          <a:p>
            <a:pPr eaLnBrk="1" hangingPunct="1"/>
            <a:r>
              <a:rPr lang="zh-CN" altLang="en-US" sz="3600" b="1"/>
              <a:t>指令集操作的分类</a:t>
            </a:r>
          </a:p>
        </p:txBody>
      </p:sp>
      <p:graphicFrame>
        <p:nvGraphicFramePr>
          <p:cNvPr id="225413" name="Group 133"/>
          <p:cNvGraphicFramePr>
            <a:graphicFrameLocks noGrp="1"/>
          </p:cNvGraphicFramePr>
          <p:nvPr>
            <p:ph idx="1"/>
          </p:nvPr>
        </p:nvGraphicFramePr>
        <p:xfrm>
          <a:off x="468313" y="1412875"/>
          <a:ext cx="8567737" cy="4464053"/>
        </p:xfrm>
        <a:graphic>
          <a:graphicData uri="http://schemas.openxmlformats.org/drawingml/2006/table">
            <a:tbl>
              <a:tblPr/>
              <a:tblGrid>
                <a:gridCol w="2376363">
                  <a:extLst>
                    <a:ext uri="{9D8B030D-6E8A-4147-A177-3AD203B41FA5}">
                      <a16:colId xmlns:a16="http://schemas.microsoft.com/office/drawing/2014/main" val="20000"/>
                    </a:ext>
                  </a:extLst>
                </a:gridCol>
                <a:gridCol w="6191374">
                  <a:extLst>
                    <a:ext uri="{9D8B030D-6E8A-4147-A177-3AD203B41FA5}">
                      <a16:colId xmlns:a16="http://schemas.microsoft.com/office/drawing/2014/main" val="20001"/>
                    </a:ext>
                  </a:extLst>
                </a:gridCol>
              </a:tblGrid>
              <a:tr h="631825">
                <a:tc>
                  <a:txBody>
                    <a:bodyPr/>
                    <a:lstStyle/>
                    <a:p>
                      <a:pPr marL="469900" marR="0" lvl="0" indent="-469900" algn="l" defTabSz="914400" rtl="0" eaLnBrk="1" fontAlgn="base" latinLnBrk="0" hangingPunct="1">
                        <a:lnSpc>
                          <a:spcPct val="100000"/>
                        </a:lnSpc>
                        <a:spcBef>
                          <a:spcPct val="0"/>
                        </a:spcBef>
                        <a:spcAft>
                          <a:spcPct val="0"/>
                        </a:spcAft>
                        <a:buClr>
                          <a:srgbClr val="0000CC"/>
                        </a:buClr>
                        <a:buSzTx/>
                        <a:buFontTx/>
                        <a:buNone/>
                        <a:tabLst/>
                      </a:pPr>
                      <a:r>
                        <a:rPr kumimoji="1" lang="zh-CN" altLang="en-US" sz="2400" b="1" i="0" u="none" strike="noStrike" cap="none" normalizeH="0" baseline="0" dirty="0">
                          <a:ln>
                            <a:noFill/>
                          </a:ln>
                          <a:solidFill>
                            <a:srgbClr val="FF0000"/>
                          </a:solidFill>
                          <a:effectLst/>
                          <a:latin typeface="+mj-ea"/>
                          <a:ea typeface="+mj-ea"/>
                          <a:cs typeface="Times New Roman" pitchFamily="18" charset="0"/>
                        </a:rPr>
                        <a:t>算术和逻辑运算</a:t>
                      </a:r>
                      <a:endParaRPr kumimoji="1" lang="zh-CN" altLang="en-US" sz="2400" b="1" i="0" u="none" strike="noStrike" cap="none" normalizeH="0" baseline="0" dirty="0">
                        <a:ln>
                          <a:noFill/>
                        </a:ln>
                        <a:solidFill>
                          <a:schemeClr val="tx1"/>
                        </a:solidFill>
                        <a:effectLst/>
                        <a:latin typeface="+mj-ea"/>
                        <a:ea typeface="+mj-ea"/>
                      </a:endParaRPr>
                    </a:p>
                  </a:txBody>
                  <a:tcPr marL="91435" marR="91435" horzOverflow="overflow">
                    <a:lnL w="254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CC"/>
                        </a:buClr>
                        <a:buSzTx/>
                        <a:buFontTx/>
                        <a:buNone/>
                        <a:tabLst/>
                      </a:pPr>
                      <a:r>
                        <a:rPr kumimoji="1" lang="zh-CN" altLang="en-US" sz="2400" b="1" i="0" u="none" strike="noStrike" cap="none" normalizeH="0" baseline="0">
                          <a:ln>
                            <a:noFill/>
                          </a:ln>
                          <a:solidFill>
                            <a:srgbClr val="000080"/>
                          </a:solidFill>
                          <a:effectLst/>
                          <a:latin typeface="+mj-ea"/>
                          <a:ea typeface="+mj-ea"/>
                          <a:cs typeface="Times New Roman" pitchFamily="18" charset="0"/>
                        </a:rPr>
                        <a:t>整数的算术和逻辑操作：加、减、与、或等</a:t>
                      </a:r>
                      <a:endParaRPr kumimoji="1" lang="zh-CN" altLang="en-US" sz="2400" b="1" i="0" u="none" strike="noStrike" cap="none" normalizeH="0" baseline="0">
                        <a:ln>
                          <a:noFill/>
                        </a:ln>
                        <a:solidFill>
                          <a:schemeClr val="tx1"/>
                        </a:solidFill>
                        <a:effectLst/>
                        <a:latin typeface="+mj-ea"/>
                        <a:ea typeface="+mj-ea"/>
                      </a:endParaRPr>
                    </a:p>
                  </a:txBody>
                  <a:tcPr marL="91435" marR="91435" horzOverflow="overflow">
                    <a:lnL w="254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550863">
                <a:tc>
                  <a:txBody>
                    <a:bodyPr/>
                    <a:lstStyle/>
                    <a:p>
                      <a:pPr marL="469900" marR="0" lvl="0" indent="-469900" algn="l" defTabSz="914400" rtl="0" eaLnBrk="1" fontAlgn="base" latinLnBrk="0" hangingPunct="1">
                        <a:lnSpc>
                          <a:spcPct val="100000"/>
                        </a:lnSpc>
                        <a:spcBef>
                          <a:spcPct val="0"/>
                        </a:spcBef>
                        <a:spcAft>
                          <a:spcPct val="0"/>
                        </a:spcAft>
                        <a:buClr>
                          <a:srgbClr val="0000CC"/>
                        </a:buClr>
                        <a:buSzTx/>
                        <a:buFontTx/>
                        <a:buNone/>
                        <a:tabLst/>
                      </a:pPr>
                      <a:r>
                        <a:rPr kumimoji="1" lang="zh-CN" altLang="en-US" sz="2400" b="1" i="0" u="none" strike="noStrike" cap="none" normalizeH="0" baseline="0">
                          <a:ln>
                            <a:noFill/>
                          </a:ln>
                          <a:solidFill>
                            <a:srgbClr val="FF0000"/>
                          </a:solidFill>
                          <a:effectLst/>
                          <a:latin typeface="+mj-ea"/>
                          <a:ea typeface="+mj-ea"/>
                          <a:cs typeface="Times New Roman" pitchFamily="18" charset="0"/>
                        </a:rPr>
                        <a:t>数据传输</a:t>
                      </a:r>
                      <a:endParaRPr kumimoji="1" lang="zh-CN" altLang="en-US" sz="2400" b="1" i="0" u="none" strike="noStrike" cap="none" normalizeH="0" baseline="0">
                        <a:ln>
                          <a:noFill/>
                        </a:ln>
                        <a:solidFill>
                          <a:schemeClr val="tx1"/>
                        </a:solidFill>
                        <a:effectLst/>
                        <a:latin typeface="+mj-ea"/>
                        <a:ea typeface="+mj-ea"/>
                      </a:endParaRPr>
                    </a:p>
                  </a:txBody>
                  <a:tcPr marL="91435" marR="91435" horzOverflow="overflow">
                    <a:lnL w="254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469900" marR="0" lvl="0" indent="-469900" algn="l" defTabSz="914400" rtl="0" eaLnBrk="1" fontAlgn="base" latinLnBrk="0" hangingPunct="1">
                        <a:lnSpc>
                          <a:spcPct val="100000"/>
                        </a:lnSpc>
                        <a:spcBef>
                          <a:spcPct val="0"/>
                        </a:spcBef>
                        <a:spcAft>
                          <a:spcPct val="0"/>
                        </a:spcAft>
                        <a:buClr>
                          <a:srgbClr val="0000CC"/>
                        </a:buClr>
                        <a:buSzTx/>
                        <a:buFontTx/>
                        <a:buNone/>
                        <a:tabLst/>
                      </a:pPr>
                      <a:r>
                        <a:rPr kumimoji="1" lang="zh-CN" altLang="en-US" sz="2400" b="1" i="0" u="none" strike="noStrike" kern="1200" cap="none" normalizeH="0" baseline="0" dirty="0">
                          <a:ln>
                            <a:noFill/>
                          </a:ln>
                          <a:solidFill>
                            <a:srgbClr val="000080"/>
                          </a:solidFill>
                          <a:effectLst/>
                          <a:latin typeface="+mj-ea"/>
                          <a:ea typeface="+mj-ea"/>
                          <a:cs typeface="Times New Roman" pitchFamily="18" charset="0"/>
                        </a:rPr>
                        <a:t>存数</a:t>
                      </a:r>
                      <a:r>
                        <a:rPr kumimoji="1" lang="en-US" altLang="zh-CN" sz="2400" b="1" i="0" u="none" strike="noStrike" kern="1200" cap="none" normalizeH="0" baseline="0" dirty="0">
                          <a:ln>
                            <a:noFill/>
                          </a:ln>
                          <a:solidFill>
                            <a:srgbClr val="000080"/>
                          </a:solidFill>
                          <a:effectLst/>
                          <a:latin typeface="+mj-ea"/>
                          <a:ea typeface="+mj-ea"/>
                          <a:cs typeface="Times New Roman" pitchFamily="18" charset="0"/>
                        </a:rPr>
                        <a:t>/</a:t>
                      </a:r>
                      <a:r>
                        <a:rPr kumimoji="1" lang="zh-CN" altLang="en-US" sz="2400" b="1" i="0" u="none" strike="noStrike" kern="1200" cap="none" normalizeH="0" baseline="0" dirty="0">
                          <a:ln>
                            <a:noFill/>
                          </a:ln>
                          <a:solidFill>
                            <a:srgbClr val="000080"/>
                          </a:solidFill>
                          <a:effectLst/>
                          <a:latin typeface="+mj-ea"/>
                          <a:ea typeface="+mj-ea"/>
                          <a:cs typeface="Times New Roman" pitchFamily="18" charset="0"/>
                        </a:rPr>
                        <a:t>取数</a:t>
                      </a:r>
                      <a:endParaRPr kumimoji="1" lang="en-US" altLang="zh-CN" sz="2400" b="1" i="0" u="none" strike="noStrike" kern="1200" cap="none" normalizeH="0" baseline="0" dirty="0">
                        <a:ln>
                          <a:noFill/>
                        </a:ln>
                        <a:solidFill>
                          <a:srgbClr val="000080"/>
                        </a:solidFill>
                        <a:effectLst/>
                        <a:latin typeface="+mj-ea"/>
                        <a:ea typeface="+mj-ea"/>
                        <a:cs typeface="Times New Roman" pitchFamily="18" charset="0"/>
                      </a:endParaRPr>
                    </a:p>
                  </a:txBody>
                  <a:tcPr marL="91435" marR="91435" horzOverflow="overflow">
                    <a:lnL w="254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554038">
                <a:tc>
                  <a:txBody>
                    <a:bodyPr/>
                    <a:lstStyle/>
                    <a:p>
                      <a:pPr marL="469900" marR="0" lvl="0" indent="-469900" algn="l" defTabSz="914400" rtl="0" eaLnBrk="1" fontAlgn="base" latinLnBrk="0" hangingPunct="1">
                        <a:lnSpc>
                          <a:spcPct val="100000"/>
                        </a:lnSpc>
                        <a:spcBef>
                          <a:spcPct val="0"/>
                        </a:spcBef>
                        <a:spcAft>
                          <a:spcPct val="0"/>
                        </a:spcAft>
                        <a:buClr>
                          <a:srgbClr val="0000CC"/>
                        </a:buClr>
                        <a:buSzTx/>
                        <a:buFontTx/>
                        <a:buNone/>
                        <a:tabLst/>
                      </a:pPr>
                      <a:r>
                        <a:rPr kumimoji="1" lang="zh-CN" altLang="en-US" sz="2400" b="1" i="0" u="none" strike="noStrike" cap="none" normalizeH="0" baseline="0">
                          <a:ln>
                            <a:noFill/>
                          </a:ln>
                          <a:solidFill>
                            <a:srgbClr val="FF0000"/>
                          </a:solidFill>
                          <a:effectLst/>
                          <a:latin typeface="+mj-ea"/>
                          <a:ea typeface="+mj-ea"/>
                          <a:cs typeface="Times New Roman" pitchFamily="18" charset="0"/>
                        </a:rPr>
                        <a:t>控制</a:t>
                      </a:r>
                      <a:endParaRPr kumimoji="1" lang="zh-CN" altLang="en-US" sz="2400" b="1" i="0" u="none" strike="noStrike" cap="none" normalizeH="0" baseline="0">
                        <a:ln>
                          <a:noFill/>
                        </a:ln>
                        <a:solidFill>
                          <a:schemeClr val="tx1"/>
                        </a:solidFill>
                        <a:effectLst/>
                        <a:latin typeface="+mj-ea"/>
                        <a:ea typeface="+mj-ea"/>
                      </a:endParaRPr>
                    </a:p>
                  </a:txBody>
                  <a:tcPr marL="91435" marR="91435" horzOverflow="overflow">
                    <a:lnL w="254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469900" marR="0" lvl="0" indent="-469900" algn="l" defTabSz="914400" rtl="0" eaLnBrk="1" fontAlgn="base" latinLnBrk="0" hangingPunct="1">
                        <a:lnSpc>
                          <a:spcPct val="100000"/>
                        </a:lnSpc>
                        <a:spcBef>
                          <a:spcPct val="0"/>
                        </a:spcBef>
                        <a:spcAft>
                          <a:spcPct val="0"/>
                        </a:spcAft>
                        <a:buClr>
                          <a:srgbClr val="0000CC"/>
                        </a:buClr>
                        <a:buSzTx/>
                        <a:buFontTx/>
                        <a:buNone/>
                        <a:tabLst/>
                      </a:pPr>
                      <a:r>
                        <a:rPr kumimoji="1" lang="zh-CN" altLang="en-US" sz="2400" b="1" i="0" u="none" strike="noStrike" cap="none" normalizeH="0" baseline="0" dirty="0">
                          <a:ln>
                            <a:noFill/>
                          </a:ln>
                          <a:solidFill>
                            <a:srgbClr val="000080"/>
                          </a:solidFill>
                          <a:effectLst/>
                          <a:latin typeface="+mj-ea"/>
                          <a:ea typeface="+mj-ea"/>
                          <a:cs typeface="Times New Roman" pitchFamily="18" charset="0"/>
                        </a:rPr>
                        <a:t>分支、跳转、过程调用和返回、自陷等</a:t>
                      </a:r>
                      <a:endParaRPr kumimoji="1" lang="zh-CN" altLang="en-US" sz="2400" b="1" i="0" u="none" strike="noStrike" cap="none" normalizeH="0" baseline="0" dirty="0">
                        <a:ln>
                          <a:noFill/>
                        </a:ln>
                        <a:solidFill>
                          <a:schemeClr val="tx1"/>
                        </a:solidFill>
                        <a:effectLst/>
                        <a:latin typeface="+mj-ea"/>
                        <a:ea typeface="+mj-ea"/>
                      </a:endParaRPr>
                    </a:p>
                  </a:txBody>
                  <a:tcPr marL="91435" marR="91435" horzOverflow="overflow">
                    <a:lnL w="254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550863">
                <a:tc>
                  <a:txBody>
                    <a:bodyPr/>
                    <a:lstStyle/>
                    <a:p>
                      <a:pPr marL="469900" marR="0" lvl="0" indent="-469900" algn="l" defTabSz="914400" rtl="0" eaLnBrk="1" fontAlgn="base" latinLnBrk="0" hangingPunct="1">
                        <a:lnSpc>
                          <a:spcPct val="100000"/>
                        </a:lnSpc>
                        <a:spcBef>
                          <a:spcPct val="0"/>
                        </a:spcBef>
                        <a:spcAft>
                          <a:spcPct val="0"/>
                        </a:spcAft>
                        <a:buClr>
                          <a:srgbClr val="0000CC"/>
                        </a:buClr>
                        <a:buSzTx/>
                        <a:buFontTx/>
                        <a:buNone/>
                        <a:tabLst/>
                      </a:pPr>
                      <a:r>
                        <a:rPr kumimoji="1" lang="zh-CN" altLang="en-US" sz="2400" b="1" i="0" u="none" strike="noStrike" cap="none" normalizeH="0" baseline="0" dirty="0">
                          <a:ln>
                            <a:noFill/>
                          </a:ln>
                          <a:solidFill>
                            <a:srgbClr val="FF0000"/>
                          </a:solidFill>
                          <a:effectLst/>
                          <a:latin typeface="+mj-ea"/>
                          <a:ea typeface="+mj-ea"/>
                          <a:cs typeface="Times New Roman" pitchFamily="18" charset="0"/>
                        </a:rPr>
                        <a:t>系统</a:t>
                      </a:r>
                      <a:endParaRPr kumimoji="1" lang="zh-CN" altLang="en-US" sz="2400" b="1" i="0" u="none" strike="noStrike" cap="none" normalizeH="0" baseline="0" dirty="0">
                        <a:ln>
                          <a:noFill/>
                        </a:ln>
                        <a:solidFill>
                          <a:schemeClr val="tx1"/>
                        </a:solidFill>
                        <a:effectLst/>
                        <a:latin typeface="+mj-ea"/>
                        <a:ea typeface="+mj-ea"/>
                      </a:endParaRPr>
                    </a:p>
                  </a:txBody>
                  <a:tcPr marL="91435" marR="91435" horzOverflow="overflow">
                    <a:lnL w="254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469900" marR="0" lvl="0" indent="-469900" algn="l" defTabSz="914400" rtl="0" eaLnBrk="1" fontAlgn="base" latinLnBrk="0" hangingPunct="1">
                        <a:lnSpc>
                          <a:spcPct val="100000"/>
                        </a:lnSpc>
                        <a:spcBef>
                          <a:spcPct val="0"/>
                        </a:spcBef>
                        <a:spcAft>
                          <a:spcPct val="0"/>
                        </a:spcAft>
                        <a:buClr>
                          <a:srgbClr val="0000CC"/>
                        </a:buClr>
                        <a:buSzTx/>
                        <a:buFontTx/>
                        <a:buNone/>
                        <a:tabLst/>
                      </a:pPr>
                      <a:r>
                        <a:rPr kumimoji="1" lang="zh-CN" altLang="en-US" sz="2400" b="1" i="0" u="none" strike="noStrike" cap="none" normalizeH="0" baseline="0" dirty="0">
                          <a:ln>
                            <a:noFill/>
                          </a:ln>
                          <a:solidFill>
                            <a:srgbClr val="000080"/>
                          </a:solidFill>
                          <a:effectLst/>
                          <a:latin typeface="+mj-ea"/>
                          <a:ea typeface="+mj-ea"/>
                          <a:cs typeface="Times New Roman" pitchFamily="18" charset="0"/>
                        </a:rPr>
                        <a:t>操作系统调用、虚拟存储器管理等</a:t>
                      </a:r>
                      <a:endParaRPr kumimoji="1" lang="zh-CN" altLang="en-US" sz="2400" b="1" i="0" u="none" strike="noStrike" cap="none" normalizeH="0" baseline="0" dirty="0">
                        <a:ln>
                          <a:noFill/>
                        </a:ln>
                        <a:solidFill>
                          <a:schemeClr val="tx1"/>
                        </a:solidFill>
                        <a:effectLst/>
                        <a:latin typeface="+mj-ea"/>
                        <a:ea typeface="+mj-ea"/>
                      </a:endParaRPr>
                    </a:p>
                  </a:txBody>
                  <a:tcPr marL="91435" marR="91435" horzOverflow="overflow">
                    <a:lnL w="254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550863">
                <a:tc>
                  <a:txBody>
                    <a:bodyPr/>
                    <a:lstStyle/>
                    <a:p>
                      <a:pPr marL="469900" marR="0" lvl="0" indent="-469900" algn="l" defTabSz="914400" rtl="0" eaLnBrk="1" fontAlgn="base" latinLnBrk="0" hangingPunct="1">
                        <a:lnSpc>
                          <a:spcPct val="100000"/>
                        </a:lnSpc>
                        <a:spcBef>
                          <a:spcPct val="0"/>
                        </a:spcBef>
                        <a:spcAft>
                          <a:spcPct val="0"/>
                        </a:spcAft>
                        <a:buClr>
                          <a:srgbClr val="0000CC"/>
                        </a:buClr>
                        <a:buSzTx/>
                        <a:buFontTx/>
                        <a:buNone/>
                        <a:tabLst/>
                      </a:pPr>
                      <a:r>
                        <a:rPr kumimoji="1" lang="zh-CN" altLang="en-US" sz="2400" b="1" i="0" u="none" strike="noStrike" cap="none" normalizeH="0" baseline="0">
                          <a:ln>
                            <a:noFill/>
                          </a:ln>
                          <a:solidFill>
                            <a:srgbClr val="FF0000"/>
                          </a:solidFill>
                          <a:effectLst/>
                          <a:latin typeface="+mj-ea"/>
                          <a:ea typeface="+mj-ea"/>
                          <a:cs typeface="Times New Roman" pitchFamily="18" charset="0"/>
                        </a:rPr>
                        <a:t>浮点</a:t>
                      </a:r>
                      <a:endParaRPr kumimoji="1" lang="zh-CN" altLang="en-US" sz="2400" b="1" i="0" u="none" strike="noStrike" cap="none" normalizeH="0" baseline="0">
                        <a:ln>
                          <a:noFill/>
                        </a:ln>
                        <a:solidFill>
                          <a:schemeClr val="tx1"/>
                        </a:solidFill>
                        <a:effectLst/>
                        <a:latin typeface="+mj-ea"/>
                        <a:ea typeface="+mj-ea"/>
                      </a:endParaRPr>
                    </a:p>
                  </a:txBody>
                  <a:tcPr marL="91435" marR="91435" horzOverflow="overflow">
                    <a:lnL w="254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469900" marR="0" lvl="0" indent="-469900" algn="l" defTabSz="914400" rtl="0" eaLnBrk="1" fontAlgn="base" latinLnBrk="0" hangingPunct="1">
                        <a:lnSpc>
                          <a:spcPct val="100000"/>
                        </a:lnSpc>
                        <a:spcBef>
                          <a:spcPct val="0"/>
                        </a:spcBef>
                        <a:spcAft>
                          <a:spcPct val="0"/>
                        </a:spcAft>
                        <a:buClr>
                          <a:srgbClr val="0000CC"/>
                        </a:buClr>
                        <a:buSzTx/>
                        <a:buFontTx/>
                        <a:buNone/>
                        <a:tabLst/>
                      </a:pPr>
                      <a:r>
                        <a:rPr kumimoji="1" lang="zh-CN" altLang="en-US" sz="2400" b="1" i="0" u="none" strike="noStrike" cap="none" normalizeH="0" baseline="0">
                          <a:ln>
                            <a:noFill/>
                          </a:ln>
                          <a:solidFill>
                            <a:srgbClr val="000080"/>
                          </a:solidFill>
                          <a:effectLst/>
                          <a:latin typeface="+mj-ea"/>
                          <a:ea typeface="+mj-ea"/>
                          <a:cs typeface="Times New Roman" pitchFamily="18" charset="0"/>
                        </a:rPr>
                        <a:t>浮点操作：加、乘等</a:t>
                      </a:r>
                      <a:endParaRPr kumimoji="1" lang="zh-CN" altLang="en-US" sz="2400" b="1" i="0" u="none" strike="noStrike" cap="none" normalizeH="0" baseline="0">
                        <a:ln>
                          <a:noFill/>
                        </a:ln>
                        <a:solidFill>
                          <a:schemeClr val="tx1"/>
                        </a:solidFill>
                        <a:effectLst/>
                        <a:latin typeface="+mj-ea"/>
                        <a:ea typeface="+mj-ea"/>
                      </a:endParaRPr>
                    </a:p>
                  </a:txBody>
                  <a:tcPr marL="91435" marR="91435" horzOverflow="overflow">
                    <a:lnL w="254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560388">
                <a:tc>
                  <a:txBody>
                    <a:bodyPr/>
                    <a:lstStyle/>
                    <a:p>
                      <a:pPr marL="469900" marR="0" lvl="0" indent="-469900" algn="l" defTabSz="914400" rtl="0" eaLnBrk="1" fontAlgn="base" latinLnBrk="0" hangingPunct="1">
                        <a:lnSpc>
                          <a:spcPct val="100000"/>
                        </a:lnSpc>
                        <a:spcBef>
                          <a:spcPct val="0"/>
                        </a:spcBef>
                        <a:spcAft>
                          <a:spcPct val="0"/>
                        </a:spcAft>
                        <a:buClr>
                          <a:srgbClr val="0000CC"/>
                        </a:buClr>
                        <a:buSzTx/>
                        <a:buFontTx/>
                        <a:buNone/>
                        <a:tabLst/>
                      </a:pPr>
                      <a:r>
                        <a:rPr kumimoji="1" lang="zh-CN" altLang="en-US" sz="2400" b="1" i="0" u="none" strike="noStrike" cap="none" normalizeH="0" baseline="0">
                          <a:ln>
                            <a:noFill/>
                          </a:ln>
                          <a:solidFill>
                            <a:srgbClr val="FF0000"/>
                          </a:solidFill>
                          <a:effectLst/>
                          <a:latin typeface="+mj-ea"/>
                          <a:ea typeface="+mj-ea"/>
                          <a:cs typeface="Times New Roman" pitchFamily="18" charset="0"/>
                        </a:rPr>
                        <a:t>十进制</a:t>
                      </a:r>
                      <a:endParaRPr kumimoji="1" lang="zh-CN" altLang="en-US" sz="2400" b="1" i="0" u="none" strike="noStrike" cap="none" normalizeH="0" baseline="0">
                        <a:ln>
                          <a:noFill/>
                        </a:ln>
                        <a:solidFill>
                          <a:schemeClr val="tx1"/>
                        </a:solidFill>
                        <a:effectLst/>
                        <a:latin typeface="+mj-ea"/>
                        <a:ea typeface="+mj-ea"/>
                      </a:endParaRPr>
                    </a:p>
                  </a:txBody>
                  <a:tcPr marL="91435" marR="91435" horzOverflow="overflow">
                    <a:lnL w="254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CC"/>
                        </a:buClr>
                        <a:buSzTx/>
                        <a:buFontTx/>
                        <a:buNone/>
                        <a:tabLst/>
                      </a:pPr>
                      <a:r>
                        <a:rPr kumimoji="1" lang="zh-CN" altLang="en-US" sz="2400" b="1" i="0" u="none" strike="noStrike" cap="none" normalizeH="0" baseline="0">
                          <a:ln>
                            <a:noFill/>
                          </a:ln>
                          <a:solidFill>
                            <a:srgbClr val="000080"/>
                          </a:solidFill>
                          <a:effectLst/>
                          <a:latin typeface="+mj-ea"/>
                          <a:ea typeface="+mj-ea"/>
                          <a:cs typeface="Times New Roman" pitchFamily="18" charset="0"/>
                        </a:rPr>
                        <a:t>十进制加、十进制乘、十进制到字符的转换</a:t>
                      </a:r>
                      <a:endParaRPr kumimoji="1" lang="zh-CN" altLang="en-US" sz="2400" b="1" i="0" u="none" strike="noStrike" cap="none" normalizeH="0" baseline="0">
                        <a:ln>
                          <a:noFill/>
                        </a:ln>
                        <a:solidFill>
                          <a:schemeClr val="tx1"/>
                        </a:solidFill>
                        <a:effectLst/>
                        <a:latin typeface="+mj-ea"/>
                        <a:ea typeface="+mj-ea"/>
                      </a:endParaRPr>
                    </a:p>
                  </a:txBody>
                  <a:tcPr marL="91435" marR="91435" horzOverflow="overflow">
                    <a:lnL w="254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514350">
                <a:tc>
                  <a:txBody>
                    <a:bodyPr/>
                    <a:lstStyle/>
                    <a:p>
                      <a:pPr marL="469900" marR="0" lvl="0" indent="-469900" algn="l" defTabSz="914400" rtl="0" eaLnBrk="1" fontAlgn="base" latinLnBrk="0" hangingPunct="1">
                        <a:lnSpc>
                          <a:spcPct val="100000"/>
                        </a:lnSpc>
                        <a:spcBef>
                          <a:spcPct val="0"/>
                        </a:spcBef>
                        <a:spcAft>
                          <a:spcPct val="0"/>
                        </a:spcAft>
                        <a:buClr>
                          <a:srgbClr val="0000CC"/>
                        </a:buClr>
                        <a:buSzTx/>
                        <a:buFontTx/>
                        <a:buNone/>
                        <a:tabLst/>
                      </a:pPr>
                      <a:r>
                        <a:rPr kumimoji="1" lang="zh-CN" altLang="en-US" sz="2400" b="1" i="0" u="none" strike="noStrike" cap="none" normalizeH="0" baseline="0">
                          <a:ln>
                            <a:noFill/>
                          </a:ln>
                          <a:solidFill>
                            <a:srgbClr val="FF0000"/>
                          </a:solidFill>
                          <a:effectLst/>
                          <a:latin typeface="+mj-ea"/>
                          <a:ea typeface="+mj-ea"/>
                          <a:cs typeface="Times New Roman" pitchFamily="18" charset="0"/>
                        </a:rPr>
                        <a:t>字符串</a:t>
                      </a:r>
                      <a:endParaRPr kumimoji="1" lang="zh-CN" altLang="en-US" sz="2400" b="1" i="0" u="none" strike="noStrike" cap="none" normalizeH="0" baseline="0">
                        <a:ln>
                          <a:noFill/>
                        </a:ln>
                        <a:solidFill>
                          <a:schemeClr val="tx1"/>
                        </a:solidFill>
                        <a:effectLst/>
                        <a:latin typeface="+mj-ea"/>
                        <a:ea typeface="+mj-ea"/>
                      </a:endParaRPr>
                    </a:p>
                  </a:txBody>
                  <a:tcPr marL="91435" marR="91435" horzOverflow="overflow">
                    <a:lnL w="254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0000CC"/>
                        </a:buClr>
                        <a:buSzTx/>
                        <a:buFontTx/>
                        <a:buNone/>
                        <a:tabLst/>
                      </a:pPr>
                      <a:r>
                        <a:rPr kumimoji="1" lang="zh-CN" altLang="en-US" sz="2400" b="1" i="0" u="none" strike="noStrike" cap="none" normalizeH="0" baseline="0">
                          <a:ln>
                            <a:noFill/>
                          </a:ln>
                          <a:solidFill>
                            <a:srgbClr val="000080"/>
                          </a:solidFill>
                          <a:effectLst/>
                          <a:latin typeface="+mj-ea"/>
                          <a:ea typeface="+mj-ea"/>
                          <a:cs typeface="Times New Roman" pitchFamily="18" charset="0"/>
                        </a:rPr>
                        <a:t>字符串移动、字符串比较、字符串搜索等</a:t>
                      </a:r>
                      <a:endParaRPr kumimoji="1" lang="zh-CN" altLang="en-US" sz="2400" b="1" i="0" u="none" strike="noStrike" cap="none" normalizeH="0" baseline="0">
                        <a:ln>
                          <a:noFill/>
                        </a:ln>
                        <a:solidFill>
                          <a:schemeClr val="tx1"/>
                        </a:solidFill>
                        <a:effectLst/>
                        <a:latin typeface="+mj-ea"/>
                        <a:ea typeface="+mj-ea"/>
                      </a:endParaRPr>
                    </a:p>
                  </a:txBody>
                  <a:tcPr marL="91435" marR="91435" horzOverflow="overflow">
                    <a:lnL w="254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r h="550863">
                <a:tc>
                  <a:txBody>
                    <a:bodyPr/>
                    <a:lstStyle/>
                    <a:p>
                      <a:pPr marL="469900" marR="0" lvl="0" indent="-469900" algn="l" defTabSz="914400" rtl="0" eaLnBrk="1" fontAlgn="base" latinLnBrk="0" hangingPunct="1">
                        <a:lnSpc>
                          <a:spcPct val="100000"/>
                        </a:lnSpc>
                        <a:spcBef>
                          <a:spcPct val="0"/>
                        </a:spcBef>
                        <a:spcAft>
                          <a:spcPct val="0"/>
                        </a:spcAft>
                        <a:buClr>
                          <a:srgbClr val="0000CC"/>
                        </a:buClr>
                        <a:buSzTx/>
                        <a:buFontTx/>
                        <a:buNone/>
                        <a:tabLst/>
                      </a:pPr>
                      <a:r>
                        <a:rPr kumimoji="1" lang="zh-CN" altLang="en-US" sz="2400" b="1" i="0" u="none" strike="noStrike" cap="none" normalizeH="0" baseline="0" dirty="0">
                          <a:ln>
                            <a:noFill/>
                          </a:ln>
                          <a:solidFill>
                            <a:srgbClr val="FF0000"/>
                          </a:solidFill>
                          <a:effectLst/>
                          <a:latin typeface="+mj-ea"/>
                          <a:ea typeface="+mj-ea"/>
                          <a:cs typeface="Times New Roman" pitchFamily="18" charset="0"/>
                        </a:rPr>
                        <a:t>图形</a:t>
                      </a:r>
                      <a:endParaRPr kumimoji="1" lang="zh-CN" altLang="en-US" sz="2400" b="1" i="0" u="none" strike="noStrike" cap="none" normalizeH="0" baseline="0" dirty="0">
                        <a:ln>
                          <a:noFill/>
                        </a:ln>
                        <a:solidFill>
                          <a:schemeClr val="tx1"/>
                        </a:solidFill>
                        <a:effectLst/>
                        <a:latin typeface="+mj-ea"/>
                        <a:ea typeface="+mj-ea"/>
                      </a:endParaRPr>
                    </a:p>
                  </a:txBody>
                  <a:tcPr marL="91435" marR="91435" horzOverflow="overflow">
                    <a:lnL w="254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469900" marR="0" lvl="0" indent="-469900" algn="l" defTabSz="914400" rtl="0" eaLnBrk="1" fontAlgn="base" latinLnBrk="0" hangingPunct="1">
                        <a:lnSpc>
                          <a:spcPct val="100000"/>
                        </a:lnSpc>
                        <a:spcBef>
                          <a:spcPct val="0"/>
                        </a:spcBef>
                        <a:spcAft>
                          <a:spcPct val="0"/>
                        </a:spcAft>
                        <a:buClr>
                          <a:srgbClr val="0000CC"/>
                        </a:buClr>
                        <a:buSzTx/>
                        <a:buFontTx/>
                        <a:buNone/>
                        <a:tabLst/>
                      </a:pPr>
                      <a:r>
                        <a:rPr kumimoji="1" lang="zh-CN" altLang="en-US" sz="2400" b="1" i="0" u="none" strike="noStrike" cap="none" normalizeH="0" baseline="0" dirty="0">
                          <a:ln>
                            <a:noFill/>
                          </a:ln>
                          <a:solidFill>
                            <a:srgbClr val="000080"/>
                          </a:solidFill>
                          <a:effectLst/>
                          <a:latin typeface="+mj-ea"/>
                          <a:ea typeface="+mj-ea"/>
                          <a:cs typeface="Times New Roman" pitchFamily="18" charset="0"/>
                        </a:rPr>
                        <a:t>像素操作、压缩</a:t>
                      </a:r>
                      <a:r>
                        <a:rPr kumimoji="1" lang="en-US" altLang="zh-CN" sz="2400" b="1" i="0" u="none" strike="noStrike" cap="none" normalizeH="0" baseline="0" dirty="0">
                          <a:ln>
                            <a:noFill/>
                          </a:ln>
                          <a:solidFill>
                            <a:srgbClr val="000080"/>
                          </a:solidFill>
                          <a:effectLst/>
                          <a:latin typeface="+mj-ea"/>
                          <a:ea typeface="+mj-ea"/>
                          <a:cs typeface="Times New Roman" pitchFamily="18" charset="0"/>
                        </a:rPr>
                        <a:t>/</a:t>
                      </a:r>
                      <a:r>
                        <a:rPr kumimoji="1" lang="zh-CN" altLang="en-US" sz="2400" b="1" i="0" u="none" strike="noStrike" cap="none" normalizeH="0" baseline="0" dirty="0">
                          <a:ln>
                            <a:noFill/>
                          </a:ln>
                          <a:solidFill>
                            <a:srgbClr val="000080"/>
                          </a:solidFill>
                          <a:effectLst/>
                          <a:latin typeface="+mj-ea"/>
                          <a:ea typeface="+mj-ea"/>
                          <a:cs typeface="Times New Roman" pitchFamily="18" charset="0"/>
                        </a:rPr>
                        <a:t>解压操作等</a:t>
                      </a:r>
                      <a:endParaRPr kumimoji="1" lang="zh-CN" altLang="en-US" sz="2400" b="1" i="0" u="none" strike="noStrike" cap="none" normalizeH="0" baseline="0" dirty="0">
                        <a:ln>
                          <a:noFill/>
                        </a:ln>
                        <a:solidFill>
                          <a:schemeClr val="tx1"/>
                        </a:solidFill>
                        <a:effectLst/>
                        <a:latin typeface="+mj-ea"/>
                        <a:ea typeface="+mj-ea"/>
                      </a:endParaRPr>
                    </a:p>
                  </a:txBody>
                  <a:tcPr marL="91435" marR="91435" horzOverflow="overflow">
                    <a:lnL w="254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4242257971"/>
      </p:ext>
    </p:extLst>
  </p:cSld>
  <p:clrMapOvr>
    <a:masterClrMapping/>
  </p:clrMapOvr>
  <p:transition>
    <p:pull dir="rd"/>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p:cNvSpPr>
            <a:spLocks noGrp="1" noChangeArrowheads="1"/>
          </p:cNvSpPr>
          <p:nvPr>
            <p:ph type="title"/>
          </p:nvPr>
        </p:nvSpPr>
        <p:spPr>
          <a:xfrm>
            <a:off x="457200" y="116632"/>
            <a:ext cx="8229600" cy="1143000"/>
          </a:xfrm>
        </p:spPr>
        <p:txBody>
          <a:bodyPr/>
          <a:lstStyle/>
          <a:p>
            <a:pPr eaLnBrk="1" hangingPunct="1"/>
            <a:r>
              <a:rPr lang="en-US" altLang="zh-CN" sz="3600" b="1" dirty="0">
                <a:latin typeface="Times New Roman" panose="02020603050405020304" pitchFamily="18" charset="0"/>
                <a:cs typeface="Times New Roman" panose="02020603050405020304" pitchFamily="18" charset="0"/>
              </a:rPr>
              <a:t>2.5.1 </a:t>
            </a:r>
            <a:r>
              <a:rPr lang="zh-CN" altLang="en-US" sz="3600" b="1" dirty="0">
                <a:latin typeface="Times New Roman" panose="02020603050405020304" pitchFamily="18" charset="0"/>
                <a:cs typeface="Times New Roman" panose="02020603050405020304" pitchFamily="18" charset="0"/>
              </a:rPr>
              <a:t>指令系统设计的基本原则</a:t>
            </a:r>
          </a:p>
        </p:txBody>
      </p:sp>
      <p:sp>
        <p:nvSpPr>
          <p:cNvPr id="62466" name="Rectangle 3" descr="Rectangle: Click to edit Master text styles&#10;Second level&#10;Third level&#10;Fourth level&#10;Fifth level"/>
          <p:cNvSpPr>
            <a:spLocks noGrp="1" noChangeArrowheads="1"/>
          </p:cNvSpPr>
          <p:nvPr>
            <p:ph type="body" idx="1"/>
          </p:nvPr>
        </p:nvSpPr>
        <p:spPr>
          <a:xfrm>
            <a:off x="179512" y="1412776"/>
            <a:ext cx="8640960" cy="4960937"/>
          </a:xfrm>
        </p:spPr>
        <p:txBody>
          <a:bodyPr/>
          <a:lstStyle/>
          <a:p>
            <a:pPr marL="1085850" lvl="1" indent="-457200" eaLnBrk="1" hangingPunct="1"/>
            <a:r>
              <a:rPr lang="zh-CN" altLang="en-US" sz="2400" b="1" dirty="0">
                <a:solidFill>
                  <a:srgbClr val="FF0000"/>
                </a:solidFill>
                <a:latin typeface="Times New Roman" panose="02020603050405020304" pitchFamily="18" charset="0"/>
                <a:cs typeface="Times New Roman" panose="02020603050405020304" pitchFamily="18" charset="0"/>
              </a:rPr>
              <a:t>规整性：</a:t>
            </a:r>
            <a:r>
              <a:rPr lang="zh-CN" altLang="en-US" sz="2400" b="1" dirty="0">
                <a:latin typeface="Times New Roman" panose="02020603050405020304" pitchFamily="18" charset="0"/>
                <a:cs typeface="Times New Roman" panose="02020603050405020304" pitchFamily="18" charset="0"/>
              </a:rPr>
              <a:t>主要包括对称性和均匀性。</a:t>
            </a:r>
          </a:p>
          <a:p>
            <a:pPr lvl="2" eaLnBrk="1" hangingPunct="1"/>
            <a:r>
              <a:rPr lang="zh-CN" altLang="en-US" b="1" dirty="0">
                <a:latin typeface="Times New Roman" panose="02020603050405020304" pitchFamily="18" charset="0"/>
                <a:cs typeface="Times New Roman" panose="02020603050405020304" pitchFamily="18" charset="0"/>
              </a:rPr>
              <a:t>对称性：所有与指令系统有关的存储单元的使用、操作码的设置等都是对称的。</a:t>
            </a:r>
            <a:endParaRPr lang="en-US" altLang="zh-CN" b="1" dirty="0">
              <a:latin typeface="Times New Roman" panose="02020603050405020304" pitchFamily="18" charset="0"/>
              <a:cs typeface="Times New Roman" panose="02020603050405020304" pitchFamily="18" charset="0"/>
            </a:endParaRPr>
          </a:p>
          <a:p>
            <a:pPr marL="1504800" lvl="2" eaLnBrk="1" hangingPunct="1">
              <a:buFont typeface="Wingdings" panose="05000000000000000000" pitchFamily="2" charset="2"/>
              <a:buChar char="ü"/>
            </a:pPr>
            <a:r>
              <a:rPr lang="zh-CN" altLang="en-US" b="1" dirty="0">
                <a:latin typeface="Times New Roman" panose="02020603050405020304" pitchFamily="18" charset="0"/>
                <a:cs typeface="Times New Roman" panose="02020603050405020304" pitchFamily="18" charset="0"/>
              </a:rPr>
              <a:t>例如，在存储单元的使用上，所有通用寄存器都要同等对待。在操作码的设计上，如果设置了</a:t>
            </a:r>
            <a:r>
              <a:rPr lang="en-US" altLang="zh-CN" b="1" dirty="0">
                <a:latin typeface="Times New Roman" panose="02020603050405020304" pitchFamily="18" charset="0"/>
                <a:cs typeface="Times New Roman" panose="02020603050405020304" pitchFamily="18" charset="0"/>
              </a:rPr>
              <a:t>A-B</a:t>
            </a:r>
            <a:r>
              <a:rPr lang="zh-CN" altLang="en-US" b="1" dirty="0">
                <a:latin typeface="Times New Roman" panose="02020603050405020304" pitchFamily="18" charset="0"/>
                <a:cs typeface="Times New Roman" panose="02020603050405020304" pitchFamily="18" charset="0"/>
              </a:rPr>
              <a:t>的指令，就应该也设置</a:t>
            </a:r>
            <a:r>
              <a:rPr lang="en-US" altLang="zh-CN" b="1" dirty="0">
                <a:latin typeface="Times New Roman" panose="02020603050405020304" pitchFamily="18" charset="0"/>
                <a:cs typeface="Times New Roman" panose="02020603050405020304" pitchFamily="18" charset="0"/>
              </a:rPr>
              <a:t>B-A</a:t>
            </a:r>
            <a:r>
              <a:rPr lang="zh-CN" altLang="en-US" b="1" dirty="0">
                <a:latin typeface="Times New Roman" panose="02020603050405020304" pitchFamily="18" charset="0"/>
                <a:cs typeface="Times New Roman" panose="02020603050405020304" pitchFamily="18" charset="0"/>
              </a:rPr>
              <a:t>的指令。</a:t>
            </a:r>
          </a:p>
          <a:p>
            <a:pPr lvl="2" eaLnBrk="1" hangingPunct="1"/>
            <a:r>
              <a:rPr lang="zh-CN" altLang="en-US" b="1" dirty="0">
                <a:latin typeface="Times New Roman" panose="02020603050405020304" pitchFamily="18" charset="0"/>
                <a:cs typeface="Times New Roman" panose="02020603050405020304" pitchFamily="18" charset="0"/>
              </a:rPr>
              <a:t>均匀性：指对于各种不同的操作数类型、字长、操作种类和数据存储单元，指令的设置都要同等对待。</a:t>
            </a:r>
            <a:endParaRPr lang="en-US" altLang="zh-CN" b="1" dirty="0">
              <a:latin typeface="Times New Roman" panose="02020603050405020304" pitchFamily="18" charset="0"/>
              <a:cs typeface="Times New Roman" panose="02020603050405020304" pitchFamily="18" charset="0"/>
            </a:endParaRPr>
          </a:p>
          <a:p>
            <a:pPr marL="1504800" lvl="2" eaLnBrk="1" hangingPunct="1">
              <a:buFont typeface="Wingdings" panose="05000000000000000000" pitchFamily="2" charset="2"/>
              <a:buChar char="ü"/>
            </a:pPr>
            <a:r>
              <a:rPr lang="zh-CN" altLang="en-US" b="1" dirty="0">
                <a:latin typeface="Times New Roman" panose="02020603050405020304" pitchFamily="18" charset="0"/>
                <a:cs typeface="Times New Roman" panose="02020603050405020304" pitchFamily="18" charset="0"/>
              </a:rPr>
              <a:t>例如，如果某机器有</a:t>
            </a:r>
            <a:r>
              <a:rPr lang="en-US" altLang="zh-CN" b="1" dirty="0">
                <a:latin typeface="Times New Roman" panose="02020603050405020304" pitchFamily="18" charset="0"/>
                <a:cs typeface="Times New Roman" panose="02020603050405020304" pitchFamily="18" charset="0"/>
              </a:rPr>
              <a:t>5</a:t>
            </a:r>
            <a:r>
              <a:rPr lang="zh-CN" altLang="en-US" b="1" dirty="0">
                <a:latin typeface="Times New Roman" panose="02020603050405020304" pitchFamily="18" charset="0"/>
                <a:cs typeface="Times New Roman" panose="02020603050405020304" pitchFamily="18" charset="0"/>
              </a:rPr>
              <a:t>种数据表示，</a:t>
            </a:r>
            <a:r>
              <a:rPr lang="en-US" altLang="zh-CN" b="1" dirty="0">
                <a:latin typeface="Times New Roman" panose="02020603050405020304" pitchFamily="18" charset="0"/>
                <a:cs typeface="Times New Roman" panose="02020603050405020304" pitchFamily="18" charset="0"/>
              </a:rPr>
              <a:t>4</a:t>
            </a:r>
            <a:r>
              <a:rPr lang="zh-CN" altLang="en-US" b="1" dirty="0">
                <a:latin typeface="Times New Roman" panose="02020603050405020304" pitchFamily="18" charset="0"/>
                <a:cs typeface="Times New Roman" panose="02020603050405020304" pitchFamily="18" charset="0"/>
              </a:rPr>
              <a:t>种字长，两种存储单元，则要设置</a:t>
            </a:r>
            <a:r>
              <a:rPr lang="en-US" altLang="zh-CN" b="1" dirty="0">
                <a:latin typeface="Times New Roman" panose="02020603050405020304" pitchFamily="18" charset="0"/>
                <a:cs typeface="Times New Roman" panose="02020603050405020304" pitchFamily="18" charset="0"/>
              </a:rPr>
              <a:t>5*4*2=40</a:t>
            </a:r>
            <a:r>
              <a:rPr lang="zh-CN" altLang="en-US" b="1" dirty="0">
                <a:latin typeface="Times New Roman" panose="02020603050405020304" pitchFamily="18" charset="0"/>
                <a:cs typeface="Times New Roman" panose="02020603050405020304" pitchFamily="18" charset="0"/>
              </a:rPr>
              <a:t>种同一操作的指令（如加法指令）。</a:t>
            </a:r>
            <a:endParaRPr lang="en-US" altLang="zh-CN" b="1" dirty="0">
              <a:latin typeface="Times New Roman" panose="02020603050405020304" pitchFamily="18" charset="0"/>
              <a:cs typeface="Times New Roman" panose="02020603050405020304" pitchFamily="18" charset="0"/>
            </a:endParaRPr>
          </a:p>
          <a:p>
            <a:pPr marL="914400" lvl="2" indent="0" eaLnBrk="1" hangingPunct="1">
              <a:buNone/>
            </a:pPr>
            <a:endParaRPr lang="en-US" altLang="zh-CN" sz="2200" b="1" dirty="0">
              <a:latin typeface="Times New Roman" panose="02020603050405020304" pitchFamily="18" charset="0"/>
              <a:cs typeface="Times New Roman" panose="02020603050405020304" pitchFamily="18" charset="0"/>
            </a:endParaRPr>
          </a:p>
        </p:txBody>
      </p:sp>
      <p:sp>
        <p:nvSpPr>
          <p:cNvPr id="2" name="日期占位符 1">
            <a:extLst>
              <a:ext uri="{FF2B5EF4-FFF2-40B4-BE49-F238E27FC236}">
                <a16:creationId xmlns:a16="http://schemas.microsoft.com/office/drawing/2014/main" id="{43B90609-DAA3-C4CF-D674-AC7CDC9921AC}"/>
              </a:ext>
            </a:extLst>
          </p:cNvPr>
          <p:cNvSpPr>
            <a:spLocks noGrp="1"/>
          </p:cNvSpPr>
          <p:nvPr>
            <p:ph type="dt" sz="half" idx="10"/>
          </p:nvPr>
        </p:nvSpPr>
        <p:spPr/>
        <p:txBody>
          <a:bodyPr/>
          <a:lstStyle/>
          <a:p>
            <a:pPr>
              <a:defRPr/>
            </a:pPr>
            <a:fld id="{EDCB8806-3756-4514-BF11-1A59DE47C7A0}" type="datetime1">
              <a:rPr lang="zh-CN" altLang="en-US" smtClean="0"/>
              <a:t>2025/9/18</a:t>
            </a:fld>
            <a:endParaRPr lang="en-US" altLang="zh-CN"/>
          </a:p>
        </p:txBody>
      </p:sp>
      <p:sp>
        <p:nvSpPr>
          <p:cNvPr id="3" name="页脚占位符 2">
            <a:extLst>
              <a:ext uri="{FF2B5EF4-FFF2-40B4-BE49-F238E27FC236}">
                <a16:creationId xmlns:a16="http://schemas.microsoft.com/office/drawing/2014/main" id="{96611954-D095-F2BE-E813-F2AD5DD676E3}"/>
              </a:ext>
            </a:extLst>
          </p:cNvPr>
          <p:cNvSpPr>
            <a:spLocks noGrp="1"/>
          </p:cNvSpPr>
          <p:nvPr>
            <p:ph type="ftr" sz="quarter" idx="11"/>
          </p:nvPr>
        </p:nvSpPr>
        <p:spPr/>
        <p:txBody>
          <a:body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4" name="灯片编号占位符 3">
            <a:extLst>
              <a:ext uri="{FF2B5EF4-FFF2-40B4-BE49-F238E27FC236}">
                <a16:creationId xmlns:a16="http://schemas.microsoft.com/office/drawing/2014/main" id="{6727E40C-0644-796B-245F-E34D74B527DD}"/>
              </a:ext>
            </a:extLst>
          </p:cNvPr>
          <p:cNvSpPr>
            <a:spLocks noGrp="1"/>
          </p:cNvSpPr>
          <p:nvPr>
            <p:ph type="sldNum" sz="quarter" idx="12"/>
          </p:nvPr>
        </p:nvSpPr>
        <p:spPr/>
        <p:txBody>
          <a:bodyPr/>
          <a:lstStyle/>
          <a:p>
            <a:pPr>
              <a:defRPr/>
            </a:pPr>
            <a:fld id="{8BCAC33D-D29A-48B3-BCD6-381D3D720D26}" type="slidenum">
              <a:rPr lang="zh-CN" altLang="en-US" smtClean="0"/>
              <a:t>42</a:t>
            </a:fld>
            <a:endParaRPr lang="en-US" altLang="zh-CN"/>
          </a:p>
        </p:txBody>
      </p:sp>
    </p:spTree>
    <p:extLst>
      <p:ext uri="{BB962C8B-B14F-4D97-AF65-F5344CB8AC3E}">
        <p14:creationId xmlns:p14="http://schemas.microsoft.com/office/powerpoint/2010/main" val="39065566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p:cNvSpPr>
            <a:spLocks noGrp="1" noChangeArrowheads="1"/>
          </p:cNvSpPr>
          <p:nvPr>
            <p:ph type="title"/>
          </p:nvPr>
        </p:nvSpPr>
        <p:spPr>
          <a:xfrm>
            <a:off x="457200" y="116632"/>
            <a:ext cx="8229600" cy="1143000"/>
          </a:xfrm>
        </p:spPr>
        <p:txBody>
          <a:bodyPr/>
          <a:lstStyle/>
          <a:p>
            <a:pPr eaLnBrk="1" hangingPunct="1"/>
            <a:r>
              <a:rPr lang="en-US" altLang="zh-CN" sz="3600" b="1" dirty="0">
                <a:latin typeface="Times New Roman" panose="02020603050405020304" pitchFamily="18" charset="0"/>
                <a:cs typeface="Times New Roman" panose="02020603050405020304" pitchFamily="18" charset="0"/>
              </a:rPr>
              <a:t>2.5.1</a:t>
            </a:r>
            <a:r>
              <a:rPr lang="en-US" altLang="zh-CN" sz="3600" b="1" dirty="0">
                <a:latin typeface="黑体" pitchFamily="49" charset="-122"/>
              </a:rPr>
              <a:t> </a:t>
            </a:r>
            <a:r>
              <a:rPr lang="zh-CN" altLang="en-US" sz="3600" b="1" dirty="0">
                <a:latin typeface="黑体" pitchFamily="49" charset="-122"/>
              </a:rPr>
              <a:t>指令系统设计的基本原则</a:t>
            </a:r>
          </a:p>
        </p:txBody>
      </p:sp>
      <p:sp>
        <p:nvSpPr>
          <p:cNvPr id="62466" name="Rectangle 3" descr="Rectangle: Click to edit Master text styles&#10;Second level&#10;Third level&#10;Fourth level&#10;Fifth level"/>
          <p:cNvSpPr>
            <a:spLocks noGrp="1" noChangeArrowheads="1"/>
          </p:cNvSpPr>
          <p:nvPr>
            <p:ph type="body" idx="1"/>
          </p:nvPr>
        </p:nvSpPr>
        <p:spPr>
          <a:xfrm>
            <a:off x="179512" y="1412776"/>
            <a:ext cx="8640960" cy="4960937"/>
          </a:xfrm>
        </p:spPr>
        <p:txBody>
          <a:bodyPr/>
          <a:lstStyle/>
          <a:p>
            <a:pPr marL="1085850" lvl="1" indent="-457200" eaLnBrk="1" hangingPunct="1"/>
            <a:r>
              <a:rPr lang="zh-CN" altLang="en-US" sz="2400" b="1" dirty="0">
                <a:solidFill>
                  <a:srgbClr val="FF0000"/>
                </a:solidFill>
              </a:rPr>
              <a:t>正交性</a:t>
            </a:r>
            <a:r>
              <a:rPr lang="zh-CN" altLang="en-US" sz="2400" b="1" dirty="0"/>
              <a:t>：在指令中各个不同含义的字段，如操作类型、数据类型、寻址方式字段等，在编码时应互不相关、相互独立。 </a:t>
            </a:r>
            <a:endParaRPr lang="zh-CN" altLang="en-US" sz="2400" b="1" dirty="0">
              <a:solidFill>
                <a:srgbClr val="FF0000"/>
              </a:solidFill>
            </a:endParaRPr>
          </a:p>
          <a:p>
            <a:pPr marL="1085850" lvl="1" indent="-457200" eaLnBrk="1" hangingPunct="1"/>
            <a:r>
              <a:rPr lang="zh-CN" altLang="en-US" sz="2400" b="1" dirty="0">
                <a:solidFill>
                  <a:srgbClr val="FF0000"/>
                </a:solidFill>
              </a:rPr>
              <a:t>高效率：</a:t>
            </a:r>
            <a:r>
              <a:rPr lang="zh-CN" altLang="en-US" sz="2400" b="1" dirty="0"/>
              <a:t>指指令的执行速度快、使用频度高。</a:t>
            </a:r>
          </a:p>
          <a:p>
            <a:pPr marL="1085850" lvl="1" indent="-457200" eaLnBrk="1" hangingPunct="1"/>
            <a:r>
              <a:rPr lang="zh-CN" altLang="en-US" sz="2400" b="1" dirty="0">
                <a:solidFill>
                  <a:srgbClr val="FF0000"/>
                </a:solidFill>
              </a:rPr>
              <a:t>兼容性：</a:t>
            </a:r>
            <a:r>
              <a:rPr lang="zh-CN" altLang="en-US" sz="2400" b="1" dirty="0"/>
              <a:t>主要是要实现向后兼容，指令系统可以增加新指令，但不能删除指令或更改指令的功能。</a:t>
            </a:r>
            <a:endParaRPr lang="zh-CN" altLang="en-US" b="1" dirty="0"/>
          </a:p>
        </p:txBody>
      </p:sp>
      <p:sp>
        <p:nvSpPr>
          <p:cNvPr id="2" name="日期占位符 1">
            <a:extLst>
              <a:ext uri="{FF2B5EF4-FFF2-40B4-BE49-F238E27FC236}">
                <a16:creationId xmlns:a16="http://schemas.microsoft.com/office/drawing/2014/main" id="{D5D4C675-8DA6-8D9D-86BB-8F054DF7CFFE}"/>
              </a:ext>
            </a:extLst>
          </p:cNvPr>
          <p:cNvSpPr>
            <a:spLocks noGrp="1"/>
          </p:cNvSpPr>
          <p:nvPr>
            <p:ph type="dt" sz="half" idx="10"/>
          </p:nvPr>
        </p:nvSpPr>
        <p:spPr/>
        <p:txBody>
          <a:bodyPr/>
          <a:lstStyle/>
          <a:p>
            <a:pPr>
              <a:defRPr/>
            </a:pPr>
            <a:fld id="{16906CB7-D6FC-4FEC-8BB3-0E54B593829F}" type="datetime1">
              <a:rPr lang="zh-CN" altLang="en-US" smtClean="0"/>
              <a:t>2025/9/18</a:t>
            </a:fld>
            <a:endParaRPr lang="en-US" altLang="zh-CN"/>
          </a:p>
        </p:txBody>
      </p:sp>
      <p:sp>
        <p:nvSpPr>
          <p:cNvPr id="3" name="页脚占位符 2">
            <a:extLst>
              <a:ext uri="{FF2B5EF4-FFF2-40B4-BE49-F238E27FC236}">
                <a16:creationId xmlns:a16="http://schemas.microsoft.com/office/drawing/2014/main" id="{58B2F505-E10C-F84F-04C4-E381E5A1112F}"/>
              </a:ext>
            </a:extLst>
          </p:cNvPr>
          <p:cNvSpPr>
            <a:spLocks noGrp="1"/>
          </p:cNvSpPr>
          <p:nvPr>
            <p:ph type="ftr" sz="quarter" idx="11"/>
          </p:nvPr>
        </p:nvSpPr>
        <p:spPr/>
        <p:txBody>
          <a:body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4" name="灯片编号占位符 3">
            <a:extLst>
              <a:ext uri="{FF2B5EF4-FFF2-40B4-BE49-F238E27FC236}">
                <a16:creationId xmlns:a16="http://schemas.microsoft.com/office/drawing/2014/main" id="{CAC20FE6-2A78-033F-1CC8-1D0DF1A9DF1D}"/>
              </a:ext>
            </a:extLst>
          </p:cNvPr>
          <p:cNvSpPr>
            <a:spLocks noGrp="1"/>
          </p:cNvSpPr>
          <p:nvPr>
            <p:ph type="sldNum" sz="quarter" idx="12"/>
          </p:nvPr>
        </p:nvSpPr>
        <p:spPr/>
        <p:txBody>
          <a:bodyPr/>
          <a:lstStyle/>
          <a:p>
            <a:pPr>
              <a:defRPr/>
            </a:pPr>
            <a:fld id="{8BCAC33D-D29A-48B3-BCD6-381D3D720D26}" type="slidenum">
              <a:rPr lang="zh-CN" altLang="en-US" smtClean="0"/>
              <a:t>43</a:t>
            </a:fld>
            <a:endParaRPr lang="en-US" altLang="zh-CN"/>
          </a:p>
        </p:txBody>
      </p:sp>
    </p:spTree>
    <p:extLst>
      <p:ext uri="{BB962C8B-B14F-4D97-AF65-F5344CB8AC3E}">
        <p14:creationId xmlns:p14="http://schemas.microsoft.com/office/powerpoint/2010/main" val="527664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pPr eaLnBrk="1" hangingPunct="1"/>
            <a:r>
              <a:rPr lang="en-US" altLang="zh-CN" sz="3600" b="1" dirty="0">
                <a:latin typeface="Times New Roman" panose="02020603050405020304" pitchFamily="18" charset="0"/>
                <a:cs typeface="Times New Roman" panose="02020603050405020304" pitchFamily="18" charset="0"/>
              </a:rPr>
              <a:t>2.5 </a:t>
            </a:r>
            <a:r>
              <a:rPr lang="zh-CN" altLang="en-US" sz="3600" b="1" dirty="0">
                <a:latin typeface="Times New Roman" panose="02020603050405020304" pitchFamily="18" charset="0"/>
                <a:cs typeface="Times New Roman" panose="02020603050405020304" pitchFamily="18" charset="0"/>
              </a:rPr>
              <a:t>指令系统的设计和优化</a:t>
            </a:r>
          </a:p>
        </p:txBody>
      </p:sp>
      <p:sp>
        <p:nvSpPr>
          <p:cNvPr id="42" name="Text Box 7"/>
          <p:cNvSpPr txBox="1">
            <a:spLocks noChangeArrowheads="1"/>
          </p:cNvSpPr>
          <p:nvPr/>
        </p:nvSpPr>
        <p:spPr bwMode="auto">
          <a:xfrm>
            <a:off x="1782281" y="2012831"/>
            <a:ext cx="496001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00" b="1">
                <a:solidFill>
                  <a:schemeClr val="tx1"/>
                </a:solidFill>
                <a:latin typeface="宋体" charset="-122"/>
                <a:ea typeface="宋体" charset="-122"/>
              </a:defRPr>
            </a:lvl1pPr>
            <a:lvl2pPr marL="742950" indent="-285750" eaLnBrk="0" hangingPunct="0">
              <a:defRPr kumimoji="1" sz="800" b="1">
                <a:solidFill>
                  <a:schemeClr val="tx1"/>
                </a:solidFill>
                <a:latin typeface="宋体" charset="-122"/>
                <a:ea typeface="宋体" charset="-122"/>
              </a:defRPr>
            </a:lvl2pPr>
            <a:lvl3pPr marL="1143000" indent="-228600" eaLnBrk="0" hangingPunct="0">
              <a:defRPr kumimoji="1" sz="800" b="1">
                <a:solidFill>
                  <a:schemeClr val="tx1"/>
                </a:solidFill>
                <a:latin typeface="宋体" charset="-122"/>
                <a:ea typeface="宋体" charset="-122"/>
              </a:defRPr>
            </a:lvl3pPr>
            <a:lvl4pPr marL="1600200" indent="-228600" eaLnBrk="0" hangingPunct="0">
              <a:defRPr kumimoji="1" sz="800" b="1">
                <a:solidFill>
                  <a:schemeClr val="tx1"/>
                </a:solidFill>
                <a:latin typeface="宋体" charset="-122"/>
                <a:ea typeface="宋体" charset="-122"/>
              </a:defRPr>
            </a:lvl4pPr>
            <a:lvl5pPr marL="2057400" indent="-228600" eaLnBrk="0" hangingPunct="0">
              <a:defRPr kumimoji="1" sz="800" b="1">
                <a:solidFill>
                  <a:schemeClr val="tx1"/>
                </a:solidFill>
                <a:latin typeface="宋体" charset="-122"/>
                <a:ea typeface="宋体" charset="-122"/>
              </a:defRPr>
            </a:lvl5pPr>
            <a:lvl6pPr marL="2514600" indent="-228600" eaLnBrk="0" fontAlgn="base" hangingPunct="0">
              <a:spcBef>
                <a:spcPct val="0"/>
              </a:spcBef>
              <a:spcAft>
                <a:spcPct val="0"/>
              </a:spcAft>
              <a:defRPr kumimoji="1" sz="800" b="1">
                <a:solidFill>
                  <a:schemeClr val="tx1"/>
                </a:solidFill>
                <a:latin typeface="宋体" charset="-122"/>
                <a:ea typeface="宋体" charset="-122"/>
              </a:defRPr>
            </a:lvl6pPr>
            <a:lvl7pPr marL="2971800" indent="-228600" eaLnBrk="0" fontAlgn="base" hangingPunct="0">
              <a:spcBef>
                <a:spcPct val="0"/>
              </a:spcBef>
              <a:spcAft>
                <a:spcPct val="0"/>
              </a:spcAft>
              <a:defRPr kumimoji="1" sz="800" b="1">
                <a:solidFill>
                  <a:schemeClr val="tx1"/>
                </a:solidFill>
                <a:latin typeface="宋体" charset="-122"/>
                <a:ea typeface="宋体" charset="-122"/>
              </a:defRPr>
            </a:lvl7pPr>
            <a:lvl8pPr marL="3429000" indent="-228600" eaLnBrk="0" fontAlgn="base" hangingPunct="0">
              <a:spcBef>
                <a:spcPct val="0"/>
              </a:spcBef>
              <a:spcAft>
                <a:spcPct val="0"/>
              </a:spcAft>
              <a:defRPr kumimoji="1" sz="800" b="1">
                <a:solidFill>
                  <a:schemeClr val="tx1"/>
                </a:solidFill>
                <a:latin typeface="宋体" charset="-122"/>
                <a:ea typeface="宋体" charset="-122"/>
              </a:defRPr>
            </a:lvl8pPr>
            <a:lvl9pPr marL="3886200" indent="-22860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r>
              <a:rPr lang="en-US" altLang="zh-CN" sz="2800" dirty="0">
                <a:latin typeface="Times New Roman" pitchFamily="18" charset="0"/>
              </a:rPr>
              <a:t>2</a:t>
            </a:r>
            <a:r>
              <a:rPr lang="zh-CN" altLang="en-US" sz="2800" dirty="0">
                <a:latin typeface="Times New Roman" pitchFamily="18" charset="0"/>
              </a:rPr>
              <a:t>.</a:t>
            </a:r>
            <a:r>
              <a:rPr lang="en-US" altLang="zh-CN" sz="2800" dirty="0">
                <a:latin typeface="Times New Roman" pitchFamily="18" charset="0"/>
              </a:rPr>
              <a:t>5.1</a:t>
            </a:r>
            <a:r>
              <a:rPr lang="zh-CN" altLang="en-US" sz="2800" dirty="0">
                <a:latin typeface="Times New Roman" pitchFamily="18" charset="0"/>
              </a:rPr>
              <a:t> 指令系统设计的基本原则</a:t>
            </a:r>
          </a:p>
        </p:txBody>
      </p:sp>
      <p:sp>
        <p:nvSpPr>
          <p:cNvPr id="43" name="Text Box 7"/>
          <p:cNvSpPr txBox="1">
            <a:spLocks noChangeArrowheads="1"/>
          </p:cNvSpPr>
          <p:nvPr/>
        </p:nvSpPr>
        <p:spPr bwMode="auto">
          <a:xfrm>
            <a:off x="1824530" y="2825909"/>
            <a:ext cx="243528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00" b="1">
                <a:solidFill>
                  <a:schemeClr val="tx1"/>
                </a:solidFill>
                <a:latin typeface="宋体" charset="-122"/>
                <a:ea typeface="宋体" charset="-122"/>
              </a:defRPr>
            </a:lvl1pPr>
            <a:lvl2pPr marL="742950" indent="-285750" eaLnBrk="0" hangingPunct="0">
              <a:defRPr kumimoji="1" sz="800" b="1">
                <a:solidFill>
                  <a:schemeClr val="tx1"/>
                </a:solidFill>
                <a:latin typeface="宋体" charset="-122"/>
                <a:ea typeface="宋体" charset="-122"/>
              </a:defRPr>
            </a:lvl2pPr>
            <a:lvl3pPr marL="1143000" indent="-228600" eaLnBrk="0" hangingPunct="0">
              <a:defRPr kumimoji="1" sz="800" b="1">
                <a:solidFill>
                  <a:schemeClr val="tx1"/>
                </a:solidFill>
                <a:latin typeface="宋体" charset="-122"/>
                <a:ea typeface="宋体" charset="-122"/>
              </a:defRPr>
            </a:lvl3pPr>
            <a:lvl4pPr marL="1600200" indent="-228600" eaLnBrk="0" hangingPunct="0">
              <a:defRPr kumimoji="1" sz="800" b="1">
                <a:solidFill>
                  <a:schemeClr val="tx1"/>
                </a:solidFill>
                <a:latin typeface="宋体" charset="-122"/>
                <a:ea typeface="宋体" charset="-122"/>
              </a:defRPr>
            </a:lvl4pPr>
            <a:lvl5pPr marL="2057400" indent="-228600" eaLnBrk="0" hangingPunct="0">
              <a:defRPr kumimoji="1" sz="800" b="1">
                <a:solidFill>
                  <a:schemeClr val="tx1"/>
                </a:solidFill>
                <a:latin typeface="宋体" charset="-122"/>
                <a:ea typeface="宋体" charset="-122"/>
              </a:defRPr>
            </a:lvl5pPr>
            <a:lvl6pPr marL="2514600" indent="-228600" eaLnBrk="0" fontAlgn="base" hangingPunct="0">
              <a:spcBef>
                <a:spcPct val="0"/>
              </a:spcBef>
              <a:spcAft>
                <a:spcPct val="0"/>
              </a:spcAft>
              <a:defRPr kumimoji="1" sz="800" b="1">
                <a:solidFill>
                  <a:schemeClr val="tx1"/>
                </a:solidFill>
                <a:latin typeface="宋体" charset="-122"/>
                <a:ea typeface="宋体" charset="-122"/>
              </a:defRPr>
            </a:lvl6pPr>
            <a:lvl7pPr marL="2971800" indent="-228600" eaLnBrk="0" fontAlgn="base" hangingPunct="0">
              <a:spcBef>
                <a:spcPct val="0"/>
              </a:spcBef>
              <a:spcAft>
                <a:spcPct val="0"/>
              </a:spcAft>
              <a:defRPr kumimoji="1" sz="800" b="1">
                <a:solidFill>
                  <a:schemeClr val="tx1"/>
                </a:solidFill>
                <a:latin typeface="宋体" charset="-122"/>
                <a:ea typeface="宋体" charset="-122"/>
              </a:defRPr>
            </a:lvl7pPr>
            <a:lvl8pPr marL="3429000" indent="-228600" eaLnBrk="0" fontAlgn="base" hangingPunct="0">
              <a:spcBef>
                <a:spcPct val="0"/>
              </a:spcBef>
              <a:spcAft>
                <a:spcPct val="0"/>
              </a:spcAft>
              <a:defRPr kumimoji="1" sz="800" b="1">
                <a:solidFill>
                  <a:schemeClr val="tx1"/>
                </a:solidFill>
                <a:latin typeface="宋体" charset="-122"/>
                <a:ea typeface="宋体" charset="-122"/>
              </a:defRPr>
            </a:lvl8pPr>
            <a:lvl9pPr marL="3886200" indent="-22860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r>
              <a:rPr lang="en-US" altLang="zh-CN" sz="2800" u="sng" dirty="0">
                <a:latin typeface="Times New Roman" pitchFamily="18" charset="0"/>
              </a:rPr>
              <a:t>2</a:t>
            </a:r>
            <a:r>
              <a:rPr lang="zh-CN" altLang="en-US" sz="2800" u="sng" dirty="0">
                <a:latin typeface="Times New Roman" pitchFamily="18" charset="0"/>
              </a:rPr>
              <a:t>.</a:t>
            </a:r>
            <a:r>
              <a:rPr lang="en-US" altLang="zh-CN" sz="2800" u="sng" dirty="0">
                <a:latin typeface="Times New Roman" pitchFamily="18" charset="0"/>
              </a:rPr>
              <a:t>5.2</a:t>
            </a:r>
            <a:r>
              <a:rPr lang="zh-CN" altLang="en-US" sz="2800" u="sng" dirty="0">
                <a:latin typeface="Times New Roman" pitchFamily="18" charset="0"/>
              </a:rPr>
              <a:t> 控制指令</a:t>
            </a:r>
          </a:p>
        </p:txBody>
      </p:sp>
      <p:sp>
        <p:nvSpPr>
          <p:cNvPr id="44" name="Text Box 7"/>
          <p:cNvSpPr txBox="1">
            <a:spLocks noChangeArrowheads="1"/>
          </p:cNvSpPr>
          <p:nvPr/>
        </p:nvSpPr>
        <p:spPr bwMode="auto">
          <a:xfrm>
            <a:off x="1818568" y="3654464"/>
            <a:ext cx="387798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00" b="1">
                <a:solidFill>
                  <a:schemeClr val="tx1"/>
                </a:solidFill>
                <a:latin typeface="宋体" charset="-122"/>
                <a:ea typeface="宋体" charset="-122"/>
              </a:defRPr>
            </a:lvl1pPr>
            <a:lvl2pPr marL="742950" indent="-285750" eaLnBrk="0" hangingPunct="0">
              <a:defRPr kumimoji="1" sz="800" b="1">
                <a:solidFill>
                  <a:schemeClr val="tx1"/>
                </a:solidFill>
                <a:latin typeface="宋体" charset="-122"/>
                <a:ea typeface="宋体" charset="-122"/>
              </a:defRPr>
            </a:lvl2pPr>
            <a:lvl3pPr marL="1143000" indent="-228600" eaLnBrk="0" hangingPunct="0">
              <a:defRPr kumimoji="1" sz="800" b="1">
                <a:solidFill>
                  <a:schemeClr val="tx1"/>
                </a:solidFill>
                <a:latin typeface="宋体" charset="-122"/>
                <a:ea typeface="宋体" charset="-122"/>
              </a:defRPr>
            </a:lvl3pPr>
            <a:lvl4pPr marL="1600200" indent="-228600" eaLnBrk="0" hangingPunct="0">
              <a:defRPr kumimoji="1" sz="800" b="1">
                <a:solidFill>
                  <a:schemeClr val="tx1"/>
                </a:solidFill>
                <a:latin typeface="宋体" charset="-122"/>
                <a:ea typeface="宋体" charset="-122"/>
              </a:defRPr>
            </a:lvl4pPr>
            <a:lvl5pPr marL="2057400" indent="-228600" eaLnBrk="0" hangingPunct="0">
              <a:defRPr kumimoji="1" sz="800" b="1">
                <a:solidFill>
                  <a:schemeClr val="tx1"/>
                </a:solidFill>
                <a:latin typeface="宋体" charset="-122"/>
                <a:ea typeface="宋体" charset="-122"/>
              </a:defRPr>
            </a:lvl5pPr>
            <a:lvl6pPr marL="2514600" indent="-228600" eaLnBrk="0" fontAlgn="base" hangingPunct="0">
              <a:spcBef>
                <a:spcPct val="0"/>
              </a:spcBef>
              <a:spcAft>
                <a:spcPct val="0"/>
              </a:spcAft>
              <a:defRPr kumimoji="1" sz="800" b="1">
                <a:solidFill>
                  <a:schemeClr val="tx1"/>
                </a:solidFill>
                <a:latin typeface="宋体" charset="-122"/>
                <a:ea typeface="宋体" charset="-122"/>
              </a:defRPr>
            </a:lvl6pPr>
            <a:lvl7pPr marL="2971800" indent="-228600" eaLnBrk="0" fontAlgn="base" hangingPunct="0">
              <a:spcBef>
                <a:spcPct val="0"/>
              </a:spcBef>
              <a:spcAft>
                <a:spcPct val="0"/>
              </a:spcAft>
              <a:defRPr kumimoji="1" sz="800" b="1">
                <a:solidFill>
                  <a:schemeClr val="tx1"/>
                </a:solidFill>
                <a:latin typeface="宋体" charset="-122"/>
                <a:ea typeface="宋体" charset="-122"/>
              </a:defRPr>
            </a:lvl7pPr>
            <a:lvl8pPr marL="3429000" indent="-228600" eaLnBrk="0" fontAlgn="base" hangingPunct="0">
              <a:spcBef>
                <a:spcPct val="0"/>
              </a:spcBef>
              <a:spcAft>
                <a:spcPct val="0"/>
              </a:spcAft>
              <a:defRPr kumimoji="1" sz="800" b="1">
                <a:solidFill>
                  <a:schemeClr val="tx1"/>
                </a:solidFill>
                <a:latin typeface="宋体" charset="-122"/>
                <a:ea typeface="宋体" charset="-122"/>
              </a:defRPr>
            </a:lvl8pPr>
            <a:lvl9pPr marL="3886200" indent="-22860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r>
              <a:rPr lang="en-US" altLang="zh-CN" sz="2800" dirty="0">
                <a:latin typeface="Times New Roman" pitchFamily="18" charset="0"/>
              </a:rPr>
              <a:t>2</a:t>
            </a:r>
            <a:r>
              <a:rPr lang="zh-CN" altLang="en-US" sz="2800" dirty="0">
                <a:latin typeface="Times New Roman" pitchFamily="18" charset="0"/>
              </a:rPr>
              <a:t>.</a:t>
            </a:r>
            <a:r>
              <a:rPr lang="en-US" altLang="zh-CN" sz="2800" dirty="0">
                <a:latin typeface="Times New Roman" pitchFamily="18" charset="0"/>
              </a:rPr>
              <a:t>5.3</a:t>
            </a:r>
            <a:r>
              <a:rPr lang="zh-CN" altLang="en-US" sz="2800" dirty="0">
                <a:latin typeface="Times New Roman" pitchFamily="18" charset="0"/>
              </a:rPr>
              <a:t> 指令操作码的优化</a:t>
            </a:r>
          </a:p>
        </p:txBody>
      </p:sp>
      <p:sp>
        <p:nvSpPr>
          <p:cNvPr id="2" name="日期占位符 1">
            <a:extLst>
              <a:ext uri="{FF2B5EF4-FFF2-40B4-BE49-F238E27FC236}">
                <a16:creationId xmlns:a16="http://schemas.microsoft.com/office/drawing/2014/main" id="{9390BB4C-D53A-2D5B-0F87-971AA7EC44B4}"/>
              </a:ext>
            </a:extLst>
          </p:cNvPr>
          <p:cNvSpPr>
            <a:spLocks noGrp="1"/>
          </p:cNvSpPr>
          <p:nvPr>
            <p:ph type="dt" sz="half" idx="10"/>
          </p:nvPr>
        </p:nvSpPr>
        <p:spPr/>
        <p:txBody>
          <a:bodyPr/>
          <a:lstStyle/>
          <a:p>
            <a:pPr>
              <a:defRPr/>
            </a:pPr>
            <a:fld id="{F0344CCA-F5A7-43B2-83E0-B179426F09C1}" type="datetime1">
              <a:rPr lang="zh-CN" altLang="en-US" smtClean="0"/>
              <a:t>2025/9/18</a:t>
            </a:fld>
            <a:endParaRPr lang="en-US" altLang="zh-CN"/>
          </a:p>
        </p:txBody>
      </p:sp>
      <p:sp>
        <p:nvSpPr>
          <p:cNvPr id="3" name="页脚占位符 2">
            <a:extLst>
              <a:ext uri="{FF2B5EF4-FFF2-40B4-BE49-F238E27FC236}">
                <a16:creationId xmlns:a16="http://schemas.microsoft.com/office/drawing/2014/main" id="{6DEEC147-E84C-1EFE-FEFA-7E04672130BC}"/>
              </a:ext>
            </a:extLst>
          </p:cNvPr>
          <p:cNvSpPr>
            <a:spLocks noGrp="1"/>
          </p:cNvSpPr>
          <p:nvPr>
            <p:ph type="ftr" sz="quarter" idx="11"/>
          </p:nvPr>
        </p:nvSpPr>
        <p:spPr/>
        <p:txBody>
          <a:body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4" name="灯片编号占位符 3">
            <a:extLst>
              <a:ext uri="{FF2B5EF4-FFF2-40B4-BE49-F238E27FC236}">
                <a16:creationId xmlns:a16="http://schemas.microsoft.com/office/drawing/2014/main" id="{6B29650A-56D8-3E03-CB87-A28E26F4669D}"/>
              </a:ext>
            </a:extLst>
          </p:cNvPr>
          <p:cNvSpPr>
            <a:spLocks noGrp="1"/>
          </p:cNvSpPr>
          <p:nvPr>
            <p:ph type="sldNum" sz="quarter" idx="12"/>
          </p:nvPr>
        </p:nvSpPr>
        <p:spPr/>
        <p:txBody>
          <a:bodyPr/>
          <a:lstStyle/>
          <a:p>
            <a:pPr>
              <a:defRPr/>
            </a:pPr>
            <a:fld id="{8BCAC33D-D29A-48B3-BCD6-381D3D720D26}" type="slidenum">
              <a:rPr lang="zh-CN" altLang="en-US" smtClean="0"/>
              <a:t>44</a:t>
            </a:fld>
            <a:endParaRPr lang="en-US" altLang="zh-CN"/>
          </a:p>
        </p:txBody>
      </p:sp>
    </p:spTree>
    <p:extLst>
      <p:ext uri="{BB962C8B-B14F-4D97-AF65-F5344CB8AC3E}">
        <p14:creationId xmlns:p14="http://schemas.microsoft.com/office/powerpoint/2010/main" val="2361352782"/>
      </p:ext>
    </p:extLst>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457200" y="115888"/>
            <a:ext cx="8229600" cy="1143000"/>
          </a:xfrm>
        </p:spPr>
        <p:txBody>
          <a:bodyPr/>
          <a:lstStyle/>
          <a:p>
            <a:pPr eaLnBrk="1" hangingPunct="1"/>
            <a:r>
              <a:rPr lang="en-US" altLang="zh-CN" sz="3600" b="1" dirty="0">
                <a:latin typeface="Times New Roman" panose="02020603050405020304" pitchFamily="18" charset="0"/>
                <a:cs typeface="Times New Roman" panose="02020603050405020304" pitchFamily="18" charset="0"/>
              </a:rPr>
              <a:t>2.5.2  </a:t>
            </a:r>
            <a:r>
              <a:rPr lang="zh-CN" altLang="en-US" sz="3600" b="1" dirty="0">
                <a:latin typeface="Times New Roman" panose="02020603050405020304" pitchFamily="18" charset="0"/>
                <a:cs typeface="Times New Roman" panose="02020603050405020304" pitchFamily="18" charset="0"/>
              </a:rPr>
              <a:t>控制指令</a:t>
            </a:r>
          </a:p>
        </p:txBody>
      </p:sp>
      <p:sp>
        <p:nvSpPr>
          <p:cNvPr id="362499" name="Rectangle 3"/>
          <p:cNvSpPr>
            <a:spLocks noGrp="1" noChangeArrowheads="1"/>
          </p:cNvSpPr>
          <p:nvPr>
            <p:ph type="body" idx="1"/>
          </p:nvPr>
        </p:nvSpPr>
        <p:spPr>
          <a:xfrm>
            <a:off x="539750" y="1268413"/>
            <a:ext cx="8208963" cy="5329237"/>
          </a:xfrm>
        </p:spPr>
        <p:txBody>
          <a:bodyPr/>
          <a:lstStyle/>
          <a:p>
            <a:pPr eaLnBrk="1" hangingPunct="1">
              <a:lnSpc>
                <a:spcPct val="110000"/>
              </a:lnSpc>
              <a:defRPr/>
            </a:pPr>
            <a:r>
              <a:rPr lang="en-US" altLang="zh-CN" sz="2600" b="1" dirty="0">
                <a:latin typeface="+mj-ea"/>
                <a:ea typeface="+mj-ea"/>
              </a:rPr>
              <a:t>“</a:t>
            </a:r>
            <a:r>
              <a:rPr lang="zh-CN" altLang="en-US" sz="2600" b="1" dirty="0">
                <a:solidFill>
                  <a:srgbClr val="FF0000"/>
                </a:solidFill>
                <a:latin typeface="+mj-ea"/>
                <a:ea typeface="+mj-ea"/>
              </a:rPr>
              <a:t>跳转</a:t>
            </a:r>
            <a:r>
              <a:rPr lang="zh-CN" altLang="en-US" sz="2600" b="1" dirty="0">
                <a:latin typeface="+mj-ea"/>
                <a:ea typeface="+mj-ea"/>
              </a:rPr>
              <a:t>”（</a:t>
            </a:r>
            <a:r>
              <a:rPr lang="en-US" altLang="zh-CN" sz="2600" b="1" dirty="0">
                <a:latin typeface="+mj-ea"/>
                <a:ea typeface="+mj-ea"/>
              </a:rPr>
              <a:t>Jump</a:t>
            </a:r>
            <a:r>
              <a:rPr lang="zh-CN" altLang="en-US" sz="2600" b="1" dirty="0">
                <a:latin typeface="+mj-ea"/>
                <a:ea typeface="+mj-ea"/>
              </a:rPr>
              <a:t>）：当控制指令为无条件改变控制流时，我们称之为“</a:t>
            </a:r>
            <a:r>
              <a:rPr lang="zh-CN" altLang="en-US" sz="2600" b="1" dirty="0">
                <a:solidFill>
                  <a:srgbClr val="FF0000"/>
                </a:solidFill>
                <a:latin typeface="+mj-ea"/>
                <a:ea typeface="+mj-ea"/>
              </a:rPr>
              <a:t>跳转</a:t>
            </a:r>
            <a:r>
              <a:rPr lang="zh-CN" altLang="en-US" sz="2600" b="1" dirty="0">
                <a:latin typeface="+mj-ea"/>
                <a:ea typeface="+mj-ea"/>
              </a:rPr>
              <a:t>”。</a:t>
            </a:r>
          </a:p>
          <a:p>
            <a:pPr eaLnBrk="1" hangingPunct="1">
              <a:lnSpc>
                <a:spcPct val="110000"/>
              </a:lnSpc>
              <a:defRPr/>
            </a:pPr>
            <a:r>
              <a:rPr lang="zh-CN" altLang="en-US" sz="2600" b="1" dirty="0">
                <a:latin typeface="+mj-ea"/>
                <a:ea typeface="+mj-ea"/>
              </a:rPr>
              <a:t>“</a:t>
            </a:r>
            <a:r>
              <a:rPr lang="zh-CN" altLang="en-US" sz="2600" b="1" dirty="0">
                <a:solidFill>
                  <a:srgbClr val="FF0000"/>
                </a:solidFill>
                <a:latin typeface="+mj-ea"/>
                <a:ea typeface="+mj-ea"/>
              </a:rPr>
              <a:t>分支</a:t>
            </a:r>
            <a:r>
              <a:rPr lang="zh-CN" altLang="en-US" sz="2600" b="1" dirty="0">
                <a:latin typeface="+mj-ea"/>
                <a:ea typeface="+mj-ea"/>
              </a:rPr>
              <a:t>”（</a:t>
            </a:r>
            <a:r>
              <a:rPr lang="en-US" altLang="zh-CN" sz="2600" b="1" dirty="0">
                <a:latin typeface="+mj-ea"/>
                <a:ea typeface="+mj-ea"/>
              </a:rPr>
              <a:t>Branch</a:t>
            </a:r>
            <a:r>
              <a:rPr lang="zh-CN" altLang="en-US" sz="2600" b="1" dirty="0">
                <a:latin typeface="+mj-ea"/>
                <a:ea typeface="+mj-ea"/>
              </a:rPr>
              <a:t>）：而当控制指令是有条件改变控制流时，我们称之为“</a:t>
            </a:r>
            <a:r>
              <a:rPr lang="zh-CN" altLang="en-US" sz="2600" b="1" dirty="0">
                <a:solidFill>
                  <a:srgbClr val="FF0000"/>
                </a:solidFill>
                <a:latin typeface="+mj-ea"/>
                <a:ea typeface="+mj-ea"/>
              </a:rPr>
              <a:t>分支</a:t>
            </a:r>
            <a:r>
              <a:rPr lang="zh-CN" altLang="en-US" sz="2600" b="1" dirty="0">
                <a:latin typeface="+mj-ea"/>
                <a:ea typeface="+mj-ea"/>
              </a:rPr>
              <a:t>”。</a:t>
            </a:r>
            <a:endParaRPr lang="en-US" altLang="zh-CN" sz="2600" b="1" dirty="0">
              <a:latin typeface="+mj-ea"/>
              <a:ea typeface="+mj-ea"/>
            </a:endParaRPr>
          </a:p>
          <a:p>
            <a:pPr eaLnBrk="1" hangingPunct="1">
              <a:lnSpc>
                <a:spcPct val="110000"/>
              </a:lnSpc>
              <a:defRPr/>
            </a:pPr>
            <a:endParaRPr lang="zh-CN" altLang="en-US" sz="2600" b="1" dirty="0">
              <a:latin typeface="+mj-ea"/>
              <a:ea typeface="+mj-ea"/>
            </a:endParaRPr>
          </a:p>
          <a:p>
            <a:pPr marL="0" indent="0" eaLnBrk="1" hangingPunct="1">
              <a:lnSpc>
                <a:spcPct val="110000"/>
              </a:lnSpc>
              <a:buFont typeface="Arial" charset="0"/>
              <a:buNone/>
              <a:defRPr/>
            </a:pPr>
            <a:r>
              <a:rPr lang="zh-CN" altLang="en-US" sz="2600" b="1" dirty="0">
                <a:latin typeface="+mj-ea"/>
                <a:ea typeface="+mj-ea"/>
              </a:rPr>
              <a:t>程序中控制流程的改变情况包括：</a:t>
            </a:r>
          </a:p>
          <a:p>
            <a:pPr lvl="1" eaLnBrk="1" hangingPunct="1">
              <a:lnSpc>
                <a:spcPct val="110000"/>
              </a:lnSpc>
              <a:defRPr/>
            </a:pPr>
            <a:r>
              <a:rPr lang="zh-CN" altLang="en-US" sz="2600" b="1" dirty="0">
                <a:latin typeface="+mj-ea"/>
              </a:rPr>
              <a:t>跳转（</a:t>
            </a:r>
            <a:r>
              <a:rPr lang="en-US" altLang="zh-CN" sz="2600" b="1" dirty="0">
                <a:latin typeface="+mj-ea"/>
              </a:rPr>
              <a:t>jump</a:t>
            </a:r>
            <a:r>
              <a:rPr lang="zh-CN" altLang="en-US" sz="2600" b="1" dirty="0">
                <a:latin typeface="+mj-ea"/>
              </a:rPr>
              <a:t>）；</a:t>
            </a:r>
            <a:endParaRPr lang="en-US" altLang="zh-CN" sz="2600" b="1" dirty="0">
              <a:latin typeface="+mj-ea"/>
              <a:ea typeface="+mj-ea"/>
            </a:endParaRPr>
          </a:p>
          <a:p>
            <a:pPr lvl="1" eaLnBrk="1" hangingPunct="1">
              <a:lnSpc>
                <a:spcPct val="110000"/>
              </a:lnSpc>
              <a:defRPr/>
            </a:pPr>
            <a:r>
              <a:rPr lang="zh-CN" altLang="en-US" sz="2600" b="1" dirty="0">
                <a:latin typeface="+mj-ea"/>
                <a:ea typeface="+mj-ea"/>
              </a:rPr>
              <a:t>条件分支（</a:t>
            </a:r>
            <a:r>
              <a:rPr lang="en-US" altLang="zh-CN" sz="2600" b="1" dirty="0">
                <a:latin typeface="+mj-ea"/>
                <a:ea typeface="+mj-ea"/>
              </a:rPr>
              <a:t>conditional branch</a:t>
            </a:r>
            <a:r>
              <a:rPr lang="zh-CN" altLang="en-US" sz="2600" b="1" dirty="0">
                <a:latin typeface="+mj-ea"/>
                <a:ea typeface="+mj-ea"/>
              </a:rPr>
              <a:t>）；</a:t>
            </a:r>
          </a:p>
          <a:p>
            <a:pPr lvl="1" eaLnBrk="1" hangingPunct="1">
              <a:lnSpc>
                <a:spcPct val="110000"/>
              </a:lnSpc>
              <a:defRPr/>
            </a:pPr>
            <a:r>
              <a:rPr lang="zh-CN" altLang="en-US" sz="2600" b="1" dirty="0">
                <a:latin typeface="+mj-ea"/>
                <a:ea typeface="+mj-ea"/>
              </a:rPr>
              <a:t>过程调用（</a:t>
            </a:r>
            <a:r>
              <a:rPr lang="en-US" altLang="zh-CN" sz="2600" b="1" dirty="0">
                <a:latin typeface="+mj-ea"/>
                <a:ea typeface="+mj-ea"/>
              </a:rPr>
              <a:t>call</a:t>
            </a:r>
            <a:r>
              <a:rPr lang="zh-CN" altLang="en-US" sz="2600" b="1" dirty="0">
                <a:latin typeface="+mj-ea"/>
                <a:ea typeface="+mj-ea"/>
              </a:rPr>
              <a:t>）；</a:t>
            </a:r>
          </a:p>
          <a:p>
            <a:pPr lvl="1" eaLnBrk="1" hangingPunct="1">
              <a:lnSpc>
                <a:spcPct val="110000"/>
              </a:lnSpc>
              <a:defRPr/>
            </a:pPr>
            <a:r>
              <a:rPr lang="zh-CN" altLang="en-US" sz="2600" b="1" dirty="0">
                <a:latin typeface="+mj-ea"/>
                <a:ea typeface="+mj-ea"/>
              </a:rPr>
              <a:t>过程返回（</a:t>
            </a:r>
            <a:r>
              <a:rPr lang="en-US" altLang="zh-CN" sz="2600" b="1" dirty="0">
                <a:latin typeface="+mj-ea"/>
                <a:ea typeface="+mj-ea"/>
              </a:rPr>
              <a:t>return</a:t>
            </a:r>
            <a:r>
              <a:rPr lang="zh-CN" altLang="en-US" sz="2600" b="1" dirty="0">
                <a:latin typeface="+mj-ea"/>
                <a:ea typeface="+mj-ea"/>
              </a:rPr>
              <a:t>）。</a:t>
            </a:r>
          </a:p>
        </p:txBody>
      </p:sp>
      <p:sp>
        <p:nvSpPr>
          <p:cNvPr id="2" name="日期占位符 1">
            <a:extLst>
              <a:ext uri="{FF2B5EF4-FFF2-40B4-BE49-F238E27FC236}">
                <a16:creationId xmlns:a16="http://schemas.microsoft.com/office/drawing/2014/main" id="{4331440E-050B-F266-795F-6C7AF743BFA1}"/>
              </a:ext>
            </a:extLst>
          </p:cNvPr>
          <p:cNvSpPr>
            <a:spLocks noGrp="1"/>
          </p:cNvSpPr>
          <p:nvPr>
            <p:ph type="dt" sz="half" idx="10"/>
          </p:nvPr>
        </p:nvSpPr>
        <p:spPr/>
        <p:txBody>
          <a:bodyPr/>
          <a:lstStyle/>
          <a:p>
            <a:pPr>
              <a:defRPr/>
            </a:pPr>
            <a:fld id="{DE406194-F453-4960-B1A6-4A8BDEAD1E04}" type="datetime1">
              <a:rPr lang="zh-CN" altLang="en-US" smtClean="0"/>
              <a:t>2025/9/18</a:t>
            </a:fld>
            <a:endParaRPr lang="en-US" altLang="zh-CN"/>
          </a:p>
        </p:txBody>
      </p:sp>
      <p:sp>
        <p:nvSpPr>
          <p:cNvPr id="3" name="页脚占位符 2">
            <a:extLst>
              <a:ext uri="{FF2B5EF4-FFF2-40B4-BE49-F238E27FC236}">
                <a16:creationId xmlns:a16="http://schemas.microsoft.com/office/drawing/2014/main" id="{1A8650D2-147F-148E-3829-15165A3E6AD9}"/>
              </a:ext>
            </a:extLst>
          </p:cNvPr>
          <p:cNvSpPr>
            <a:spLocks noGrp="1"/>
          </p:cNvSpPr>
          <p:nvPr>
            <p:ph type="ftr" sz="quarter" idx="11"/>
          </p:nvPr>
        </p:nvSpPr>
        <p:spPr/>
        <p:txBody>
          <a:body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4" name="灯片编号占位符 3">
            <a:extLst>
              <a:ext uri="{FF2B5EF4-FFF2-40B4-BE49-F238E27FC236}">
                <a16:creationId xmlns:a16="http://schemas.microsoft.com/office/drawing/2014/main" id="{0FACDEE9-2E74-7BEE-C159-FE5F4F57E820}"/>
              </a:ext>
            </a:extLst>
          </p:cNvPr>
          <p:cNvSpPr>
            <a:spLocks noGrp="1"/>
          </p:cNvSpPr>
          <p:nvPr>
            <p:ph type="sldNum" sz="quarter" idx="12"/>
          </p:nvPr>
        </p:nvSpPr>
        <p:spPr/>
        <p:txBody>
          <a:bodyPr/>
          <a:lstStyle/>
          <a:p>
            <a:pPr>
              <a:defRPr/>
            </a:pPr>
            <a:fld id="{8BCAC33D-D29A-48B3-BCD6-381D3D720D26}" type="slidenum">
              <a:rPr lang="zh-CN" altLang="en-US" smtClean="0"/>
              <a:t>45</a:t>
            </a:fld>
            <a:endParaRPr lang="en-US" altLang="zh-CN"/>
          </a:p>
        </p:txBody>
      </p:sp>
    </p:spTree>
    <p:extLst>
      <p:ext uri="{BB962C8B-B14F-4D97-AF65-F5344CB8AC3E}">
        <p14:creationId xmlns:p14="http://schemas.microsoft.com/office/powerpoint/2010/main" val="1093709194"/>
      </p:ext>
    </p:extLst>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pPr eaLnBrk="1" hangingPunct="1"/>
            <a:r>
              <a:rPr lang="zh-CN" altLang="en-US" sz="3600" b="1"/>
              <a:t>控制指令的使用频率</a:t>
            </a:r>
          </a:p>
        </p:txBody>
      </p:sp>
      <p:pic>
        <p:nvPicPr>
          <p:cNvPr id="6" name="Picture 4">
            <a:extLst>
              <a:ext uri="{FF2B5EF4-FFF2-40B4-BE49-F238E27FC236}">
                <a16:creationId xmlns:a16="http://schemas.microsoft.com/office/drawing/2014/main" id="{33116674-05C3-4DEA-8391-7B9A63B015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187624" y="1484784"/>
            <a:ext cx="6624637" cy="3171825"/>
          </a:xfrm>
          <a:prstGeom prst="rect">
            <a:avLst/>
          </a:prstGeom>
          <a:noFill/>
        </p:spPr>
      </p:pic>
      <p:sp>
        <p:nvSpPr>
          <p:cNvPr id="7" name="Text Box 39">
            <a:extLst>
              <a:ext uri="{FF2B5EF4-FFF2-40B4-BE49-F238E27FC236}">
                <a16:creationId xmlns:a16="http://schemas.microsoft.com/office/drawing/2014/main" id="{22154375-D04F-4E8D-ABB6-2DCB7E90B912}"/>
              </a:ext>
            </a:extLst>
          </p:cNvPr>
          <p:cNvSpPr txBox="1">
            <a:spLocks noChangeArrowheads="1"/>
          </p:cNvSpPr>
          <p:nvPr/>
        </p:nvSpPr>
        <p:spPr bwMode="auto">
          <a:xfrm>
            <a:off x="1187624" y="5144616"/>
            <a:ext cx="72723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3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3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1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1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50000"/>
              </a:spcBef>
              <a:buClrTx/>
              <a:buFontTx/>
              <a:buNone/>
            </a:pPr>
            <a:r>
              <a:rPr lang="zh-CN" altLang="en-US" dirty="0">
                <a:solidFill>
                  <a:schemeClr val="tx1"/>
                </a:solidFill>
                <a:latin typeface="黑体" panose="02010609060101010101" pitchFamily="49" charset="-122"/>
              </a:rPr>
              <a:t>改变控制流的大部分指令是</a:t>
            </a:r>
            <a:r>
              <a:rPr lang="zh-CN" altLang="en-US" dirty="0">
                <a:solidFill>
                  <a:srgbClr val="FF0000"/>
                </a:solidFill>
                <a:latin typeface="黑体" panose="02010609060101010101" pitchFamily="49" charset="-122"/>
              </a:rPr>
              <a:t>分支指令（条件转移）。</a:t>
            </a:r>
            <a:r>
              <a:rPr lang="zh-CN" altLang="en-US" dirty="0">
                <a:solidFill>
                  <a:schemeClr val="tx1"/>
                </a:solidFill>
                <a:latin typeface="黑体" panose="02010609060101010101" pitchFamily="49" charset="-122"/>
              </a:rPr>
              <a:t> </a:t>
            </a:r>
          </a:p>
        </p:txBody>
      </p:sp>
      <p:sp>
        <p:nvSpPr>
          <p:cNvPr id="2" name="日期占位符 1">
            <a:extLst>
              <a:ext uri="{FF2B5EF4-FFF2-40B4-BE49-F238E27FC236}">
                <a16:creationId xmlns:a16="http://schemas.microsoft.com/office/drawing/2014/main" id="{70FD6B01-39EA-7451-8B4C-568EB2875146}"/>
              </a:ext>
            </a:extLst>
          </p:cNvPr>
          <p:cNvSpPr>
            <a:spLocks noGrp="1"/>
          </p:cNvSpPr>
          <p:nvPr>
            <p:ph type="dt" sz="half" idx="10"/>
          </p:nvPr>
        </p:nvSpPr>
        <p:spPr/>
        <p:txBody>
          <a:bodyPr/>
          <a:lstStyle/>
          <a:p>
            <a:pPr>
              <a:defRPr/>
            </a:pPr>
            <a:fld id="{D4465DB3-2384-4343-8223-B4FD7B32C2D4}" type="datetime1">
              <a:rPr lang="zh-CN" altLang="en-US" smtClean="0"/>
              <a:t>2025/9/18</a:t>
            </a:fld>
            <a:endParaRPr lang="en-US" altLang="zh-CN"/>
          </a:p>
        </p:txBody>
      </p:sp>
      <p:sp>
        <p:nvSpPr>
          <p:cNvPr id="3" name="页脚占位符 2">
            <a:extLst>
              <a:ext uri="{FF2B5EF4-FFF2-40B4-BE49-F238E27FC236}">
                <a16:creationId xmlns:a16="http://schemas.microsoft.com/office/drawing/2014/main" id="{EB626513-3394-D8B2-4EA2-B6F23EADFAD4}"/>
              </a:ext>
            </a:extLst>
          </p:cNvPr>
          <p:cNvSpPr>
            <a:spLocks noGrp="1"/>
          </p:cNvSpPr>
          <p:nvPr>
            <p:ph type="ftr" sz="quarter" idx="11"/>
          </p:nvPr>
        </p:nvSpPr>
        <p:spPr/>
        <p:txBody>
          <a:body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4" name="灯片编号占位符 3">
            <a:extLst>
              <a:ext uri="{FF2B5EF4-FFF2-40B4-BE49-F238E27FC236}">
                <a16:creationId xmlns:a16="http://schemas.microsoft.com/office/drawing/2014/main" id="{AE37E8A1-82DA-3438-B7AF-1225F8AB53E4}"/>
              </a:ext>
            </a:extLst>
          </p:cNvPr>
          <p:cNvSpPr>
            <a:spLocks noGrp="1"/>
          </p:cNvSpPr>
          <p:nvPr>
            <p:ph type="sldNum" sz="quarter" idx="12"/>
          </p:nvPr>
        </p:nvSpPr>
        <p:spPr/>
        <p:txBody>
          <a:bodyPr/>
          <a:lstStyle/>
          <a:p>
            <a:pPr>
              <a:defRPr/>
            </a:pPr>
            <a:fld id="{8BCAC33D-D29A-48B3-BCD6-381D3D720D26}" type="slidenum">
              <a:rPr lang="zh-CN" altLang="en-US" smtClean="0"/>
              <a:t>46</a:t>
            </a:fld>
            <a:endParaRPr lang="en-US" altLang="zh-CN"/>
          </a:p>
        </p:txBody>
      </p:sp>
    </p:spTree>
    <p:extLst>
      <p:ext uri="{BB962C8B-B14F-4D97-AF65-F5344CB8AC3E}">
        <p14:creationId xmlns:p14="http://schemas.microsoft.com/office/powerpoint/2010/main" val="993546830"/>
      </p:ext>
    </p:extLst>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1258888" y="260350"/>
            <a:ext cx="5942012" cy="676275"/>
          </a:xfrm>
        </p:spPr>
        <p:txBody>
          <a:bodyPr/>
          <a:lstStyle/>
          <a:p>
            <a:pPr eaLnBrk="1" hangingPunct="1"/>
            <a:r>
              <a:rPr lang="zh-CN" altLang="en-US" sz="3600" b="1"/>
              <a:t>条件分支指令的表示</a:t>
            </a:r>
          </a:p>
        </p:txBody>
      </p:sp>
      <p:graphicFrame>
        <p:nvGraphicFramePr>
          <p:cNvPr id="365571" name="Group 3"/>
          <p:cNvGraphicFramePr>
            <a:graphicFrameLocks noGrp="1"/>
          </p:cNvGraphicFramePr>
          <p:nvPr>
            <p:ph idx="1"/>
            <p:extLst>
              <p:ext uri="{D42A27DB-BD31-4B8C-83A1-F6EECF244321}">
                <p14:modId xmlns:p14="http://schemas.microsoft.com/office/powerpoint/2010/main" val="4107101287"/>
              </p:ext>
            </p:extLst>
          </p:nvPr>
        </p:nvGraphicFramePr>
        <p:xfrm>
          <a:off x="539750" y="1268413"/>
          <a:ext cx="8001000" cy="5023837"/>
        </p:xfrm>
        <a:graphic>
          <a:graphicData uri="http://schemas.openxmlformats.org/drawingml/2006/table">
            <a:tbl>
              <a:tblPr/>
              <a:tblGrid>
                <a:gridCol w="2880122">
                  <a:extLst>
                    <a:ext uri="{9D8B030D-6E8A-4147-A177-3AD203B41FA5}">
                      <a16:colId xmlns:a16="http://schemas.microsoft.com/office/drawing/2014/main" val="20000"/>
                    </a:ext>
                  </a:extLst>
                </a:gridCol>
                <a:gridCol w="1564878">
                  <a:extLst>
                    <a:ext uri="{9D8B030D-6E8A-4147-A177-3AD203B41FA5}">
                      <a16:colId xmlns:a16="http://schemas.microsoft.com/office/drawing/2014/main" val="20001"/>
                    </a:ext>
                  </a:extLst>
                </a:gridCol>
                <a:gridCol w="3556000">
                  <a:extLst>
                    <a:ext uri="{9D8B030D-6E8A-4147-A177-3AD203B41FA5}">
                      <a16:colId xmlns:a16="http://schemas.microsoft.com/office/drawing/2014/main" val="20002"/>
                    </a:ext>
                  </a:extLst>
                </a:gridCol>
              </a:tblGrid>
              <a:tr h="482483">
                <a:tc>
                  <a:txBody>
                    <a:bodyPr/>
                    <a:lstStyle/>
                    <a:p>
                      <a:pPr marL="469900" marR="0" lvl="0" indent="-469900" algn="ctr" defTabSz="914400" rtl="0" eaLnBrk="1" fontAlgn="base" latinLnBrk="0" hangingPunct="1">
                        <a:lnSpc>
                          <a:spcPct val="100000"/>
                        </a:lnSpc>
                        <a:spcBef>
                          <a:spcPct val="0"/>
                        </a:spcBef>
                        <a:spcAft>
                          <a:spcPct val="0"/>
                        </a:spcAft>
                        <a:buClr>
                          <a:srgbClr val="0000CC"/>
                        </a:buClr>
                        <a:buSzTx/>
                        <a:buFontTx/>
                        <a:buNone/>
                        <a:tabLst/>
                      </a:pPr>
                      <a:r>
                        <a:rPr kumimoji="1" lang="zh-CN" altLang="en-US" sz="2400" b="1" i="0" u="none" strike="noStrike" cap="none" normalizeH="0" baseline="0" dirty="0">
                          <a:ln>
                            <a:noFill/>
                          </a:ln>
                          <a:solidFill>
                            <a:schemeClr val="tx1"/>
                          </a:solidFill>
                          <a:effectLst/>
                          <a:latin typeface="Verdana" pitchFamily="34" charset="0"/>
                          <a:ea typeface="华文中宋" pitchFamily="2" charset="-122"/>
                          <a:cs typeface="Times New Roman" pitchFamily="18" charset="0"/>
                        </a:rPr>
                        <a:t>分支条件表示</a:t>
                      </a:r>
                      <a:endParaRPr kumimoji="1" lang="zh-CN" altLang="en-US" sz="2400" b="1" i="0" u="none" strike="noStrike" cap="none" normalizeH="0" baseline="0" dirty="0">
                        <a:ln>
                          <a:noFill/>
                        </a:ln>
                        <a:solidFill>
                          <a:schemeClr val="tx1"/>
                        </a:solidFill>
                        <a:effectLst/>
                        <a:latin typeface="Verdana" pitchFamily="34" charset="0"/>
                        <a:ea typeface="华文中宋" pitchFamily="2" charset="-122"/>
                      </a:endParaRPr>
                    </a:p>
                  </a:txBody>
                  <a:tcPr marT="45708" marB="45708"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rgbClr val="0000CC"/>
                        </a:buClr>
                        <a:buSzTx/>
                        <a:buFontTx/>
                        <a:buNone/>
                        <a:tabLst/>
                      </a:pPr>
                      <a:r>
                        <a:rPr kumimoji="1" lang="zh-CN" altLang="en-US" sz="2400" b="1" i="0" u="none" strike="noStrike" cap="none" normalizeH="0" baseline="0" dirty="0">
                          <a:ln>
                            <a:noFill/>
                          </a:ln>
                          <a:solidFill>
                            <a:schemeClr val="tx1"/>
                          </a:solidFill>
                          <a:effectLst/>
                          <a:latin typeface="Verdana" pitchFamily="34" charset="0"/>
                          <a:ea typeface="华文中宋" pitchFamily="2" charset="-122"/>
                          <a:cs typeface="Times New Roman" pitchFamily="18" charset="0"/>
                        </a:rPr>
                        <a:t>优  点</a:t>
                      </a:r>
                      <a:endParaRPr kumimoji="1" lang="zh-CN" altLang="en-US" sz="2400" b="1" i="0" u="none" strike="noStrike" cap="none" normalizeH="0" baseline="0" dirty="0">
                        <a:ln>
                          <a:noFill/>
                        </a:ln>
                        <a:solidFill>
                          <a:schemeClr val="tx1"/>
                        </a:solidFill>
                        <a:effectLst/>
                        <a:latin typeface="Verdana" pitchFamily="34" charset="0"/>
                        <a:ea typeface="华文中宋" pitchFamily="2" charset="-122"/>
                      </a:endParaRPr>
                    </a:p>
                  </a:txBody>
                  <a:tcPr marT="45708" marB="45708"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469900" marR="0" lvl="0" indent="-469900" algn="ctr" defTabSz="914400" rtl="0" eaLnBrk="1" fontAlgn="base" latinLnBrk="0" hangingPunct="1">
                        <a:lnSpc>
                          <a:spcPct val="100000"/>
                        </a:lnSpc>
                        <a:spcBef>
                          <a:spcPct val="0"/>
                        </a:spcBef>
                        <a:spcAft>
                          <a:spcPct val="0"/>
                        </a:spcAft>
                        <a:buClr>
                          <a:srgbClr val="0000CC"/>
                        </a:buClr>
                        <a:buSzTx/>
                        <a:buFontTx/>
                        <a:buNone/>
                        <a:tabLst/>
                      </a:pPr>
                      <a:r>
                        <a:rPr kumimoji="1" lang="zh-CN" altLang="en-US" sz="2400" b="1" i="0" u="none" strike="noStrike" cap="none" normalizeH="0" baseline="0">
                          <a:ln>
                            <a:noFill/>
                          </a:ln>
                          <a:solidFill>
                            <a:schemeClr val="tx1"/>
                          </a:solidFill>
                          <a:effectLst/>
                          <a:latin typeface="Verdana" pitchFamily="34" charset="0"/>
                          <a:ea typeface="华文中宋" pitchFamily="2" charset="-122"/>
                          <a:cs typeface="Times New Roman" pitchFamily="18" charset="0"/>
                        </a:rPr>
                        <a:t>缺  点</a:t>
                      </a:r>
                      <a:endParaRPr kumimoji="1" lang="zh-CN" altLang="en-US" sz="2400" b="1" i="0" u="none" strike="noStrike" cap="none" normalizeH="0" baseline="0">
                        <a:ln>
                          <a:noFill/>
                        </a:ln>
                        <a:solidFill>
                          <a:schemeClr val="tx1"/>
                        </a:solidFill>
                        <a:effectLst/>
                        <a:latin typeface="Verdana" pitchFamily="34" charset="0"/>
                        <a:ea typeface="华文中宋" pitchFamily="2" charset="-122"/>
                      </a:endParaRPr>
                    </a:p>
                  </a:txBody>
                  <a:tcPr marT="45708" marB="45708" anchor="ctr" horzOverflow="overflow">
                    <a:lnL w="127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1554409">
                <a:tc>
                  <a:txBody>
                    <a:bodyPr/>
                    <a:lstStyle/>
                    <a:p>
                      <a:pPr marL="0" marR="0" lvl="0" indent="0" algn="l" defTabSz="914400" rtl="0" eaLnBrk="1" fontAlgn="base" latinLnBrk="0" hangingPunct="1">
                        <a:lnSpc>
                          <a:spcPct val="100000"/>
                        </a:lnSpc>
                        <a:spcBef>
                          <a:spcPct val="0"/>
                        </a:spcBef>
                        <a:spcAft>
                          <a:spcPct val="0"/>
                        </a:spcAft>
                        <a:buClr>
                          <a:srgbClr val="0000CC"/>
                        </a:buClr>
                        <a:buSzTx/>
                        <a:buFontTx/>
                        <a:buNone/>
                        <a:tabLst/>
                      </a:pPr>
                      <a:r>
                        <a:rPr kumimoji="1" lang="zh-CN" altLang="en-US" sz="2200" b="1" i="0" u="none" strike="noStrike" cap="none" normalizeH="0" baseline="0" dirty="0">
                          <a:ln>
                            <a:noFill/>
                          </a:ln>
                          <a:solidFill>
                            <a:srgbClr val="FF0000"/>
                          </a:solidFill>
                          <a:effectLst/>
                          <a:latin typeface="Verdana" pitchFamily="34" charset="0"/>
                          <a:ea typeface="华文中宋" pitchFamily="2" charset="-122"/>
                          <a:cs typeface="Times New Roman" pitchFamily="18" charset="0"/>
                        </a:rPr>
                        <a:t>条件码</a:t>
                      </a:r>
                      <a:r>
                        <a:rPr kumimoji="1" lang="zh-CN" altLang="en-US" sz="2200" b="1" i="0" u="none" strike="noStrike" cap="none" normalizeH="0" baseline="0" dirty="0">
                          <a:ln>
                            <a:noFill/>
                          </a:ln>
                          <a:solidFill>
                            <a:schemeClr val="tx1"/>
                          </a:solidFill>
                          <a:effectLst/>
                          <a:latin typeface="Verdana" pitchFamily="34" charset="0"/>
                          <a:ea typeface="华文中宋" pitchFamily="2" charset="-122"/>
                          <a:cs typeface="Times New Roman" pitchFamily="18" charset="0"/>
                        </a:rPr>
                        <a:t>（</a:t>
                      </a:r>
                      <a:r>
                        <a:rPr kumimoji="1" lang="en-US" altLang="zh-CN" sz="2200" b="1" i="0" u="none" strike="noStrike" cap="none" normalizeH="0" baseline="0" dirty="0">
                          <a:ln>
                            <a:noFill/>
                          </a:ln>
                          <a:solidFill>
                            <a:schemeClr val="tx1"/>
                          </a:solidFill>
                          <a:effectLst/>
                          <a:latin typeface="Verdana" pitchFamily="34" charset="0"/>
                          <a:ea typeface="华文中宋" pitchFamily="2" charset="-122"/>
                          <a:cs typeface="Times New Roman" pitchFamily="18" charset="0"/>
                        </a:rPr>
                        <a:t>CC</a:t>
                      </a:r>
                      <a:r>
                        <a:rPr kumimoji="1" lang="zh-CN" altLang="en-US" sz="2200" b="1" i="0" u="none" strike="noStrike" cap="none" normalizeH="0" baseline="0" dirty="0">
                          <a:ln>
                            <a:noFill/>
                          </a:ln>
                          <a:solidFill>
                            <a:schemeClr val="tx1"/>
                          </a:solidFill>
                          <a:effectLst/>
                          <a:latin typeface="Verdana" pitchFamily="34" charset="0"/>
                          <a:ea typeface="华文中宋" pitchFamily="2" charset="-122"/>
                          <a:cs typeface="Times New Roman" pitchFamily="18" charset="0"/>
                        </a:rPr>
                        <a:t>）：在程序的控制下，由</a:t>
                      </a:r>
                      <a:r>
                        <a:rPr kumimoji="1" lang="en-US" altLang="zh-CN" sz="2200" b="1" i="0" u="none" strike="noStrike" cap="none" normalizeH="0" baseline="0" dirty="0">
                          <a:ln>
                            <a:noFill/>
                          </a:ln>
                          <a:solidFill>
                            <a:schemeClr val="tx1"/>
                          </a:solidFill>
                          <a:effectLst/>
                          <a:latin typeface="Verdana" pitchFamily="34" charset="0"/>
                          <a:ea typeface="华文中宋" pitchFamily="2" charset="-122"/>
                          <a:cs typeface="Times New Roman" pitchFamily="18" charset="0"/>
                        </a:rPr>
                        <a:t>ALU</a:t>
                      </a:r>
                      <a:r>
                        <a:rPr kumimoji="1" lang="zh-CN" altLang="en-US" sz="2200" b="1" i="0" u="none" strike="noStrike" cap="none" normalizeH="0" baseline="0" dirty="0">
                          <a:ln>
                            <a:noFill/>
                          </a:ln>
                          <a:solidFill>
                            <a:schemeClr val="tx1"/>
                          </a:solidFill>
                          <a:effectLst/>
                          <a:latin typeface="Verdana" pitchFamily="34" charset="0"/>
                          <a:ea typeface="华文中宋" pitchFamily="2" charset="-122"/>
                          <a:cs typeface="Times New Roman" pitchFamily="18" charset="0"/>
                        </a:rPr>
                        <a:t>操作设置特殊的位</a:t>
                      </a:r>
                      <a:endParaRPr kumimoji="1" lang="zh-CN" altLang="en-US" sz="2200" b="1" i="0" u="none" strike="noStrike" cap="none" normalizeH="0" baseline="0" dirty="0">
                        <a:ln>
                          <a:noFill/>
                        </a:ln>
                        <a:solidFill>
                          <a:schemeClr val="tx1"/>
                        </a:solidFill>
                        <a:effectLst/>
                        <a:latin typeface="Verdana" pitchFamily="34" charset="0"/>
                        <a:ea typeface="华文中宋" pitchFamily="2" charset="-122"/>
                      </a:endParaRPr>
                    </a:p>
                  </a:txBody>
                  <a:tcPr marT="45708" marB="45708"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Tx/>
                        <a:buFontTx/>
                        <a:buNone/>
                        <a:tabLst/>
                      </a:pPr>
                      <a:r>
                        <a:rPr kumimoji="1" lang="zh-CN" altLang="en-US" sz="2200" b="1" i="0" u="none" strike="noStrike" cap="none" normalizeH="0" baseline="0" dirty="0">
                          <a:ln>
                            <a:noFill/>
                          </a:ln>
                          <a:solidFill>
                            <a:schemeClr val="tx1"/>
                          </a:solidFill>
                          <a:effectLst/>
                          <a:latin typeface="Verdana" pitchFamily="34" charset="0"/>
                          <a:ea typeface="华文中宋" pitchFamily="2" charset="-122"/>
                          <a:cs typeface="Times New Roman" pitchFamily="18" charset="0"/>
                        </a:rPr>
                        <a:t>可以自由设置分支条件</a:t>
                      </a:r>
                      <a:endParaRPr kumimoji="1" lang="zh-CN" altLang="en-US" sz="2200" b="1" i="0" u="none" strike="noStrike" cap="none" normalizeH="0" baseline="0" dirty="0">
                        <a:ln>
                          <a:noFill/>
                        </a:ln>
                        <a:solidFill>
                          <a:schemeClr val="tx1"/>
                        </a:solidFill>
                        <a:effectLst/>
                        <a:latin typeface="Verdana" pitchFamily="34" charset="0"/>
                        <a:ea typeface="华文中宋" pitchFamily="2" charset="-122"/>
                      </a:endParaRPr>
                    </a:p>
                  </a:txBody>
                  <a:tcPr marT="45708" marB="45708"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Tx/>
                        <a:buFontTx/>
                        <a:buNone/>
                        <a:tabLst/>
                      </a:pPr>
                      <a:r>
                        <a:rPr kumimoji="1" lang="zh-CN" altLang="en-US" sz="2200" b="1" i="0" u="none" strike="noStrike" cap="none" normalizeH="0" baseline="0" dirty="0">
                          <a:ln>
                            <a:noFill/>
                          </a:ln>
                          <a:solidFill>
                            <a:schemeClr val="tx1"/>
                          </a:solidFill>
                          <a:effectLst/>
                          <a:latin typeface="Verdana" pitchFamily="34" charset="0"/>
                          <a:ea typeface="华文中宋" pitchFamily="2" charset="-122"/>
                        </a:rPr>
                        <a:t>必须从一条指令将分支条件信息传送到分支指令，所以</a:t>
                      </a:r>
                      <a:r>
                        <a:rPr kumimoji="1" lang="en-US" altLang="zh-CN" sz="2200" b="1" i="0" u="none" strike="noStrike" cap="none" normalizeH="0" baseline="0" dirty="0">
                          <a:ln>
                            <a:noFill/>
                          </a:ln>
                          <a:solidFill>
                            <a:schemeClr val="tx1"/>
                          </a:solidFill>
                          <a:effectLst/>
                          <a:latin typeface="Verdana" pitchFamily="34" charset="0"/>
                          <a:ea typeface="华文中宋" pitchFamily="2" charset="-122"/>
                        </a:rPr>
                        <a:t>CC</a:t>
                      </a:r>
                      <a:r>
                        <a:rPr kumimoji="1" lang="zh-CN" altLang="en-US" sz="2200" b="1" i="0" u="none" strike="noStrike" cap="none" normalizeH="0" baseline="0" dirty="0">
                          <a:ln>
                            <a:noFill/>
                          </a:ln>
                          <a:solidFill>
                            <a:schemeClr val="tx1"/>
                          </a:solidFill>
                          <a:effectLst/>
                          <a:latin typeface="Verdana" pitchFamily="34" charset="0"/>
                          <a:ea typeface="华文中宋" pitchFamily="2" charset="-122"/>
                        </a:rPr>
                        <a:t>是额外状态，条件码限制了指令执行顺序 </a:t>
                      </a:r>
                    </a:p>
                  </a:txBody>
                  <a:tcPr marT="45708" marB="45708" anchor="ctr" horzOverflow="overflow">
                    <a:lnL w="127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254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1188661">
                <a:tc>
                  <a:txBody>
                    <a:bodyPr/>
                    <a:lstStyle/>
                    <a:p>
                      <a:pPr marL="0" marR="0" lvl="0" indent="0" algn="l" defTabSz="914400" rtl="0" eaLnBrk="1" fontAlgn="base" latinLnBrk="0" hangingPunct="1">
                        <a:lnSpc>
                          <a:spcPct val="100000"/>
                        </a:lnSpc>
                        <a:spcBef>
                          <a:spcPct val="0"/>
                        </a:spcBef>
                        <a:spcAft>
                          <a:spcPct val="0"/>
                        </a:spcAft>
                        <a:buClr>
                          <a:srgbClr val="0000CC"/>
                        </a:buClr>
                        <a:buSzTx/>
                        <a:buFontTx/>
                        <a:buNone/>
                        <a:tabLst/>
                      </a:pPr>
                      <a:r>
                        <a:rPr kumimoji="1" lang="zh-CN" altLang="en-US" sz="2200" b="1" i="0" u="none" strike="noStrike" cap="none" normalizeH="0" baseline="0" dirty="0">
                          <a:ln>
                            <a:noFill/>
                          </a:ln>
                          <a:solidFill>
                            <a:srgbClr val="FF0000"/>
                          </a:solidFill>
                          <a:effectLst/>
                          <a:latin typeface="Verdana" pitchFamily="34" charset="0"/>
                          <a:ea typeface="华文中宋" pitchFamily="2" charset="-122"/>
                          <a:cs typeface="Times New Roman" pitchFamily="18" charset="0"/>
                        </a:rPr>
                        <a:t>条件寄存器</a:t>
                      </a:r>
                      <a:r>
                        <a:rPr kumimoji="1" lang="zh-CN" altLang="en-US" sz="2200" b="1" i="0" u="none" strike="noStrike" cap="none" normalizeH="0" baseline="0" dirty="0">
                          <a:ln>
                            <a:noFill/>
                          </a:ln>
                          <a:solidFill>
                            <a:schemeClr val="tx1"/>
                          </a:solidFill>
                          <a:effectLst/>
                          <a:latin typeface="Verdana" pitchFamily="34" charset="0"/>
                          <a:ea typeface="华文中宋" pitchFamily="2" charset="-122"/>
                          <a:cs typeface="Times New Roman" pitchFamily="18" charset="0"/>
                        </a:rPr>
                        <a:t>：比较指令把比较结果放入任何一个寄存器，检测时就检测该寄存器</a:t>
                      </a:r>
                      <a:endParaRPr kumimoji="1" lang="zh-CN" altLang="en-US" sz="2200" b="1" i="0" u="none" strike="noStrike" cap="none" normalizeH="0" baseline="0" dirty="0">
                        <a:ln>
                          <a:noFill/>
                        </a:ln>
                        <a:solidFill>
                          <a:schemeClr val="tx1"/>
                        </a:solidFill>
                        <a:effectLst/>
                        <a:latin typeface="Verdana" pitchFamily="34" charset="0"/>
                        <a:ea typeface="华文中宋" pitchFamily="2" charset="-122"/>
                      </a:endParaRPr>
                    </a:p>
                  </a:txBody>
                  <a:tcPr marT="45708" marB="45708"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Tx/>
                        <a:buFontTx/>
                        <a:buNone/>
                        <a:tabLst/>
                      </a:pPr>
                      <a:r>
                        <a:rPr kumimoji="1" lang="zh-CN" altLang="en-US" sz="2200" b="1" i="0" u="none" strike="noStrike" cap="none" normalizeH="0" baseline="0">
                          <a:ln>
                            <a:noFill/>
                          </a:ln>
                          <a:solidFill>
                            <a:schemeClr val="tx1"/>
                          </a:solidFill>
                          <a:effectLst/>
                          <a:latin typeface="Verdana" pitchFamily="34" charset="0"/>
                          <a:ea typeface="华文中宋" pitchFamily="2" charset="-122"/>
                          <a:cs typeface="Times New Roman" pitchFamily="18" charset="0"/>
                        </a:rPr>
                        <a:t>简单</a:t>
                      </a:r>
                      <a:endParaRPr kumimoji="1" lang="zh-CN" altLang="en-US" sz="2200" b="1" i="0" u="none" strike="noStrike" cap="none" normalizeH="0" baseline="0">
                        <a:ln>
                          <a:noFill/>
                        </a:ln>
                        <a:solidFill>
                          <a:schemeClr val="tx1"/>
                        </a:solidFill>
                        <a:effectLst/>
                        <a:latin typeface="Verdana" pitchFamily="34" charset="0"/>
                        <a:ea typeface="华文中宋" pitchFamily="2" charset="-122"/>
                      </a:endParaRPr>
                    </a:p>
                  </a:txBody>
                  <a:tcPr marT="45708" marB="45708"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Tx/>
                        <a:buFontTx/>
                        <a:buNone/>
                        <a:tabLst/>
                      </a:pPr>
                      <a:r>
                        <a:rPr kumimoji="1" lang="zh-CN" altLang="en-US" sz="2200" b="1" i="0" u="none" strike="noStrike" cap="none" normalizeH="0" baseline="0" dirty="0">
                          <a:ln>
                            <a:noFill/>
                          </a:ln>
                          <a:solidFill>
                            <a:schemeClr val="tx1"/>
                          </a:solidFill>
                          <a:effectLst/>
                          <a:latin typeface="Verdana" pitchFamily="34" charset="0"/>
                          <a:ea typeface="华文中宋" pitchFamily="2" charset="-122"/>
                          <a:cs typeface="Times New Roman" pitchFamily="18" charset="0"/>
                        </a:rPr>
                        <a:t>占用了一个寄存器</a:t>
                      </a:r>
                      <a:endParaRPr kumimoji="1" lang="zh-CN" altLang="en-US" sz="2200" b="1" i="0" u="none" strike="noStrike" cap="none" normalizeH="0" baseline="0" dirty="0">
                        <a:ln>
                          <a:noFill/>
                        </a:ln>
                        <a:solidFill>
                          <a:schemeClr val="tx1"/>
                        </a:solidFill>
                        <a:effectLst/>
                        <a:latin typeface="Verdana" pitchFamily="34" charset="0"/>
                        <a:ea typeface="华文中宋" pitchFamily="2" charset="-122"/>
                      </a:endParaRPr>
                    </a:p>
                  </a:txBody>
                  <a:tcPr marT="45708" marB="45708" anchor="ctr" horzOverflow="overflow">
                    <a:lnL w="127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1554409">
                <a:tc>
                  <a:txBody>
                    <a:bodyPr/>
                    <a:lstStyle/>
                    <a:p>
                      <a:pPr marL="0" marR="0" lvl="0" indent="0" algn="l" defTabSz="914400" rtl="0" eaLnBrk="1" fontAlgn="base" latinLnBrk="0" hangingPunct="1">
                        <a:lnSpc>
                          <a:spcPct val="100000"/>
                        </a:lnSpc>
                        <a:spcBef>
                          <a:spcPct val="0"/>
                        </a:spcBef>
                        <a:spcAft>
                          <a:spcPct val="0"/>
                        </a:spcAft>
                        <a:buClr>
                          <a:srgbClr val="0000CC"/>
                        </a:buClr>
                        <a:buSzTx/>
                        <a:buFontTx/>
                        <a:buNone/>
                        <a:tabLst/>
                      </a:pPr>
                      <a:r>
                        <a:rPr kumimoji="1" lang="zh-CN" altLang="en-US" sz="2200" b="1" i="0" u="none" strike="noStrike" cap="none" normalizeH="0" baseline="0">
                          <a:ln>
                            <a:noFill/>
                          </a:ln>
                          <a:solidFill>
                            <a:srgbClr val="FF0000"/>
                          </a:solidFill>
                          <a:effectLst/>
                          <a:latin typeface="Verdana" pitchFamily="34" charset="0"/>
                          <a:ea typeface="华文中宋" pitchFamily="2" charset="-122"/>
                          <a:cs typeface="Times New Roman" pitchFamily="18" charset="0"/>
                        </a:rPr>
                        <a:t>比较分支</a:t>
                      </a:r>
                      <a:r>
                        <a:rPr kumimoji="1" lang="zh-CN" altLang="en-US" sz="2200" b="1" i="0" u="none" strike="noStrike" cap="none" normalizeH="0" baseline="0">
                          <a:ln>
                            <a:noFill/>
                          </a:ln>
                          <a:solidFill>
                            <a:schemeClr val="tx1"/>
                          </a:solidFill>
                          <a:effectLst/>
                          <a:latin typeface="Verdana" pitchFamily="34" charset="0"/>
                          <a:ea typeface="华文中宋" pitchFamily="2" charset="-122"/>
                          <a:cs typeface="Times New Roman" pitchFamily="18" charset="0"/>
                        </a:rPr>
                        <a:t>：比较操作是分支指令的一部分，比较受限制</a:t>
                      </a:r>
                      <a:endParaRPr kumimoji="1" lang="zh-CN" altLang="en-US" sz="2200" b="1" i="0" u="none" strike="noStrike" cap="none" normalizeH="0" baseline="0">
                        <a:ln>
                          <a:noFill/>
                        </a:ln>
                        <a:solidFill>
                          <a:schemeClr val="tx1"/>
                        </a:solidFill>
                        <a:effectLst/>
                        <a:latin typeface="Verdana" pitchFamily="34" charset="0"/>
                        <a:ea typeface="华文中宋" pitchFamily="2" charset="-122"/>
                      </a:endParaRPr>
                    </a:p>
                  </a:txBody>
                  <a:tcPr marT="45708" marB="45708" anchor="ctr" horzOverflow="overflow">
                    <a:lnL w="254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Tx/>
                        <a:buFontTx/>
                        <a:buNone/>
                        <a:tabLst/>
                      </a:pPr>
                      <a:r>
                        <a:rPr kumimoji="1" lang="zh-CN" altLang="en-US" sz="2200" b="1" i="0" u="none" strike="noStrike" cap="none" normalizeH="0" baseline="0">
                          <a:ln>
                            <a:noFill/>
                          </a:ln>
                          <a:solidFill>
                            <a:schemeClr val="tx1"/>
                          </a:solidFill>
                          <a:effectLst/>
                          <a:latin typeface="Verdana" pitchFamily="34" charset="0"/>
                          <a:ea typeface="华文中宋" pitchFamily="2" charset="-122"/>
                          <a:cs typeface="Times New Roman" pitchFamily="18" charset="0"/>
                        </a:rPr>
                        <a:t>一条指令完成了两条指令的功能</a:t>
                      </a:r>
                      <a:endParaRPr kumimoji="1" lang="zh-CN" altLang="en-US" sz="2200" b="1" i="0" u="none" strike="noStrike" cap="none" normalizeH="0" baseline="0">
                        <a:ln>
                          <a:noFill/>
                        </a:ln>
                        <a:solidFill>
                          <a:schemeClr val="tx1"/>
                        </a:solidFill>
                        <a:effectLst/>
                        <a:latin typeface="Verdana" pitchFamily="34" charset="0"/>
                        <a:ea typeface="华文中宋" pitchFamily="2" charset="-122"/>
                      </a:endParaRPr>
                    </a:p>
                  </a:txBody>
                  <a:tcPr marT="45708" marB="45708"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0000CC"/>
                        </a:buClr>
                        <a:buSzTx/>
                        <a:buFontTx/>
                        <a:buNone/>
                        <a:tabLst/>
                      </a:pPr>
                      <a:r>
                        <a:rPr kumimoji="1" lang="zh-CN" altLang="en-US" sz="2200" b="1" i="0" u="none" strike="noStrike" cap="none" normalizeH="0" baseline="0" dirty="0">
                          <a:ln>
                            <a:noFill/>
                          </a:ln>
                          <a:solidFill>
                            <a:schemeClr val="tx1"/>
                          </a:solidFill>
                          <a:effectLst/>
                          <a:latin typeface="Verdana" pitchFamily="34" charset="0"/>
                          <a:ea typeface="华文中宋" pitchFamily="2" charset="-122"/>
                          <a:cs typeface="Times New Roman" pitchFamily="18" charset="0"/>
                        </a:rPr>
                        <a:t>分支指令的操作增多</a:t>
                      </a:r>
                      <a:endParaRPr kumimoji="1" lang="zh-CN" altLang="en-US" sz="2200" b="1" i="0" u="none" strike="noStrike" cap="none" normalizeH="0" baseline="0" dirty="0">
                        <a:ln>
                          <a:noFill/>
                        </a:ln>
                        <a:solidFill>
                          <a:schemeClr val="tx1"/>
                        </a:solidFill>
                        <a:effectLst/>
                        <a:latin typeface="Verdana" pitchFamily="34" charset="0"/>
                        <a:ea typeface="华文中宋" pitchFamily="2" charset="-122"/>
                      </a:endParaRPr>
                    </a:p>
                  </a:txBody>
                  <a:tcPr marT="45708" marB="45708" anchor="ctr" horzOverflow="overflow">
                    <a:lnL w="12700" cap="flat" cmpd="sng" algn="ctr">
                      <a:solidFill>
                        <a:srgbClr val="000000"/>
                      </a:solidFill>
                      <a:prstDash val="solid"/>
                      <a:round/>
                      <a:headEnd type="none" w="sm" len="sm"/>
                      <a:tailEnd type="none" w="sm" len="sm"/>
                    </a:lnL>
                    <a:lnR w="254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254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 name="日期占位符 1">
            <a:extLst>
              <a:ext uri="{FF2B5EF4-FFF2-40B4-BE49-F238E27FC236}">
                <a16:creationId xmlns:a16="http://schemas.microsoft.com/office/drawing/2014/main" id="{C05D6C9C-0373-BD31-D3FE-BDE63F153F77}"/>
              </a:ext>
            </a:extLst>
          </p:cNvPr>
          <p:cNvSpPr txBox="1">
            <a:spLocks/>
          </p:cNvSpPr>
          <p:nvPr/>
        </p:nvSpPr>
        <p:spPr>
          <a:xfrm>
            <a:off x="457200" y="6356350"/>
            <a:ext cx="2133600" cy="365125"/>
          </a:xfrm>
          <a:prstGeom prst="rect">
            <a:avLst/>
          </a:prstGeom>
        </p:spPr>
        <p:txBody>
          <a:bodyPr/>
          <a:lstStyle>
            <a:defPPr>
              <a:defRPr lang="en-US"/>
            </a:defPPr>
            <a:lvl1pPr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9pPr>
          </a:lstStyle>
          <a:p>
            <a:pPr>
              <a:defRPr/>
            </a:pPr>
            <a:fld id="{91C201F2-917B-483E-AFB3-50A3C86654E9}" type="datetime1">
              <a:rPr lang="zh-CN" altLang="en-US" smtClean="0"/>
              <a:pPr>
                <a:defRPr/>
              </a:pPr>
              <a:t>2025/9/18</a:t>
            </a:fld>
            <a:endParaRPr lang="en-US" altLang="zh-CN"/>
          </a:p>
        </p:txBody>
      </p:sp>
      <p:sp>
        <p:nvSpPr>
          <p:cNvPr id="3" name="页脚占位符 2">
            <a:extLst>
              <a:ext uri="{FF2B5EF4-FFF2-40B4-BE49-F238E27FC236}">
                <a16:creationId xmlns:a16="http://schemas.microsoft.com/office/drawing/2014/main" id="{2FD167E5-7040-C26F-38D3-D9A97CE518D6}"/>
              </a:ext>
            </a:extLst>
          </p:cNvPr>
          <p:cNvSpPr txBox="1">
            <a:spLocks/>
          </p:cNvSpPr>
          <p:nvPr/>
        </p:nvSpPr>
        <p:spPr>
          <a:xfrm>
            <a:off x="3124200" y="6356350"/>
            <a:ext cx="2895600" cy="365125"/>
          </a:xfrm>
          <a:prstGeom prst="rect">
            <a:avLst/>
          </a:prstGeom>
        </p:spPr>
        <p:txBody>
          <a:bodyPr/>
          <a:lstStyle>
            <a:defPPr>
              <a:defRPr lang="en-US"/>
            </a:defPPr>
            <a:lvl1pPr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9p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4" name="灯片编号占位符 3">
            <a:extLst>
              <a:ext uri="{FF2B5EF4-FFF2-40B4-BE49-F238E27FC236}">
                <a16:creationId xmlns:a16="http://schemas.microsoft.com/office/drawing/2014/main" id="{E9800CA7-6B25-ED02-F341-64058E0F599E}"/>
              </a:ext>
            </a:extLst>
          </p:cNvPr>
          <p:cNvSpPr txBox="1">
            <a:spLocks/>
          </p:cNvSpPr>
          <p:nvPr/>
        </p:nvSpPr>
        <p:spPr>
          <a:xfrm>
            <a:off x="6553200" y="6356350"/>
            <a:ext cx="2133600" cy="365125"/>
          </a:xfrm>
          <a:prstGeom prst="rect">
            <a:avLst/>
          </a:prstGeom>
        </p:spPr>
        <p:txBody>
          <a:bodyPr/>
          <a:lstStyle>
            <a:defPPr>
              <a:defRPr lang="en-US"/>
            </a:defPPr>
            <a:lvl1pPr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9pPr>
          </a:lstStyle>
          <a:p>
            <a:pPr>
              <a:defRPr/>
            </a:pPr>
            <a:fld id="{8BCAC33D-D29A-48B3-BCD6-381D3D720D26}" type="slidenum">
              <a:rPr lang="zh-CN" altLang="en-US" smtClean="0"/>
              <a:pPr>
                <a:defRPr/>
              </a:pPr>
              <a:t>47</a:t>
            </a:fld>
            <a:endParaRPr lang="en-US" altLang="zh-CN"/>
          </a:p>
        </p:txBody>
      </p:sp>
    </p:spTree>
    <p:extLst>
      <p:ext uri="{BB962C8B-B14F-4D97-AF65-F5344CB8AC3E}">
        <p14:creationId xmlns:p14="http://schemas.microsoft.com/office/powerpoint/2010/main" val="2824549136"/>
      </p:ext>
    </p:extLst>
  </p:cSld>
  <p:clrMapOvr>
    <a:masterClrMapping/>
  </p:clrMapOvr>
  <p:transition>
    <p:pull dir="rd"/>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pPr eaLnBrk="1" hangingPunct="1"/>
            <a:r>
              <a:rPr lang="zh-CN" altLang="en-US" sz="3600" b="1" dirty="0"/>
              <a:t>分支比较类型</a:t>
            </a:r>
          </a:p>
        </p:txBody>
      </p:sp>
      <p:sp>
        <p:nvSpPr>
          <p:cNvPr id="7" name="Text Box 39">
            <a:extLst>
              <a:ext uri="{FF2B5EF4-FFF2-40B4-BE49-F238E27FC236}">
                <a16:creationId xmlns:a16="http://schemas.microsoft.com/office/drawing/2014/main" id="{22154375-D04F-4E8D-ABB6-2DCB7E90B912}"/>
              </a:ext>
            </a:extLst>
          </p:cNvPr>
          <p:cNvSpPr txBox="1">
            <a:spLocks noChangeArrowheads="1"/>
          </p:cNvSpPr>
          <p:nvPr/>
        </p:nvSpPr>
        <p:spPr bwMode="auto">
          <a:xfrm>
            <a:off x="1118387" y="5805264"/>
            <a:ext cx="72723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3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3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3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10000"/>
              </a:lnSpc>
              <a:spcBef>
                <a:spcPct val="20000"/>
              </a:spcBef>
              <a:buClr>
                <a:schemeClr val="tx1"/>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10000"/>
              </a:lnSpc>
              <a:spcBef>
                <a:spcPct val="20000"/>
              </a:spcBef>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10000"/>
              </a:lnSpc>
              <a:spcBef>
                <a:spcPct val="20000"/>
              </a:spcBef>
              <a:spcAft>
                <a:spcPct val="0"/>
              </a:spcAft>
              <a:buClr>
                <a:schemeClr val="hlink"/>
              </a:buClr>
              <a:buSzPct val="60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9pPr>
          </a:lstStyle>
          <a:p>
            <a:pPr algn="ctr" eaLnBrk="1" hangingPunct="1">
              <a:lnSpc>
                <a:spcPct val="100000"/>
              </a:lnSpc>
              <a:spcBef>
                <a:spcPct val="50000"/>
              </a:spcBef>
              <a:buClrTx/>
              <a:buFontTx/>
              <a:buNone/>
            </a:pPr>
            <a:r>
              <a:rPr lang="zh-CN" altLang="en-US" dirty="0">
                <a:solidFill>
                  <a:srgbClr val="FF0000"/>
                </a:solidFill>
                <a:latin typeface="黑体" panose="02010609060101010101" pitchFamily="49" charset="-122"/>
              </a:rPr>
              <a:t>小于或等于分支占主导地位。</a:t>
            </a:r>
            <a:r>
              <a:rPr lang="zh-CN" altLang="en-US" dirty="0">
                <a:solidFill>
                  <a:schemeClr val="tx1"/>
                </a:solidFill>
                <a:latin typeface="黑体" panose="02010609060101010101" pitchFamily="49" charset="-122"/>
              </a:rPr>
              <a:t> </a:t>
            </a:r>
          </a:p>
        </p:txBody>
      </p:sp>
      <p:pic>
        <p:nvPicPr>
          <p:cNvPr id="5" name="Picture 5">
            <a:extLst>
              <a:ext uri="{FF2B5EF4-FFF2-40B4-BE49-F238E27FC236}">
                <a16:creationId xmlns:a16="http://schemas.microsoft.com/office/drawing/2014/main" id="{724939A1-CB97-4ED6-AA3E-78985E7D57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470686" y="1593056"/>
            <a:ext cx="7920038" cy="3671888"/>
          </a:xfrm>
          <a:prstGeom prst="rect">
            <a:avLst/>
          </a:prstGeom>
          <a:noFill/>
        </p:spPr>
      </p:pic>
      <p:sp>
        <p:nvSpPr>
          <p:cNvPr id="2" name="日期占位符 1">
            <a:extLst>
              <a:ext uri="{FF2B5EF4-FFF2-40B4-BE49-F238E27FC236}">
                <a16:creationId xmlns:a16="http://schemas.microsoft.com/office/drawing/2014/main" id="{92FF97EF-81A2-BEB4-01FA-5650195CD38A}"/>
              </a:ext>
            </a:extLst>
          </p:cNvPr>
          <p:cNvSpPr>
            <a:spLocks noGrp="1"/>
          </p:cNvSpPr>
          <p:nvPr>
            <p:ph type="dt" sz="half" idx="10"/>
          </p:nvPr>
        </p:nvSpPr>
        <p:spPr/>
        <p:txBody>
          <a:bodyPr/>
          <a:lstStyle/>
          <a:p>
            <a:pPr>
              <a:defRPr/>
            </a:pPr>
            <a:fld id="{11051E0C-0EC6-4E07-A5AB-245C3907783E}" type="datetime1">
              <a:rPr lang="zh-CN" altLang="en-US" smtClean="0"/>
              <a:t>2025/9/18</a:t>
            </a:fld>
            <a:endParaRPr lang="en-US" altLang="zh-CN"/>
          </a:p>
        </p:txBody>
      </p:sp>
      <p:sp>
        <p:nvSpPr>
          <p:cNvPr id="3" name="页脚占位符 2">
            <a:extLst>
              <a:ext uri="{FF2B5EF4-FFF2-40B4-BE49-F238E27FC236}">
                <a16:creationId xmlns:a16="http://schemas.microsoft.com/office/drawing/2014/main" id="{09D468AE-4BF0-A78E-F588-C214C24213FA}"/>
              </a:ext>
            </a:extLst>
          </p:cNvPr>
          <p:cNvSpPr>
            <a:spLocks noGrp="1"/>
          </p:cNvSpPr>
          <p:nvPr>
            <p:ph type="ftr" sz="quarter" idx="11"/>
          </p:nvPr>
        </p:nvSpPr>
        <p:spPr/>
        <p:txBody>
          <a:body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4" name="灯片编号占位符 3">
            <a:extLst>
              <a:ext uri="{FF2B5EF4-FFF2-40B4-BE49-F238E27FC236}">
                <a16:creationId xmlns:a16="http://schemas.microsoft.com/office/drawing/2014/main" id="{6B88AACF-A7F4-0128-3357-E7874DB8498D}"/>
              </a:ext>
            </a:extLst>
          </p:cNvPr>
          <p:cNvSpPr>
            <a:spLocks noGrp="1"/>
          </p:cNvSpPr>
          <p:nvPr>
            <p:ph type="sldNum" sz="quarter" idx="12"/>
          </p:nvPr>
        </p:nvSpPr>
        <p:spPr/>
        <p:txBody>
          <a:bodyPr/>
          <a:lstStyle/>
          <a:p>
            <a:pPr>
              <a:defRPr/>
            </a:pPr>
            <a:fld id="{8BCAC33D-D29A-48B3-BCD6-381D3D720D26}" type="slidenum">
              <a:rPr lang="zh-CN" altLang="en-US" smtClean="0"/>
              <a:t>48</a:t>
            </a:fld>
            <a:endParaRPr lang="en-US" altLang="zh-CN"/>
          </a:p>
        </p:txBody>
      </p:sp>
    </p:spTree>
    <p:extLst>
      <p:ext uri="{BB962C8B-B14F-4D97-AF65-F5344CB8AC3E}">
        <p14:creationId xmlns:p14="http://schemas.microsoft.com/office/powerpoint/2010/main" val="1545121957"/>
      </p:ext>
    </p:extLst>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pPr eaLnBrk="1" hangingPunct="1"/>
            <a:r>
              <a:rPr lang="zh-CN" altLang="en-US" sz="3600" b="1"/>
              <a:t>分支目标地址的表示</a:t>
            </a:r>
          </a:p>
        </p:txBody>
      </p:sp>
      <p:graphicFrame>
        <p:nvGraphicFramePr>
          <p:cNvPr id="74755" name="Object 3"/>
          <p:cNvGraphicFramePr>
            <a:graphicFrameLocks noGrp="1" noChangeAspect="1"/>
          </p:cNvGraphicFramePr>
          <p:nvPr>
            <p:ph idx="1"/>
            <p:extLst>
              <p:ext uri="{D42A27DB-BD31-4B8C-83A1-F6EECF244321}">
                <p14:modId xmlns:p14="http://schemas.microsoft.com/office/powerpoint/2010/main" val="3056605699"/>
              </p:ext>
            </p:extLst>
          </p:nvPr>
        </p:nvGraphicFramePr>
        <p:xfrm>
          <a:off x="642938" y="1268760"/>
          <a:ext cx="7793640" cy="4483447"/>
        </p:xfrm>
        <a:graphic>
          <a:graphicData uri="http://schemas.openxmlformats.org/presentationml/2006/ole">
            <mc:AlternateContent xmlns:mc="http://schemas.openxmlformats.org/markup-compatibility/2006">
              <mc:Choice xmlns:v="urn:schemas-microsoft-com:vml" Requires="v">
                <p:oleObj name="图表" r:id="rId3" imgW="8534328" imgH="4953051" progId="MSGraph.Chart.8">
                  <p:embed followColorScheme="full"/>
                </p:oleObj>
              </mc:Choice>
              <mc:Fallback>
                <p:oleObj name="图表" r:id="rId3" imgW="8534328" imgH="4953051" progId="MSGraph.Chart.8">
                  <p:embed followColorScheme="full"/>
                  <p:pic>
                    <p:nvPicPr>
                      <p:cNvPr id="0" name=""/>
                      <p:cNvPicPr>
                        <a:picLocks noChangeAspect="1" noChangeArrowheads="1"/>
                      </p:cNvPicPr>
                      <p:nvPr/>
                    </p:nvPicPr>
                    <p:blipFill>
                      <a:blip r:embed="rId4"/>
                      <a:srcRect/>
                      <a:stretch>
                        <a:fillRect/>
                      </a:stretch>
                    </p:blipFill>
                    <p:spPr bwMode="auto">
                      <a:xfrm>
                        <a:off x="642938" y="1268760"/>
                        <a:ext cx="7793640" cy="4483447"/>
                      </a:xfrm>
                      <a:prstGeom prst="rect">
                        <a:avLst/>
                      </a:prstGeom>
                      <a:noFill/>
                      <a:ln>
                        <a:noFill/>
                      </a:ln>
                    </p:spPr>
                  </p:pic>
                </p:oleObj>
              </mc:Fallback>
            </mc:AlternateContent>
          </a:graphicData>
        </a:graphic>
      </p:graphicFrame>
      <p:sp>
        <p:nvSpPr>
          <p:cNvPr id="367620" name="Text Box 4"/>
          <p:cNvSpPr txBox="1">
            <a:spLocks noChangeArrowheads="1"/>
          </p:cNvSpPr>
          <p:nvPr/>
        </p:nvSpPr>
        <p:spPr bwMode="auto">
          <a:xfrm>
            <a:off x="7812088" y="2349500"/>
            <a:ext cx="549275" cy="2438400"/>
          </a:xfrm>
          <a:prstGeom prst="rect">
            <a:avLst/>
          </a:prstGeom>
          <a:noFill/>
          <a:ln w="12700" cap="sq">
            <a:noFill/>
            <a:miter lim="800000"/>
            <a:headEnd type="none" w="sm" len="sm"/>
            <a:tailEnd type="none" w="sm" len="sm"/>
          </a:ln>
          <a:effectLst/>
        </p:spPr>
        <p:txBody>
          <a:bodyPr vert="eaVert">
            <a:spAutoFit/>
          </a:bodyPr>
          <a:lstStyle/>
          <a:p>
            <a:pPr algn="ctr">
              <a:spcBef>
                <a:spcPct val="50000"/>
              </a:spcBef>
              <a:defRPr/>
            </a:pPr>
            <a:r>
              <a:rPr lang="en-US" altLang="zh-CN" sz="2400" dirty="0">
                <a:solidFill>
                  <a:srgbClr val="FF0000"/>
                </a:solidFill>
                <a:effectLst>
                  <a:outerShdw blurRad="38100" dist="38100" dir="2700000" algn="tl">
                    <a:srgbClr val="C0C0C0"/>
                  </a:outerShdw>
                </a:effectLst>
                <a:latin typeface="华文中宋" pitchFamily="2" charset="-122"/>
                <a:ea typeface="华文中宋" pitchFamily="2" charset="-122"/>
              </a:rPr>
              <a:t>PC-</a:t>
            </a:r>
            <a:r>
              <a:rPr lang="zh-CN" altLang="en-US" sz="2400" dirty="0">
                <a:solidFill>
                  <a:srgbClr val="FF0000"/>
                </a:solidFill>
                <a:effectLst>
                  <a:outerShdw blurRad="38100" dist="38100" dir="2700000" algn="tl">
                    <a:srgbClr val="C0C0C0"/>
                  </a:outerShdw>
                </a:effectLst>
                <a:latin typeface="华文中宋" pitchFamily="2" charset="-122"/>
                <a:ea typeface="华文中宋" pitchFamily="2" charset="-122"/>
              </a:rPr>
              <a:t>相对寻址</a:t>
            </a:r>
          </a:p>
        </p:txBody>
      </p:sp>
      <p:sp>
        <p:nvSpPr>
          <p:cNvPr id="5" name="内容占位符 2" descr="Rectangle: Click to edit Master text styles&#10;Second level&#10;Third level&#10;Fourth level&#10;Fifth level"/>
          <p:cNvSpPr txBox="1">
            <a:spLocks/>
          </p:cNvSpPr>
          <p:nvPr/>
        </p:nvSpPr>
        <p:spPr bwMode="auto">
          <a:xfrm>
            <a:off x="157890" y="5931693"/>
            <a:ext cx="8278688" cy="1303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1"/>
            <a:r>
              <a:rPr lang="zh-CN" altLang="en-US" sz="2000" dirty="0">
                <a:latin typeface="宋体" pitchFamily="2" charset="-122"/>
              </a:rPr>
              <a:t>采用</a:t>
            </a:r>
            <a:r>
              <a:rPr lang="en-US" altLang="zh-CN" sz="2000" dirty="0">
                <a:solidFill>
                  <a:srgbClr val="9933FF"/>
                </a:solidFill>
                <a:latin typeface="宋体" pitchFamily="2" charset="-122"/>
              </a:rPr>
              <a:t>4</a:t>
            </a:r>
            <a:r>
              <a:rPr lang="zh-CN" altLang="en-US" sz="2000" dirty="0">
                <a:solidFill>
                  <a:srgbClr val="9933FF"/>
                </a:solidFill>
                <a:latin typeface="宋体" pitchFamily="2" charset="-122"/>
              </a:rPr>
              <a:t>～</a:t>
            </a:r>
            <a:r>
              <a:rPr lang="en-US" altLang="zh-CN" sz="2000" dirty="0">
                <a:solidFill>
                  <a:srgbClr val="9933FF"/>
                </a:solidFill>
                <a:latin typeface="宋体" pitchFamily="2" charset="-122"/>
              </a:rPr>
              <a:t>8</a:t>
            </a:r>
            <a:r>
              <a:rPr lang="zh-CN" altLang="en-US" sz="2000" dirty="0">
                <a:solidFill>
                  <a:srgbClr val="9933FF"/>
                </a:solidFill>
                <a:latin typeface="宋体" pitchFamily="2" charset="-122"/>
              </a:rPr>
              <a:t>位</a:t>
            </a:r>
            <a:r>
              <a:rPr lang="zh-CN" altLang="en-US" sz="2000" dirty="0">
                <a:latin typeface="宋体" pitchFamily="2" charset="-122"/>
              </a:rPr>
              <a:t>的偏移量字段（以指令字为单位）就能表示大多数控制指令的转移目标地址了</a:t>
            </a:r>
            <a:endParaRPr lang="zh-CN" altLang="en-US" sz="2000" dirty="0"/>
          </a:p>
        </p:txBody>
      </p:sp>
      <p:sp>
        <p:nvSpPr>
          <p:cNvPr id="2" name="日期占位符 1">
            <a:extLst>
              <a:ext uri="{FF2B5EF4-FFF2-40B4-BE49-F238E27FC236}">
                <a16:creationId xmlns:a16="http://schemas.microsoft.com/office/drawing/2014/main" id="{962DF8F1-A5C7-EC4E-272D-EBDEF89566E9}"/>
              </a:ext>
            </a:extLst>
          </p:cNvPr>
          <p:cNvSpPr>
            <a:spLocks noGrp="1"/>
          </p:cNvSpPr>
          <p:nvPr>
            <p:ph type="dt" sz="half" idx="10"/>
          </p:nvPr>
        </p:nvSpPr>
        <p:spPr>
          <a:xfrm>
            <a:off x="457200" y="6520259"/>
            <a:ext cx="2133600" cy="365125"/>
          </a:xfrm>
        </p:spPr>
        <p:txBody>
          <a:bodyPr/>
          <a:lstStyle/>
          <a:p>
            <a:pPr>
              <a:defRPr/>
            </a:pPr>
            <a:fld id="{54CB01EC-2053-45CD-9C24-07BFFBF03D5D}" type="datetime1">
              <a:rPr lang="zh-CN" altLang="en-US" smtClean="0"/>
              <a:t>2025/9/18</a:t>
            </a:fld>
            <a:endParaRPr lang="en-US" altLang="zh-CN" dirty="0"/>
          </a:p>
        </p:txBody>
      </p:sp>
      <p:sp>
        <p:nvSpPr>
          <p:cNvPr id="3" name="页脚占位符 2">
            <a:extLst>
              <a:ext uri="{FF2B5EF4-FFF2-40B4-BE49-F238E27FC236}">
                <a16:creationId xmlns:a16="http://schemas.microsoft.com/office/drawing/2014/main" id="{343D1ABE-08FC-F9B7-0FCF-FAD359C09DBA}"/>
              </a:ext>
            </a:extLst>
          </p:cNvPr>
          <p:cNvSpPr>
            <a:spLocks noGrp="1"/>
          </p:cNvSpPr>
          <p:nvPr>
            <p:ph type="ftr" sz="quarter" idx="11"/>
          </p:nvPr>
        </p:nvSpPr>
        <p:spPr>
          <a:xfrm>
            <a:off x="3124200" y="6448251"/>
            <a:ext cx="2895600" cy="365125"/>
          </a:xfrm>
        </p:spPr>
        <p:txBody>
          <a:bodyPr/>
          <a:lstStyle/>
          <a:p>
            <a:pPr>
              <a:defRPr/>
            </a:pPr>
            <a:r>
              <a:rPr lang="zh-CN" altLang="en-US" dirty="0"/>
              <a:t>计算机体系结构</a:t>
            </a:r>
            <a:r>
              <a:rPr lang="en-US" altLang="zh-CN" dirty="0"/>
              <a:t>-</a:t>
            </a:r>
            <a:r>
              <a:rPr lang="zh-CN" altLang="en-US" dirty="0"/>
              <a:t>第</a:t>
            </a:r>
            <a:r>
              <a:rPr lang="en-US" altLang="zh-CN" dirty="0"/>
              <a:t>5</a:t>
            </a:r>
            <a:r>
              <a:rPr lang="zh-CN" altLang="en-US" dirty="0"/>
              <a:t>讲 刘宏伟</a:t>
            </a:r>
            <a:endParaRPr lang="en-US" altLang="zh-CN" dirty="0"/>
          </a:p>
        </p:txBody>
      </p:sp>
      <p:sp>
        <p:nvSpPr>
          <p:cNvPr id="4" name="灯片编号占位符 3">
            <a:extLst>
              <a:ext uri="{FF2B5EF4-FFF2-40B4-BE49-F238E27FC236}">
                <a16:creationId xmlns:a16="http://schemas.microsoft.com/office/drawing/2014/main" id="{C165FDE9-3CE3-2D2F-5743-AFB6F852AC79}"/>
              </a:ext>
            </a:extLst>
          </p:cNvPr>
          <p:cNvSpPr>
            <a:spLocks noGrp="1"/>
          </p:cNvSpPr>
          <p:nvPr>
            <p:ph type="sldNum" sz="quarter" idx="12"/>
          </p:nvPr>
        </p:nvSpPr>
        <p:spPr>
          <a:xfrm>
            <a:off x="6553200" y="6381328"/>
            <a:ext cx="2133600" cy="365125"/>
          </a:xfrm>
        </p:spPr>
        <p:txBody>
          <a:bodyPr/>
          <a:lstStyle/>
          <a:p>
            <a:pPr>
              <a:defRPr/>
            </a:pPr>
            <a:fld id="{8BCAC33D-D29A-48B3-BCD6-381D3D720D26}" type="slidenum">
              <a:rPr lang="zh-CN" altLang="en-US" smtClean="0"/>
              <a:t>49</a:t>
            </a:fld>
            <a:endParaRPr lang="en-US" altLang="zh-CN" dirty="0"/>
          </a:p>
        </p:txBody>
      </p:sp>
    </p:spTree>
    <p:extLst>
      <p:ext uri="{BB962C8B-B14F-4D97-AF65-F5344CB8AC3E}">
        <p14:creationId xmlns:p14="http://schemas.microsoft.com/office/powerpoint/2010/main" val="3774505482"/>
      </p:ext>
    </p:extLst>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pPr eaLnBrk="1" hangingPunct="1"/>
            <a:r>
              <a:rPr lang="zh-CN" altLang="en-US" sz="3600" b="1"/>
              <a:t>过程调用和返回的状态保存</a:t>
            </a:r>
          </a:p>
        </p:txBody>
      </p:sp>
      <p:sp>
        <p:nvSpPr>
          <p:cNvPr id="369667" name="Rectangle 3"/>
          <p:cNvSpPr>
            <a:spLocks noGrp="1" noChangeArrowheads="1"/>
          </p:cNvSpPr>
          <p:nvPr>
            <p:ph type="body" idx="1"/>
          </p:nvPr>
        </p:nvSpPr>
        <p:spPr/>
        <p:txBody>
          <a:bodyPr/>
          <a:lstStyle/>
          <a:p>
            <a:pPr eaLnBrk="1" hangingPunct="1">
              <a:lnSpc>
                <a:spcPct val="120000"/>
              </a:lnSpc>
            </a:pPr>
            <a:r>
              <a:rPr lang="en-US" altLang="zh-CN" sz="2400" b="1">
                <a:latin typeface="华文中宋" pitchFamily="2" charset="-122"/>
              </a:rPr>
              <a:t>“</a:t>
            </a:r>
            <a:r>
              <a:rPr lang="zh-CN" altLang="en-US" sz="2400" b="1">
                <a:solidFill>
                  <a:srgbClr val="FF0000"/>
                </a:solidFill>
              </a:rPr>
              <a:t>调用者保存</a:t>
            </a:r>
            <a:r>
              <a:rPr lang="zh-CN" altLang="en-US" sz="2400" b="1">
                <a:latin typeface="华文中宋" pitchFamily="2" charset="-122"/>
              </a:rPr>
              <a:t>”</a:t>
            </a:r>
            <a:r>
              <a:rPr lang="zh-CN" altLang="en-US" sz="2400" b="1"/>
              <a:t>（</a:t>
            </a:r>
            <a:r>
              <a:rPr lang="en-US" altLang="zh-CN" sz="2400" b="1"/>
              <a:t>caller saving</a:t>
            </a:r>
            <a:r>
              <a:rPr lang="zh-CN" altLang="en-US" sz="2400" b="1"/>
              <a:t>）方法：如果采用调用者保存策略，那么在一个调用者调用别的过程时，必须保存</a:t>
            </a:r>
            <a:r>
              <a:rPr lang="zh-CN" altLang="en-US" sz="2400" b="1">
                <a:solidFill>
                  <a:srgbClr val="0000CC"/>
                </a:solidFill>
              </a:rPr>
              <a:t>调用者所要保存的寄存器</a:t>
            </a:r>
            <a:r>
              <a:rPr lang="zh-CN" altLang="en-US" sz="2400" b="1"/>
              <a:t>，以备调用结束返回后，能够再次访问调用者。</a:t>
            </a:r>
          </a:p>
          <a:p>
            <a:pPr eaLnBrk="1" hangingPunct="1">
              <a:lnSpc>
                <a:spcPct val="120000"/>
              </a:lnSpc>
            </a:pPr>
            <a:r>
              <a:rPr lang="zh-CN" altLang="en-US" sz="2400" b="1">
                <a:latin typeface="华文中宋" pitchFamily="2" charset="-122"/>
              </a:rPr>
              <a:t>“</a:t>
            </a:r>
            <a:r>
              <a:rPr lang="zh-CN" altLang="en-US" sz="2400" b="1">
                <a:solidFill>
                  <a:srgbClr val="FF0000"/>
                </a:solidFill>
              </a:rPr>
              <a:t>被调用者保存</a:t>
            </a:r>
            <a:r>
              <a:rPr lang="zh-CN" altLang="en-US" sz="2400" b="1">
                <a:latin typeface="华文中宋" pitchFamily="2" charset="-122"/>
              </a:rPr>
              <a:t>”</a:t>
            </a:r>
            <a:r>
              <a:rPr lang="zh-CN" altLang="en-US" sz="2400" b="1"/>
              <a:t>（</a:t>
            </a:r>
            <a:r>
              <a:rPr lang="en-US" altLang="zh-CN" sz="2400" b="1"/>
              <a:t>callee saving</a:t>
            </a:r>
            <a:r>
              <a:rPr lang="zh-CN" altLang="en-US" sz="2400" b="1"/>
              <a:t>）方法：如果采用被调用者保存策略，那么</a:t>
            </a:r>
            <a:r>
              <a:rPr lang="zh-CN" altLang="en-US" sz="2400" b="1">
                <a:solidFill>
                  <a:srgbClr val="0000CC"/>
                </a:solidFill>
              </a:rPr>
              <a:t>被调用</a:t>
            </a:r>
            <a:r>
              <a:rPr lang="zh-CN" altLang="en-US" sz="2400" b="1"/>
              <a:t>的过程必须保存它要用</a:t>
            </a:r>
            <a:r>
              <a:rPr lang="zh-CN" altLang="en-US" sz="2400" b="1">
                <a:solidFill>
                  <a:srgbClr val="0000CC"/>
                </a:solidFill>
              </a:rPr>
              <a:t>的寄存器</a:t>
            </a:r>
            <a:r>
              <a:rPr lang="zh-CN" altLang="en-US" sz="2400" b="1"/>
              <a:t>，保证不会破坏过程调用者的程序执行环境，并在过程调用结束返回时，恢复这些寄存器的内容。</a:t>
            </a:r>
          </a:p>
        </p:txBody>
      </p:sp>
      <p:sp>
        <p:nvSpPr>
          <p:cNvPr id="2" name="日期占位符 1">
            <a:extLst>
              <a:ext uri="{FF2B5EF4-FFF2-40B4-BE49-F238E27FC236}">
                <a16:creationId xmlns:a16="http://schemas.microsoft.com/office/drawing/2014/main" id="{0CCA827E-C57F-EEBE-94B3-E0B36CDB77DC}"/>
              </a:ext>
            </a:extLst>
          </p:cNvPr>
          <p:cNvSpPr>
            <a:spLocks noGrp="1"/>
          </p:cNvSpPr>
          <p:nvPr>
            <p:ph type="dt" sz="half" idx="10"/>
          </p:nvPr>
        </p:nvSpPr>
        <p:spPr/>
        <p:txBody>
          <a:bodyPr/>
          <a:lstStyle/>
          <a:p>
            <a:pPr>
              <a:defRPr/>
            </a:pPr>
            <a:fld id="{8027EDA6-04FC-4426-B38F-A7F6A3734034}" type="datetime1">
              <a:rPr lang="zh-CN" altLang="en-US" smtClean="0"/>
              <a:t>2025/9/18</a:t>
            </a:fld>
            <a:endParaRPr lang="en-US" altLang="zh-CN"/>
          </a:p>
        </p:txBody>
      </p:sp>
      <p:sp>
        <p:nvSpPr>
          <p:cNvPr id="3" name="页脚占位符 2">
            <a:extLst>
              <a:ext uri="{FF2B5EF4-FFF2-40B4-BE49-F238E27FC236}">
                <a16:creationId xmlns:a16="http://schemas.microsoft.com/office/drawing/2014/main" id="{BAA84866-344F-9B72-72BD-E876C4E39F9F}"/>
              </a:ext>
            </a:extLst>
          </p:cNvPr>
          <p:cNvSpPr>
            <a:spLocks noGrp="1"/>
          </p:cNvSpPr>
          <p:nvPr>
            <p:ph type="ftr" sz="quarter" idx="11"/>
          </p:nvPr>
        </p:nvSpPr>
        <p:spPr/>
        <p:txBody>
          <a:body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4" name="灯片编号占位符 3">
            <a:extLst>
              <a:ext uri="{FF2B5EF4-FFF2-40B4-BE49-F238E27FC236}">
                <a16:creationId xmlns:a16="http://schemas.microsoft.com/office/drawing/2014/main" id="{A7651C1E-A054-541D-481D-FEBFA20D773B}"/>
              </a:ext>
            </a:extLst>
          </p:cNvPr>
          <p:cNvSpPr>
            <a:spLocks noGrp="1"/>
          </p:cNvSpPr>
          <p:nvPr>
            <p:ph type="sldNum" sz="quarter" idx="12"/>
          </p:nvPr>
        </p:nvSpPr>
        <p:spPr/>
        <p:txBody>
          <a:bodyPr/>
          <a:lstStyle/>
          <a:p>
            <a:pPr>
              <a:defRPr/>
            </a:pPr>
            <a:fld id="{8BCAC33D-D29A-48B3-BCD6-381D3D720D26}" type="slidenum">
              <a:rPr lang="zh-CN" altLang="en-US" smtClean="0"/>
              <a:t>50</a:t>
            </a:fld>
            <a:endParaRPr lang="en-US" altLang="zh-CN"/>
          </a:p>
        </p:txBody>
      </p:sp>
    </p:spTree>
    <p:extLst>
      <p:ext uri="{BB962C8B-B14F-4D97-AF65-F5344CB8AC3E}">
        <p14:creationId xmlns:p14="http://schemas.microsoft.com/office/powerpoint/2010/main" val="4263287220"/>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69667">
                                            <p:txEl>
                                              <p:pRg st="0" end="0"/>
                                            </p:txEl>
                                          </p:spTgt>
                                        </p:tgtEl>
                                        <p:attrNameLst>
                                          <p:attrName>style.visibility</p:attrName>
                                        </p:attrNameLst>
                                      </p:cBhvr>
                                      <p:to>
                                        <p:strVal val="visible"/>
                                      </p:to>
                                    </p:set>
                                    <p:animEffect transition="in" filter="wipe(left)">
                                      <p:cBhvr>
                                        <p:cTn id="7" dur="500"/>
                                        <p:tgtEl>
                                          <p:spTgt spid="3696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69667">
                                            <p:txEl>
                                              <p:pRg st="1" end="1"/>
                                            </p:txEl>
                                          </p:spTgt>
                                        </p:tgtEl>
                                        <p:attrNameLst>
                                          <p:attrName>style.visibility</p:attrName>
                                        </p:attrNameLst>
                                      </p:cBhvr>
                                      <p:to>
                                        <p:strVal val="visible"/>
                                      </p:to>
                                    </p:set>
                                    <p:animEffect transition="in" filter="wipe(left)">
                                      <p:cBhvr>
                                        <p:cTn id="12" dur="500"/>
                                        <p:tgtEl>
                                          <p:spTgt spid="36966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9667"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pPr eaLnBrk="1" hangingPunct="1"/>
            <a:r>
              <a:rPr lang="zh-CN" altLang="en-US" sz="3600" b="1"/>
              <a:t>两种保存策略的比较</a:t>
            </a:r>
          </a:p>
        </p:txBody>
      </p:sp>
      <p:graphicFrame>
        <p:nvGraphicFramePr>
          <p:cNvPr id="76803" name="Object 3"/>
          <p:cNvGraphicFramePr>
            <a:graphicFrameLocks noGrp="1" noChangeAspect="1"/>
          </p:cNvGraphicFramePr>
          <p:nvPr>
            <p:ph idx="1"/>
          </p:nvPr>
        </p:nvGraphicFramePr>
        <p:xfrm>
          <a:off x="323850" y="1412875"/>
          <a:ext cx="8496300" cy="4608513"/>
        </p:xfrm>
        <a:graphic>
          <a:graphicData uri="http://schemas.openxmlformats.org/presentationml/2006/ole">
            <mc:AlternateContent xmlns:mc="http://schemas.openxmlformats.org/markup-compatibility/2006">
              <mc:Choice xmlns:v="urn:schemas-microsoft-com:vml" Requires="v">
                <p:oleObj name="图片" r:id="rId2" imgW="5713476" imgH="2470404" progId="Word.Picture.8">
                  <p:embed/>
                </p:oleObj>
              </mc:Choice>
              <mc:Fallback>
                <p:oleObj name="图片" r:id="rId2" imgW="5713476" imgH="2470404" progId="Word.Picture.8">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412875"/>
                        <a:ext cx="8496300" cy="460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6804"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anchor="ctr">
            <a:spAutoFit/>
          </a:bodyPr>
          <a:lstStyle/>
          <a:p>
            <a:endParaRPr lang="zh-CN" altLang="en-US"/>
          </a:p>
        </p:txBody>
      </p:sp>
      <p:sp>
        <p:nvSpPr>
          <p:cNvPr id="2" name="日期占位符 1">
            <a:extLst>
              <a:ext uri="{FF2B5EF4-FFF2-40B4-BE49-F238E27FC236}">
                <a16:creationId xmlns:a16="http://schemas.microsoft.com/office/drawing/2014/main" id="{65435CC4-AD5F-03AC-4C09-ADCA96988438}"/>
              </a:ext>
            </a:extLst>
          </p:cNvPr>
          <p:cNvSpPr>
            <a:spLocks noGrp="1"/>
          </p:cNvSpPr>
          <p:nvPr>
            <p:ph type="dt" sz="half" idx="10"/>
          </p:nvPr>
        </p:nvSpPr>
        <p:spPr/>
        <p:txBody>
          <a:bodyPr/>
          <a:lstStyle/>
          <a:p>
            <a:pPr>
              <a:defRPr/>
            </a:pPr>
            <a:fld id="{31AB2CC2-F68F-4687-98F8-511C46C9E7A5}" type="datetime1">
              <a:rPr lang="zh-CN" altLang="en-US" smtClean="0"/>
              <a:t>2025/9/18</a:t>
            </a:fld>
            <a:endParaRPr lang="en-US" altLang="zh-CN"/>
          </a:p>
        </p:txBody>
      </p:sp>
      <p:sp>
        <p:nvSpPr>
          <p:cNvPr id="3" name="页脚占位符 2">
            <a:extLst>
              <a:ext uri="{FF2B5EF4-FFF2-40B4-BE49-F238E27FC236}">
                <a16:creationId xmlns:a16="http://schemas.microsoft.com/office/drawing/2014/main" id="{F73C03F3-8961-2953-AC0D-9DE46621B622}"/>
              </a:ext>
            </a:extLst>
          </p:cNvPr>
          <p:cNvSpPr>
            <a:spLocks noGrp="1"/>
          </p:cNvSpPr>
          <p:nvPr>
            <p:ph type="ftr" sz="quarter" idx="11"/>
          </p:nvPr>
        </p:nvSpPr>
        <p:spPr/>
        <p:txBody>
          <a:body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4" name="灯片编号占位符 3">
            <a:extLst>
              <a:ext uri="{FF2B5EF4-FFF2-40B4-BE49-F238E27FC236}">
                <a16:creationId xmlns:a16="http://schemas.microsoft.com/office/drawing/2014/main" id="{A307A866-0B1B-C71C-EB92-40D761F4C457}"/>
              </a:ext>
            </a:extLst>
          </p:cNvPr>
          <p:cNvSpPr>
            <a:spLocks noGrp="1"/>
          </p:cNvSpPr>
          <p:nvPr>
            <p:ph type="sldNum" sz="quarter" idx="12"/>
          </p:nvPr>
        </p:nvSpPr>
        <p:spPr/>
        <p:txBody>
          <a:bodyPr/>
          <a:lstStyle/>
          <a:p>
            <a:pPr>
              <a:defRPr/>
            </a:pPr>
            <a:fld id="{8BCAC33D-D29A-48B3-BCD6-381D3D720D26}" type="slidenum">
              <a:rPr lang="zh-CN" altLang="en-US" smtClean="0"/>
              <a:t>51</a:t>
            </a:fld>
            <a:endParaRPr lang="en-US" altLang="zh-CN"/>
          </a:p>
        </p:txBody>
      </p:sp>
    </p:spTree>
    <p:extLst>
      <p:ext uri="{BB962C8B-B14F-4D97-AF65-F5344CB8AC3E}">
        <p14:creationId xmlns:p14="http://schemas.microsoft.com/office/powerpoint/2010/main" val="210981331"/>
      </p:ext>
    </p:extLst>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pPr eaLnBrk="1" hangingPunct="1"/>
            <a:r>
              <a:rPr lang="en-US" altLang="zh-CN" sz="3600" b="1" dirty="0">
                <a:latin typeface="Times New Roman" panose="02020603050405020304" pitchFamily="18" charset="0"/>
                <a:cs typeface="Times New Roman" panose="02020603050405020304" pitchFamily="18" charset="0"/>
              </a:rPr>
              <a:t>2.5 </a:t>
            </a:r>
            <a:r>
              <a:rPr lang="zh-CN" altLang="en-US" sz="3600" b="1" dirty="0">
                <a:latin typeface="Times New Roman" panose="02020603050405020304" pitchFamily="18" charset="0"/>
                <a:cs typeface="Times New Roman" panose="02020603050405020304" pitchFamily="18" charset="0"/>
              </a:rPr>
              <a:t>指令系统的设计和优化</a:t>
            </a:r>
          </a:p>
        </p:txBody>
      </p:sp>
      <p:sp>
        <p:nvSpPr>
          <p:cNvPr id="42" name="Text Box 7"/>
          <p:cNvSpPr txBox="1">
            <a:spLocks noChangeArrowheads="1"/>
          </p:cNvSpPr>
          <p:nvPr/>
        </p:nvSpPr>
        <p:spPr bwMode="auto">
          <a:xfrm>
            <a:off x="1782281" y="2012831"/>
            <a:ext cx="496001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00" b="1">
                <a:solidFill>
                  <a:schemeClr val="tx1"/>
                </a:solidFill>
                <a:latin typeface="宋体" charset="-122"/>
                <a:ea typeface="宋体" charset="-122"/>
              </a:defRPr>
            </a:lvl1pPr>
            <a:lvl2pPr marL="742950" indent="-285750" eaLnBrk="0" hangingPunct="0">
              <a:defRPr kumimoji="1" sz="800" b="1">
                <a:solidFill>
                  <a:schemeClr val="tx1"/>
                </a:solidFill>
                <a:latin typeface="宋体" charset="-122"/>
                <a:ea typeface="宋体" charset="-122"/>
              </a:defRPr>
            </a:lvl2pPr>
            <a:lvl3pPr marL="1143000" indent="-228600" eaLnBrk="0" hangingPunct="0">
              <a:defRPr kumimoji="1" sz="800" b="1">
                <a:solidFill>
                  <a:schemeClr val="tx1"/>
                </a:solidFill>
                <a:latin typeface="宋体" charset="-122"/>
                <a:ea typeface="宋体" charset="-122"/>
              </a:defRPr>
            </a:lvl3pPr>
            <a:lvl4pPr marL="1600200" indent="-228600" eaLnBrk="0" hangingPunct="0">
              <a:defRPr kumimoji="1" sz="800" b="1">
                <a:solidFill>
                  <a:schemeClr val="tx1"/>
                </a:solidFill>
                <a:latin typeface="宋体" charset="-122"/>
                <a:ea typeface="宋体" charset="-122"/>
              </a:defRPr>
            </a:lvl4pPr>
            <a:lvl5pPr marL="2057400" indent="-228600" eaLnBrk="0" hangingPunct="0">
              <a:defRPr kumimoji="1" sz="800" b="1">
                <a:solidFill>
                  <a:schemeClr val="tx1"/>
                </a:solidFill>
                <a:latin typeface="宋体" charset="-122"/>
                <a:ea typeface="宋体" charset="-122"/>
              </a:defRPr>
            </a:lvl5pPr>
            <a:lvl6pPr marL="2514600" indent="-228600" eaLnBrk="0" fontAlgn="base" hangingPunct="0">
              <a:spcBef>
                <a:spcPct val="0"/>
              </a:spcBef>
              <a:spcAft>
                <a:spcPct val="0"/>
              </a:spcAft>
              <a:defRPr kumimoji="1" sz="800" b="1">
                <a:solidFill>
                  <a:schemeClr val="tx1"/>
                </a:solidFill>
                <a:latin typeface="宋体" charset="-122"/>
                <a:ea typeface="宋体" charset="-122"/>
              </a:defRPr>
            </a:lvl6pPr>
            <a:lvl7pPr marL="2971800" indent="-228600" eaLnBrk="0" fontAlgn="base" hangingPunct="0">
              <a:spcBef>
                <a:spcPct val="0"/>
              </a:spcBef>
              <a:spcAft>
                <a:spcPct val="0"/>
              </a:spcAft>
              <a:defRPr kumimoji="1" sz="800" b="1">
                <a:solidFill>
                  <a:schemeClr val="tx1"/>
                </a:solidFill>
                <a:latin typeface="宋体" charset="-122"/>
                <a:ea typeface="宋体" charset="-122"/>
              </a:defRPr>
            </a:lvl7pPr>
            <a:lvl8pPr marL="3429000" indent="-228600" eaLnBrk="0" fontAlgn="base" hangingPunct="0">
              <a:spcBef>
                <a:spcPct val="0"/>
              </a:spcBef>
              <a:spcAft>
                <a:spcPct val="0"/>
              </a:spcAft>
              <a:defRPr kumimoji="1" sz="800" b="1">
                <a:solidFill>
                  <a:schemeClr val="tx1"/>
                </a:solidFill>
                <a:latin typeface="宋体" charset="-122"/>
                <a:ea typeface="宋体" charset="-122"/>
              </a:defRPr>
            </a:lvl8pPr>
            <a:lvl9pPr marL="3886200" indent="-22860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r>
              <a:rPr lang="en-US" altLang="zh-CN" sz="2800" dirty="0">
                <a:latin typeface="Times New Roman" pitchFamily="18" charset="0"/>
              </a:rPr>
              <a:t>2</a:t>
            </a:r>
            <a:r>
              <a:rPr lang="zh-CN" altLang="en-US" sz="2800" dirty="0">
                <a:latin typeface="Times New Roman" pitchFamily="18" charset="0"/>
              </a:rPr>
              <a:t>.</a:t>
            </a:r>
            <a:r>
              <a:rPr lang="en-US" altLang="zh-CN" sz="2800" dirty="0">
                <a:latin typeface="Times New Roman" pitchFamily="18" charset="0"/>
              </a:rPr>
              <a:t>5.1</a:t>
            </a:r>
            <a:r>
              <a:rPr lang="zh-CN" altLang="en-US" sz="2800" dirty="0">
                <a:latin typeface="Times New Roman" pitchFamily="18" charset="0"/>
              </a:rPr>
              <a:t> 指令系统设计的基本原则</a:t>
            </a:r>
          </a:p>
        </p:txBody>
      </p:sp>
      <p:sp>
        <p:nvSpPr>
          <p:cNvPr id="43" name="Text Box 7"/>
          <p:cNvSpPr txBox="1">
            <a:spLocks noChangeArrowheads="1"/>
          </p:cNvSpPr>
          <p:nvPr/>
        </p:nvSpPr>
        <p:spPr bwMode="auto">
          <a:xfrm>
            <a:off x="1824530" y="2825909"/>
            <a:ext cx="243528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00" b="1">
                <a:solidFill>
                  <a:schemeClr val="tx1"/>
                </a:solidFill>
                <a:latin typeface="宋体" charset="-122"/>
                <a:ea typeface="宋体" charset="-122"/>
              </a:defRPr>
            </a:lvl1pPr>
            <a:lvl2pPr marL="742950" indent="-285750" eaLnBrk="0" hangingPunct="0">
              <a:defRPr kumimoji="1" sz="800" b="1">
                <a:solidFill>
                  <a:schemeClr val="tx1"/>
                </a:solidFill>
                <a:latin typeface="宋体" charset="-122"/>
                <a:ea typeface="宋体" charset="-122"/>
              </a:defRPr>
            </a:lvl2pPr>
            <a:lvl3pPr marL="1143000" indent="-228600" eaLnBrk="0" hangingPunct="0">
              <a:defRPr kumimoji="1" sz="800" b="1">
                <a:solidFill>
                  <a:schemeClr val="tx1"/>
                </a:solidFill>
                <a:latin typeface="宋体" charset="-122"/>
                <a:ea typeface="宋体" charset="-122"/>
              </a:defRPr>
            </a:lvl3pPr>
            <a:lvl4pPr marL="1600200" indent="-228600" eaLnBrk="0" hangingPunct="0">
              <a:defRPr kumimoji="1" sz="800" b="1">
                <a:solidFill>
                  <a:schemeClr val="tx1"/>
                </a:solidFill>
                <a:latin typeface="宋体" charset="-122"/>
                <a:ea typeface="宋体" charset="-122"/>
              </a:defRPr>
            </a:lvl4pPr>
            <a:lvl5pPr marL="2057400" indent="-228600" eaLnBrk="0" hangingPunct="0">
              <a:defRPr kumimoji="1" sz="800" b="1">
                <a:solidFill>
                  <a:schemeClr val="tx1"/>
                </a:solidFill>
                <a:latin typeface="宋体" charset="-122"/>
                <a:ea typeface="宋体" charset="-122"/>
              </a:defRPr>
            </a:lvl5pPr>
            <a:lvl6pPr marL="2514600" indent="-228600" eaLnBrk="0" fontAlgn="base" hangingPunct="0">
              <a:spcBef>
                <a:spcPct val="0"/>
              </a:spcBef>
              <a:spcAft>
                <a:spcPct val="0"/>
              </a:spcAft>
              <a:defRPr kumimoji="1" sz="800" b="1">
                <a:solidFill>
                  <a:schemeClr val="tx1"/>
                </a:solidFill>
                <a:latin typeface="宋体" charset="-122"/>
                <a:ea typeface="宋体" charset="-122"/>
              </a:defRPr>
            </a:lvl6pPr>
            <a:lvl7pPr marL="2971800" indent="-228600" eaLnBrk="0" fontAlgn="base" hangingPunct="0">
              <a:spcBef>
                <a:spcPct val="0"/>
              </a:spcBef>
              <a:spcAft>
                <a:spcPct val="0"/>
              </a:spcAft>
              <a:defRPr kumimoji="1" sz="800" b="1">
                <a:solidFill>
                  <a:schemeClr val="tx1"/>
                </a:solidFill>
                <a:latin typeface="宋体" charset="-122"/>
                <a:ea typeface="宋体" charset="-122"/>
              </a:defRPr>
            </a:lvl7pPr>
            <a:lvl8pPr marL="3429000" indent="-228600" eaLnBrk="0" fontAlgn="base" hangingPunct="0">
              <a:spcBef>
                <a:spcPct val="0"/>
              </a:spcBef>
              <a:spcAft>
                <a:spcPct val="0"/>
              </a:spcAft>
              <a:defRPr kumimoji="1" sz="800" b="1">
                <a:solidFill>
                  <a:schemeClr val="tx1"/>
                </a:solidFill>
                <a:latin typeface="宋体" charset="-122"/>
                <a:ea typeface="宋体" charset="-122"/>
              </a:defRPr>
            </a:lvl8pPr>
            <a:lvl9pPr marL="3886200" indent="-22860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r>
              <a:rPr lang="en-US" altLang="zh-CN" sz="2800" dirty="0">
                <a:latin typeface="Times New Roman" pitchFamily="18" charset="0"/>
              </a:rPr>
              <a:t>2</a:t>
            </a:r>
            <a:r>
              <a:rPr lang="zh-CN" altLang="en-US" sz="2800" dirty="0">
                <a:latin typeface="Times New Roman" pitchFamily="18" charset="0"/>
              </a:rPr>
              <a:t>.</a:t>
            </a:r>
            <a:r>
              <a:rPr lang="en-US" altLang="zh-CN" sz="2800" dirty="0">
                <a:latin typeface="Times New Roman" pitchFamily="18" charset="0"/>
              </a:rPr>
              <a:t>5.2</a:t>
            </a:r>
            <a:r>
              <a:rPr lang="zh-CN" altLang="en-US" sz="2800" dirty="0">
                <a:latin typeface="Times New Roman" pitchFamily="18" charset="0"/>
              </a:rPr>
              <a:t> 控制指令</a:t>
            </a:r>
          </a:p>
        </p:txBody>
      </p:sp>
      <p:sp>
        <p:nvSpPr>
          <p:cNvPr id="44" name="Text Box 7"/>
          <p:cNvSpPr txBox="1">
            <a:spLocks noChangeArrowheads="1"/>
          </p:cNvSpPr>
          <p:nvPr/>
        </p:nvSpPr>
        <p:spPr bwMode="auto">
          <a:xfrm>
            <a:off x="1818568" y="3654464"/>
            <a:ext cx="387798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800" b="1">
                <a:solidFill>
                  <a:schemeClr val="tx1"/>
                </a:solidFill>
                <a:latin typeface="宋体" charset="-122"/>
                <a:ea typeface="宋体" charset="-122"/>
              </a:defRPr>
            </a:lvl1pPr>
            <a:lvl2pPr marL="742950" indent="-285750" eaLnBrk="0" hangingPunct="0">
              <a:defRPr kumimoji="1" sz="800" b="1">
                <a:solidFill>
                  <a:schemeClr val="tx1"/>
                </a:solidFill>
                <a:latin typeface="宋体" charset="-122"/>
                <a:ea typeface="宋体" charset="-122"/>
              </a:defRPr>
            </a:lvl2pPr>
            <a:lvl3pPr marL="1143000" indent="-228600" eaLnBrk="0" hangingPunct="0">
              <a:defRPr kumimoji="1" sz="800" b="1">
                <a:solidFill>
                  <a:schemeClr val="tx1"/>
                </a:solidFill>
                <a:latin typeface="宋体" charset="-122"/>
                <a:ea typeface="宋体" charset="-122"/>
              </a:defRPr>
            </a:lvl3pPr>
            <a:lvl4pPr marL="1600200" indent="-228600" eaLnBrk="0" hangingPunct="0">
              <a:defRPr kumimoji="1" sz="800" b="1">
                <a:solidFill>
                  <a:schemeClr val="tx1"/>
                </a:solidFill>
                <a:latin typeface="宋体" charset="-122"/>
                <a:ea typeface="宋体" charset="-122"/>
              </a:defRPr>
            </a:lvl4pPr>
            <a:lvl5pPr marL="2057400" indent="-228600" eaLnBrk="0" hangingPunct="0">
              <a:defRPr kumimoji="1" sz="800" b="1">
                <a:solidFill>
                  <a:schemeClr val="tx1"/>
                </a:solidFill>
                <a:latin typeface="宋体" charset="-122"/>
                <a:ea typeface="宋体" charset="-122"/>
              </a:defRPr>
            </a:lvl5pPr>
            <a:lvl6pPr marL="2514600" indent="-228600" eaLnBrk="0" fontAlgn="base" hangingPunct="0">
              <a:spcBef>
                <a:spcPct val="0"/>
              </a:spcBef>
              <a:spcAft>
                <a:spcPct val="0"/>
              </a:spcAft>
              <a:defRPr kumimoji="1" sz="800" b="1">
                <a:solidFill>
                  <a:schemeClr val="tx1"/>
                </a:solidFill>
                <a:latin typeface="宋体" charset="-122"/>
                <a:ea typeface="宋体" charset="-122"/>
              </a:defRPr>
            </a:lvl6pPr>
            <a:lvl7pPr marL="2971800" indent="-228600" eaLnBrk="0" fontAlgn="base" hangingPunct="0">
              <a:spcBef>
                <a:spcPct val="0"/>
              </a:spcBef>
              <a:spcAft>
                <a:spcPct val="0"/>
              </a:spcAft>
              <a:defRPr kumimoji="1" sz="800" b="1">
                <a:solidFill>
                  <a:schemeClr val="tx1"/>
                </a:solidFill>
                <a:latin typeface="宋体" charset="-122"/>
                <a:ea typeface="宋体" charset="-122"/>
              </a:defRPr>
            </a:lvl7pPr>
            <a:lvl8pPr marL="3429000" indent="-228600" eaLnBrk="0" fontAlgn="base" hangingPunct="0">
              <a:spcBef>
                <a:spcPct val="0"/>
              </a:spcBef>
              <a:spcAft>
                <a:spcPct val="0"/>
              </a:spcAft>
              <a:defRPr kumimoji="1" sz="800" b="1">
                <a:solidFill>
                  <a:schemeClr val="tx1"/>
                </a:solidFill>
                <a:latin typeface="宋体" charset="-122"/>
                <a:ea typeface="宋体" charset="-122"/>
              </a:defRPr>
            </a:lvl8pPr>
            <a:lvl9pPr marL="3886200" indent="-228600" eaLnBrk="0" fontAlgn="base" hangingPunct="0">
              <a:spcBef>
                <a:spcPct val="0"/>
              </a:spcBef>
              <a:spcAft>
                <a:spcPct val="0"/>
              </a:spcAft>
              <a:defRPr kumimoji="1" sz="800" b="1">
                <a:solidFill>
                  <a:schemeClr val="tx1"/>
                </a:solidFill>
                <a:latin typeface="宋体" charset="-122"/>
                <a:ea typeface="宋体" charset="-122"/>
              </a:defRPr>
            </a:lvl9pPr>
          </a:lstStyle>
          <a:p>
            <a:pPr eaLnBrk="1" hangingPunct="1"/>
            <a:r>
              <a:rPr lang="en-US" altLang="zh-CN" sz="2800" u="sng" dirty="0">
                <a:latin typeface="Times New Roman" pitchFamily="18" charset="0"/>
              </a:rPr>
              <a:t>2</a:t>
            </a:r>
            <a:r>
              <a:rPr lang="zh-CN" altLang="en-US" sz="2800" u="sng" dirty="0">
                <a:latin typeface="Times New Roman" pitchFamily="18" charset="0"/>
              </a:rPr>
              <a:t>.</a:t>
            </a:r>
            <a:r>
              <a:rPr lang="en-US" altLang="zh-CN" sz="2800" u="sng" dirty="0">
                <a:latin typeface="Times New Roman" pitchFamily="18" charset="0"/>
              </a:rPr>
              <a:t>5.3</a:t>
            </a:r>
            <a:r>
              <a:rPr lang="zh-CN" altLang="en-US" sz="2800" u="sng" dirty="0">
                <a:latin typeface="Times New Roman" pitchFamily="18" charset="0"/>
              </a:rPr>
              <a:t> 指令操作码的优化</a:t>
            </a:r>
          </a:p>
        </p:txBody>
      </p:sp>
      <p:sp>
        <p:nvSpPr>
          <p:cNvPr id="2" name="日期占位符 1">
            <a:extLst>
              <a:ext uri="{FF2B5EF4-FFF2-40B4-BE49-F238E27FC236}">
                <a16:creationId xmlns:a16="http://schemas.microsoft.com/office/drawing/2014/main" id="{331ED0BE-8EA9-BA1B-9933-E6312D9C8EFB}"/>
              </a:ext>
            </a:extLst>
          </p:cNvPr>
          <p:cNvSpPr>
            <a:spLocks noGrp="1"/>
          </p:cNvSpPr>
          <p:nvPr>
            <p:ph type="dt" sz="half" idx="10"/>
          </p:nvPr>
        </p:nvSpPr>
        <p:spPr/>
        <p:txBody>
          <a:bodyPr/>
          <a:lstStyle/>
          <a:p>
            <a:pPr>
              <a:defRPr/>
            </a:pPr>
            <a:fld id="{D1363B59-30FE-41CF-9AFD-86D310D746C9}" type="datetime1">
              <a:rPr lang="zh-CN" altLang="en-US" smtClean="0"/>
              <a:t>2025/9/18</a:t>
            </a:fld>
            <a:endParaRPr lang="en-US" altLang="zh-CN"/>
          </a:p>
        </p:txBody>
      </p:sp>
      <p:sp>
        <p:nvSpPr>
          <p:cNvPr id="3" name="页脚占位符 2">
            <a:extLst>
              <a:ext uri="{FF2B5EF4-FFF2-40B4-BE49-F238E27FC236}">
                <a16:creationId xmlns:a16="http://schemas.microsoft.com/office/drawing/2014/main" id="{38B37A5F-F984-B947-9AA2-57FE4CCE911B}"/>
              </a:ext>
            </a:extLst>
          </p:cNvPr>
          <p:cNvSpPr>
            <a:spLocks noGrp="1"/>
          </p:cNvSpPr>
          <p:nvPr>
            <p:ph type="ftr" sz="quarter" idx="11"/>
          </p:nvPr>
        </p:nvSpPr>
        <p:spPr/>
        <p:txBody>
          <a:body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4" name="灯片编号占位符 3">
            <a:extLst>
              <a:ext uri="{FF2B5EF4-FFF2-40B4-BE49-F238E27FC236}">
                <a16:creationId xmlns:a16="http://schemas.microsoft.com/office/drawing/2014/main" id="{A29D09E8-2028-3B17-455D-EC5C2864B48A}"/>
              </a:ext>
            </a:extLst>
          </p:cNvPr>
          <p:cNvSpPr>
            <a:spLocks noGrp="1"/>
          </p:cNvSpPr>
          <p:nvPr>
            <p:ph type="sldNum" sz="quarter" idx="12"/>
          </p:nvPr>
        </p:nvSpPr>
        <p:spPr/>
        <p:txBody>
          <a:bodyPr/>
          <a:lstStyle/>
          <a:p>
            <a:pPr>
              <a:defRPr/>
            </a:pPr>
            <a:fld id="{8BCAC33D-D29A-48B3-BCD6-381D3D720D26}" type="slidenum">
              <a:rPr lang="zh-CN" altLang="en-US" smtClean="0"/>
              <a:t>52</a:t>
            </a:fld>
            <a:endParaRPr lang="en-US" altLang="zh-CN"/>
          </a:p>
        </p:txBody>
      </p:sp>
    </p:spTree>
    <p:extLst>
      <p:ext uri="{BB962C8B-B14F-4D97-AF65-F5344CB8AC3E}">
        <p14:creationId xmlns:p14="http://schemas.microsoft.com/office/powerpoint/2010/main" val="592306103"/>
      </p:ext>
    </p:extLst>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457200" y="115888"/>
            <a:ext cx="8229600" cy="1143000"/>
          </a:xfrm>
        </p:spPr>
        <p:txBody>
          <a:bodyPr/>
          <a:lstStyle/>
          <a:p>
            <a:pPr eaLnBrk="1" hangingPunct="1"/>
            <a:r>
              <a:rPr lang="en-US" altLang="zh-CN" sz="3600" b="1" dirty="0">
                <a:latin typeface="黑体" pitchFamily="49" charset="-122"/>
              </a:rPr>
              <a:t>2.5.3</a:t>
            </a:r>
            <a:r>
              <a:rPr lang="en-US" altLang="zh-CN" sz="3600" b="1" dirty="0"/>
              <a:t>  </a:t>
            </a:r>
            <a:r>
              <a:rPr lang="zh-CN" altLang="en-US" sz="3600" b="1" dirty="0"/>
              <a:t>指令操作码的优化</a:t>
            </a:r>
          </a:p>
        </p:txBody>
      </p:sp>
      <p:sp>
        <p:nvSpPr>
          <p:cNvPr id="5" name="Rectangle 5" descr="Rectangle: Click to edit Master text styles&#10;Second level&#10;Third level&#10;Fourth level&#10;Fifth level"/>
          <p:cNvSpPr txBox="1">
            <a:spLocks noChangeArrowheads="1"/>
          </p:cNvSpPr>
          <p:nvPr/>
        </p:nvSpPr>
        <p:spPr bwMode="auto">
          <a:xfrm>
            <a:off x="467544" y="1484784"/>
            <a:ext cx="7773988" cy="374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1085850" lvl="1" indent="-457200" eaLnBrk="1" hangingPunct="1"/>
            <a:r>
              <a:rPr lang="zh-CN" altLang="en-US" dirty="0"/>
              <a:t>指令由两部分组成：</a:t>
            </a:r>
            <a:r>
              <a:rPr lang="zh-CN" altLang="en-US" dirty="0">
                <a:solidFill>
                  <a:srgbClr val="FF0000"/>
                </a:solidFill>
              </a:rPr>
              <a:t>操作码、地址码</a:t>
            </a:r>
          </a:p>
          <a:p>
            <a:pPr marL="1085850" lvl="1" indent="-457200" eaLnBrk="1" hangingPunct="1"/>
            <a:r>
              <a:rPr lang="zh-CN" altLang="en-US" dirty="0"/>
              <a:t>指令格式的设计</a:t>
            </a:r>
          </a:p>
          <a:p>
            <a:pPr lvl="2" eaLnBrk="1" hangingPunct="1">
              <a:buFont typeface="Wingdings" pitchFamily="2" charset="2"/>
              <a:buNone/>
            </a:pPr>
            <a:r>
              <a:rPr lang="zh-CN" altLang="en-US" dirty="0"/>
              <a:t>       确定指令字的编码方式，包括操作码字段和地</a:t>
            </a:r>
          </a:p>
          <a:p>
            <a:pPr lvl="2" eaLnBrk="1" hangingPunct="1">
              <a:buFont typeface="Wingdings" pitchFamily="2" charset="2"/>
              <a:buNone/>
            </a:pPr>
            <a:r>
              <a:rPr lang="zh-CN" altLang="en-US" dirty="0"/>
              <a:t>址码字段的编码和表示方式。</a:t>
            </a:r>
          </a:p>
          <a:p>
            <a:pPr marL="1085850" lvl="1" indent="-457200" eaLnBrk="1" hangingPunct="1"/>
            <a:r>
              <a:rPr lang="zh-CN" altLang="en-US" dirty="0">
                <a:solidFill>
                  <a:srgbClr val="FF0000"/>
                </a:solidFill>
              </a:rPr>
              <a:t>指令格式的优化：</a:t>
            </a:r>
            <a:r>
              <a:rPr lang="zh-CN" altLang="en-US" dirty="0"/>
              <a:t>如何用最短的位数来表示指令的操作信息和地址信息。 </a:t>
            </a:r>
          </a:p>
        </p:txBody>
      </p:sp>
      <p:sp>
        <p:nvSpPr>
          <p:cNvPr id="2" name="日期占位符 1">
            <a:extLst>
              <a:ext uri="{FF2B5EF4-FFF2-40B4-BE49-F238E27FC236}">
                <a16:creationId xmlns:a16="http://schemas.microsoft.com/office/drawing/2014/main" id="{02C49C91-3E62-4B32-C151-7DF999E9EA33}"/>
              </a:ext>
            </a:extLst>
          </p:cNvPr>
          <p:cNvSpPr>
            <a:spLocks noGrp="1"/>
          </p:cNvSpPr>
          <p:nvPr>
            <p:ph type="dt" sz="half" idx="10"/>
          </p:nvPr>
        </p:nvSpPr>
        <p:spPr/>
        <p:txBody>
          <a:bodyPr/>
          <a:lstStyle/>
          <a:p>
            <a:pPr>
              <a:defRPr/>
            </a:pPr>
            <a:fld id="{8A8D3AE2-1084-4832-83A5-9F821BD6A712}" type="datetime1">
              <a:rPr lang="zh-CN" altLang="en-US" smtClean="0"/>
              <a:t>2025/9/18</a:t>
            </a:fld>
            <a:endParaRPr lang="en-US" altLang="zh-CN"/>
          </a:p>
        </p:txBody>
      </p:sp>
      <p:sp>
        <p:nvSpPr>
          <p:cNvPr id="3" name="页脚占位符 2">
            <a:extLst>
              <a:ext uri="{FF2B5EF4-FFF2-40B4-BE49-F238E27FC236}">
                <a16:creationId xmlns:a16="http://schemas.microsoft.com/office/drawing/2014/main" id="{71799DCE-C3FD-9E61-7FC4-1B3D687BBEF7}"/>
              </a:ext>
            </a:extLst>
          </p:cNvPr>
          <p:cNvSpPr>
            <a:spLocks noGrp="1"/>
          </p:cNvSpPr>
          <p:nvPr>
            <p:ph type="ftr" sz="quarter" idx="11"/>
          </p:nvPr>
        </p:nvSpPr>
        <p:spPr/>
        <p:txBody>
          <a:body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4" name="灯片编号占位符 3">
            <a:extLst>
              <a:ext uri="{FF2B5EF4-FFF2-40B4-BE49-F238E27FC236}">
                <a16:creationId xmlns:a16="http://schemas.microsoft.com/office/drawing/2014/main" id="{3EBD85E2-26DD-03AD-A53D-D1F13AB967B6}"/>
              </a:ext>
            </a:extLst>
          </p:cNvPr>
          <p:cNvSpPr>
            <a:spLocks noGrp="1"/>
          </p:cNvSpPr>
          <p:nvPr>
            <p:ph type="sldNum" sz="quarter" idx="12"/>
          </p:nvPr>
        </p:nvSpPr>
        <p:spPr/>
        <p:txBody>
          <a:bodyPr/>
          <a:lstStyle/>
          <a:p>
            <a:pPr>
              <a:defRPr/>
            </a:pPr>
            <a:fld id="{8BCAC33D-D29A-48B3-BCD6-381D3D720D26}" type="slidenum">
              <a:rPr lang="zh-CN" altLang="en-US" smtClean="0"/>
              <a:t>53</a:t>
            </a:fld>
            <a:endParaRPr lang="en-US" altLang="zh-CN"/>
          </a:p>
        </p:txBody>
      </p:sp>
    </p:spTree>
    <p:extLst>
      <p:ext uri="{BB962C8B-B14F-4D97-AF65-F5344CB8AC3E}">
        <p14:creationId xmlns:p14="http://schemas.microsoft.com/office/powerpoint/2010/main" val="4100658241"/>
      </p:ext>
    </p:extLst>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457200" y="115888"/>
            <a:ext cx="8229600" cy="1143000"/>
          </a:xfrm>
        </p:spPr>
        <p:txBody>
          <a:bodyPr/>
          <a:lstStyle/>
          <a:p>
            <a:pPr eaLnBrk="1" hangingPunct="1"/>
            <a:r>
              <a:rPr lang="en-US" altLang="zh-CN" sz="3600" b="1" dirty="0">
                <a:latin typeface="黑体" pitchFamily="49" charset="-122"/>
              </a:rPr>
              <a:t>2.5.3</a:t>
            </a:r>
            <a:r>
              <a:rPr lang="en-US" altLang="zh-CN" sz="3600" b="1" dirty="0"/>
              <a:t>  </a:t>
            </a:r>
            <a:r>
              <a:rPr lang="zh-CN" altLang="en-US" sz="3600" b="1" dirty="0"/>
              <a:t>指令操作码的优化</a:t>
            </a:r>
          </a:p>
        </p:txBody>
      </p:sp>
      <p:sp>
        <p:nvSpPr>
          <p:cNvPr id="4" name="Rectangle 3" descr="Rectangle: Click to edit Master text styles&#10;Second level&#10;Third level&#10;Fourth level&#10;Fifth level"/>
          <p:cNvSpPr txBox="1">
            <a:spLocks noChangeArrowheads="1"/>
          </p:cNvSpPr>
          <p:nvPr/>
        </p:nvSpPr>
        <p:spPr bwMode="auto">
          <a:xfrm>
            <a:off x="685800" y="1219200"/>
            <a:ext cx="77724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eaLnBrk="1" hangingPunct="1">
              <a:buNone/>
            </a:pPr>
            <a:r>
              <a:rPr lang="en-US" altLang="zh-CN" sz="2800" dirty="0"/>
              <a:t>1. </a:t>
            </a:r>
            <a:r>
              <a:rPr lang="zh-CN" altLang="en-US" sz="2800" dirty="0"/>
              <a:t>等长扩展码</a:t>
            </a:r>
          </a:p>
          <a:p>
            <a:pPr marL="1085850" lvl="1" indent="-457200" eaLnBrk="1" hangingPunct="1"/>
            <a:r>
              <a:rPr lang="zh-CN" altLang="en-US" dirty="0"/>
              <a:t>为了便于分级译码，一般都采用</a:t>
            </a:r>
            <a:r>
              <a:rPr lang="zh-CN" altLang="en-US" dirty="0">
                <a:solidFill>
                  <a:srgbClr val="FF0000"/>
                </a:solidFill>
              </a:rPr>
              <a:t>等长扩展码</a:t>
            </a:r>
            <a:r>
              <a:rPr lang="zh-CN" altLang="en-US" dirty="0"/>
              <a:t>。（在早期的计算机上）</a:t>
            </a:r>
          </a:p>
          <a:p>
            <a:pPr marL="457200" indent="-457200" eaLnBrk="1" hangingPunct="1">
              <a:buFont typeface="Wingdings" pitchFamily="2" charset="2"/>
              <a:buNone/>
            </a:pPr>
            <a:r>
              <a:rPr lang="zh-CN" altLang="en-US" sz="2000" b="1" dirty="0">
                <a:latin typeface="Times New Roman" pitchFamily="18" charset="0"/>
                <a:ea typeface="宋体" pitchFamily="2" charset="-122"/>
              </a:rPr>
              <a:t>         例如：</a:t>
            </a:r>
            <a:r>
              <a:rPr lang="en-US" altLang="zh-CN" sz="2000" b="1" dirty="0">
                <a:solidFill>
                  <a:srgbClr val="9933FF"/>
                </a:solidFill>
                <a:latin typeface="Times New Roman" pitchFamily="18" charset="0"/>
                <a:ea typeface="宋体" pitchFamily="2" charset="-122"/>
              </a:rPr>
              <a:t>15/15/15</a:t>
            </a:r>
            <a:r>
              <a:rPr lang="zh-CN" altLang="en-US" sz="2000" b="1" dirty="0">
                <a:solidFill>
                  <a:srgbClr val="000000"/>
                </a:solidFill>
                <a:latin typeface="Times New Roman" pitchFamily="18" charset="0"/>
                <a:ea typeface="宋体" pitchFamily="2" charset="-122"/>
              </a:rPr>
              <a:t>法和</a:t>
            </a:r>
            <a:r>
              <a:rPr lang="en-US" altLang="zh-CN" sz="2000" b="1" dirty="0">
                <a:solidFill>
                  <a:srgbClr val="9933FF"/>
                </a:solidFill>
                <a:latin typeface="Times New Roman" pitchFamily="18" charset="0"/>
                <a:ea typeface="宋体" pitchFamily="2" charset="-122"/>
              </a:rPr>
              <a:t>8/64/512</a:t>
            </a:r>
            <a:r>
              <a:rPr lang="zh-CN" altLang="en-US" sz="2000" b="1" dirty="0">
                <a:solidFill>
                  <a:srgbClr val="000000"/>
                </a:solidFill>
                <a:latin typeface="Times New Roman" pitchFamily="18" charset="0"/>
                <a:ea typeface="宋体" pitchFamily="2" charset="-122"/>
              </a:rPr>
              <a:t>法</a:t>
            </a:r>
          </a:p>
          <a:p>
            <a:pPr lvl="2" eaLnBrk="1" hangingPunct="1">
              <a:lnSpc>
                <a:spcPct val="150000"/>
              </a:lnSpc>
            </a:pPr>
            <a:r>
              <a:rPr lang="zh-CN" altLang="en-US" dirty="0">
                <a:latin typeface="Times New Roman" pitchFamily="18" charset="0"/>
              </a:rPr>
              <a:t>选用哪种编码法取决于指令使用频度</a:t>
            </a:r>
            <a:r>
              <a:rPr lang="en-US" altLang="zh-CN" dirty="0">
                <a:solidFill>
                  <a:srgbClr val="9933FF"/>
                </a:solidFill>
                <a:latin typeface="Times New Roman" pitchFamily="18" charset="0"/>
              </a:rPr>
              <a:t>p</a:t>
            </a:r>
            <a:r>
              <a:rPr lang="en-US" altLang="zh-CN" baseline="-25000" dirty="0">
                <a:solidFill>
                  <a:srgbClr val="9933FF"/>
                </a:solidFill>
                <a:latin typeface="Times New Roman" pitchFamily="18" charset="0"/>
              </a:rPr>
              <a:t>i</a:t>
            </a:r>
            <a:r>
              <a:rPr lang="zh-CN" altLang="en-US" dirty="0">
                <a:latin typeface="Times New Roman" pitchFamily="18" charset="0"/>
              </a:rPr>
              <a:t>的分布。若在头</a:t>
            </a:r>
            <a:r>
              <a:rPr lang="en-US" altLang="zh-CN" dirty="0">
                <a:solidFill>
                  <a:srgbClr val="9933FF"/>
                </a:solidFill>
                <a:latin typeface="Times New Roman" pitchFamily="18" charset="0"/>
              </a:rPr>
              <a:t>15</a:t>
            </a:r>
            <a:r>
              <a:rPr lang="zh-CN" altLang="en-US" dirty="0">
                <a:solidFill>
                  <a:srgbClr val="9933FF"/>
                </a:solidFill>
                <a:latin typeface="Times New Roman" pitchFamily="18" charset="0"/>
              </a:rPr>
              <a:t>种</a:t>
            </a:r>
            <a:r>
              <a:rPr lang="zh-CN" altLang="en-US" dirty="0">
                <a:latin typeface="Times New Roman" pitchFamily="18" charset="0"/>
              </a:rPr>
              <a:t>指令中</a:t>
            </a:r>
            <a:r>
              <a:rPr lang="en-US" altLang="zh-CN" dirty="0">
                <a:solidFill>
                  <a:srgbClr val="9933FF"/>
                </a:solidFill>
                <a:latin typeface="Times New Roman" pitchFamily="18" charset="0"/>
              </a:rPr>
              <a:t>p</a:t>
            </a:r>
            <a:r>
              <a:rPr lang="en-US" altLang="zh-CN" baseline="-25000" dirty="0">
                <a:solidFill>
                  <a:srgbClr val="9933FF"/>
                </a:solidFill>
                <a:latin typeface="Times New Roman" pitchFamily="18" charset="0"/>
              </a:rPr>
              <a:t>i </a:t>
            </a:r>
            <a:r>
              <a:rPr lang="zh-CN" altLang="en-US" dirty="0">
                <a:latin typeface="Times New Roman" pitchFamily="18" charset="0"/>
              </a:rPr>
              <a:t>的值都比较大，但在后</a:t>
            </a:r>
            <a:r>
              <a:rPr lang="en-US" altLang="zh-CN" dirty="0">
                <a:solidFill>
                  <a:srgbClr val="9933FF"/>
                </a:solidFill>
                <a:latin typeface="Times New Roman" pitchFamily="18" charset="0"/>
              </a:rPr>
              <a:t>30</a:t>
            </a:r>
            <a:r>
              <a:rPr lang="zh-CN" altLang="en-US" dirty="0">
                <a:solidFill>
                  <a:srgbClr val="9933FF"/>
                </a:solidFill>
                <a:latin typeface="Times New Roman" pitchFamily="18" charset="0"/>
              </a:rPr>
              <a:t>种</a:t>
            </a:r>
            <a:r>
              <a:rPr lang="zh-CN" altLang="en-US" dirty="0">
                <a:latin typeface="Times New Roman" pitchFamily="18" charset="0"/>
              </a:rPr>
              <a:t>指令后急剧减少，则应选择</a:t>
            </a:r>
            <a:r>
              <a:rPr lang="en-US" altLang="zh-CN" dirty="0">
                <a:latin typeface="Times New Roman" pitchFamily="18" charset="0"/>
              </a:rPr>
              <a:t>15/15/15</a:t>
            </a:r>
            <a:r>
              <a:rPr lang="zh-CN" altLang="en-US" dirty="0">
                <a:latin typeface="Times New Roman" pitchFamily="18" charset="0"/>
              </a:rPr>
              <a:t>法；若</a:t>
            </a:r>
            <a:r>
              <a:rPr lang="en-US" altLang="zh-CN" dirty="0">
                <a:solidFill>
                  <a:srgbClr val="9933FF"/>
                </a:solidFill>
                <a:latin typeface="Times New Roman" pitchFamily="18" charset="0"/>
              </a:rPr>
              <a:t>p</a:t>
            </a:r>
            <a:r>
              <a:rPr lang="en-US" altLang="zh-CN" baseline="-25000" dirty="0">
                <a:solidFill>
                  <a:srgbClr val="9933FF"/>
                </a:solidFill>
                <a:latin typeface="Times New Roman" pitchFamily="18" charset="0"/>
              </a:rPr>
              <a:t>i</a:t>
            </a:r>
            <a:r>
              <a:rPr lang="en-US" altLang="zh-CN" dirty="0">
                <a:solidFill>
                  <a:srgbClr val="9933FF"/>
                </a:solidFill>
                <a:latin typeface="Times New Roman" pitchFamily="18" charset="0"/>
              </a:rPr>
              <a:t> </a:t>
            </a:r>
            <a:r>
              <a:rPr lang="zh-CN" altLang="en-US" dirty="0">
                <a:latin typeface="Times New Roman" pitchFamily="18" charset="0"/>
              </a:rPr>
              <a:t>的值在头</a:t>
            </a:r>
            <a:r>
              <a:rPr lang="en-US" altLang="zh-CN" dirty="0">
                <a:solidFill>
                  <a:srgbClr val="9933FF"/>
                </a:solidFill>
                <a:latin typeface="Times New Roman" pitchFamily="18" charset="0"/>
              </a:rPr>
              <a:t>8</a:t>
            </a:r>
            <a:r>
              <a:rPr lang="zh-CN" altLang="en-US" dirty="0">
                <a:solidFill>
                  <a:srgbClr val="9933FF"/>
                </a:solidFill>
                <a:latin typeface="Times New Roman" pitchFamily="18" charset="0"/>
              </a:rPr>
              <a:t>种</a:t>
            </a:r>
            <a:r>
              <a:rPr lang="zh-CN" altLang="en-US" dirty="0">
                <a:latin typeface="Times New Roman" pitchFamily="18" charset="0"/>
              </a:rPr>
              <a:t>指令中较大，之后的</a:t>
            </a:r>
            <a:r>
              <a:rPr lang="en-US" altLang="zh-CN" dirty="0">
                <a:solidFill>
                  <a:srgbClr val="9933FF"/>
                </a:solidFill>
                <a:latin typeface="Times New Roman" pitchFamily="18" charset="0"/>
              </a:rPr>
              <a:t>64</a:t>
            </a:r>
            <a:r>
              <a:rPr lang="zh-CN" altLang="en-US" dirty="0">
                <a:solidFill>
                  <a:srgbClr val="9933FF"/>
                </a:solidFill>
                <a:latin typeface="Times New Roman" pitchFamily="18" charset="0"/>
              </a:rPr>
              <a:t>种</a:t>
            </a:r>
            <a:r>
              <a:rPr lang="zh-CN" altLang="en-US" dirty="0">
                <a:latin typeface="Times New Roman" pitchFamily="18" charset="0"/>
              </a:rPr>
              <a:t>指令的</a:t>
            </a:r>
            <a:r>
              <a:rPr lang="en-US" altLang="zh-CN" dirty="0">
                <a:solidFill>
                  <a:srgbClr val="9933FF"/>
                </a:solidFill>
                <a:latin typeface="Times New Roman" pitchFamily="18" charset="0"/>
              </a:rPr>
              <a:t>p</a:t>
            </a:r>
            <a:r>
              <a:rPr lang="en-US" altLang="zh-CN" baseline="-25000" dirty="0">
                <a:solidFill>
                  <a:srgbClr val="9933FF"/>
                </a:solidFill>
                <a:latin typeface="Times New Roman" pitchFamily="18" charset="0"/>
              </a:rPr>
              <a:t>i</a:t>
            </a:r>
            <a:r>
              <a:rPr lang="zh-CN" altLang="en-US" dirty="0">
                <a:latin typeface="Times New Roman" pitchFamily="18" charset="0"/>
              </a:rPr>
              <a:t>值也不太低，则应选择</a:t>
            </a:r>
            <a:r>
              <a:rPr lang="en-US" altLang="zh-CN" dirty="0">
                <a:latin typeface="Times New Roman" pitchFamily="18" charset="0"/>
              </a:rPr>
              <a:t>8/64/512</a:t>
            </a:r>
            <a:r>
              <a:rPr lang="zh-CN" altLang="en-US" dirty="0">
                <a:latin typeface="Times New Roman" pitchFamily="18" charset="0"/>
              </a:rPr>
              <a:t>法。</a:t>
            </a:r>
          </a:p>
          <a:p>
            <a:pPr lvl="2" eaLnBrk="1" hangingPunct="1"/>
            <a:r>
              <a:rPr lang="zh-CN" altLang="en-US" dirty="0">
                <a:solidFill>
                  <a:srgbClr val="FF0000"/>
                </a:solidFill>
                <a:latin typeface="Times New Roman" pitchFamily="18" charset="0"/>
              </a:rPr>
              <a:t>衡量标准</a:t>
            </a:r>
            <a:r>
              <a:rPr lang="zh-CN" altLang="en-US" dirty="0">
                <a:solidFill>
                  <a:srgbClr val="D60093"/>
                </a:solidFill>
                <a:latin typeface="Times New Roman" pitchFamily="18" charset="0"/>
              </a:rPr>
              <a:t>：</a:t>
            </a:r>
            <a:r>
              <a:rPr lang="zh-CN" altLang="en-US" dirty="0">
                <a:latin typeface="Times New Roman" pitchFamily="18" charset="0"/>
              </a:rPr>
              <a:t>看哪种编码法能使平均码长最短。 </a:t>
            </a:r>
          </a:p>
        </p:txBody>
      </p:sp>
      <p:sp>
        <p:nvSpPr>
          <p:cNvPr id="2" name="日期占位符 1">
            <a:extLst>
              <a:ext uri="{FF2B5EF4-FFF2-40B4-BE49-F238E27FC236}">
                <a16:creationId xmlns:a16="http://schemas.microsoft.com/office/drawing/2014/main" id="{764F6277-3425-37C4-4EFA-0E8469AAFE08}"/>
              </a:ext>
            </a:extLst>
          </p:cNvPr>
          <p:cNvSpPr>
            <a:spLocks noGrp="1"/>
          </p:cNvSpPr>
          <p:nvPr>
            <p:ph type="dt" sz="half" idx="10"/>
          </p:nvPr>
        </p:nvSpPr>
        <p:spPr/>
        <p:txBody>
          <a:bodyPr/>
          <a:lstStyle/>
          <a:p>
            <a:pPr>
              <a:defRPr/>
            </a:pPr>
            <a:fld id="{E612A992-805D-4AA7-9E05-804F367D8FD0}" type="datetime1">
              <a:rPr lang="zh-CN" altLang="en-US" smtClean="0"/>
              <a:t>2025/9/18</a:t>
            </a:fld>
            <a:endParaRPr lang="en-US" altLang="zh-CN"/>
          </a:p>
        </p:txBody>
      </p:sp>
      <p:sp>
        <p:nvSpPr>
          <p:cNvPr id="3" name="页脚占位符 2">
            <a:extLst>
              <a:ext uri="{FF2B5EF4-FFF2-40B4-BE49-F238E27FC236}">
                <a16:creationId xmlns:a16="http://schemas.microsoft.com/office/drawing/2014/main" id="{40843818-0C19-D061-3F52-B4719A469E13}"/>
              </a:ext>
            </a:extLst>
          </p:cNvPr>
          <p:cNvSpPr>
            <a:spLocks noGrp="1"/>
          </p:cNvSpPr>
          <p:nvPr>
            <p:ph type="ftr" sz="quarter" idx="11"/>
          </p:nvPr>
        </p:nvSpPr>
        <p:spPr/>
        <p:txBody>
          <a:body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5" name="灯片编号占位符 4">
            <a:extLst>
              <a:ext uri="{FF2B5EF4-FFF2-40B4-BE49-F238E27FC236}">
                <a16:creationId xmlns:a16="http://schemas.microsoft.com/office/drawing/2014/main" id="{99E82CE2-5E99-3521-82FF-9FE022C34D66}"/>
              </a:ext>
            </a:extLst>
          </p:cNvPr>
          <p:cNvSpPr>
            <a:spLocks noGrp="1"/>
          </p:cNvSpPr>
          <p:nvPr>
            <p:ph type="sldNum" sz="quarter" idx="12"/>
          </p:nvPr>
        </p:nvSpPr>
        <p:spPr/>
        <p:txBody>
          <a:bodyPr/>
          <a:lstStyle/>
          <a:p>
            <a:pPr>
              <a:defRPr/>
            </a:pPr>
            <a:fld id="{8BCAC33D-D29A-48B3-BCD6-381D3D720D26}" type="slidenum">
              <a:rPr lang="zh-CN" altLang="en-US" smtClean="0"/>
              <a:t>54</a:t>
            </a:fld>
            <a:endParaRPr lang="en-US" altLang="zh-CN"/>
          </a:p>
        </p:txBody>
      </p:sp>
    </p:spTree>
    <p:extLst>
      <p:ext uri="{BB962C8B-B14F-4D97-AF65-F5344CB8AC3E}">
        <p14:creationId xmlns:p14="http://schemas.microsoft.com/office/powerpoint/2010/main" val="4151429231"/>
      </p:ext>
    </p:extLst>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457200" y="115888"/>
            <a:ext cx="8229600" cy="1143000"/>
          </a:xfrm>
        </p:spPr>
        <p:txBody>
          <a:bodyPr/>
          <a:lstStyle/>
          <a:p>
            <a:pPr eaLnBrk="1" hangingPunct="1"/>
            <a:r>
              <a:rPr lang="en-US" altLang="zh-CN" sz="3600" b="1" dirty="0">
                <a:latin typeface="黑体" pitchFamily="49" charset="-122"/>
              </a:rPr>
              <a:t>2.5.3</a:t>
            </a:r>
            <a:r>
              <a:rPr lang="en-US" altLang="zh-CN" sz="3600" b="1" dirty="0"/>
              <a:t>  </a:t>
            </a:r>
            <a:r>
              <a:rPr lang="zh-CN" altLang="en-US" sz="3600" b="1" dirty="0"/>
              <a:t>指令操作码的优化</a:t>
            </a:r>
          </a:p>
        </p:txBody>
      </p:sp>
      <p:graphicFrame>
        <p:nvGraphicFramePr>
          <p:cNvPr id="2" name="对象 1"/>
          <p:cNvGraphicFramePr>
            <a:graphicFrameLocks noChangeAspect="1"/>
          </p:cNvGraphicFramePr>
          <p:nvPr>
            <p:extLst>
              <p:ext uri="{D42A27DB-BD31-4B8C-83A1-F6EECF244321}">
                <p14:modId xmlns:p14="http://schemas.microsoft.com/office/powerpoint/2010/main" val="3459684588"/>
              </p:ext>
            </p:extLst>
          </p:nvPr>
        </p:nvGraphicFramePr>
        <p:xfrm>
          <a:off x="1691680" y="1196975"/>
          <a:ext cx="5759450" cy="5008563"/>
        </p:xfrm>
        <a:graphic>
          <a:graphicData uri="http://schemas.openxmlformats.org/presentationml/2006/ole">
            <mc:AlternateContent xmlns:mc="http://schemas.openxmlformats.org/markup-compatibility/2006">
              <mc:Choice xmlns:v="urn:schemas-microsoft-com:vml" Requires="v">
                <p:oleObj name="图片" r:id="rId3" imgW="3169920" imgH="2755392" progId="Word.Picture.8">
                  <p:embed/>
                </p:oleObj>
              </mc:Choice>
              <mc:Fallback>
                <p:oleObj name="图片" r:id="rId3" imgW="3169920" imgH="2755392" progId="Word.Picture.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1680" y="1196975"/>
                        <a:ext cx="5759450" cy="5008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 name="日期占位符 2">
            <a:extLst>
              <a:ext uri="{FF2B5EF4-FFF2-40B4-BE49-F238E27FC236}">
                <a16:creationId xmlns:a16="http://schemas.microsoft.com/office/drawing/2014/main" id="{545497DA-4AE7-C8B3-F845-CAC31DF0513C}"/>
              </a:ext>
            </a:extLst>
          </p:cNvPr>
          <p:cNvSpPr>
            <a:spLocks noGrp="1"/>
          </p:cNvSpPr>
          <p:nvPr>
            <p:ph type="dt" sz="half" idx="10"/>
          </p:nvPr>
        </p:nvSpPr>
        <p:spPr/>
        <p:txBody>
          <a:bodyPr/>
          <a:lstStyle/>
          <a:p>
            <a:pPr>
              <a:defRPr/>
            </a:pPr>
            <a:fld id="{C6FE3007-6926-4150-B88E-24469D2A0911}" type="datetime1">
              <a:rPr lang="zh-CN" altLang="en-US" smtClean="0"/>
              <a:t>2025/9/18</a:t>
            </a:fld>
            <a:endParaRPr lang="en-US" altLang="zh-CN"/>
          </a:p>
        </p:txBody>
      </p:sp>
      <p:sp>
        <p:nvSpPr>
          <p:cNvPr id="4" name="页脚占位符 3">
            <a:extLst>
              <a:ext uri="{FF2B5EF4-FFF2-40B4-BE49-F238E27FC236}">
                <a16:creationId xmlns:a16="http://schemas.microsoft.com/office/drawing/2014/main" id="{8AD50B5E-C4E2-4F3B-42E7-9C934372A5B8}"/>
              </a:ext>
            </a:extLst>
          </p:cNvPr>
          <p:cNvSpPr>
            <a:spLocks noGrp="1"/>
          </p:cNvSpPr>
          <p:nvPr>
            <p:ph type="ftr" sz="quarter" idx="11"/>
          </p:nvPr>
        </p:nvSpPr>
        <p:spPr/>
        <p:txBody>
          <a:body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5" name="灯片编号占位符 4">
            <a:extLst>
              <a:ext uri="{FF2B5EF4-FFF2-40B4-BE49-F238E27FC236}">
                <a16:creationId xmlns:a16="http://schemas.microsoft.com/office/drawing/2014/main" id="{212EB197-1C17-4B1A-D10D-0A53104C7534}"/>
              </a:ext>
            </a:extLst>
          </p:cNvPr>
          <p:cNvSpPr>
            <a:spLocks noGrp="1"/>
          </p:cNvSpPr>
          <p:nvPr>
            <p:ph type="sldNum" sz="quarter" idx="12"/>
          </p:nvPr>
        </p:nvSpPr>
        <p:spPr/>
        <p:txBody>
          <a:bodyPr/>
          <a:lstStyle/>
          <a:p>
            <a:pPr>
              <a:defRPr/>
            </a:pPr>
            <a:fld id="{8BCAC33D-D29A-48B3-BCD6-381D3D720D26}" type="slidenum">
              <a:rPr lang="zh-CN" altLang="en-US" smtClean="0"/>
              <a:t>55</a:t>
            </a:fld>
            <a:endParaRPr lang="en-US" altLang="zh-CN"/>
          </a:p>
        </p:txBody>
      </p:sp>
    </p:spTree>
    <p:extLst>
      <p:ext uri="{BB962C8B-B14F-4D97-AF65-F5344CB8AC3E}">
        <p14:creationId xmlns:p14="http://schemas.microsoft.com/office/powerpoint/2010/main" val="1624892208"/>
      </p:ext>
    </p:extLst>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457200" y="115888"/>
            <a:ext cx="8229600" cy="1143000"/>
          </a:xfrm>
        </p:spPr>
        <p:txBody>
          <a:bodyPr/>
          <a:lstStyle/>
          <a:p>
            <a:pPr eaLnBrk="1" hangingPunct="1"/>
            <a:r>
              <a:rPr lang="en-US" altLang="zh-CN" sz="3600" b="1" dirty="0">
                <a:latin typeface="黑体" pitchFamily="49" charset="-122"/>
              </a:rPr>
              <a:t>2.5.3</a:t>
            </a:r>
            <a:r>
              <a:rPr lang="en-US" altLang="zh-CN" sz="3600" b="1" dirty="0"/>
              <a:t>  </a:t>
            </a:r>
            <a:r>
              <a:rPr lang="zh-CN" altLang="en-US" sz="3600" b="1" dirty="0"/>
              <a:t>指令操作码的优化</a:t>
            </a:r>
          </a:p>
        </p:txBody>
      </p:sp>
      <p:sp>
        <p:nvSpPr>
          <p:cNvPr id="4" name="Rectangle 3" descr="Rectangle: Click to edit Master text styles&#10;Second level&#10;Third level&#10;Fourth level&#10;Fifth level"/>
          <p:cNvSpPr txBox="1">
            <a:spLocks noChangeArrowheads="1"/>
          </p:cNvSpPr>
          <p:nvPr/>
        </p:nvSpPr>
        <p:spPr bwMode="auto">
          <a:xfrm>
            <a:off x="395536" y="1268760"/>
            <a:ext cx="8352928" cy="422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eaLnBrk="1" hangingPunct="1">
              <a:buNone/>
            </a:pPr>
            <a:r>
              <a:rPr lang="en-US" altLang="zh-CN" dirty="0"/>
              <a:t>2. </a:t>
            </a:r>
            <a:r>
              <a:rPr lang="zh-CN" altLang="en-US" dirty="0"/>
              <a:t>定长操作码</a:t>
            </a:r>
          </a:p>
          <a:p>
            <a:pPr marL="1085850" lvl="1" indent="-457200" eaLnBrk="1" hangingPunct="1">
              <a:lnSpc>
                <a:spcPct val="150000"/>
              </a:lnSpc>
            </a:pPr>
            <a:r>
              <a:rPr lang="zh-CN" altLang="en-US" dirty="0">
                <a:solidFill>
                  <a:srgbClr val="FF0000"/>
                </a:solidFill>
                <a:latin typeface="Times New Roman" pitchFamily="18" charset="0"/>
              </a:rPr>
              <a:t>固定长度的操作码</a:t>
            </a:r>
            <a:r>
              <a:rPr lang="zh-CN" altLang="en-US" dirty="0">
                <a:latin typeface="Times New Roman" pitchFamily="18" charset="0"/>
              </a:rPr>
              <a:t>：所有指令的操作码都是同一的长度（如</a:t>
            </a:r>
            <a:r>
              <a:rPr lang="en-US" altLang="zh-CN" dirty="0">
                <a:solidFill>
                  <a:srgbClr val="9933FF"/>
                </a:solidFill>
                <a:latin typeface="Times New Roman" pitchFamily="18" charset="0"/>
              </a:rPr>
              <a:t>8</a:t>
            </a:r>
            <a:r>
              <a:rPr lang="zh-CN" altLang="en-US" dirty="0">
                <a:latin typeface="Times New Roman" pitchFamily="18" charset="0"/>
              </a:rPr>
              <a:t>位）。</a:t>
            </a:r>
          </a:p>
          <a:p>
            <a:pPr lvl="2" eaLnBrk="1" hangingPunct="1">
              <a:buFont typeface="Wingdings" pitchFamily="2" charset="2"/>
              <a:buNone/>
            </a:pPr>
            <a:r>
              <a:rPr lang="zh-CN" altLang="en-US" dirty="0">
                <a:latin typeface="Times New Roman" pitchFamily="18" charset="0"/>
              </a:rPr>
              <a:t>    许多计算机都采用（特别是</a:t>
            </a:r>
            <a:r>
              <a:rPr lang="en-US" altLang="zh-CN" dirty="0">
                <a:solidFill>
                  <a:srgbClr val="9933FF"/>
                </a:solidFill>
                <a:latin typeface="Times New Roman" pitchFamily="18" charset="0"/>
              </a:rPr>
              <a:t>RISC</a:t>
            </a:r>
            <a:r>
              <a:rPr lang="zh-CN" altLang="en-US" dirty="0">
                <a:latin typeface="Times New Roman" pitchFamily="18" charset="0"/>
              </a:rPr>
              <a:t>结构的计算机）</a:t>
            </a:r>
          </a:p>
          <a:p>
            <a:pPr marL="1085850" lvl="1" indent="-457200" eaLnBrk="1" hangingPunct="1"/>
            <a:r>
              <a:rPr lang="zh-CN" altLang="en-US" dirty="0">
                <a:latin typeface="Times New Roman" pitchFamily="18" charset="0"/>
              </a:rPr>
              <a:t>保证操作码的译码速度、减少译码的复杂度。</a:t>
            </a:r>
          </a:p>
          <a:p>
            <a:pPr marL="1085850" lvl="1" indent="-457200" eaLnBrk="1" hangingPunct="1">
              <a:lnSpc>
                <a:spcPct val="150000"/>
              </a:lnSpc>
            </a:pPr>
            <a:r>
              <a:rPr lang="zh-CN" altLang="en-US" dirty="0">
                <a:latin typeface="Times New Roman" pitchFamily="18" charset="0"/>
              </a:rPr>
              <a:t>以程序的存储空间为代价来换取硬件实现上的好处。</a:t>
            </a:r>
          </a:p>
        </p:txBody>
      </p:sp>
      <p:sp>
        <p:nvSpPr>
          <p:cNvPr id="2" name="日期占位符 1">
            <a:extLst>
              <a:ext uri="{FF2B5EF4-FFF2-40B4-BE49-F238E27FC236}">
                <a16:creationId xmlns:a16="http://schemas.microsoft.com/office/drawing/2014/main" id="{3D3207CF-C227-BA3D-F2C2-78B2C34B6893}"/>
              </a:ext>
            </a:extLst>
          </p:cNvPr>
          <p:cNvSpPr>
            <a:spLocks noGrp="1"/>
          </p:cNvSpPr>
          <p:nvPr>
            <p:ph type="dt" sz="half" idx="10"/>
          </p:nvPr>
        </p:nvSpPr>
        <p:spPr/>
        <p:txBody>
          <a:bodyPr/>
          <a:lstStyle/>
          <a:p>
            <a:pPr>
              <a:defRPr/>
            </a:pPr>
            <a:fld id="{C56C7954-8E21-461D-A61E-C39A24AC5AF8}" type="datetime1">
              <a:rPr lang="zh-CN" altLang="en-US" smtClean="0"/>
              <a:t>2025/9/18</a:t>
            </a:fld>
            <a:endParaRPr lang="en-US" altLang="zh-CN"/>
          </a:p>
        </p:txBody>
      </p:sp>
      <p:sp>
        <p:nvSpPr>
          <p:cNvPr id="3" name="页脚占位符 2">
            <a:extLst>
              <a:ext uri="{FF2B5EF4-FFF2-40B4-BE49-F238E27FC236}">
                <a16:creationId xmlns:a16="http://schemas.microsoft.com/office/drawing/2014/main" id="{CC6530A0-DF22-9453-B1EC-CB3B1C9A0E57}"/>
              </a:ext>
            </a:extLst>
          </p:cNvPr>
          <p:cNvSpPr>
            <a:spLocks noGrp="1"/>
          </p:cNvSpPr>
          <p:nvPr>
            <p:ph type="ftr" sz="quarter" idx="11"/>
          </p:nvPr>
        </p:nvSpPr>
        <p:spPr/>
        <p:txBody>
          <a:bodyPr/>
          <a:lstStyle/>
          <a:p>
            <a:pPr>
              <a:defRPr/>
            </a:pPr>
            <a:r>
              <a:rPr lang="zh-CN" altLang="en-US"/>
              <a:t>计算机体系结构</a:t>
            </a:r>
            <a:r>
              <a:rPr lang="en-US" altLang="zh-CN"/>
              <a:t>-</a:t>
            </a:r>
            <a:r>
              <a:rPr lang="zh-CN" altLang="en-US"/>
              <a:t>第</a:t>
            </a:r>
            <a:r>
              <a:rPr lang="en-US" altLang="zh-CN"/>
              <a:t>5</a:t>
            </a:r>
            <a:r>
              <a:rPr lang="zh-CN" altLang="en-US"/>
              <a:t>讲 刘宏伟</a:t>
            </a:r>
            <a:endParaRPr lang="en-US" altLang="zh-CN"/>
          </a:p>
        </p:txBody>
      </p:sp>
      <p:sp>
        <p:nvSpPr>
          <p:cNvPr id="5" name="灯片编号占位符 4">
            <a:extLst>
              <a:ext uri="{FF2B5EF4-FFF2-40B4-BE49-F238E27FC236}">
                <a16:creationId xmlns:a16="http://schemas.microsoft.com/office/drawing/2014/main" id="{FA3F0054-E58D-F56E-30F3-86B10346488D}"/>
              </a:ext>
            </a:extLst>
          </p:cNvPr>
          <p:cNvSpPr>
            <a:spLocks noGrp="1"/>
          </p:cNvSpPr>
          <p:nvPr>
            <p:ph type="sldNum" sz="quarter" idx="12"/>
          </p:nvPr>
        </p:nvSpPr>
        <p:spPr/>
        <p:txBody>
          <a:bodyPr/>
          <a:lstStyle/>
          <a:p>
            <a:pPr>
              <a:defRPr/>
            </a:pPr>
            <a:fld id="{8BCAC33D-D29A-48B3-BCD6-381D3D720D26}" type="slidenum">
              <a:rPr lang="zh-CN" altLang="en-US" smtClean="0"/>
              <a:t>56</a:t>
            </a:fld>
            <a:endParaRPr lang="en-US" altLang="zh-CN"/>
          </a:p>
        </p:txBody>
      </p:sp>
    </p:spTree>
    <p:extLst>
      <p:ext uri="{BB962C8B-B14F-4D97-AF65-F5344CB8AC3E}">
        <p14:creationId xmlns:p14="http://schemas.microsoft.com/office/powerpoint/2010/main" val="2710873114"/>
      </p:ext>
    </p:extLst>
  </p:cSld>
  <p:clrMapOvr>
    <a:masterClrMapping/>
  </p:clrMapOvr>
  <p:transition spd="slow"/>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4380</TotalTime>
  <Words>4053</Words>
  <Application>Microsoft Office PowerPoint</Application>
  <PresentationFormat>全屏显示(4:3)</PresentationFormat>
  <Paragraphs>579</Paragraphs>
  <Slides>56</Slides>
  <Notes>30</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2</vt:i4>
      </vt:variant>
      <vt:variant>
        <vt:lpstr>幻灯片标题</vt:lpstr>
      </vt:variant>
      <vt:variant>
        <vt:i4>56</vt:i4>
      </vt:variant>
    </vt:vector>
  </HeadingPairs>
  <TitlesOfParts>
    <vt:vector size="68" baseType="lpstr">
      <vt:lpstr>黑体</vt:lpstr>
      <vt:lpstr>华文中宋</vt:lpstr>
      <vt:lpstr>宋体</vt:lpstr>
      <vt:lpstr>Arial</vt:lpstr>
      <vt:lpstr>Calibri</vt:lpstr>
      <vt:lpstr>Symbol</vt:lpstr>
      <vt:lpstr>Times New Roman</vt:lpstr>
      <vt:lpstr>Verdana</vt:lpstr>
      <vt:lpstr>Wingdings</vt:lpstr>
      <vt:lpstr>Office 主题​​</vt:lpstr>
      <vt:lpstr>图表</vt:lpstr>
      <vt:lpstr>图片</vt:lpstr>
      <vt:lpstr>计算机体系结构</vt:lpstr>
      <vt:lpstr>Recap</vt:lpstr>
      <vt:lpstr>1.3.3 量化设计的基本原则</vt:lpstr>
      <vt:lpstr>2.2 指令集结构的分类</vt:lpstr>
      <vt:lpstr>三种类型指令集结构的优缺点</vt:lpstr>
      <vt:lpstr>指令集结构设计概观</vt:lpstr>
      <vt:lpstr>第2章   指 令 系 统</vt:lpstr>
      <vt:lpstr>2.3 寻址方式</vt:lpstr>
      <vt:lpstr>2.3 寻址方式</vt:lpstr>
      <vt:lpstr>2.3 寻址方式</vt:lpstr>
      <vt:lpstr>常用的一些操作数寻址方式</vt:lpstr>
      <vt:lpstr>常用的一些操作数寻址方式</vt:lpstr>
      <vt:lpstr>常用的一些操作数寻址方式</vt:lpstr>
      <vt:lpstr>常用的一些操作数寻址方式</vt:lpstr>
      <vt:lpstr>常用的一些操作数寻址方式</vt:lpstr>
      <vt:lpstr>PowerPoint 演示文稿</vt:lpstr>
      <vt:lpstr>常用的一些操作数寻址方式</vt:lpstr>
      <vt:lpstr>偏移寻址</vt:lpstr>
      <vt:lpstr>立即寻址</vt:lpstr>
      <vt:lpstr>立即寻址</vt:lpstr>
      <vt:lpstr>2.3 寻址方式</vt:lpstr>
      <vt:lpstr>2.3 寻址方式</vt:lpstr>
      <vt:lpstr>2.3 寻址方式</vt:lpstr>
      <vt:lpstr>2.3 寻址方式</vt:lpstr>
      <vt:lpstr>2.3 寻址方式</vt:lpstr>
      <vt:lpstr>第2章   指 令 系 统</vt:lpstr>
      <vt:lpstr>2.4   操作数类型和大小 </vt:lpstr>
      <vt:lpstr>PowerPoint 演示文稿</vt:lpstr>
      <vt:lpstr>PowerPoint 演示文稿</vt:lpstr>
      <vt:lpstr>PowerPoint 演示文稿</vt:lpstr>
      <vt:lpstr>PowerPoint 演示文稿</vt:lpstr>
      <vt:lpstr>PowerPoint 演示文稿</vt:lpstr>
      <vt:lpstr>PowerPoint 演示文稿</vt:lpstr>
      <vt:lpstr>第2章   指 令 系 统</vt:lpstr>
      <vt:lpstr>2.5 指令系统的设计和优化</vt:lpstr>
      <vt:lpstr>2.5 指令系统的设计和优化</vt:lpstr>
      <vt:lpstr>2.5.1 指令系统设计的基本原则</vt:lpstr>
      <vt:lpstr>2.5.1 指令系统设计的基本原则</vt:lpstr>
      <vt:lpstr>2.5.1 指令系统设计的基本原则</vt:lpstr>
      <vt:lpstr>2.5.1 指令系统设计的基本原则</vt:lpstr>
      <vt:lpstr>指令集操作的分类</vt:lpstr>
      <vt:lpstr>2.5.1 指令系统设计的基本原则</vt:lpstr>
      <vt:lpstr>2.5.1 指令系统设计的基本原则</vt:lpstr>
      <vt:lpstr>2.5 指令系统的设计和优化</vt:lpstr>
      <vt:lpstr>2.5.2  控制指令</vt:lpstr>
      <vt:lpstr>控制指令的使用频率</vt:lpstr>
      <vt:lpstr>条件分支指令的表示</vt:lpstr>
      <vt:lpstr>分支比较类型</vt:lpstr>
      <vt:lpstr>分支目标地址的表示</vt:lpstr>
      <vt:lpstr>过程调用和返回的状态保存</vt:lpstr>
      <vt:lpstr>两种保存策略的比较</vt:lpstr>
      <vt:lpstr>2.5 指令系统的设计和优化</vt:lpstr>
      <vt:lpstr>2.5.3  指令操作码的优化</vt:lpstr>
      <vt:lpstr>2.5.3  指令操作码的优化</vt:lpstr>
      <vt:lpstr>2.5.3  指令操作码的优化</vt:lpstr>
      <vt:lpstr>2.5.3  指令操作码的优化</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suzi</dc:creator>
  <cp:lastModifiedBy>hw liu</cp:lastModifiedBy>
  <cp:revision>1836</cp:revision>
  <cp:lastPrinted>2022-10-14T03:04:33Z</cp:lastPrinted>
  <dcterms:created xsi:type="dcterms:W3CDTF">2113-01-01T00:00:00Z</dcterms:created>
  <dcterms:modified xsi:type="dcterms:W3CDTF">2025-09-18T11:57:46Z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2052-10.1.0.7520</vt:lpwstr>
  </property>
</Properties>
</file>