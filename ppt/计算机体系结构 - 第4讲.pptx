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6"/>
  </p:notesMasterIdLst>
  <p:handoutMasterIdLst>
    <p:handoutMasterId r:id="rId47"/>
  </p:handoutMasterIdLst>
  <p:sldIdLst>
    <p:sldId id="256" r:id="rId2"/>
    <p:sldId id="1033" r:id="rId3"/>
    <p:sldId id="1219" r:id="rId4"/>
    <p:sldId id="1133" r:id="rId5"/>
    <p:sldId id="1108" r:id="rId6"/>
    <p:sldId id="1109" r:id="rId7"/>
    <p:sldId id="1110" r:id="rId8"/>
    <p:sldId id="1111" r:id="rId9"/>
    <p:sldId id="1112" r:id="rId10"/>
    <p:sldId id="1113" r:id="rId11"/>
    <p:sldId id="1220" r:id="rId12"/>
    <p:sldId id="1221" r:id="rId13"/>
    <p:sldId id="1118" r:id="rId14"/>
    <p:sldId id="1119" r:id="rId15"/>
    <p:sldId id="1120" r:id="rId16"/>
    <p:sldId id="1121" r:id="rId17"/>
    <p:sldId id="1122" r:id="rId18"/>
    <p:sldId id="1123" r:id="rId19"/>
    <p:sldId id="1124" r:id="rId20"/>
    <p:sldId id="1125" r:id="rId21"/>
    <p:sldId id="1126" r:id="rId22"/>
    <p:sldId id="1127" r:id="rId23"/>
    <p:sldId id="1128" r:id="rId24"/>
    <p:sldId id="1129" r:id="rId25"/>
    <p:sldId id="1130" r:id="rId26"/>
    <p:sldId id="1131" r:id="rId27"/>
    <p:sldId id="1135" r:id="rId28"/>
    <p:sldId id="1238" r:id="rId29"/>
    <p:sldId id="288" r:id="rId30"/>
    <p:sldId id="289" r:id="rId31"/>
    <p:sldId id="1369" r:id="rId32"/>
    <p:sldId id="1359" r:id="rId33"/>
    <p:sldId id="1360" r:id="rId34"/>
    <p:sldId id="1361" r:id="rId35"/>
    <p:sldId id="1362" r:id="rId36"/>
    <p:sldId id="1363" r:id="rId37"/>
    <p:sldId id="1364" r:id="rId38"/>
    <p:sldId id="1365" r:id="rId39"/>
    <p:sldId id="1366" r:id="rId40"/>
    <p:sldId id="1294" r:id="rId41"/>
    <p:sldId id="1295" r:id="rId42"/>
    <p:sldId id="1296" r:id="rId43"/>
    <p:sldId id="1297" r:id="rId44"/>
    <p:sldId id="1299" r:id="rId45"/>
  </p:sldIdLst>
  <p:sldSz cx="9144000" cy="6858000" type="screen4x3"/>
  <p:notesSz cx="7099300" cy="10234613"/>
  <p:kinsoku lang="zh-CN" invalStChars="!),.:;?]}、。—ˇ¨〃々～‖…’”〕〉》」』〗】∶！＂＇），．：；？］｀｜｝·" invalEndChars="([{‘“〔〈《「『〖【（［｛．·"/>
  <p:defaultTextStyle>
    <a:defPPr>
      <a:defRPr lang="en-US"/>
    </a:defPPr>
    <a:lvl1pPr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1pPr>
    <a:lvl2pPr marL="4572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2pPr>
    <a:lvl3pPr marL="9144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3pPr>
    <a:lvl4pPr marL="13716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4pPr>
    <a:lvl5pPr marL="18288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5pPr>
    <a:lvl6pPr marL="22860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6pPr>
    <a:lvl7pPr marL="27432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7pPr>
    <a:lvl8pPr marL="32004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8pPr>
    <a:lvl9pPr marL="36576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browse/>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a:srgbClr val="003399"/>
    <a:srgbClr val="3366FF"/>
    <a:srgbClr val="0066FF"/>
    <a:srgbClr val="C28F3E"/>
    <a:srgbClr val="BC7D3E"/>
    <a:srgbClr val="B0753A"/>
    <a:srgbClr val="9966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9" autoAdjust="0"/>
    <p:restoredTop sz="80110" autoAdjust="0"/>
  </p:normalViewPr>
  <p:slideViewPr>
    <p:cSldViewPr>
      <p:cViewPr varScale="1">
        <p:scale>
          <a:sx n="70" d="100"/>
          <a:sy n="70" d="100"/>
        </p:scale>
        <p:origin x="1578" y="51"/>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65" d="100"/>
        <a:sy n="165" d="100"/>
      </p:scale>
      <p:origin x="0" y="-2031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handoutMaster" Target="handoutMasters/handout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6575" cy="511175"/>
          </a:xfrm>
          <a:prstGeom prst="rect">
            <a:avLst/>
          </a:prstGeom>
        </p:spPr>
        <p:txBody>
          <a:bodyPr vert="horz" lIns="99048" tIns="49524" rIns="99048" bIns="49524" rtlCol="0"/>
          <a:lstStyle>
            <a:lvl1pPr algn="l">
              <a:defRPr sz="1300">
                <a:latin typeface="宋体" panose="02010600030101010101" pitchFamily="2" charset="-122"/>
                <a:ea typeface="宋体" panose="02010600030101010101" pitchFamily="2" charset="-122"/>
              </a:defRPr>
            </a:lvl1pPr>
          </a:lstStyle>
          <a:p>
            <a:pPr>
              <a:defRPr/>
            </a:pPr>
            <a:endParaRPr lang="zh-CN" altLang="en-US"/>
          </a:p>
        </p:txBody>
      </p:sp>
      <p:sp>
        <p:nvSpPr>
          <p:cNvPr id="3" name="日期占位符 2"/>
          <p:cNvSpPr>
            <a:spLocks noGrp="1"/>
          </p:cNvSpPr>
          <p:nvPr>
            <p:ph type="dt" sz="quarter" idx="1"/>
          </p:nvPr>
        </p:nvSpPr>
        <p:spPr>
          <a:xfrm>
            <a:off x="4021138" y="0"/>
            <a:ext cx="3076575" cy="511175"/>
          </a:xfrm>
          <a:prstGeom prst="rect">
            <a:avLst/>
          </a:prstGeom>
        </p:spPr>
        <p:txBody>
          <a:bodyPr vert="horz" lIns="99048" tIns="49524" rIns="99048" bIns="49524" rtlCol="0"/>
          <a:lstStyle>
            <a:lvl1pPr algn="r">
              <a:defRPr sz="1300">
                <a:latin typeface="宋体" panose="02010600030101010101" pitchFamily="2" charset="-122"/>
                <a:ea typeface="宋体" panose="02010600030101010101" pitchFamily="2" charset="-122"/>
              </a:defRPr>
            </a:lvl1pPr>
          </a:lstStyle>
          <a:p>
            <a:pPr>
              <a:defRPr/>
            </a:pPr>
            <a:fld id="{5C9833CB-0817-44DC-BDA6-97E8269B2A4B}" type="datetimeFigureOut">
              <a:rPr lang="zh-CN" altLang="en-US"/>
              <a:t>2025/9/16</a:t>
            </a:fld>
            <a:endParaRPr lang="zh-CN" altLang="en-US"/>
          </a:p>
        </p:txBody>
      </p:sp>
      <p:sp>
        <p:nvSpPr>
          <p:cNvPr id="4" name="页脚占位符 3"/>
          <p:cNvSpPr>
            <a:spLocks noGrp="1"/>
          </p:cNvSpPr>
          <p:nvPr>
            <p:ph type="ftr" sz="quarter" idx="2"/>
          </p:nvPr>
        </p:nvSpPr>
        <p:spPr>
          <a:xfrm>
            <a:off x="0" y="9721850"/>
            <a:ext cx="3076575" cy="511175"/>
          </a:xfrm>
          <a:prstGeom prst="rect">
            <a:avLst/>
          </a:prstGeom>
        </p:spPr>
        <p:txBody>
          <a:bodyPr vert="horz" lIns="99048" tIns="49524" rIns="99048" bIns="49524" rtlCol="0" anchor="b"/>
          <a:lstStyle>
            <a:lvl1pPr algn="l">
              <a:defRPr sz="1300">
                <a:latin typeface="宋体" panose="02010600030101010101" pitchFamily="2" charset="-122"/>
                <a:ea typeface="宋体" panose="02010600030101010101" pitchFamily="2" charset="-122"/>
              </a:defRPr>
            </a:lvl1pPr>
          </a:lstStyle>
          <a:p>
            <a:pPr>
              <a:defRPr/>
            </a:pPr>
            <a:endParaRPr lang="zh-CN" altLang="en-US"/>
          </a:p>
        </p:txBody>
      </p:sp>
      <p:sp>
        <p:nvSpPr>
          <p:cNvPr id="5" name="灯片编号占位符 4"/>
          <p:cNvSpPr>
            <a:spLocks noGrp="1"/>
          </p:cNvSpPr>
          <p:nvPr>
            <p:ph type="sldNum" sz="quarter" idx="3"/>
          </p:nvPr>
        </p:nvSpPr>
        <p:spPr>
          <a:xfrm>
            <a:off x="4021138" y="9721850"/>
            <a:ext cx="3076575" cy="511175"/>
          </a:xfrm>
          <a:prstGeom prst="rect">
            <a:avLst/>
          </a:prstGeom>
        </p:spPr>
        <p:txBody>
          <a:bodyPr vert="horz" lIns="99048" tIns="49524" rIns="99048" bIns="49524" rtlCol="0" anchor="b"/>
          <a:lstStyle>
            <a:lvl1pPr algn="r">
              <a:defRPr sz="1300">
                <a:latin typeface="宋体" panose="02010600030101010101" pitchFamily="2" charset="-122"/>
                <a:ea typeface="宋体" panose="02010600030101010101" pitchFamily="2" charset="-122"/>
              </a:defRPr>
            </a:lvl1pPr>
          </a:lstStyle>
          <a:p>
            <a:pPr>
              <a:defRPr/>
            </a:pPr>
            <a:fld id="{78BBD55E-9969-4143-865D-25DDD65926A5}" type="slidenum">
              <a:rPr lang="zh-CN" altLang="en-US"/>
              <a:t>‹#›</a:t>
            </a:fld>
            <a:endParaRPr lang="zh-CN" altLang="en-US"/>
          </a:p>
        </p:txBody>
      </p:sp>
    </p:spTree>
    <p:extLst>
      <p:ext uri="{BB962C8B-B14F-4D97-AF65-F5344CB8AC3E}">
        <p14:creationId xmlns:p14="http://schemas.microsoft.com/office/powerpoint/2010/main" val="267183596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02" name="Rectangle 2"/>
          <p:cNvSpPr>
            <a:spLocks noGrp="1" noChangeArrowheads="1"/>
          </p:cNvSpPr>
          <p:nvPr>
            <p:ph type="hdr" sz="quarter"/>
          </p:nvPr>
        </p:nvSpPr>
        <p:spPr bwMode="auto">
          <a:xfrm>
            <a:off x="0" y="0"/>
            <a:ext cx="3076575" cy="511175"/>
          </a:xfrm>
          <a:prstGeom prst="rect">
            <a:avLst/>
          </a:prstGeom>
          <a:noFill/>
          <a:ln w="9525">
            <a:noFill/>
            <a:miter lim="800000"/>
          </a:ln>
          <a:effectLst/>
        </p:spPr>
        <p:txBody>
          <a:bodyPr vert="horz" wrap="square" lIns="99048" tIns="49524" rIns="99048" bIns="49524" numCol="1" anchor="t" anchorCtr="0" compatLnSpc="1"/>
          <a:lstStyle>
            <a:lvl1pPr>
              <a:spcBef>
                <a:spcPct val="20000"/>
              </a:spcBef>
              <a:defRPr sz="1300">
                <a:latin typeface="宋体" panose="02010600030101010101" pitchFamily="2" charset="-122"/>
                <a:ea typeface="宋体" panose="02010600030101010101" pitchFamily="2" charset="-122"/>
              </a:defRPr>
            </a:lvl1pPr>
          </a:lstStyle>
          <a:p>
            <a:pPr>
              <a:defRPr/>
            </a:pPr>
            <a:endParaRPr lang="zh-CN" altLang="en-US"/>
          </a:p>
        </p:txBody>
      </p:sp>
      <p:sp>
        <p:nvSpPr>
          <p:cNvPr id="51203" name="Rectangle 3"/>
          <p:cNvSpPr>
            <a:spLocks noGrp="1" noChangeArrowheads="1"/>
          </p:cNvSpPr>
          <p:nvPr>
            <p:ph type="dt" idx="1"/>
          </p:nvPr>
        </p:nvSpPr>
        <p:spPr bwMode="auto">
          <a:xfrm>
            <a:off x="4022725" y="0"/>
            <a:ext cx="3076575" cy="511175"/>
          </a:xfrm>
          <a:prstGeom prst="rect">
            <a:avLst/>
          </a:prstGeom>
          <a:noFill/>
          <a:ln w="9525">
            <a:noFill/>
            <a:miter lim="800000"/>
          </a:ln>
          <a:effectLst/>
        </p:spPr>
        <p:txBody>
          <a:bodyPr vert="horz" wrap="square" lIns="99048" tIns="49524" rIns="99048" bIns="49524" numCol="1" anchor="t" anchorCtr="0" compatLnSpc="1"/>
          <a:lstStyle>
            <a:lvl1pPr algn="r">
              <a:spcBef>
                <a:spcPct val="20000"/>
              </a:spcBef>
              <a:defRPr sz="1300">
                <a:latin typeface="宋体" panose="02010600030101010101" pitchFamily="2" charset="-122"/>
                <a:ea typeface="宋体" panose="02010600030101010101" pitchFamily="2" charset="-122"/>
              </a:defRPr>
            </a:lvl1pPr>
          </a:lstStyle>
          <a:p>
            <a:pPr>
              <a:defRPr/>
            </a:pPr>
            <a:endParaRPr lang="en-US" altLang="zh-CN"/>
          </a:p>
        </p:txBody>
      </p:sp>
      <p:sp>
        <p:nvSpPr>
          <p:cNvPr id="44036" name="Rectangle 4"/>
          <p:cNvSpPr>
            <a:spLocks noGrp="1" noRot="1" noChangeAspect="1" noChangeArrowheads="1" noTextEdit="1"/>
          </p:cNvSpPr>
          <p:nvPr>
            <p:ph type="sldImg" idx="2"/>
          </p:nvPr>
        </p:nvSpPr>
        <p:spPr bwMode="auto">
          <a:xfrm>
            <a:off x="992188" y="768350"/>
            <a:ext cx="5114925" cy="3836988"/>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51205" name="Rectangle 5"/>
          <p:cNvSpPr>
            <a:spLocks noGrp="1" noChangeArrowheads="1"/>
          </p:cNvSpPr>
          <p:nvPr>
            <p:ph type="body" sz="quarter" idx="3"/>
          </p:nvPr>
        </p:nvSpPr>
        <p:spPr bwMode="auto">
          <a:xfrm>
            <a:off x="946150" y="4860925"/>
            <a:ext cx="5207000" cy="4605338"/>
          </a:xfrm>
          <a:prstGeom prst="rect">
            <a:avLst/>
          </a:prstGeom>
          <a:noFill/>
          <a:ln w="9525">
            <a:noFill/>
            <a:miter lim="800000"/>
          </a:ln>
          <a:effectLst/>
        </p:spPr>
        <p:txBody>
          <a:bodyPr vert="horz" wrap="square" lIns="99048" tIns="49524" rIns="99048" bIns="49524" numCol="1" anchor="t" anchorCtr="0" compatLnSpc="1"/>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51206" name="Rectangle 6"/>
          <p:cNvSpPr>
            <a:spLocks noGrp="1" noChangeArrowheads="1"/>
          </p:cNvSpPr>
          <p:nvPr>
            <p:ph type="ftr" sz="quarter" idx="4"/>
          </p:nvPr>
        </p:nvSpPr>
        <p:spPr bwMode="auto">
          <a:xfrm>
            <a:off x="0" y="9723438"/>
            <a:ext cx="3076575" cy="511175"/>
          </a:xfrm>
          <a:prstGeom prst="rect">
            <a:avLst/>
          </a:prstGeom>
          <a:noFill/>
          <a:ln w="9525">
            <a:noFill/>
            <a:miter lim="800000"/>
          </a:ln>
          <a:effectLst/>
        </p:spPr>
        <p:txBody>
          <a:bodyPr vert="horz" wrap="square" lIns="99048" tIns="49524" rIns="99048" bIns="49524" numCol="1" anchor="b" anchorCtr="0" compatLnSpc="1"/>
          <a:lstStyle>
            <a:lvl1pPr>
              <a:spcBef>
                <a:spcPct val="20000"/>
              </a:spcBef>
              <a:defRPr sz="1300">
                <a:latin typeface="宋体" panose="02010600030101010101" pitchFamily="2" charset="-122"/>
                <a:ea typeface="宋体" panose="02010600030101010101" pitchFamily="2" charset="-122"/>
              </a:defRPr>
            </a:lvl1pPr>
          </a:lstStyle>
          <a:p>
            <a:pPr>
              <a:defRPr/>
            </a:pPr>
            <a:endParaRPr lang="en-US" altLang="zh-CN"/>
          </a:p>
        </p:txBody>
      </p:sp>
      <p:sp>
        <p:nvSpPr>
          <p:cNvPr id="51207" name="Rectangle 7"/>
          <p:cNvSpPr>
            <a:spLocks noGrp="1" noChangeArrowheads="1"/>
          </p:cNvSpPr>
          <p:nvPr>
            <p:ph type="sldNum" sz="quarter" idx="5"/>
          </p:nvPr>
        </p:nvSpPr>
        <p:spPr bwMode="auto">
          <a:xfrm>
            <a:off x="4022725" y="9723438"/>
            <a:ext cx="3076575" cy="511175"/>
          </a:xfrm>
          <a:prstGeom prst="rect">
            <a:avLst/>
          </a:prstGeom>
          <a:noFill/>
          <a:ln w="9525">
            <a:noFill/>
            <a:miter lim="800000"/>
          </a:ln>
          <a:effectLst/>
        </p:spPr>
        <p:txBody>
          <a:bodyPr vert="horz" wrap="square" lIns="99048" tIns="49524" rIns="99048" bIns="49524" numCol="1" anchor="b" anchorCtr="0" compatLnSpc="1"/>
          <a:lstStyle>
            <a:lvl1pPr algn="r">
              <a:spcBef>
                <a:spcPct val="20000"/>
              </a:spcBef>
              <a:defRPr sz="1300">
                <a:latin typeface="宋体" panose="02010600030101010101" pitchFamily="2" charset="-122"/>
                <a:ea typeface="宋体" panose="02010600030101010101" pitchFamily="2" charset="-122"/>
              </a:defRPr>
            </a:lvl1pPr>
          </a:lstStyle>
          <a:p>
            <a:pPr>
              <a:defRPr/>
            </a:pPr>
            <a:fld id="{E900B983-0E40-4C29-87BA-CE566D420E22}" type="slidenum">
              <a:rPr lang="zh-CN" altLang="en-US"/>
              <a:t>‹#›</a:t>
            </a:fld>
            <a:endParaRPr lang="en-US" altLang="zh-CN"/>
          </a:p>
        </p:txBody>
      </p:sp>
    </p:spTree>
    <p:extLst>
      <p:ext uri="{BB962C8B-B14F-4D97-AF65-F5344CB8AC3E}">
        <p14:creationId xmlns:p14="http://schemas.microsoft.com/office/powerpoint/2010/main" val="400996732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E900B983-0E40-4C29-87BA-CE566D420E22}" type="slidenum">
              <a:rPr lang="zh-CN" altLang="en-US" smtClean="0"/>
              <a:t>2</a:t>
            </a:fld>
            <a:endParaRPr lang="en-US" altLang="zh-CN"/>
          </a:p>
        </p:txBody>
      </p:sp>
    </p:spTree>
    <p:extLst>
      <p:ext uri="{BB962C8B-B14F-4D97-AF65-F5344CB8AC3E}">
        <p14:creationId xmlns:p14="http://schemas.microsoft.com/office/powerpoint/2010/main" val="38547672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7"/>
          <p:cNvSpPr txBox="1">
            <a:spLocks noGrp="1" noChangeArrowheads="1"/>
          </p:cNvSpPr>
          <p:nvPr/>
        </p:nvSpPr>
        <p:spPr bwMode="auto">
          <a:xfrm>
            <a:off x="4021138" y="9721851"/>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477" tIns="48239" rIns="96477" bIns="48239" anchor="b"/>
          <a:lstStyle>
            <a:lvl1pPr defTabSz="890270" eaLnBrk="0" hangingPunct="0">
              <a:defRPr kumimoji="1" sz="800" b="1">
                <a:solidFill>
                  <a:schemeClr val="tx1"/>
                </a:solidFill>
                <a:latin typeface="宋体" panose="02010600030101010101" pitchFamily="2" charset="-122"/>
                <a:ea typeface="宋体" panose="02010600030101010101" pitchFamily="2" charset="-122"/>
              </a:defRPr>
            </a:lvl1pPr>
            <a:lvl2pPr marL="742950" indent="-285750" defTabSz="890270" eaLnBrk="0" hangingPunct="0">
              <a:defRPr kumimoji="1" sz="800" b="1">
                <a:solidFill>
                  <a:schemeClr val="tx1"/>
                </a:solidFill>
                <a:latin typeface="宋体" panose="02010600030101010101" pitchFamily="2" charset="-122"/>
                <a:ea typeface="宋体" panose="02010600030101010101" pitchFamily="2" charset="-122"/>
              </a:defRPr>
            </a:lvl2pPr>
            <a:lvl3pPr marL="1143000" indent="-228600" defTabSz="890270" eaLnBrk="0" hangingPunct="0">
              <a:defRPr kumimoji="1" sz="800" b="1">
                <a:solidFill>
                  <a:schemeClr val="tx1"/>
                </a:solidFill>
                <a:latin typeface="宋体" panose="02010600030101010101" pitchFamily="2" charset="-122"/>
                <a:ea typeface="宋体" panose="02010600030101010101" pitchFamily="2" charset="-122"/>
              </a:defRPr>
            </a:lvl3pPr>
            <a:lvl4pPr marL="1600200" indent="-228600" defTabSz="890270" eaLnBrk="0" hangingPunct="0">
              <a:defRPr kumimoji="1" sz="800" b="1">
                <a:solidFill>
                  <a:schemeClr val="tx1"/>
                </a:solidFill>
                <a:latin typeface="宋体" panose="02010600030101010101" pitchFamily="2" charset="-122"/>
                <a:ea typeface="宋体" panose="02010600030101010101" pitchFamily="2" charset="-122"/>
              </a:defRPr>
            </a:lvl4pPr>
            <a:lvl5pPr marL="2057400" indent="-228600" defTabSz="890270" eaLnBrk="0" hangingPunct="0">
              <a:defRPr kumimoji="1" sz="800" b="1">
                <a:solidFill>
                  <a:schemeClr val="tx1"/>
                </a:solidFill>
                <a:latin typeface="宋体" panose="02010600030101010101" pitchFamily="2" charset="-122"/>
                <a:ea typeface="宋体" panose="02010600030101010101" pitchFamily="2" charset="-122"/>
              </a:defRPr>
            </a:lvl5pPr>
            <a:lvl6pPr marL="2514600" indent="-228600" defTabSz="89027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6pPr>
            <a:lvl7pPr marL="2971800" indent="-228600" defTabSz="89027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7pPr>
            <a:lvl8pPr marL="3429000" indent="-228600" defTabSz="89027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8pPr>
            <a:lvl9pPr marL="3886200" indent="-228600" defTabSz="89027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9pPr>
          </a:lstStyle>
          <a:p>
            <a:pPr algn="r" eaLnBrk="1" hangingPunct="1"/>
            <a:fld id="{E5E763F9-4BFD-4002-8E05-044847B50EAE}" type="slidenum">
              <a:rPr lang="en-US" altLang="zh-CN" sz="1300">
                <a:latin typeface="Times New Roman" panose="02020603050405020304" pitchFamily="18" charset="0"/>
              </a:rPr>
              <a:t>4</a:t>
            </a:fld>
            <a:endParaRPr lang="en-US" altLang="zh-CN" sz="1300">
              <a:latin typeface="Times New Roman" panose="02020603050405020304" pitchFamily="18" charset="0"/>
            </a:endParaRPr>
          </a:p>
        </p:txBody>
      </p:sp>
      <p:sp>
        <p:nvSpPr>
          <p:cNvPr id="188419" name="Rectangle 2"/>
          <p:cNvSpPr>
            <a:spLocks noGrp="1" noRot="1" noChangeAspect="1" noChangeArrowheads="1" noTextEdit="1"/>
          </p:cNvSpPr>
          <p:nvPr>
            <p:ph type="sldImg"/>
          </p:nvPr>
        </p:nvSpPr>
        <p:spPr/>
      </p:sp>
      <p:sp>
        <p:nvSpPr>
          <p:cNvPr id="188420" name="Rectangle 3"/>
          <p:cNvSpPr>
            <a:spLocks noGrp="1" noChangeArrowheads="1"/>
          </p:cNvSpPr>
          <p:nvPr>
            <p:ph type="body" idx="1"/>
          </p:nvPr>
        </p:nvSpPr>
        <p:spPr>
          <a:xfrm>
            <a:off x="711200" y="4860926"/>
            <a:ext cx="5676900" cy="460533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477" tIns="48239" rIns="96477" bIns="48239"/>
          <a:lstStyle/>
          <a:p>
            <a:pPr eaLnBrk="1" hangingPunct="1"/>
            <a:endParaRPr lang="zh-CN" altLang="en-US" dirty="0">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29" name="幻灯片图像占位符 1"/>
          <p:cNvSpPr>
            <a:spLocks noGrp="1" noRot="1" noChangeAspect="1" noTextEdit="1"/>
          </p:cNvSpPr>
          <p:nvPr>
            <p:ph type="sldImg"/>
          </p:nvPr>
        </p:nvSpPr>
        <p:spPr/>
      </p:sp>
      <p:sp>
        <p:nvSpPr>
          <p:cNvPr id="176130"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176131" name="幻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800">
                <a:solidFill>
                  <a:schemeClr val="tx1"/>
                </a:solidFill>
                <a:latin typeface="Tahoma" panose="020B0604030504040204" pitchFamily="34" charset="0"/>
                <a:ea typeface="黑体" panose="02010609060101010101" pitchFamily="49" charset="-122"/>
              </a:defRPr>
            </a:lvl1pPr>
            <a:lvl2pPr marL="804545" indent="-309245">
              <a:defRPr kumimoji="1" sz="2800">
                <a:solidFill>
                  <a:schemeClr val="tx1"/>
                </a:solidFill>
                <a:latin typeface="Tahoma" panose="020B0604030504040204" pitchFamily="34" charset="0"/>
                <a:ea typeface="黑体" panose="02010609060101010101" pitchFamily="49" charset="-122"/>
              </a:defRPr>
            </a:lvl2pPr>
            <a:lvl3pPr marL="1238250" indent="-247650">
              <a:defRPr kumimoji="1" sz="2800">
                <a:solidFill>
                  <a:schemeClr val="tx1"/>
                </a:solidFill>
                <a:latin typeface="Tahoma" panose="020B0604030504040204" pitchFamily="34" charset="0"/>
                <a:ea typeface="黑体" panose="02010609060101010101" pitchFamily="49" charset="-122"/>
              </a:defRPr>
            </a:lvl3pPr>
            <a:lvl4pPr marL="1733550" indent="-247650">
              <a:defRPr kumimoji="1" sz="2800">
                <a:solidFill>
                  <a:schemeClr val="tx1"/>
                </a:solidFill>
                <a:latin typeface="Tahoma" panose="020B0604030504040204" pitchFamily="34" charset="0"/>
                <a:ea typeface="黑体" panose="02010609060101010101" pitchFamily="49" charset="-122"/>
              </a:defRPr>
            </a:lvl4pPr>
            <a:lvl5pPr marL="2228850" indent="-247650">
              <a:defRPr kumimoji="1" sz="2800">
                <a:solidFill>
                  <a:schemeClr val="tx1"/>
                </a:solidFill>
                <a:latin typeface="Tahoma" panose="020B0604030504040204" pitchFamily="34" charset="0"/>
                <a:ea typeface="黑体" panose="02010609060101010101" pitchFamily="49" charset="-122"/>
              </a:defRPr>
            </a:lvl5pPr>
            <a:lvl6pPr marL="2723515" indent="-247650" eaLnBrk="0" fontAlgn="base" hangingPunct="0">
              <a:spcBef>
                <a:spcPct val="0"/>
              </a:spcBef>
              <a:spcAft>
                <a:spcPct val="0"/>
              </a:spcAft>
              <a:defRPr kumimoji="1" sz="2800">
                <a:solidFill>
                  <a:schemeClr val="tx1"/>
                </a:solidFill>
                <a:latin typeface="Tahoma" panose="020B0604030504040204" pitchFamily="34" charset="0"/>
                <a:ea typeface="黑体" panose="02010609060101010101" pitchFamily="49" charset="-122"/>
              </a:defRPr>
            </a:lvl6pPr>
            <a:lvl7pPr marL="3218815" indent="-247650" eaLnBrk="0" fontAlgn="base" hangingPunct="0">
              <a:spcBef>
                <a:spcPct val="0"/>
              </a:spcBef>
              <a:spcAft>
                <a:spcPct val="0"/>
              </a:spcAft>
              <a:defRPr kumimoji="1" sz="2800">
                <a:solidFill>
                  <a:schemeClr val="tx1"/>
                </a:solidFill>
                <a:latin typeface="Tahoma" panose="020B0604030504040204" pitchFamily="34" charset="0"/>
                <a:ea typeface="黑体" panose="02010609060101010101" pitchFamily="49" charset="-122"/>
              </a:defRPr>
            </a:lvl7pPr>
            <a:lvl8pPr marL="3714115" indent="-247650" eaLnBrk="0" fontAlgn="base" hangingPunct="0">
              <a:spcBef>
                <a:spcPct val="0"/>
              </a:spcBef>
              <a:spcAft>
                <a:spcPct val="0"/>
              </a:spcAft>
              <a:defRPr kumimoji="1" sz="2800">
                <a:solidFill>
                  <a:schemeClr val="tx1"/>
                </a:solidFill>
                <a:latin typeface="Tahoma" panose="020B0604030504040204" pitchFamily="34" charset="0"/>
                <a:ea typeface="黑体" panose="02010609060101010101" pitchFamily="49" charset="-122"/>
              </a:defRPr>
            </a:lvl8pPr>
            <a:lvl9pPr marL="4209415" indent="-247650" eaLnBrk="0" fontAlgn="base" hangingPunct="0">
              <a:spcBef>
                <a:spcPct val="0"/>
              </a:spcBef>
              <a:spcAft>
                <a:spcPct val="0"/>
              </a:spcAft>
              <a:defRPr kumimoji="1" sz="2800">
                <a:solidFill>
                  <a:schemeClr val="tx1"/>
                </a:solidFill>
                <a:latin typeface="Tahoma" panose="020B0604030504040204" pitchFamily="34" charset="0"/>
                <a:ea typeface="黑体" panose="02010609060101010101" pitchFamily="49" charset="-122"/>
              </a:defRPr>
            </a:lvl9pPr>
          </a:lstStyle>
          <a:p>
            <a:fld id="{8689A309-8602-4A2E-9BA6-8935D97E660C}" type="slidenum">
              <a:rPr lang="en-US" altLang="zh-CN" sz="1400">
                <a:latin typeface="Times New Roman" panose="02020603050405020304" pitchFamily="18" charset="0"/>
                <a:ea typeface="宋体" panose="02010600030101010101" pitchFamily="2" charset="-122"/>
              </a:rPr>
              <a:t>14</a:t>
            </a:fld>
            <a:endParaRPr lang="en-US" altLang="zh-CN" sz="1400">
              <a:latin typeface="Times New Roman" panose="02020603050405020304" pitchFamily="18" charset="0"/>
              <a:ea typeface="宋体" panose="02010600030101010101" pitchFamily="2"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p:cNvSpPr txBox="1">
            <a:spLocks noGrp="1" noChangeArrowheads="1"/>
          </p:cNvSpPr>
          <p:nvPr/>
        </p:nvSpPr>
        <p:spPr bwMode="auto">
          <a:xfrm>
            <a:off x="4021294" y="9721106"/>
            <a:ext cx="3076363" cy="511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487" tIns="48244" rIns="96487" bIns="48244" anchor="b"/>
          <a:lstStyle>
            <a:lvl1pPr defTabSz="890270" eaLnBrk="0" hangingPunct="0">
              <a:defRPr sz="2000">
                <a:solidFill>
                  <a:schemeClr val="tx1"/>
                </a:solidFill>
                <a:latin typeface="Verdana" panose="020B0604030504040204" pitchFamily="34" charset="0"/>
                <a:ea typeface="宋体" panose="02010600030101010101" pitchFamily="2" charset="-122"/>
              </a:defRPr>
            </a:lvl1pPr>
            <a:lvl2pPr marL="742950" indent="-285750" defTabSz="890270" eaLnBrk="0" hangingPunct="0">
              <a:defRPr sz="2000">
                <a:solidFill>
                  <a:schemeClr val="tx1"/>
                </a:solidFill>
                <a:latin typeface="Verdana" panose="020B0604030504040204" pitchFamily="34" charset="0"/>
                <a:ea typeface="宋体" panose="02010600030101010101" pitchFamily="2" charset="-122"/>
              </a:defRPr>
            </a:lvl2pPr>
            <a:lvl3pPr marL="1143000" indent="-228600" defTabSz="890270" eaLnBrk="0" hangingPunct="0">
              <a:defRPr sz="2000">
                <a:solidFill>
                  <a:schemeClr val="tx1"/>
                </a:solidFill>
                <a:latin typeface="Verdana" panose="020B0604030504040204" pitchFamily="34" charset="0"/>
                <a:ea typeface="宋体" panose="02010600030101010101" pitchFamily="2" charset="-122"/>
              </a:defRPr>
            </a:lvl3pPr>
            <a:lvl4pPr marL="1600200" indent="-228600" defTabSz="890270" eaLnBrk="0" hangingPunct="0">
              <a:defRPr sz="2000">
                <a:solidFill>
                  <a:schemeClr val="tx1"/>
                </a:solidFill>
                <a:latin typeface="Verdana" panose="020B0604030504040204" pitchFamily="34" charset="0"/>
                <a:ea typeface="宋体" panose="02010600030101010101" pitchFamily="2" charset="-122"/>
              </a:defRPr>
            </a:lvl4pPr>
            <a:lvl5pPr marL="2057400" indent="-228600" defTabSz="890270" eaLnBrk="0" hangingPunct="0">
              <a:defRPr sz="2000">
                <a:solidFill>
                  <a:schemeClr val="tx1"/>
                </a:solidFill>
                <a:latin typeface="Verdana" panose="020B0604030504040204" pitchFamily="34" charset="0"/>
                <a:ea typeface="宋体" panose="02010600030101010101" pitchFamily="2" charset="-122"/>
              </a:defRPr>
            </a:lvl5pPr>
            <a:lvl6pPr marL="2514600" indent="-228600" defTabSz="89027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defTabSz="89027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defTabSz="89027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defTabSz="89027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pPr algn="r" eaLnBrk="1" hangingPunct="1"/>
            <a:fld id="{63C1E8C9-78EE-4C7E-8E4B-23EFDBB1D861}" type="slidenum">
              <a:rPr lang="en-US" altLang="zh-CN" sz="1300">
                <a:latin typeface="Times New Roman" panose="02020603050405020304" pitchFamily="18" charset="0"/>
              </a:rPr>
              <a:t>15</a:t>
            </a:fld>
            <a:endParaRPr lang="en-US" altLang="zh-CN" sz="1300">
              <a:latin typeface="Times New Roman" panose="02020603050405020304" pitchFamily="18" charset="0"/>
            </a:endParaRPr>
          </a:p>
        </p:txBody>
      </p:sp>
      <p:sp>
        <p:nvSpPr>
          <p:cNvPr id="22531" name="Rectangle 2"/>
          <p:cNvSpPr>
            <a:spLocks noGrp="1" noRot="1" noChangeAspect="1" noChangeArrowheads="1" noTextEdit="1"/>
          </p:cNvSpPr>
          <p:nvPr>
            <p:ph type="sldImg"/>
          </p:nvPr>
        </p:nvSpPr>
        <p:spPr/>
      </p:sp>
      <p:sp>
        <p:nvSpPr>
          <p:cNvPr id="22532" name="Rectangle 3"/>
          <p:cNvSpPr>
            <a:spLocks noGrp="1" noChangeArrowheads="1"/>
          </p:cNvSpPr>
          <p:nvPr>
            <p:ph type="body" idx="1"/>
          </p:nvPr>
        </p:nvSpPr>
        <p:spPr>
          <a:xfrm>
            <a:off x="711575" y="4861441"/>
            <a:ext cx="5676153" cy="460557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487" tIns="48244" rIns="96487" bIns="48244"/>
          <a:lstStyle/>
          <a:p>
            <a:pPr eaLnBrk="1" hangingPunct="1"/>
            <a:endParaRPr lang="zh-CN" altLang="en-US" dirty="0">
              <a:latin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a:extLst>
              <a:ext uri="{FF2B5EF4-FFF2-40B4-BE49-F238E27FC236}">
                <a16:creationId xmlns:a16="http://schemas.microsoft.com/office/drawing/2014/main" id="{4D0A7EA8-539F-46FE-A9A4-EF93A2274260}"/>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eaLnBrk="0" hangingPunct="0">
              <a:defRPr>
                <a:solidFill>
                  <a:schemeClr val="tx1"/>
                </a:solidFill>
                <a:latin typeface="Verdana" panose="020B0604030504040204" pitchFamily="34" charset="0"/>
                <a:ea typeface="宋体" panose="02010600030101010101" pitchFamily="2" charset="-122"/>
              </a:defRPr>
            </a:lvl1pPr>
            <a:lvl2pPr marL="716724" indent="-275663" eaLnBrk="0" hangingPunct="0">
              <a:defRPr>
                <a:solidFill>
                  <a:schemeClr val="tx1"/>
                </a:solidFill>
                <a:latin typeface="Verdana" panose="020B0604030504040204" pitchFamily="34" charset="0"/>
                <a:ea typeface="宋体" panose="02010600030101010101" pitchFamily="2" charset="-122"/>
              </a:defRPr>
            </a:lvl2pPr>
            <a:lvl3pPr marL="1102652" indent="-220530" eaLnBrk="0" hangingPunct="0">
              <a:defRPr>
                <a:solidFill>
                  <a:schemeClr val="tx1"/>
                </a:solidFill>
                <a:latin typeface="Verdana" panose="020B0604030504040204" pitchFamily="34" charset="0"/>
                <a:ea typeface="宋体" panose="02010600030101010101" pitchFamily="2" charset="-122"/>
              </a:defRPr>
            </a:lvl3pPr>
            <a:lvl4pPr marL="1543713" indent="-220530" eaLnBrk="0" hangingPunct="0">
              <a:defRPr>
                <a:solidFill>
                  <a:schemeClr val="tx1"/>
                </a:solidFill>
                <a:latin typeface="Verdana" panose="020B0604030504040204" pitchFamily="34" charset="0"/>
                <a:ea typeface="宋体" panose="02010600030101010101" pitchFamily="2" charset="-122"/>
              </a:defRPr>
            </a:lvl4pPr>
            <a:lvl5pPr marL="1984774" indent="-220530" eaLnBrk="0" hangingPunct="0">
              <a:defRPr>
                <a:solidFill>
                  <a:schemeClr val="tx1"/>
                </a:solidFill>
                <a:latin typeface="Verdana" panose="020B0604030504040204" pitchFamily="34" charset="0"/>
                <a:ea typeface="宋体" panose="02010600030101010101" pitchFamily="2" charset="-122"/>
              </a:defRPr>
            </a:lvl5pPr>
            <a:lvl6pPr marL="2425835" indent="-220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866895" indent="-220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307956" indent="-220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749017" indent="-220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fld id="{AC1A03D9-F05C-4608-A37C-7D5326AC8C32}" type="slidenum">
              <a:rPr lang="en-US" altLang="zh-CN">
                <a:latin typeface="Times New Roman" panose="02020603050405020304" pitchFamily="18" charset="0"/>
              </a:rPr>
              <a:pPr eaLnBrk="1" hangingPunct="1"/>
              <a:t>29</a:t>
            </a:fld>
            <a:endParaRPr lang="en-US" altLang="zh-CN">
              <a:latin typeface="Times New Roman" panose="02020603050405020304" pitchFamily="18" charset="0"/>
            </a:endParaRPr>
          </a:p>
        </p:txBody>
      </p:sp>
      <p:sp>
        <p:nvSpPr>
          <p:cNvPr id="25603" name="Rectangle 2">
            <a:extLst>
              <a:ext uri="{FF2B5EF4-FFF2-40B4-BE49-F238E27FC236}">
                <a16:creationId xmlns:a16="http://schemas.microsoft.com/office/drawing/2014/main" id="{9EA82891-44B9-4363-8EA2-343D8B903A2C}"/>
              </a:ext>
            </a:extLst>
          </p:cNvPr>
          <p:cNvSpPr>
            <a:spLocks noGrp="1" noRot="1" noChangeAspect="1" noChangeArrowheads="1" noTextEdit="1"/>
          </p:cNvSpPr>
          <p:nvPr>
            <p:ph type="sldImg"/>
          </p:nvPr>
        </p:nvSpPr>
        <p:spPr>
          <a:ln/>
        </p:spPr>
      </p:sp>
      <p:sp>
        <p:nvSpPr>
          <p:cNvPr id="25604" name="Rectangle 3">
            <a:extLst>
              <a:ext uri="{FF2B5EF4-FFF2-40B4-BE49-F238E27FC236}">
                <a16:creationId xmlns:a16="http://schemas.microsoft.com/office/drawing/2014/main" id="{0F84FE2A-5DB9-4890-8F0B-6A61DBE75101}"/>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en-US" dirty="0">
              <a:ea typeface="宋体" panose="02010600030101010101" pitchFamily="2"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a:extLst>
              <a:ext uri="{FF2B5EF4-FFF2-40B4-BE49-F238E27FC236}">
                <a16:creationId xmlns:a16="http://schemas.microsoft.com/office/drawing/2014/main" id="{FD6FAAD6-36E7-40C4-AF26-1D60F34DAA37}"/>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eaLnBrk="0" hangingPunct="0">
              <a:defRPr>
                <a:solidFill>
                  <a:schemeClr val="tx1"/>
                </a:solidFill>
                <a:latin typeface="Verdana" panose="020B0604030504040204" pitchFamily="34" charset="0"/>
                <a:ea typeface="宋体" panose="02010600030101010101" pitchFamily="2" charset="-122"/>
              </a:defRPr>
            </a:lvl1pPr>
            <a:lvl2pPr marL="716724" indent="-275663" eaLnBrk="0" hangingPunct="0">
              <a:defRPr>
                <a:solidFill>
                  <a:schemeClr val="tx1"/>
                </a:solidFill>
                <a:latin typeface="Verdana" panose="020B0604030504040204" pitchFamily="34" charset="0"/>
                <a:ea typeface="宋体" panose="02010600030101010101" pitchFamily="2" charset="-122"/>
              </a:defRPr>
            </a:lvl2pPr>
            <a:lvl3pPr marL="1102652" indent="-220530" eaLnBrk="0" hangingPunct="0">
              <a:defRPr>
                <a:solidFill>
                  <a:schemeClr val="tx1"/>
                </a:solidFill>
                <a:latin typeface="Verdana" panose="020B0604030504040204" pitchFamily="34" charset="0"/>
                <a:ea typeface="宋体" panose="02010600030101010101" pitchFamily="2" charset="-122"/>
              </a:defRPr>
            </a:lvl3pPr>
            <a:lvl4pPr marL="1543713" indent="-220530" eaLnBrk="0" hangingPunct="0">
              <a:defRPr>
                <a:solidFill>
                  <a:schemeClr val="tx1"/>
                </a:solidFill>
                <a:latin typeface="Verdana" panose="020B0604030504040204" pitchFamily="34" charset="0"/>
                <a:ea typeface="宋体" panose="02010600030101010101" pitchFamily="2" charset="-122"/>
              </a:defRPr>
            </a:lvl4pPr>
            <a:lvl5pPr marL="1984774" indent="-220530" eaLnBrk="0" hangingPunct="0">
              <a:defRPr>
                <a:solidFill>
                  <a:schemeClr val="tx1"/>
                </a:solidFill>
                <a:latin typeface="Verdana" panose="020B0604030504040204" pitchFamily="34" charset="0"/>
                <a:ea typeface="宋体" panose="02010600030101010101" pitchFamily="2" charset="-122"/>
              </a:defRPr>
            </a:lvl5pPr>
            <a:lvl6pPr marL="2425835" indent="-220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866895" indent="-220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307956" indent="-220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749017" indent="-220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fld id="{3F2FD1F4-4520-44D0-B0DC-614331676FC6}" type="slidenum">
              <a:rPr lang="en-US" altLang="zh-CN">
                <a:latin typeface="Times New Roman" panose="02020603050405020304" pitchFamily="18" charset="0"/>
              </a:rPr>
              <a:pPr eaLnBrk="1" hangingPunct="1"/>
              <a:t>30</a:t>
            </a:fld>
            <a:endParaRPr lang="en-US" altLang="zh-CN">
              <a:latin typeface="Times New Roman" panose="02020603050405020304" pitchFamily="18" charset="0"/>
            </a:endParaRPr>
          </a:p>
        </p:txBody>
      </p:sp>
      <p:sp>
        <p:nvSpPr>
          <p:cNvPr id="26627" name="Rectangle 2">
            <a:extLst>
              <a:ext uri="{FF2B5EF4-FFF2-40B4-BE49-F238E27FC236}">
                <a16:creationId xmlns:a16="http://schemas.microsoft.com/office/drawing/2014/main" id="{5837775D-6934-4996-964A-DA0AD84FB71C}"/>
              </a:ext>
            </a:extLst>
          </p:cNvPr>
          <p:cNvSpPr>
            <a:spLocks noGrp="1" noRot="1" noChangeAspect="1" noChangeArrowheads="1" noTextEdit="1"/>
          </p:cNvSpPr>
          <p:nvPr>
            <p:ph type="sldImg"/>
          </p:nvPr>
        </p:nvSpPr>
        <p:spPr>
          <a:ln/>
        </p:spPr>
      </p:sp>
      <p:sp>
        <p:nvSpPr>
          <p:cNvPr id="26628" name="Rectangle 3">
            <a:extLst>
              <a:ext uri="{FF2B5EF4-FFF2-40B4-BE49-F238E27FC236}">
                <a16:creationId xmlns:a16="http://schemas.microsoft.com/office/drawing/2014/main" id="{0D8A4683-12FD-4C96-A73A-DAD440CF642C}"/>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en-US" dirty="0">
              <a:ea typeface="宋体" panose="02010600030101010101" pitchFamily="2"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eaLnBrk="0" hangingPunct="0">
              <a:defRPr kumimoji="1" sz="800" b="1">
                <a:solidFill>
                  <a:schemeClr val="tx1"/>
                </a:solidFill>
                <a:latin typeface="宋体" charset="-122"/>
                <a:ea typeface="宋体" charset="-122"/>
              </a:defRPr>
            </a:lvl1pPr>
            <a:lvl2pPr marL="716724" indent="-275663" eaLnBrk="0" hangingPunct="0">
              <a:defRPr kumimoji="1" sz="800" b="1">
                <a:solidFill>
                  <a:schemeClr val="tx1"/>
                </a:solidFill>
                <a:latin typeface="宋体" charset="-122"/>
                <a:ea typeface="宋体" charset="-122"/>
              </a:defRPr>
            </a:lvl2pPr>
            <a:lvl3pPr marL="1102652" indent="-220530" eaLnBrk="0" hangingPunct="0">
              <a:defRPr kumimoji="1" sz="800" b="1">
                <a:solidFill>
                  <a:schemeClr val="tx1"/>
                </a:solidFill>
                <a:latin typeface="宋体" charset="-122"/>
                <a:ea typeface="宋体" charset="-122"/>
              </a:defRPr>
            </a:lvl3pPr>
            <a:lvl4pPr marL="1543713" indent="-220530" eaLnBrk="0" hangingPunct="0">
              <a:defRPr kumimoji="1" sz="800" b="1">
                <a:solidFill>
                  <a:schemeClr val="tx1"/>
                </a:solidFill>
                <a:latin typeface="宋体" charset="-122"/>
                <a:ea typeface="宋体" charset="-122"/>
              </a:defRPr>
            </a:lvl4pPr>
            <a:lvl5pPr marL="1984774" indent="-220530" eaLnBrk="0" hangingPunct="0">
              <a:defRPr kumimoji="1" sz="800" b="1">
                <a:solidFill>
                  <a:schemeClr val="tx1"/>
                </a:solidFill>
                <a:latin typeface="宋体" charset="-122"/>
                <a:ea typeface="宋体" charset="-122"/>
              </a:defRPr>
            </a:lvl5pPr>
            <a:lvl6pPr marL="2425835" indent="-220530" eaLnBrk="0" fontAlgn="base" hangingPunct="0">
              <a:spcBef>
                <a:spcPct val="0"/>
              </a:spcBef>
              <a:spcAft>
                <a:spcPct val="0"/>
              </a:spcAft>
              <a:defRPr kumimoji="1" sz="800" b="1">
                <a:solidFill>
                  <a:schemeClr val="tx1"/>
                </a:solidFill>
                <a:latin typeface="宋体" charset="-122"/>
                <a:ea typeface="宋体" charset="-122"/>
              </a:defRPr>
            </a:lvl6pPr>
            <a:lvl7pPr marL="2866895" indent="-220530" eaLnBrk="0" fontAlgn="base" hangingPunct="0">
              <a:spcBef>
                <a:spcPct val="0"/>
              </a:spcBef>
              <a:spcAft>
                <a:spcPct val="0"/>
              </a:spcAft>
              <a:defRPr kumimoji="1" sz="800" b="1">
                <a:solidFill>
                  <a:schemeClr val="tx1"/>
                </a:solidFill>
                <a:latin typeface="宋体" charset="-122"/>
                <a:ea typeface="宋体" charset="-122"/>
              </a:defRPr>
            </a:lvl7pPr>
            <a:lvl8pPr marL="3307956" indent="-220530" eaLnBrk="0" fontAlgn="base" hangingPunct="0">
              <a:spcBef>
                <a:spcPct val="0"/>
              </a:spcBef>
              <a:spcAft>
                <a:spcPct val="0"/>
              </a:spcAft>
              <a:defRPr kumimoji="1" sz="800" b="1">
                <a:solidFill>
                  <a:schemeClr val="tx1"/>
                </a:solidFill>
                <a:latin typeface="宋体" charset="-122"/>
                <a:ea typeface="宋体" charset="-122"/>
              </a:defRPr>
            </a:lvl8pPr>
            <a:lvl9pPr marL="3749017" indent="-220530" eaLnBrk="0" fontAlgn="base" hangingPunct="0">
              <a:spcBef>
                <a:spcPct val="0"/>
              </a:spcBef>
              <a:spcAft>
                <a:spcPct val="0"/>
              </a:spcAft>
              <a:defRPr kumimoji="1" sz="800" b="1">
                <a:solidFill>
                  <a:schemeClr val="tx1"/>
                </a:solidFill>
                <a:latin typeface="宋体" charset="-122"/>
                <a:ea typeface="宋体" charset="-122"/>
              </a:defRPr>
            </a:lvl9pPr>
          </a:lstStyle>
          <a:p>
            <a:pPr eaLnBrk="1" hangingPunct="1"/>
            <a:fld id="{A7D1F48C-CD90-4CA1-BFAA-210C0BF1B050}" type="slidenum">
              <a:rPr lang="en-US" altLang="zh-CN" sz="1300">
                <a:latin typeface="Times New Roman" pitchFamily="18" charset="0"/>
              </a:rPr>
              <a:pPr eaLnBrk="1" hangingPunct="1"/>
              <a:t>32</a:t>
            </a:fld>
            <a:endParaRPr lang="en-US" altLang="zh-CN" sz="1300">
              <a:latin typeface="Times New Roman" pitchFamily="18" charset="0"/>
            </a:endParaRPr>
          </a:p>
        </p:txBody>
      </p:sp>
      <p:sp>
        <p:nvSpPr>
          <p:cNvPr id="124931" name="Rectangle 2"/>
          <p:cNvSpPr>
            <a:spLocks noGrp="1" noRot="1" noChangeAspect="1" noChangeArrowheads="1" noTextEdit="1"/>
          </p:cNvSpPr>
          <p:nvPr>
            <p:ph type="sldImg"/>
          </p:nvPr>
        </p:nvSpPr>
        <p:spPr>
          <a:ln/>
        </p:spPr>
      </p:sp>
      <p:sp>
        <p:nvSpPr>
          <p:cNvPr id="1249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en-US" dirty="0">
              <a:ea typeface="宋体" charset="-122"/>
            </a:endParaRPr>
          </a:p>
        </p:txBody>
      </p:sp>
    </p:spTree>
    <p:extLst>
      <p:ext uri="{BB962C8B-B14F-4D97-AF65-F5344CB8AC3E}">
        <p14:creationId xmlns:p14="http://schemas.microsoft.com/office/powerpoint/2010/main" val="18217558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eaLnBrk="0" hangingPunct="0">
              <a:defRPr kumimoji="1" sz="800" b="1">
                <a:solidFill>
                  <a:schemeClr val="tx1"/>
                </a:solidFill>
                <a:latin typeface="宋体" charset="-122"/>
                <a:ea typeface="宋体" charset="-122"/>
              </a:defRPr>
            </a:lvl1pPr>
            <a:lvl2pPr marL="716724" indent="-275663" eaLnBrk="0" hangingPunct="0">
              <a:defRPr kumimoji="1" sz="800" b="1">
                <a:solidFill>
                  <a:schemeClr val="tx1"/>
                </a:solidFill>
                <a:latin typeface="宋体" charset="-122"/>
                <a:ea typeface="宋体" charset="-122"/>
              </a:defRPr>
            </a:lvl2pPr>
            <a:lvl3pPr marL="1102652" indent="-220530" eaLnBrk="0" hangingPunct="0">
              <a:defRPr kumimoji="1" sz="800" b="1">
                <a:solidFill>
                  <a:schemeClr val="tx1"/>
                </a:solidFill>
                <a:latin typeface="宋体" charset="-122"/>
                <a:ea typeface="宋体" charset="-122"/>
              </a:defRPr>
            </a:lvl3pPr>
            <a:lvl4pPr marL="1543713" indent="-220530" eaLnBrk="0" hangingPunct="0">
              <a:defRPr kumimoji="1" sz="800" b="1">
                <a:solidFill>
                  <a:schemeClr val="tx1"/>
                </a:solidFill>
                <a:latin typeface="宋体" charset="-122"/>
                <a:ea typeface="宋体" charset="-122"/>
              </a:defRPr>
            </a:lvl4pPr>
            <a:lvl5pPr marL="1984774" indent="-220530" eaLnBrk="0" hangingPunct="0">
              <a:defRPr kumimoji="1" sz="800" b="1">
                <a:solidFill>
                  <a:schemeClr val="tx1"/>
                </a:solidFill>
                <a:latin typeface="宋体" charset="-122"/>
                <a:ea typeface="宋体" charset="-122"/>
              </a:defRPr>
            </a:lvl5pPr>
            <a:lvl6pPr marL="2425835" indent="-220530" eaLnBrk="0" fontAlgn="base" hangingPunct="0">
              <a:spcBef>
                <a:spcPct val="0"/>
              </a:spcBef>
              <a:spcAft>
                <a:spcPct val="0"/>
              </a:spcAft>
              <a:defRPr kumimoji="1" sz="800" b="1">
                <a:solidFill>
                  <a:schemeClr val="tx1"/>
                </a:solidFill>
                <a:latin typeface="宋体" charset="-122"/>
                <a:ea typeface="宋体" charset="-122"/>
              </a:defRPr>
            </a:lvl6pPr>
            <a:lvl7pPr marL="2866895" indent="-220530" eaLnBrk="0" fontAlgn="base" hangingPunct="0">
              <a:spcBef>
                <a:spcPct val="0"/>
              </a:spcBef>
              <a:spcAft>
                <a:spcPct val="0"/>
              </a:spcAft>
              <a:defRPr kumimoji="1" sz="800" b="1">
                <a:solidFill>
                  <a:schemeClr val="tx1"/>
                </a:solidFill>
                <a:latin typeface="宋体" charset="-122"/>
                <a:ea typeface="宋体" charset="-122"/>
              </a:defRPr>
            </a:lvl7pPr>
            <a:lvl8pPr marL="3307956" indent="-220530" eaLnBrk="0" fontAlgn="base" hangingPunct="0">
              <a:spcBef>
                <a:spcPct val="0"/>
              </a:spcBef>
              <a:spcAft>
                <a:spcPct val="0"/>
              </a:spcAft>
              <a:defRPr kumimoji="1" sz="800" b="1">
                <a:solidFill>
                  <a:schemeClr val="tx1"/>
                </a:solidFill>
                <a:latin typeface="宋体" charset="-122"/>
                <a:ea typeface="宋体" charset="-122"/>
              </a:defRPr>
            </a:lvl8pPr>
            <a:lvl9pPr marL="3749017" indent="-220530" eaLnBrk="0" fontAlgn="base" hangingPunct="0">
              <a:spcBef>
                <a:spcPct val="0"/>
              </a:spcBef>
              <a:spcAft>
                <a:spcPct val="0"/>
              </a:spcAft>
              <a:defRPr kumimoji="1" sz="800" b="1">
                <a:solidFill>
                  <a:schemeClr val="tx1"/>
                </a:solidFill>
                <a:latin typeface="宋体" charset="-122"/>
                <a:ea typeface="宋体" charset="-122"/>
              </a:defRPr>
            </a:lvl9pPr>
          </a:lstStyle>
          <a:p>
            <a:pPr eaLnBrk="1" hangingPunct="1"/>
            <a:fld id="{B16E45CC-D108-4B18-9BFF-E3D86FA58643}" type="slidenum">
              <a:rPr lang="en-US" altLang="zh-CN" sz="1300">
                <a:latin typeface="Times New Roman" pitchFamily="18" charset="0"/>
              </a:rPr>
              <a:pPr eaLnBrk="1" hangingPunct="1"/>
              <a:t>33</a:t>
            </a:fld>
            <a:endParaRPr lang="en-US" altLang="zh-CN" sz="1300">
              <a:latin typeface="Times New Roman" pitchFamily="18" charset="0"/>
            </a:endParaRPr>
          </a:p>
        </p:txBody>
      </p:sp>
      <p:sp>
        <p:nvSpPr>
          <p:cNvPr id="125955" name="Rectangle 2"/>
          <p:cNvSpPr>
            <a:spLocks noGrp="1" noRot="1" noChangeAspect="1" noChangeArrowheads="1" noTextEdit="1"/>
          </p:cNvSpPr>
          <p:nvPr>
            <p:ph type="sldImg"/>
          </p:nvPr>
        </p:nvSpPr>
        <p:spPr>
          <a:ln/>
        </p:spPr>
      </p:sp>
      <p:sp>
        <p:nvSpPr>
          <p:cNvPr id="1259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en-US" dirty="0">
              <a:ea typeface="宋体" charset="-122"/>
            </a:endParaRPr>
          </a:p>
        </p:txBody>
      </p:sp>
    </p:spTree>
    <p:extLst>
      <p:ext uri="{BB962C8B-B14F-4D97-AF65-F5344CB8AC3E}">
        <p14:creationId xmlns:p14="http://schemas.microsoft.com/office/powerpoint/2010/main" val="40998182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eaLnBrk="0" hangingPunct="0">
              <a:defRPr kumimoji="1" sz="800" b="1">
                <a:solidFill>
                  <a:schemeClr val="tx1"/>
                </a:solidFill>
                <a:latin typeface="宋体" charset="-122"/>
                <a:ea typeface="宋体" charset="-122"/>
              </a:defRPr>
            </a:lvl1pPr>
            <a:lvl2pPr marL="716724" indent="-275663" eaLnBrk="0" hangingPunct="0">
              <a:defRPr kumimoji="1" sz="800" b="1">
                <a:solidFill>
                  <a:schemeClr val="tx1"/>
                </a:solidFill>
                <a:latin typeface="宋体" charset="-122"/>
                <a:ea typeface="宋体" charset="-122"/>
              </a:defRPr>
            </a:lvl2pPr>
            <a:lvl3pPr marL="1102652" indent="-220530" eaLnBrk="0" hangingPunct="0">
              <a:defRPr kumimoji="1" sz="800" b="1">
                <a:solidFill>
                  <a:schemeClr val="tx1"/>
                </a:solidFill>
                <a:latin typeface="宋体" charset="-122"/>
                <a:ea typeface="宋体" charset="-122"/>
              </a:defRPr>
            </a:lvl3pPr>
            <a:lvl4pPr marL="1543713" indent="-220530" eaLnBrk="0" hangingPunct="0">
              <a:defRPr kumimoji="1" sz="800" b="1">
                <a:solidFill>
                  <a:schemeClr val="tx1"/>
                </a:solidFill>
                <a:latin typeface="宋体" charset="-122"/>
                <a:ea typeface="宋体" charset="-122"/>
              </a:defRPr>
            </a:lvl4pPr>
            <a:lvl5pPr marL="1984774" indent="-220530" eaLnBrk="0" hangingPunct="0">
              <a:defRPr kumimoji="1" sz="800" b="1">
                <a:solidFill>
                  <a:schemeClr val="tx1"/>
                </a:solidFill>
                <a:latin typeface="宋体" charset="-122"/>
                <a:ea typeface="宋体" charset="-122"/>
              </a:defRPr>
            </a:lvl5pPr>
            <a:lvl6pPr marL="2425835" indent="-220530" eaLnBrk="0" fontAlgn="base" hangingPunct="0">
              <a:spcBef>
                <a:spcPct val="0"/>
              </a:spcBef>
              <a:spcAft>
                <a:spcPct val="0"/>
              </a:spcAft>
              <a:defRPr kumimoji="1" sz="800" b="1">
                <a:solidFill>
                  <a:schemeClr val="tx1"/>
                </a:solidFill>
                <a:latin typeface="宋体" charset="-122"/>
                <a:ea typeface="宋体" charset="-122"/>
              </a:defRPr>
            </a:lvl6pPr>
            <a:lvl7pPr marL="2866895" indent="-220530" eaLnBrk="0" fontAlgn="base" hangingPunct="0">
              <a:spcBef>
                <a:spcPct val="0"/>
              </a:spcBef>
              <a:spcAft>
                <a:spcPct val="0"/>
              </a:spcAft>
              <a:defRPr kumimoji="1" sz="800" b="1">
                <a:solidFill>
                  <a:schemeClr val="tx1"/>
                </a:solidFill>
                <a:latin typeface="宋体" charset="-122"/>
                <a:ea typeface="宋体" charset="-122"/>
              </a:defRPr>
            </a:lvl7pPr>
            <a:lvl8pPr marL="3307956" indent="-220530" eaLnBrk="0" fontAlgn="base" hangingPunct="0">
              <a:spcBef>
                <a:spcPct val="0"/>
              </a:spcBef>
              <a:spcAft>
                <a:spcPct val="0"/>
              </a:spcAft>
              <a:defRPr kumimoji="1" sz="800" b="1">
                <a:solidFill>
                  <a:schemeClr val="tx1"/>
                </a:solidFill>
                <a:latin typeface="宋体" charset="-122"/>
                <a:ea typeface="宋体" charset="-122"/>
              </a:defRPr>
            </a:lvl8pPr>
            <a:lvl9pPr marL="3749017" indent="-220530" eaLnBrk="0" fontAlgn="base" hangingPunct="0">
              <a:spcBef>
                <a:spcPct val="0"/>
              </a:spcBef>
              <a:spcAft>
                <a:spcPct val="0"/>
              </a:spcAft>
              <a:defRPr kumimoji="1" sz="800" b="1">
                <a:solidFill>
                  <a:schemeClr val="tx1"/>
                </a:solidFill>
                <a:latin typeface="宋体" charset="-122"/>
                <a:ea typeface="宋体" charset="-122"/>
              </a:defRPr>
            </a:lvl9pPr>
          </a:lstStyle>
          <a:p>
            <a:pPr eaLnBrk="1" hangingPunct="1"/>
            <a:fld id="{F4A2486F-8AA1-44E2-B769-48A472BAED01}" type="slidenum">
              <a:rPr lang="en-US" altLang="zh-CN" sz="1300">
                <a:latin typeface="Times New Roman" pitchFamily="18" charset="0"/>
              </a:rPr>
              <a:pPr eaLnBrk="1" hangingPunct="1"/>
              <a:t>34</a:t>
            </a:fld>
            <a:endParaRPr lang="en-US" altLang="zh-CN" sz="1300">
              <a:latin typeface="Times New Roman" pitchFamily="18" charset="0"/>
            </a:endParaRPr>
          </a:p>
        </p:txBody>
      </p:sp>
      <p:sp>
        <p:nvSpPr>
          <p:cNvPr id="126979" name="Rectangle 2"/>
          <p:cNvSpPr>
            <a:spLocks noGrp="1" noRot="1" noChangeAspect="1" noChangeArrowheads="1" noTextEdit="1"/>
          </p:cNvSpPr>
          <p:nvPr>
            <p:ph type="sldImg"/>
          </p:nvPr>
        </p:nvSpPr>
        <p:spPr>
          <a:ln/>
        </p:spPr>
      </p:sp>
      <p:sp>
        <p:nvSpPr>
          <p:cNvPr id="1269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en-US" dirty="0">
              <a:ea typeface="宋体" charset="-122"/>
            </a:endParaRPr>
          </a:p>
        </p:txBody>
      </p:sp>
    </p:spTree>
    <p:extLst>
      <p:ext uri="{BB962C8B-B14F-4D97-AF65-F5344CB8AC3E}">
        <p14:creationId xmlns:p14="http://schemas.microsoft.com/office/powerpoint/2010/main" val="2332090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eaLnBrk="0" hangingPunct="0">
              <a:defRPr kumimoji="1" sz="800" b="1">
                <a:solidFill>
                  <a:schemeClr val="tx1"/>
                </a:solidFill>
                <a:latin typeface="宋体" charset="-122"/>
                <a:ea typeface="宋体" charset="-122"/>
              </a:defRPr>
            </a:lvl1pPr>
            <a:lvl2pPr marL="716724" indent="-275663" eaLnBrk="0" hangingPunct="0">
              <a:defRPr kumimoji="1" sz="800" b="1">
                <a:solidFill>
                  <a:schemeClr val="tx1"/>
                </a:solidFill>
                <a:latin typeface="宋体" charset="-122"/>
                <a:ea typeface="宋体" charset="-122"/>
              </a:defRPr>
            </a:lvl2pPr>
            <a:lvl3pPr marL="1102652" indent="-220530" eaLnBrk="0" hangingPunct="0">
              <a:defRPr kumimoji="1" sz="800" b="1">
                <a:solidFill>
                  <a:schemeClr val="tx1"/>
                </a:solidFill>
                <a:latin typeface="宋体" charset="-122"/>
                <a:ea typeface="宋体" charset="-122"/>
              </a:defRPr>
            </a:lvl3pPr>
            <a:lvl4pPr marL="1543713" indent="-220530" eaLnBrk="0" hangingPunct="0">
              <a:defRPr kumimoji="1" sz="800" b="1">
                <a:solidFill>
                  <a:schemeClr val="tx1"/>
                </a:solidFill>
                <a:latin typeface="宋体" charset="-122"/>
                <a:ea typeface="宋体" charset="-122"/>
              </a:defRPr>
            </a:lvl4pPr>
            <a:lvl5pPr marL="1984774" indent="-220530" eaLnBrk="0" hangingPunct="0">
              <a:defRPr kumimoji="1" sz="800" b="1">
                <a:solidFill>
                  <a:schemeClr val="tx1"/>
                </a:solidFill>
                <a:latin typeface="宋体" charset="-122"/>
                <a:ea typeface="宋体" charset="-122"/>
              </a:defRPr>
            </a:lvl5pPr>
            <a:lvl6pPr marL="2425835" indent="-220530" eaLnBrk="0" fontAlgn="base" hangingPunct="0">
              <a:spcBef>
                <a:spcPct val="0"/>
              </a:spcBef>
              <a:spcAft>
                <a:spcPct val="0"/>
              </a:spcAft>
              <a:defRPr kumimoji="1" sz="800" b="1">
                <a:solidFill>
                  <a:schemeClr val="tx1"/>
                </a:solidFill>
                <a:latin typeface="宋体" charset="-122"/>
                <a:ea typeface="宋体" charset="-122"/>
              </a:defRPr>
            </a:lvl6pPr>
            <a:lvl7pPr marL="2866895" indent="-220530" eaLnBrk="0" fontAlgn="base" hangingPunct="0">
              <a:spcBef>
                <a:spcPct val="0"/>
              </a:spcBef>
              <a:spcAft>
                <a:spcPct val="0"/>
              </a:spcAft>
              <a:defRPr kumimoji="1" sz="800" b="1">
                <a:solidFill>
                  <a:schemeClr val="tx1"/>
                </a:solidFill>
                <a:latin typeface="宋体" charset="-122"/>
                <a:ea typeface="宋体" charset="-122"/>
              </a:defRPr>
            </a:lvl7pPr>
            <a:lvl8pPr marL="3307956" indent="-220530" eaLnBrk="0" fontAlgn="base" hangingPunct="0">
              <a:spcBef>
                <a:spcPct val="0"/>
              </a:spcBef>
              <a:spcAft>
                <a:spcPct val="0"/>
              </a:spcAft>
              <a:defRPr kumimoji="1" sz="800" b="1">
                <a:solidFill>
                  <a:schemeClr val="tx1"/>
                </a:solidFill>
                <a:latin typeface="宋体" charset="-122"/>
                <a:ea typeface="宋体" charset="-122"/>
              </a:defRPr>
            </a:lvl8pPr>
            <a:lvl9pPr marL="3749017" indent="-220530" eaLnBrk="0" fontAlgn="base" hangingPunct="0">
              <a:spcBef>
                <a:spcPct val="0"/>
              </a:spcBef>
              <a:spcAft>
                <a:spcPct val="0"/>
              </a:spcAft>
              <a:defRPr kumimoji="1" sz="800" b="1">
                <a:solidFill>
                  <a:schemeClr val="tx1"/>
                </a:solidFill>
                <a:latin typeface="宋体" charset="-122"/>
                <a:ea typeface="宋体" charset="-122"/>
              </a:defRPr>
            </a:lvl9pPr>
          </a:lstStyle>
          <a:p>
            <a:pPr eaLnBrk="1" hangingPunct="1"/>
            <a:fld id="{C454CA9D-6601-43A4-AAE7-4AFE7C74A771}" type="slidenum">
              <a:rPr lang="en-US" altLang="zh-CN" sz="1300">
                <a:latin typeface="Times New Roman" pitchFamily="18" charset="0"/>
              </a:rPr>
              <a:pPr eaLnBrk="1" hangingPunct="1"/>
              <a:t>36</a:t>
            </a:fld>
            <a:endParaRPr lang="en-US" altLang="zh-CN" sz="1300">
              <a:latin typeface="Times New Roman" pitchFamily="18" charset="0"/>
            </a:endParaRPr>
          </a:p>
        </p:txBody>
      </p:sp>
      <p:sp>
        <p:nvSpPr>
          <p:cNvPr id="128003" name="Rectangle 2"/>
          <p:cNvSpPr>
            <a:spLocks noGrp="1" noRot="1" noChangeAspect="1" noChangeArrowheads="1" noTextEdit="1"/>
          </p:cNvSpPr>
          <p:nvPr>
            <p:ph type="sldImg"/>
          </p:nvPr>
        </p:nvSpPr>
        <p:spPr>
          <a:ln/>
        </p:spPr>
      </p:sp>
      <p:sp>
        <p:nvSpPr>
          <p:cNvPr id="1280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en-US" dirty="0">
              <a:ea typeface="宋体" charset="-122"/>
            </a:endParaRPr>
          </a:p>
        </p:txBody>
      </p:sp>
    </p:spTree>
    <p:extLst>
      <p:ext uri="{BB962C8B-B14F-4D97-AF65-F5344CB8AC3E}">
        <p14:creationId xmlns:p14="http://schemas.microsoft.com/office/powerpoint/2010/main" val="38628837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eaLnBrk="0" hangingPunct="0">
              <a:defRPr kumimoji="1" sz="800" b="1">
                <a:solidFill>
                  <a:schemeClr val="tx1"/>
                </a:solidFill>
                <a:latin typeface="宋体" charset="-122"/>
                <a:ea typeface="宋体" charset="-122"/>
              </a:defRPr>
            </a:lvl1pPr>
            <a:lvl2pPr marL="716724" indent="-275663" eaLnBrk="0" hangingPunct="0">
              <a:defRPr kumimoji="1" sz="800" b="1">
                <a:solidFill>
                  <a:schemeClr val="tx1"/>
                </a:solidFill>
                <a:latin typeface="宋体" charset="-122"/>
                <a:ea typeface="宋体" charset="-122"/>
              </a:defRPr>
            </a:lvl2pPr>
            <a:lvl3pPr marL="1102652" indent="-220530" eaLnBrk="0" hangingPunct="0">
              <a:defRPr kumimoji="1" sz="800" b="1">
                <a:solidFill>
                  <a:schemeClr val="tx1"/>
                </a:solidFill>
                <a:latin typeface="宋体" charset="-122"/>
                <a:ea typeface="宋体" charset="-122"/>
              </a:defRPr>
            </a:lvl3pPr>
            <a:lvl4pPr marL="1543713" indent="-220530" eaLnBrk="0" hangingPunct="0">
              <a:defRPr kumimoji="1" sz="800" b="1">
                <a:solidFill>
                  <a:schemeClr val="tx1"/>
                </a:solidFill>
                <a:latin typeface="宋体" charset="-122"/>
                <a:ea typeface="宋体" charset="-122"/>
              </a:defRPr>
            </a:lvl4pPr>
            <a:lvl5pPr marL="1984774" indent="-220530" eaLnBrk="0" hangingPunct="0">
              <a:defRPr kumimoji="1" sz="800" b="1">
                <a:solidFill>
                  <a:schemeClr val="tx1"/>
                </a:solidFill>
                <a:latin typeface="宋体" charset="-122"/>
                <a:ea typeface="宋体" charset="-122"/>
              </a:defRPr>
            </a:lvl5pPr>
            <a:lvl6pPr marL="2425835" indent="-220530" eaLnBrk="0" fontAlgn="base" hangingPunct="0">
              <a:spcBef>
                <a:spcPct val="0"/>
              </a:spcBef>
              <a:spcAft>
                <a:spcPct val="0"/>
              </a:spcAft>
              <a:defRPr kumimoji="1" sz="800" b="1">
                <a:solidFill>
                  <a:schemeClr val="tx1"/>
                </a:solidFill>
                <a:latin typeface="宋体" charset="-122"/>
                <a:ea typeface="宋体" charset="-122"/>
              </a:defRPr>
            </a:lvl6pPr>
            <a:lvl7pPr marL="2866895" indent="-220530" eaLnBrk="0" fontAlgn="base" hangingPunct="0">
              <a:spcBef>
                <a:spcPct val="0"/>
              </a:spcBef>
              <a:spcAft>
                <a:spcPct val="0"/>
              </a:spcAft>
              <a:defRPr kumimoji="1" sz="800" b="1">
                <a:solidFill>
                  <a:schemeClr val="tx1"/>
                </a:solidFill>
                <a:latin typeface="宋体" charset="-122"/>
                <a:ea typeface="宋体" charset="-122"/>
              </a:defRPr>
            </a:lvl7pPr>
            <a:lvl8pPr marL="3307956" indent="-220530" eaLnBrk="0" fontAlgn="base" hangingPunct="0">
              <a:spcBef>
                <a:spcPct val="0"/>
              </a:spcBef>
              <a:spcAft>
                <a:spcPct val="0"/>
              </a:spcAft>
              <a:defRPr kumimoji="1" sz="800" b="1">
                <a:solidFill>
                  <a:schemeClr val="tx1"/>
                </a:solidFill>
                <a:latin typeface="宋体" charset="-122"/>
                <a:ea typeface="宋体" charset="-122"/>
              </a:defRPr>
            </a:lvl8pPr>
            <a:lvl9pPr marL="3749017" indent="-220530" eaLnBrk="0" fontAlgn="base" hangingPunct="0">
              <a:spcBef>
                <a:spcPct val="0"/>
              </a:spcBef>
              <a:spcAft>
                <a:spcPct val="0"/>
              </a:spcAft>
              <a:defRPr kumimoji="1" sz="800" b="1">
                <a:solidFill>
                  <a:schemeClr val="tx1"/>
                </a:solidFill>
                <a:latin typeface="宋体" charset="-122"/>
                <a:ea typeface="宋体" charset="-122"/>
              </a:defRPr>
            </a:lvl9pPr>
          </a:lstStyle>
          <a:p>
            <a:pPr eaLnBrk="1" hangingPunct="1"/>
            <a:fld id="{631648CD-0155-4E2B-A787-E77DFF3BB612}" type="slidenum">
              <a:rPr lang="en-US" altLang="zh-CN" sz="1300">
                <a:latin typeface="Times New Roman" pitchFamily="18" charset="0"/>
              </a:rPr>
              <a:pPr eaLnBrk="1" hangingPunct="1"/>
              <a:t>37</a:t>
            </a:fld>
            <a:endParaRPr lang="en-US" altLang="zh-CN" sz="1300">
              <a:latin typeface="Times New Roman" pitchFamily="18" charset="0"/>
            </a:endParaRPr>
          </a:p>
        </p:txBody>
      </p:sp>
      <p:sp>
        <p:nvSpPr>
          <p:cNvPr id="129027" name="Rectangle 2"/>
          <p:cNvSpPr>
            <a:spLocks noGrp="1" noRot="1" noChangeAspect="1" noChangeArrowheads="1" noTextEdit="1"/>
          </p:cNvSpPr>
          <p:nvPr>
            <p:ph type="sldImg"/>
          </p:nvPr>
        </p:nvSpPr>
        <p:spPr>
          <a:ln/>
        </p:spPr>
      </p:sp>
      <p:sp>
        <p:nvSpPr>
          <p:cNvPr id="1290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en-US" dirty="0">
              <a:ea typeface="宋体" charset="-122"/>
            </a:endParaRPr>
          </a:p>
        </p:txBody>
      </p:sp>
    </p:spTree>
    <p:extLst>
      <p:ext uri="{BB962C8B-B14F-4D97-AF65-F5344CB8AC3E}">
        <p14:creationId xmlns:p14="http://schemas.microsoft.com/office/powerpoint/2010/main" val="25627171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eaLnBrk="0" hangingPunct="0">
              <a:defRPr kumimoji="1" sz="800" b="1">
                <a:solidFill>
                  <a:schemeClr val="tx1"/>
                </a:solidFill>
                <a:latin typeface="宋体" charset="-122"/>
                <a:ea typeface="宋体" charset="-122"/>
              </a:defRPr>
            </a:lvl1pPr>
            <a:lvl2pPr marL="716724" indent="-275663" eaLnBrk="0" hangingPunct="0">
              <a:defRPr kumimoji="1" sz="800" b="1">
                <a:solidFill>
                  <a:schemeClr val="tx1"/>
                </a:solidFill>
                <a:latin typeface="宋体" charset="-122"/>
                <a:ea typeface="宋体" charset="-122"/>
              </a:defRPr>
            </a:lvl2pPr>
            <a:lvl3pPr marL="1102652" indent="-220530" eaLnBrk="0" hangingPunct="0">
              <a:defRPr kumimoji="1" sz="800" b="1">
                <a:solidFill>
                  <a:schemeClr val="tx1"/>
                </a:solidFill>
                <a:latin typeface="宋体" charset="-122"/>
                <a:ea typeface="宋体" charset="-122"/>
              </a:defRPr>
            </a:lvl3pPr>
            <a:lvl4pPr marL="1543713" indent="-220530" eaLnBrk="0" hangingPunct="0">
              <a:defRPr kumimoji="1" sz="800" b="1">
                <a:solidFill>
                  <a:schemeClr val="tx1"/>
                </a:solidFill>
                <a:latin typeface="宋体" charset="-122"/>
                <a:ea typeface="宋体" charset="-122"/>
              </a:defRPr>
            </a:lvl4pPr>
            <a:lvl5pPr marL="1984774" indent="-220530" eaLnBrk="0" hangingPunct="0">
              <a:defRPr kumimoji="1" sz="800" b="1">
                <a:solidFill>
                  <a:schemeClr val="tx1"/>
                </a:solidFill>
                <a:latin typeface="宋体" charset="-122"/>
                <a:ea typeface="宋体" charset="-122"/>
              </a:defRPr>
            </a:lvl5pPr>
            <a:lvl6pPr marL="2425835" indent="-220530" eaLnBrk="0" fontAlgn="base" hangingPunct="0">
              <a:spcBef>
                <a:spcPct val="0"/>
              </a:spcBef>
              <a:spcAft>
                <a:spcPct val="0"/>
              </a:spcAft>
              <a:defRPr kumimoji="1" sz="800" b="1">
                <a:solidFill>
                  <a:schemeClr val="tx1"/>
                </a:solidFill>
                <a:latin typeface="宋体" charset="-122"/>
                <a:ea typeface="宋体" charset="-122"/>
              </a:defRPr>
            </a:lvl6pPr>
            <a:lvl7pPr marL="2866895" indent="-220530" eaLnBrk="0" fontAlgn="base" hangingPunct="0">
              <a:spcBef>
                <a:spcPct val="0"/>
              </a:spcBef>
              <a:spcAft>
                <a:spcPct val="0"/>
              </a:spcAft>
              <a:defRPr kumimoji="1" sz="800" b="1">
                <a:solidFill>
                  <a:schemeClr val="tx1"/>
                </a:solidFill>
                <a:latin typeface="宋体" charset="-122"/>
                <a:ea typeface="宋体" charset="-122"/>
              </a:defRPr>
            </a:lvl7pPr>
            <a:lvl8pPr marL="3307956" indent="-220530" eaLnBrk="0" fontAlgn="base" hangingPunct="0">
              <a:spcBef>
                <a:spcPct val="0"/>
              </a:spcBef>
              <a:spcAft>
                <a:spcPct val="0"/>
              </a:spcAft>
              <a:defRPr kumimoji="1" sz="800" b="1">
                <a:solidFill>
                  <a:schemeClr val="tx1"/>
                </a:solidFill>
                <a:latin typeface="宋体" charset="-122"/>
                <a:ea typeface="宋体" charset="-122"/>
              </a:defRPr>
            </a:lvl8pPr>
            <a:lvl9pPr marL="3749017" indent="-220530" eaLnBrk="0" fontAlgn="base" hangingPunct="0">
              <a:spcBef>
                <a:spcPct val="0"/>
              </a:spcBef>
              <a:spcAft>
                <a:spcPct val="0"/>
              </a:spcAft>
              <a:defRPr kumimoji="1" sz="800" b="1">
                <a:solidFill>
                  <a:schemeClr val="tx1"/>
                </a:solidFill>
                <a:latin typeface="宋体" charset="-122"/>
                <a:ea typeface="宋体" charset="-122"/>
              </a:defRPr>
            </a:lvl9pPr>
          </a:lstStyle>
          <a:p>
            <a:pPr eaLnBrk="1" hangingPunct="1"/>
            <a:fld id="{08628187-B682-44C9-8676-A659DC62668C}" type="slidenum">
              <a:rPr lang="en-US" altLang="zh-CN" sz="1300">
                <a:latin typeface="Times New Roman" pitchFamily="18" charset="0"/>
              </a:rPr>
              <a:pPr eaLnBrk="1" hangingPunct="1"/>
              <a:t>38</a:t>
            </a:fld>
            <a:endParaRPr lang="en-US" altLang="zh-CN" sz="1300">
              <a:latin typeface="Times New Roman" pitchFamily="18" charset="0"/>
            </a:endParaRPr>
          </a:p>
        </p:txBody>
      </p:sp>
      <p:sp>
        <p:nvSpPr>
          <p:cNvPr id="130051" name="Rectangle 2"/>
          <p:cNvSpPr>
            <a:spLocks noGrp="1" noRot="1" noChangeAspect="1" noChangeArrowheads="1" noTextEdit="1"/>
          </p:cNvSpPr>
          <p:nvPr>
            <p:ph type="sldImg"/>
          </p:nvPr>
        </p:nvSpPr>
        <p:spPr>
          <a:ln/>
        </p:spPr>
      </p:sp>
      <p:sp>
        <p:nvSpPr>
          <p:cNvPr id="1300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en-US" dirty="0">
              <a:ea typeface="宋体" charset="-122"/>
            </a:endParaRPr>
          </a:p>
        </p:txBody>
      </p:sp>
    </p:spTree>
    <p:extLst>
      <p:ext uri="{BB962C8B-B14F-4D97-AF65-F5344CB8AC3E}">
        <p14:creationId xmlns:p14="http://schemas.microsoft.com/office/powerpoint/2010/main" val="31780959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eaLnBrk="0" hangingPunct="0">
              <a:defRPr kumimoji="1" sz="800" b="1">
                <a:solidFill>
                  <a:schemeClr val="tx1"/>
                </a:solidFill>
                <a:latin typeface="宋体" charset="-122"/>
                <a:ea typeface="宋体" charset="-122"/>
              </a:defRPr>
            </a:lvl1pPr>
            <a:lvl2pPr marL="716724" indent="-275663" eaLnBrk="0" hangingPunct="0">
              <a:defRPr kumimoji="1" sz="800" b="1">
                <a:solidFill>
                  <a:schemeClr val="tx1"/>
                </a:solidFill>
                <a:latin typeface="宋体" charset="-122"/>
                <a:ea typeface="宋体" charset="-122"/>
              </a:defRPr>
            </a:lvl2pPr>
            <a:lvl3pPr marL="1102652" indent="-220530" eaLnBrk="0" hangingPunct="0">
              <a:defRPr kumimoji="1" sz="800" b="1">
                <a:solidFill>
                  <a:schemeClr val="tx1"/>
                </a:solidFill>
                <a:latin typeface="宋体" charset="-122"/>
                <a:ea typeface="宋体" charset="-122"/>
              </a:defRPr>
            </a:lvl3pPr>
            <a:lvl4pPr marL="1543713" indent="-220530" eaLnBrk="0" hangingPunct="0">
              <a:defRPr kumimoji="1" sz="800" b="1">
                <a:solidFill>
                  <a:schemeClr val="tx1"/>
                </a:solidFill>
                <a:latin typeface="宋体" charset="-122"/>
                <a:ea typeface="宋体" charset="-122"/>
              </a:defRPr>
            </a:lvl4pPr>
            <a:lvl5pPr marL="1984774" indent="-220530" eaLnBrk="0" hangingPunct="0">
              <a:defRPr kumimoji="1" sz="800" b="1">
                <a:solidFill>
                  <a:schemeClr val="tx1"/>
                </a:solidFill>
                <a:latin typeface="宋体" charset="-122"/>
                <a:ea typeface="宋体" charset="-122"/>
              </a:defRPr>
            </a:lvl5pPr>
            <a:lvl6pPr marL="2425835" indent="-220530" eaLnBrk="0" fontAlgn="base" hangingPunct="0">
              <a:spcBef>
                <a:spcPct val="0"/>
              </a:spcBef>
              <a:spcAft>
                <a:spcPct val="0"/>
              </a:spcAft>
              <a:defRPr kumimoji="1" sz="800" b="1">
                <a:solidFill>
                  <a:schemeClr val="tx1"/>
                </a:solidFill>
                <a:latin typeface="宋体" charset="-122"/>
                <a:ea typeface="宋体" charset="-122"/>
              </a:defRPr>
            </a:lvl6pPr>
            <a:lvl7pPr marL="2866895" indent="-220530" eaLnBrk="0" fontAlgn="base" hangingPunct="0">
              <a:spcBef>
                <a:spcPct val="0"/>
              </a:spcBef>
              <a:spcAft>
                <a:spcPct val="0"/>
              </a:spcAft>
              <a:defRPr kumimoji="1" sz="800" b="1">
                <a:solidFill>
                  <a:schemeClr val="tx1"/>
                </a:solidFill>
                <a:latin typeface="宋体" charset="-122"/>
                <a:ea typeface="宋体" charset="-122"/>
              </a:defRPr>
            </a:lvl7pPr>
            <a:lvl8pPr marL="3307956" indent="-220530" eaLnBrk="0" fontAlgn="base" hangingPunct="0">
              <a:spcBef>
                <a:spcPct val="0"/>
              </a:spcBef>
              <a:spcAft>
                <a:spcPct val="0"/>
              </a:spcAft>
              <a:defRPr kumimoji="1" sz="800" b="1">
                <a:solidFill>
                  <a:schemeClr val="tx1"/>
                </a:solidFill>
                <a:latin typeface="宋体" charset="-122"/>
                <a:ea typeface="宋体" charset="-122"/>
              </a:defRPr>
            </a:lvl8pPr>
            <a:lvl9pPr marL="3749017" indent="-220530" eaLnBrk="0" fontAlgn="base" hangingPunct="0">
              <a:spcBef>
                <a:spcPct val="0"/>
              </a:spcBef>
              <a:spcAft>
                <a:spcPct val="0"/>
              </a:spcAft>
              <a:defRPr kumimoji="1" sz="800" b="1">
                <a:solidFill>
                  <a:schemeClr val="tx1"/>
                </a:solidFill>
                <a:latin typeface="宋体" charset="-122"/>
                <a:ea typeface="宋体" charset="-122"/>
              </a:defRPr>
            </a:lvl9pPr>
          </a:lstStyle>
          <a:p>
            <a:pPr eaLnBrk="1" hangingPunct="1"/>
            <a:fld id="{1189ECC0-48D3-488B-B4D7-31F59D953CD1}" type="slidenum">
              <a:rPr lang="en-US" altLang="zh-CN" sz="1300">
                <a:latin typeface="Times New Roman" pitchFamily="18" charset="0"/>
              </a:rPr>
              <a:pPr eaLnBrk="1" hangingPunct="1"/>
              <a:t>39</a:t>
            </a:fld>
            <a:endParaRPr lang="en-US" altLang="zh-CN" sz="1300">
              <a:latin typeface="Times New Roman" pitchFamily="18" charset="0"/>
            </a:endParaRPr>
          </a:p>
        </p:txBody>
      </p:sp>
      <p:sp>
        <p:nvSpPr>
          <p:cNvPr id="131075" name="Rectangle 2"/>
          <p:cNvSpPr>
            <a:spLocks noGrp="1" noRot="1" noChangeAspect="1" noChangeArrowheads="1" noTextEdit="1"/>
          </p:cNvSpPr>
          <p:nvPr>
            <p:ph type="sldImg"/>
          </p:nvPr>
        </p:nvSpPr>
        <p:spPr>
          <a:ln/>
        </p:spPr>
      </p:sp>
      <p:sp>
        <p:nvSpPr>
          <p:cNvPr id="1310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en-US" dirty="0">
              <a:ea typeface="宋体" charset="-122"/>
            </a:endParaRPr>
          </a:p>
        </p:txBody>
      </p:sp>
    </p:spTree>
    <p:extLst>
      <p:ext uri="{BB962C8B-B14F-4D97-AF65-F5344CB8AC3E}">
        <p14:creationId xmlns:p14="http://schemas.microsoft.com/office/powerpoint/2010/main" val="358936053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eaLnBrk="0" hangingPunct="0">
              <a:defRPr kumimoji="1" sz="800" b="1">
                <a:solidFill>
                  <a:schemeClr val="tx1"/>
                </a:solidFill>
                <a:latin typeface="宋体" charset="-122"/>
                <a:ea typeface="宋体" charset="-122"/>
              </a:defRPr>
            </a:lvl1pPr>
            <a:lvl2pPr marL="716724" indent="-275663" eaLnBrk="0" hangingPunct="0">
              <a:defRPr kumimoji="1" sz="800" b="1">
                <a:solidFill>
                  <a:schemeClr val="tx1"/>
                </a:solidFill>
                <a:latin typeface="宋体" charset="-122"/>
                <a:ea typeface="宋体" charset="-122"/>
              </a:defRPr>
            </a:lvl2pPr>
            <a:lvl3pPr marL="1102652" indent="-220530" eaLnBrk="0" hangingPunct="0">
              <a:defRPr kumimoji="1" sz="800" b="1">
                <a:solidFill>
                  <a:schemeClr val="tx1"/>
                </a:solidFill>
                <a:latin typeface="宋体" charset="-122"/>
                <a:ea typeface="宋体" charset="-122"/>
              </a:defRPr>
            </a:lvl3pPr>
            <a:lvl4pPr marL="1543713" indent="-220530" eaLnBrk="0" hangingPunct="0">
              <a:defRPr kumimoji="1" sz="800" b="1">
                <a:solidFill>
                  <a:schemeClr val="tx1"/>
                </a:solidFill>
                <a:latin typeface="宋体" charset="-122"/>
                <a:ea typeface="宋体" charset="-122"/>
              </a:defRPr>
            </a:lvl4pPr>
            <a:lvl5pPr marL="1984774" indent="-220530" eaLnBrk="0" hangingPunct="0">
              <a:defRPr kumimoji="1" sz="800" b="1">
                <a:solidFill>
                  <a:schemeClr val="tx1"/>
                </a:solidFill>
                <a:latin typeface="宋体" charset="-122"/>
                <a:ea typeface="宋体" charset="-122"/>
              </a:defRPr>
            </a:lvl5pPr>
            <a:lvl6pPr marL="2425835" indent="-220530" eaLnBrk="0" fontAlgn="base" hangingPunct="0">
              <a:spcBef>
                <a:spcPct val="0"/>
              </a:spcBef>
              <a:spcAft>
                <a:spcPct val="0"/>
              </a:spcAft>
              <a:defRPr kumimoji="1" sz="800" b="1">
                <a:solidFill>
                  <a:schemeClr val="tx1"/>
                </a:solidFill>
                <a:latin typeface="宋体" charset="-122"/>
                <a:ea typeface="宋体" charset="-122"/>
              </a:defRPr>
            </a:lvl6pPr>
            <a:lvl7pPr marL="2866895" indent="-220530" eaLnBrk="0" fontAlgn="base" hangingPunct="0">
              <a:spcBef>
                <a:spcPct val="0"/>
              </a:spcBef>
              <a:spcAft>
                <a:spcPct val="0"/>
              </a:spcAft>
              <a:defRPr kumimoji="1" sz="800" b="1">
                <a:solidFill>
                  <a:schemeClr val="tx1"/>
                </a:solidFill>
                <a:latin typeface="宋体" charset="-122"/>
                <a:ea typeface="宋体" charset="-122"/>
              </a:defRPr>
            </a:lvl7pPr>
            <a:lvl8pPr marL="3307956" indent="-220530" eaLnBrk="0" fontAlgn="base" hangingPunct="0">
              <a:spcBef>
                <a:spcPct val="0"/>
              </a:spcBef>
              <a:spcAft>
                <a:spcPct val="0"/>
              </a:spcAft>
              <a:defRPr kumimoji="1" sz="800" b="1">
                <a:solidFill>
                  <a:schemeClr val="tx1"/>
                </a:solidFill>
                <a:latin typeface="宋体" charset="-122"/>
                <a:ea typeface="宋体" charset="-122"/>
              </a:defRPr>
            </a:lvl8pPr>
            <a:lvl9pPr marL="3749017" indent="-220530" eaLnBrk="0" fontAlgn="base" hangingPunct="0">
              <a:spcBef>
                <a:spcPct val="0"/>
              </a:spcBef>
              <a:spcAft>
                <a:spcPct val="0"/>
              </a:spcAft>
              <a:defRPr kumimoji="1" sz="800" b="1">
                <a:solidFill>
                  <a:schemeClr val="tx1"/>
                </a:solidFill>
                <a:latin typeface="宋体" charset="-122"/>
                <a:ea typeface="宋体" charset="-122"/>
              </a:defRPr>
            </a:lvl9pPr>
          </a:lstStyle>
          <a:p>
            <a:pPr eaLnBrk="1" hangingPunct="1"/>
            <a:fld id="{0BD64922-43D3-4E49-98EA-99CB791D2D07}" type="slidenum">
              <a:rPr lang="en-US" altLang="zh-CN" sz="1300">
                <a:latin typeface="Times New Roman" pitchFamily="18" charset="0"/>
              </a:rPr>
              <a:pPr eaLnBrk="1" hangingPunct="1"/>
              <a:t>41</a:t>
            </a:fld>
            <a:endParaRPr lang="en-US" altLang="zh-CN" sz="1300">
              <a:latin typeface="Times New Roman" pitchFamily="18" charset="0"/>
            </a:endParaRPr>
          </a:p>
        </p:txBody>
      </p:sp>
      <p:sp>
        <p:nvSpPr>
          <p:cNvPr id="132099" name="Rectangle 2"/>
          <p:cNvSpPr>
            <a:spLocks noGrp="1" noRot="1" noChangeAspect="1" noChangeArrowheads="1" noTextEdit="1"/>
          </p:cNvSpPr>
          <p:nvPr>
            <p:ph type="sldImg"/>
          </p:nvPr>
        </p:nvSpPr>
        <p:spPr>
          <a:ln/>
        </p:spPr>
      </p:sp>
      <p:sp>
        <p:nvSpPr>
          <p:cNvPr id="1321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en-US" dirty="0">
              <a:ea typeface="宋体" charset="-122"/>
            </a:endParaRPr>
          </a:p>
        </p:txBody>
      </p:sp>
    </p:spTree>
    <p:extLst>
      <p:ext uri="{BB962C8B-B14F-4D97-AF65-F5344CB8AC3E}">
        <p14:creationId xmlns:p14="http://schemas.microsoft.com/office/powerpoint/2010/main" val="17459672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eaLnBrk="0" hangingPunct="0">
              <a:defRPr kumimoji="1" sz="800" b="1">
                <a:solidFill>
                  <a:schemeClr val="tx1"/>
                </a:solidFill>
                <a:latin typeface="宋体" charset="-122"/>
                <a:ea typeface="宋体" charset="-122"/>
              </a:defRPr>
            </a:lvl1pPr>
            <a:lvl2pPr marL="716724" indent="-275663" eaLnBrk="0" hangingPunct="0">
              <a:defRPr kumimoji="1" sz="800" b="1">
                <a:solidFill>
                  <a:schemeClr val="tx1"/>
                </a:solidFill>
                <a:latin typeface="宋体" charset="-122"/>
                <a:ea typeface="宋体" charset="-122"/>
              </a:defRPr>
            </a:lvl2pPr>
            <a:lvl3pPr marL="1102652" indent="-220530" eaLnBrk="0" hangingPunct="0">
              <a:defRPr kumimoji="1" sz="800" b="1">
                <a:solidFill>
                  <a:schemeClr val="tx1"/>
                </a:solidFill>
                <a:latin typeface="宋体" charset="-122"/>
                <a:ea typeface="宋体" charset="-122"/>
              </a:defRPr>
            </a:lvl3pPr>
            <a:lvl4pPr marL="1543713" indent="-220530" eaLnBrk="0" hangingPunct="0">
              <a:defRPr kumimoji="1" sz="800" b="1">
                <a:solidFill>
                  <a:schemeClr val="tx1"/>
                </a:solidFill>
                <a:latin typeface="宋体" charset="-122"/>
                <a:ea typeface="宋体" charset="-122"/>
              </a:defRPr>
            </a:lvl4pPr>
            <a:lvl5pPr marL="1984774" indent="-220530" eaLnBrk="0" hangingPunct="0">
              <a:defRPr kumimoji="1" sz="800" b="1">
                <a:solidFill>
                  <a:schemeClr val="tx1"/>
                </a:solidFill>
                <a:latin typeface="宋体" charset="-122"/>
                <a:ea typeface="宋体" charset="-122"/>
              </a:defRPr>
            </a:lvl5pPr>
            <a:lvl6pPr marL="2425835" indent="-220530" eaLnBrk="0" fontAlgn="base" hangingPunct="0">
              <a:spcBef>
                <a:spcPct val="0"/>
              </a:spcBef>
              <a:spcAft>
                <a:spcPct val="0"/>
              </a:spcAft>
              <a:defRPr kumimoji="1" sz="800" b="1">
                <a:solidFill>
                  <a:schemeClr val="tx1"/>
                </a:solidFill>
                <a:latin typeface="宋体" charset="-122"/>
                <a:ea typeface="宋体" charset="-122"/>
              </a:defRPr>
            </a:lvl6pPr>
            <a:lvl7pPr marL="2866895" indent="-220530" eaLnBrk="0" fontAlgn="base" hangingPunct="0">
              <a:spcBef>
                <a:spcPct val="0"/>
              </a:spcBef>
              <a:spcAft>
                <a:spcPct val="0"/>
              </a:spcAft>
              <a:defRPr kumimoji="1" sz="800" b="1">
                <a:solidFill>
                  <a:schemeClr val="tx1"/>
                </a:solidFill>
                <a:latin typeface="宋体" charset="-122"/>
                <a:ea typeface="宋体" charset="-122"/>
              </a:defRPr>
            </a:lvl7pPr>
            <a:lvl8pPr marL="3307956" indent="-220530" eaLnBrk="0" fontAlgn="base" hangingPunct="0">
              <a:spcBef>
                <a:spcPct val="0"/>
              </a:spcBef>
              <a:spcAft>
                <a:spcPct val="0"/>
              </a:spcAft>
              <a:defRPr kumimoji="1" sz="800" b="1">
                <a:solidFill>
                  <a:schemeClr val="tx1"/>
                </a:solidFill>
                <a:latin typeface="宋体" charset="-122"/>
                <a:ea typeface="宋体" charset="-122"/>
              </a:defRPr>
            </a:lvl8pPr>
            <a:lvl9pPr marL="3749017" indent="-220530" eaLnBrk="0" fontAlgn="base" hangingPunct="0">
              <a:spcBef>
                <a:spcPct val="0"/>
              </a:spcBef>
              <a:spcAft>
                <a:spcPct val="0"/>
              </a:spcAft>
              <a:defRPr kumimoji="1" sz="800" b="1">
                <a:solidFill>
                  <a:schemeClr val="tx1"/>
                </a:solidFill>
                <a:latin typeface="宋体" charset="-122"/>
                <a:ea typeface="宋体" charset="-122"/>
              </a:defRPr>
            </a:lvl9pPr>
          </a:lstStyle>
          <a:p>
            <a:pPr eaLnBrk="1" hangingPunct="1"/>
            <a:fld id="{3779603E-A8A6-4D82-A3DB-188CA8D2409E}" type="slidenum">
              <a:rPr lang="en-US" altLang="zh-CN" sz="1300">
                <a:latin typeface="Times New Roman" pitchFamily="18" charset="0"/>
              </a:rPr>
              <a:pPr eaLnBrk="1" hangingPunct="1"/>
              <a:t>43</a:t>
            </a:fld>
            <a:endParaRPr lang="en-US" altLang="zh-CN" sz="1300">
              <a:latin typeface="Times New Roman" pitchFamily="18" charset="0"/>
            </a:endParaRPr>
          </a:p>
        </p:txBody>
      </p:sp>
      <p:sp>
        <p:nvSpPr>
          <p:cNvPr id="133123" name="Rectangle 2"/>
          <p:cNvSpPr>
            <a:spLocks noGrp="1" noRot="1" noChangeAspect="1" noChangeArrowheads="1" noTextEdit="1"/>
          </p:cNvSpPr>
          <p:nvPr>
            <p:ph type="sldImg"/>
          </p:nvPr>
        </p:nvSpPr>
        <p:spPr>
          <a:ln/>
        </p:spPr>
      </p:sp>
      <p:sp>
        <p:nvSpPr>
          <p:cNvPr id="1331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en-US" dirty="0">
              <a:ea typeface="宋体" charset="-122"/>
            </a:endParaRPr>
          </a:p>
        </p:txBody>
      </p:sp>
    </p:spTree>
    <p:extLst>
      <p:ext uri="{BB962C8B-B14F-4D97-AF65-F5344CB8AC3E}">
        <p14:creationId xmlns:p14="http://schemas.microsoft.com/office/powerpoint/2010/main" val="12053691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pPr>
              <a:defRPr/>
            </a:pPr>
            <a:fld id="{665088DE-7C12-43E3-B15D-59B973112902}" type="datetime1">
              <a:rPr lang="zh-CN" altLang="en-US" smtClean="0"/>
              <a:t>2025/9/16</a:t>
            </a:fld>
            <a:endParaRPr lang="en-US" altLang="zh-CN"/>
          </a:p>
        </p:txBody>
      </p:sp>
      <p:sp>
        <p:nvSpPr>
          <p:cNvPr id="5" name="页脚占位符 4"/>
          <p:cNvSpPr>
            <a:spLocks noGrp="1"/>
          </p:cNvSpPr>
          <p:nvPr>
            <p:ph type="ftr" sz="quarter" idx="11"/>
          </p:nvPr>
        </p:nvSpPr>
        <p:spPr/>
        <p:txBody>
          <a:bodyPr/>
          <a:lstStyle>
            <a:lvl1pPr>
              <a:defRPr/>
            </a:lvl1pPr>
          </a:lstStyle>
          <a:p>
            <a:pPr>
              <a:defRPr/>
            </a:pPr>
            <a:r>
              <a:rPr lang="zh-CN" altLang="en-US"/>
              <a:t>计算学部 刘宏伟</a:t>
            </a: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A5AE633C-541A-4E3F-A22A-3C4C63E8EF5F}" type="slidenum">
              <a:rPr lang="zh-CN" altLang="en-US"/>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C16BEF04-DE38-4112-BD21-D8FEA22BFF54}" type="datetime1">
              <a:rPr lang="zh-CN" altLang="en-US" smtClean="0"/>
              <a:t>2025/9/16</a:t>
            </a:fld>
            <a:endParaRPr lang="en-US" altLang="zh-CN"/>
          </a:p>
        </p:txBody>
      </p:sp>
      <p:sp>
        <p:nvSpPr>
          <p:cNvPr id="5" name="页脚占位符 4"/>
          <p:cNvSpPr>
            <a:spLocks noGrp="1"/>
          </p:cNvSpPr>
          <p:nvPr>
            <p:ph type="ftr" sz="quarter" idx="11"/>
          </p:nvPr>
        </p:nvSpPr>
        <p:spPr/>
        <p:txBody>
          <a:bodyPr/>
          <a:lstStyle>
            <a:lvl1pPr>
              <a:defRPr/>
            </a:lvl1pPr>
          </a:lstStyle>
          <a:p>
            <a:pPr>
              <a:defRPr/>
            </a:pPr>
            <a:r>
              <a:rPr lang="zh-CN" altLang="en-US"/>
              <a:t>计算学部 刘宏伟</a:t>
            </a: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8BCAC33D-D29A-48B3-BCD6-381D3D720D26}" type="slidenum">
              <a:rPr lang="zh-CN" altLang="en-US"/>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pPr>
              <a:defRPr/>
            </a:pPr>
            <a:fld id="{8CCF4445-5D5B-41DE-BA47-3D9F6E6ADE10}" type="datetime1">
              <a:rPr lang="zh-CN" altLang="en-US" smtClean="0"/>
              <a:t>2025/9/16</a:t>
            </a:fld>
            <a:endParaRPr lang="en-US" altLang="zh-CN"/>
          </a:p>
        </p:txBody>
      </p:sp>
      <p:sp>
        <p:nvSpPr>
          <p:cNvPr id="5" name="页脚占位符 4"/>
          <p:cNvSpPr>
            <a:spLocks noGrp="1"/>
          </p:cNvSpPr>
          <p:nvPr>
            <p:ph type="ftr" sz="quarter" idx="11"/>
          </p:nvPr>
        </p:nvSpPr>
        <p:spPr/>
        <p:txBody>
          <a:bodyPr/>
          <a:lstStyle>
            <a:lvl1pPr>
              <a:defRPr/>
            </a:lvl1pPr>
          </a:lstStyle>
          <a:p>
            <a:pPr>
              <a:defRPr/>
            </a:pPr>
            <a:r>
              <a:rPr lang="zh-CN" altLang="en-US"/>
              <a:t>计算学部 刘宏伟</a:t>
            </a: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0836AFD5-B4CE-4309-A85F-E56CFD431173}" type="slidenum">
              <a:rPr lang="zh-CN" altLang="en-US"/>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p:cNvSpPr>
          <p:nvPr>
            <p:ph type="dt" sz="half" idx="10"/>
          </p:nvPr>
        </p:nvSpPr>
        <p:spPr/>
        <p:txBody>
          <a:bodyPr/>
          <a:lstStyle>
            <a:lvl1pPr>
              <a:defRPr/>
            </a:lvl1pPr>
          </a:lstStyle>
          <a:p>
            <a:pPr>
              <a:defRPr/>
            </a:pPr>
            <a:fld id="{9ECAF5D0-3BAA-4871-9D4A-F08857BFF097}" type="datetime1">
              <a:rPr lang="zh-CN" altLang="en-US" smtClean="0"/>
              <a:t>2025/9/16</a:t>
            </a:fld>
            <a:endParaRPr lang="en-US" altLang="zh-CN"/>
          </a:p>
        </p:txBody>
      </p:sp>
      <p:sp>
        <p:nvSpPr>
          <p:cNvPr id="6" name="页脚占位符 4"/>
          <p:cNvSpPr>
            <a:spLocks noGrp="1"/>
          </p:cNvSpPr>
          <p:nvPr>
            <p:ph type="ftr" sz="quarter" idx="11"/>
          </p:nvPr>
        </p:nvSpPr>
        <p:spPr/>
        <p:txBody>
          <a:bodyPr/>
          <a:lstStyle>
            <a:lvl1pPr>
              <a:defRPr/>
            </a:lvl1pPr>
          </a:lstStyle>
          <a:p>
            <a:pPr>
              <a:defRPr/>
            </a:pPr>
            <a:r>
              <a:rPr lang="zh-CN" altLang="en-US"/>
              <a:t>计算学部 刘宏伟</a:t>
            </a:r>
            <a:endParaRPr lang="en-US" altLang="zh-CN"/>
          </a:p>
        </p:txBody>
      </p:sp>
      <p:sp>
        <p:nvSpPr>
          <p:cNvPr id="7" name="灯片编号占位符 5"/>
          <p:cNvSpPr>
            <a:spLocks noGrp="1"/>
          </p:cNvSpPr>
          <p:nvPr>
            <p:ph type="sldNum" sz="quarter" idx="12"/>
          </p:nvPr>
        </p:nvSpPr>
        <p:spPr/>
        <p:txBody>
          <a:bodyPr/>
          <a:lstStyle>
            <a:lvl1pPr>
              <a:defRPr/>
            </a:lvl1pPr>
          </a:lstStyle>
          <a:p>
            <a:pPr>
              <a:defRPr/>
            </a:pPr>
            <a:fld id="{B3CCC3E9-608E-4023-AA79-77ECC6312F57}" type="slidenum">
              <a:rPr lang="zh-CN" altLang="en-US"/>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p:cNvSpPr>
          <p:nvPr>
            <p:ph type="dt" sz="half" idx="10"/>
          </p:nvPr>
        </p:nvSpPr>
        <p:spPr/>
        <p:txBody>
          <a:bodyPr/>
          <a:lstStyle>
            <a:lvl1pPr>
              <a:defRPr/>
            </a:lvl1pPr>
          </a:lstStyle>
          <a:p>
            <a:pPr>
              <a:defRPr/>
            </a:pPr>
            <a:fld id="{5244EA17-E06D-46E3-9C8A-CB7F59852F1E}" type="datetime1">
              <a:rPr lang="zh-CN" altLang="en-US" smtClean="0"/>
              <a:t>2025/9/16</a:t>
            </a:fld>
            <a:endParaRPr lang="en-US" altLang="zh-CN"/>
          </a:p>
        </p:txBody>
      </p:sp>
      <p:sp>
        <p:nvSpPr>
          <p:cNvPr id="8" name="页脚占位符 4"/>
          <p:cNvSpPr>
            <a:spLocks noGrp="1"/>
          </p:cNvSpPr>
          <p:nvPr>
            <p:ph type="ftr" sz="quarter" idx="11"/>
          </p:nvPr>
        </p:nvSpPr>
        <p:spPr/>
        <p:txBody>
          <a:bodyPr/>
          <a:lstStyle>
            <a:lvl1pPr>
              <a:defRPr/>
            </a:lvl1pPr>
          </a:lstStyle>
          <a:p>
            <a:pPr>
              <a:defRPr/>
            </a:pPr>
            <a:r>
              <a:rPr lang="zh-CN" altLang="en-US"/>
              <a:t>计算学部 刘宏伟</a:t>
            </a:r>
            <a:endParaRPr lang="en-US" altLang="zh-CN"/>
          </a:p>
        </p:txBody>
      </p:sp>
      <p:sp>
        <p:nvSpPr>
          <p:cNvPr id="9" name="灯片编号占位符 5"/>
          <p:cNvSpPr>
            <a:spLocks noGrp="1"/>
          </p:cNvSpPr>
          <p:nvPr>
            <p:ph type="sldNum" sz="quarter" idx="12"/>
          </p:nvPr>
        </p:nvSpPr>
        <p:spPr/>
        <p:txBody>
          <a:bodyPr/>
          <a:lstStyle>
            <a:lvl1pPr>
              <a:defRPr/>
            </a:lvl1pPr>
          </a:lstStyle>
          <a:p>
            <a:pPr>
              <a:defRPr/>
            </a:pPr>
            <a:fld id="{CD980664-B5A2-458D-9781-BDBB3E444617}" type="slidenum">
              <a:rPr lang="zh-CN" altLang="en-US"/>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p:cNvSpPr>
          <p:nvPr>
            <p:ph type="dt" sz="half" idx="10"/>
          </p:nvPr>
        </p:nvSpPr>
        <p:spPr/>
        <p:txBody>
          <a:bodyPr/>
          <a:lstStyle>
            <a:lvl1pPr>
              <a:defRPr/>
            </a:lvl1pPr>
          </a:lstStyle>
          <a:p>
            <a:pPr>
              <a:defRPr/>
            </a:pPr>
            <a:fld id="{5AC03432-70D4-4286-9FA9-E498F319C5CE}" type="datetime1">
              <a:rPr lang="zh-CN" altLang="en-US" smtClean="0"/>
              <a:t>2025/9/16</a:t>
            </a:fld>
            <a:endParaRPr lang="en-US" altLang="zh-CN"/>
          </a:p>
        </p:txBody>
      </p:sp>
      <p:sp>
        <p:nvSpPr>
          <p:cNvPr id="4" name="页脚占位符 4"/>
          <p:cNvSpPr>
            <a:spLocks noGrp="1"/>
          </p:cNvSpPr>
          <p:nvPr>
            <p:ph type="ftr" sz="quarter" idx="11"/>
          </p:nvPr>
        </p:nvSpPr>
        <p:spPr/>
        <p:txBody>
          <a:bodyPr/>
          <a:lstStyle>
            <a:lvl1pPr>
              <a:defRPr/>
            </a:lvl1pPr>
          </a:lstStyle>
          <a:p>
            <a:pPr>
              <a:defRPr/>
            </a:pPr>
            <a:r>
              <a:rPr lang="zh-CN" altLang="en-US"/>
              <a:t>计算学部 刘宏伟</a:t>
            </a:r>
            <a:endParaRPr lang="en-US" altLang="zh-CN"/>
          </a:p>
        </p:txBody>
      </p:sp>
      <p:sp>
        <p:nvSpPr>
          <p:cNvPr id="5" name="灯片编号占位符 5"/>
          <p:cNvSpPr>
            <a:spLocks noGrp="1"/>
          </p:cNvSpPr>
          <p:nvPr>
            <p:ph type="sldNum" sz="quarter" idx="12"/>
          </p:nvPr>
        </p:nvSpPr>
        <p:spPr/>
        <p:txBody>
          <a:bodyPr/>
          <a:lstStyle>
            <a:lvl1pPr>
              <a:defRPr/>
            </a:lvl1pPr>
          </a:lstStyle>
          <a:p>
            <a:pPr>
              <a:defRPr/>
            </a:pPr>
            <a:fld id="{3342FEDC-7E89-472C-BFD5-D857A9C78A6E}" type="slidenum">
              <a:rPr lang="zh-CN" altLang="en-US"/>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49012165-B106-4A7C-9D3F-F9C098988FA2}" type="datetime1">
              <a:rPr lang="zh-CN" altLang="en-US" smtClean="0"/>
              <a:t>2025/9/16</a:t>
            </a:fld>
            <a:endParaRPr lang="en-US" altLang="zh-CN"/>
          </a:p>
        </p:txBody>
      </p:sp>
      <p:sp>
        <p:nvSpPr>
          <p:cNvPr id="3" name="页脚占位符 4"/>
          <p:cNvSpPr>
            <a:spLocks noGrp="1"/>
          </p:cNvSpPr>
          <p:nvPr>
            <p:ph type="ftr" sz="quarter" idx="11"/>
          </p:nvPr>
        </p:nvSpPr>
        <p:spPr/>
        <p:txBody>
          <a:bodyPr/>
          <a:lstStyle>
            <a:lvl1pPr>
              <a:defRPr/>
            </a:lvl1pPr>
          </a:lstStyle>
          <a:p>
            <a:pPr>
              <a:defRPr/>
            </a:pPr>
            <a:r>
              <a:rPr lang="zh-CN" altLang="en-US"/>
              <a:t>计算学部 刘宏伟</a:t>
            </a:r>
            <a:endParaRPr lang="en-US" altLang="zh-CN"/>
          </a:p>
        </p:txBody>
      </p:sp>
      <p:sp>
        <p:nvSpPr>
          <p:cNvPr id="4" name="灯片编号占位符 5"/>
          <p:cNvSpPr>
            <a:spLocks noGrp="1"/>
          </p:cNvSpPr>
          <p:nvPr>
            <p:ph type="sldNum" sz="quarter" idx="12"/>
          </p:nvPr>
        </p:nvSpPr>
        <p:spPr/>
        <p:txBody>
          <a:bodyPr/>
          <a:lstStyle>
            <a:lvl1pPr>
              <a:defRPr/>
            </a:lvl1pPr>
          </a:lstStyle>
          <a:p>
            <a:pPr>
              <a:defRPr/>
            </a:pPr>
            <a:fld id="{65B7EA61-351E-4105-9AD9-76D38C6E9934}" type="slidenum">
              <a:rPr lang="zh-CN" altLang="en-US"/>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CEDCB4A7-1128-4B30-B694-D97B5DA755EB}" type="datetime1">
              <a:rPr lang="zh-CN" altLang="en-US" smtClean="0"/>
              <a:t>2025/9/16</a:t>
            </a:fld>
            <a:endParaRPr lang="en-US" altLang="zh-CN"/>
          </a:p>
        </p:txBody>
      </p:sp>
      <p:sp>
        <p:nvSpPr>
          <p:cNvPr id="6" name="页脚占位符 4"/>
          <p:cNvSpPr>
            <a:spLocks noGrp="1"/>
          </p:cNvSpPr>
          <p:nvPr>
            <p:ph type="ftr" sz="quarter" idx="11"/>
          </p:nvPr>
        </p:nvSpPr>
        <p:spPr/>
        <p:txBody>
          <a:bodyPr/>
          <a:lstStyle>
            <a:lvl1pPr>
              <a:defRPr/>
            </a:lvl1pPr>
          </a:lstStyle>
          <a:p>
            <a:pPr>
              <a:defRPr/>
            </a:pPr>
            <a:r>
              <a:rPr lang="zh-CN" altLang="en-US"/>
              <a:t>计算学部 刘宏伟</a:t>
            </a:r>
            <a:endParaRPr lang="en-US" altLang="zh-CN"/>
          </a:p>
        </p:txBody>
      </p:sp>
      <p:sp>
        <p:nvSpPr>
          <p:cNvPr id="7" name="灯片编号占位符 5"/>
          <p:cNvSpPr>
            <a:spLocks noGrp="1"/>
          </p:cNvSpPr>
          <p:nvPr>
            <p:ph type="sldNum" sz="quarter" idx="12"/>
          </p:nvPr>
        </p:nvSpPr>
        <p:spPr/>
        <p:txBody>
          <a:bodyPr/>
          <a:lstStyle>
            <a:lvl1pPr>
              <a:defRPr/>
            </a:lvl1pPr>
          </a:lstStyle>
          <a:p>
            <a:pPr>
              <a:defRPr/>
            </a:pPr>
            <a:fld id="{AFC75736-67D3-4C0D-9AD3-EBB1133B7A15}" type="slidenum">
              <a:rPr lang="zh-CN" altLang="en-US"/>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AFD9C8E1-BBDF-4C8F-B054-2F64AC5BB15F}" type="datetime1">
              <a:rPr lang="zh-CN" altLang="en-US" smtClean="0"/>
              <a:t>2025/9/16</a:t>
            </a:fld>
            <a:endParaRPr lang="en-US" altLang="zh-CN"/>
          </a:p>
        </p:txBody>
      </p:sp>
      <p:sp>
        <p:nvSpPr>
          <p:cNvPr id="6" name="页脚占位符 4"/>
          <p:cNvSpPr>
            <a:spLocks noGrp="1"/>
          </p:cNvSpPr>
          <p:nvPr>
            <p:ph type="ftr" sz="quarter" idx="11"/>
          </p:nvPr>
        </p:nvSpPr>
        <p:spPr/>
        <p:txBody>
          <a:bodyPr/>
          <a:lstStyle>
            <a:lvl1pPr>
              <a:defRPr/>
            </a:lvl1pPr>
          </a:lstStyle>
          <a:p>
            <a:pPr>
              <a:defRPr/>
            </a:pPr>
            <a:r>
              <a:rPr lang="zh-CN" altLang="en-US"/>
              <a:t>计算学部 刘宏伟</a:t>
            </a:r>
            <a:endParaRPr lang="en-US" altLang="zh-CN"/>
          </a:p>
        </p:txBody>
      </p:sp>
      <p:sp>
        <p:nvSpPr>
          <p:cNvPr id="7" name="灯片编号占位符 5"/>
          <p:cNvSpPr>
            <a:spLocks noGrp="1"/>
          </p:cNvSpPr>
          <p:nvPr>
            <p:ph type="sldNum" sz="quarter" idx="12"/>
          </p:nvPr>
        </p:nvSpPr>
        <p:spPr/>
        <p:txBody>
          <a:bodyPr/>
          <a:lstStyle>
            <a:lvl1pPr>
              <a:defRPr/>
            </a:lvl1pPr>
          </a:lstStyle>
          <a:p>
            <a:pPr>
              <a:defRPr/>
            </a:pPr>
            <a:fld id="{6B43B5C7-14AB-4EB9-8E35-9962854618D2}" type="slidenum">
              <a:rPr lang="zh-CN" altLang="en-US"/>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57740741-23F8-4607-AC4E-58E49FEDBEBD}" type="datetime1">
              <a:rPr lang="zh-CN" altLang="en-US" smtClean="0"/>
              <a:t>2025/9/16</a:t>
            </a:fld>
            <a:endParaRPr lang="en-US" altLang="zh-CN"/>
          </a:p>
        </p:txBody>
      </p:sp>
      <p:sp>
        <p:nvSpPr>
          <p:cNvPr id="5" name="页脚占位符 4"/>
          <p:cNvSpPr>
            <a:spLocks noGrp="1"/>
          </p:cNvSpPr>
          <p:nvPr>
            <p:ph type="ftr" sz="quarter" idx="11"/>
          </p:nvPr>
        </p:nvSpPr>
        <p:spPr/>
        <p:txBody>
          <a:bodyPr/>
          <a:lstStyle>
            <a:lvl1pPr>
              <a:defRPr/>
            </a:lvl1pPr>
          </a:lstStyle>
          <a:p>
            <a:pPr>
              <a:defRPr/>
            </a:pPr>
            <a:r>
              <a:rPr lang="zh-CN" altLang="en-US"/>
              <a:t>计算学部 刘宏伟</a:t>
            </a: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C739E446-6F6B-46FF-A641-54E99657CB0F}" type="slidenum">
              <a:rPr lang="zh-CN" altLang="en-US"/>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6F2EDD88-2343-4428-89F9-0002F08467F4}" type="datetime1">
              <a:rPr lang="zh-CN" altLang="en-US" smtClean="0"/>
              <a:t>2025/9/16</a:t>
            </a:fld>
            <a:endParaRPr lang="en-US" altLang="zh-CN"/>
          </a:p>
        </p:txBody>
      </p:sp>
      <p:sp>
        <p:nvSpPr>
          <p:cNvPr id="5" name="页脚占位符 4"/>
          <p:cNvSpPr>
            <a:spLocks noGrp="1"/>
          </p:cNvSpPr>
          <p:nvPr>
            <p:ph type="ftr" sz="quarter" idx="11"/>
          </p:nvPr>
        </p:nvSpPr>
        <p:spPr/>
        <p:txBody>
          <a:bodyPr/>
          <a:lstStyle>
            <a:lvl1pPr>
              <a:defRPr/>
            </a:lvl1pPr>
          </a:lstStyle>
          <a:p>
            <a:pPr>
              <a:defRPr/>
            </a:pPr>
            <a:r>
              <a:rPr lang="zh-CN" altLang="en-US"/>
              <a:t>计算学部 刘宏伟</a:t>
            </a: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C295BA35-14E5-4401-B968-D9FCFD45D966}" type="slidenum">
              <a:rPr lang="zh-CN" altLang="en-US"/>
              <a:t>‹#›</a:t>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OverObj">
  <p:cSld name="标题和文本在内容之上">
    <p:spTree>
      <p:nvGrpSpPr>
        <p:cNvPr id="1" name=""/>
        <p:cNvGrpSpPr/>
        <p:nvPr/>
      </p:nvGrpSpPr>
      <p:grpSpPr>
        <a:xfrm>
          <a:off x="0" y="0"/>
          <a:ext cx="0" cy="0"/>
          <a:chOff x="0" y="0"/>
          <a:chExt cx="0" cy="0"/>
        </a:xfrm>
      </p:grpSpPr>
      <p:sp>
        <p:nvSpPr>
          <p:cNvPr id="2" name="标题 1"/>
          <p:cNvSpPr>
            <a:spLocks noGrp="1"/>
          </p:cNvSpPr>
          <p:nvPr>
            <p:ph type="title"/>
          </p:nvPr>
        </p:nvSpPr>
        <p:spPr>
          <a:xfrm>
            <a:off x="574675" y="188913"/>
            <a:ext cx="5942013" cy="676275"/>
          </a:xfrm>
        </p:spPr>
        <p:txBody>
          <a:bodyPr/>
          <a:lstStyle/>
          <a:p>
            <a:r>
              <a:rPr lang="zh-CN" altLang="en-US"/>
              <a:t>单击此处编辑母版标题样式</a:t>
            </a:r>
          </a:p>
        </p:txBody>
      </p:sp>
      <p:sp>
        <p:nvSpPr>
          <p:cNvPr id="3" name="文本占位符 2"/>
          <p:cNvSpPr>
            <a:spLocks noGrp="1"/>
          </p:cNvSpPr>
          <p:nvPr>
            <p:ph type="body" sz="half" idx="1"/>
          </p:nvPr>
        </p:nvSpPr>
        <p:spPr>
          <a:xfrm>
            <a:off x="539750" y="1393825"/>
            <a:ext cx="8001000" cy="216535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539750" y="3711575"/>
            <a:ext cx="8001000" cy="216535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201700729"/>
      </p:ext>
    </p:extLst>
  </p:cSld>
  <p:clrMapOvr>
    <a:masterClrMapping/>
  </p:clrMapOvr>
  <p:transition>
    <p:pull dir="rd"/>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574675" y="188913"/>
            <a:ext cx="5942013" cy="676275"/>
          </a:xfrm>
        </p:spPr>
        <p:txBody>
          <a:bodyPr/>
          <a:lstStyle/>
          <a:p>
            <a:r>
              <a:rPr lang="zh-CN" altLang="en-US"/>
              <a:t>单击此处编辑母版标题样式</a:t>
            </a:r>
          </a:p>
        </p:txBody>
      </p:sp>
      <p:sp>
        <p:nvSpPr>
          <p:cNvPr id="3" name="表格占位符 2"/>
          <p:cNvSpPr>
            <a:spLocks noGrp="1"/>
          </p:cNvSpPr>
          <p:nvPr>
            <p:ph type="tbl" idx="1"/>
          </p:nvPr>
        </p:nvSpPr>
        <p:spPr>
          <a:xfrm>
            <a:off x="539750" y="1393825"/>
            <a:ext cx="8001000" cy="4483100"/>
          </a:xfrm>
        </p:spPr>
        <p:txBody>
          <a:bodyPr/>
          <a:lstStyle/>
          <a:p>
            <a:pPr lvl="0"/>
            <a:endParaRPr lang="zh-CN" altLang="en-US" noProof="0"/>
          </a:p>
        </p:txBody>
      </p:sp>
    </p:spTree>
    <p:extLst>
      <p:ext uri="{BB962C8B-B14F-4D97-AF65-F5344CB8AC3E}">
        <p14:creationId xmlns:p14="http://schemas.microsoft.com/office/powerpoint/2010/main" val="1144225888"/>
      </p:ext>
    </p:extLst>
  </p:cSld>
  <p:clrMapOvr>
    <a:masterClrMapping/>
  </p:clrMapOvr>
  <p:transition>
    <p:pull dir="rd"/>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标题占位符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p>
        </p:txBody>
      </p:sp>
      <p:sp>
        <p:nvSpPr>
          <p:cNvPr id="1027" name="文本占位符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spcBef>
                <a:spcPct val="20000"/>
              </a:spcBef>
              <a:defRPr sz="1200">
                <a:solidFill>
                  <a:schemeClr val="tx1">
                    <a:tint val="75000"/>
                  </a:schemeClr>
                </a:solidFill>
                <a:latin typeface="宋体" panose="02010600030101010101" pitchFamily="2" charset="-122"/>
                <a:ea typeface="宋体" panose="02010600030101010101" pitchFamily="2" charset="-122"/>
              </a:defRPr>
            </a:lvl1pPr>
          </a:lstStyle>
          <a:p>
            <a:pPr>
              <a:defRPr/>
            </a:pPr>
            <a:fld id="{D7D33A6B-EDE8-4114-A475-E404997DEA20}" type="datetime1">
              <a:rPr lang="zh-CN" altLang="en-US" smtClean="0"/>
              <a:t>2025/9/16</a:t>
            </a:fld>
            <a:endParaRPr lang="en-US" altLang="zh-CN"/>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spcBef>
                <a:spcPct val="20000"/>
              </a:spcBef>
              <a:defRPr sz="1200">
                <a:solidFill>
                  <a:schemeClr val="tx1">
                    <a:tint val="75000"/>
                  </a:schemeClr>
                </a:solidFill>
                <a:latin typeface="宋体" panose="02010600030101010101" pitchFamily="2" charset="-122"/>
                <a:ea typeface="宋体" panose="02010600030101010101" pitchFamily="2" charset="-122"/>
              </a:defRPr>
            </a:lvl1pPr>
          </a:lstStyle>
          <a:p>
            <a:pPr>
              <a:defRPr/>
            </a:pPr>
            <a:r>
              <a:rPr lang="zh-CN" altLang="en-US"/>
              <a:t>计算学部 刘宏伟</a:t>
            </a:r>
            <a:endParaRPr lang="en-US" altLang="zh-CN"/>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spcBef>
                <a:spcPct val="20000"/>
              </a:spcBef>
              <a:defRPr sz="1200">
                <a:solidFill>
                  <a:schemeClr val="tx1">
                    <a:tint val="75000"/>
                  </a:schemeClr>
                </a:solidFill>
                <a:latin typeface="宋体" panose="02010600030101010101" pitchFamily="2" charset="-122"/>
                <a:ea typeface="宋体" panose="02010600030101010101" pitchFamily="2" charset="-122"/>
              </a:defRPr>
            </a:lvl1pPr>
          </a:lstStyle>
          <a:p>
            <a:pPr>
              <a:defRPr/>
            </a:pPr>
            <a:fld id="{2CE38698-3FD2-4DD5-AB6F-61E8F41EBC15}" type="slidenum">
              <a:rPr lang="zh-CN" altLang="en-US"/>
              <a:t>‹#›</a:t>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oleObject" Target="../embeddings/oleObject1.bin"/><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oleObject" Target="../embeddings/oleObject1.bin"/><Relationship Id="rId1" Type="http://schemas.openxmlformats.org/officeDocument/2006/relationships/slideLayout" Target="../slideLayouts/slideLayout1.xml"/><Relationship Id="rId4" Type="http://schemas.openxmlformats.org/officeDocument/2006/relationships/image" Target="../media/image3.wmf"/></Relationships>
</file>

<file path=ppt/slides/_rels/slide8.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oleObject" Target="../embeddings/oleObject1.bin"/><Relationship Id="rId1" Type="http://schemas.openxmlformats.org/officeDocument/2006/relationships/slideLayout" Target="../slideLayouts/slideLayout1.xml"/><Relationship Id="rId4" Type="http://schemas.openxmlformats.org/officeDocument/2006/relationships/image" Target="../media/image5.wmf"/></Relationships>
</file>

<file path=ppt/slides/_rels/slide9.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oleObject" Target="../embeddings/oleObject1.bin"/><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oleObject" Target="../embeddings/oleObject1.bin"/><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oleObject" Target="../embeddings/oleObject1.bin"/><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1.wmf"/><Relationship Id="rId5" Type="http://schemas.openxmlformats.org/officeDocument/2006/relationships/image" Target="../media/image10.wmf"/><Relationship Id="rId4" Type="http://schemas.openxmlformats.org/officeDocument/2006/relationships/image" Target="../media/image9.wm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oleObject" Target="../embeddings/oleObject1.bin"/><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oleObject" Target="../embeddings/oleObject1.bin"/><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21.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4.wmf"/><Relationship Id="rId7" Type="http://schemas.openxmlformats.org/officeDocument/2006/relationships/image" Target="../media/image23.png"/><Relationship Id="rId2" Type="http://schemas.openxmlformats.org/officeDocument/2006/relationships/oleObject" Target="../embeddings/oleObject1.bin"/><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9" Type="http://schemas.openxmlformats.org/officeDocument/2006/relationships/image" Target="../media/image25.png"/></Relationships>
</file>

<file path=ppt/slides/_rels/slide22.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0.png"/><Relationship Id="rId7" Type="http://schemas.openxmlformats.org/officeDocument/2006/relationships/image" Target="../media/image29.png"/><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27.png"/><Relationship Id="rId10" Type="http://schemas.openxmlformats.org/officeDocument/2006/relationships/image" Target="../media/image14.wmf"/><Relationship Id="rId4" Type="http://schemas.openxmlformats.org/officeDocument/2006/relationships/image" Target="../media/image26.png"/><Relationship Id="rId9" Type="http://schemas.openxmlformats.org/officeDocument/2006/relationships/oleObject" Target="../embeddings/oleObject1.bin"/></Relationships>
</file>

<file path=ppt/slides/_rels/slide23.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1.png"/><Relationship Id="rId7" Type="http://schemas.openxmlformats.org/officeDocument/2006/relationships/image" Target="../media/image35.png"/><Relationship Id="rId1" Type="http://schemas.openxmlformats.org/officeDocument/2006/relationships/slideLayout" Target="../slideLayouts/slideLayout1.xml"/><Relationship Id="rId6" Type="http://schemas.openxmlformats.org/officeDocument/2006/relationships/image" Target="../media/image34.png"/><Relationship Id="rId5" Type="http://schemas.openxmlformats.org/officeDocument/2006/relationships/image" Target="../media/image33.png"/><Relationship Id="rId10" Type="http://schemas.openxmlformats.org/officeDocument/2006/relationships/image" Target="../media/image14.wmf"/><Relationship Id="rId4" Type="http://schemas.openxmlformats.org/officeDocument/2006/relationships/image" Target="../media/image32.png"/><Relationship Id="rId9" Type="http://schemas.openxmlformats.org/officeDocument/2006/relationships/oleObject" Target="../embeddings/oleObject1.bin"/></Relationships>
</file>

<file path=ppt/slides/_rels/slide24.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oleObject" Target="../embeddings/oleObject1.bin"/><Relationship Id="rId1" Type="http://schemas.openxmlformats.org/officeDocument/2006/relationships/slideLayout" Target="../slideLayouts/slideLayout1.xml"/><Relationship Id="rId4" Type="http://schemas.openxmlformats.org/officeDocument/2006/relationships/image" Target="../media/image16.wmf"/></Relationships>
</file>

<file path=ppt/slides/_rels/slide25.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oleObject" Target="../embeddings/oleObject1.bin"/><Relationship Id="rId1" Type="http://schemas.openxmlformats.org/officeDocument/2006/relationships/slideLayout" Target="../slideLayouts/slideLayout1.xml"/><Relationship Id="rId4" Type="http://schemas.openxmlformats.org/officeDocument/2006/relationships/image" Target="../media/image18.wmf"/></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a:xfrm>
            <a:off x="1547664" y="1336791"/>
            <a:ext cx="6264622" cy="1143000"/>
          </a:xfrm>
        </p:spPr>
        <p:txBody>
          <a:bodyPr/>
          <a:lstStyle/>
          <a:p>
            <a:pPr algn="dist" eaLnBrk="1" hangingPunct="1"/>
            <a:r>
              <a:rPr lang="zh-CN" altLang="en-US" sz="5400" b="1" dirty="0"/>
              <a:t>计算机体系结构</a:t>
            </a:r>
          </a:p>
        </p:txBody>
      </p:sp>
      <p:sp>
        <p:nvSpPr>
          <p:cNvPr id="2051" name="Text Box 7"/>
          <p:cNvSpPr txBox="1">
            <a:spLocks noChangeArrowheads="1"/>
          </p:cNvSpPr>
          <p:nvPr/>
        </p:nvSpPr>
        <p:spPr bwMode="auto">
          <a:xfrm>
            <a:off x="3714750" y="5072063"/>
            <a:ext cx="295116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800" b="1">
                <a:solidFill>
                  <a:schemeClr val="tx1"/>
                </a:solidFill>
                <a:latin typeface="宋体" panose="02010600030101010101" pitchFamily="2" charset="-122"/>
                <a:ea typeface="宋体" panose="02010600030101010101" pitchFamily="2" charset="-122"/>
              </a:defRPr>
            </a:lvl1pPr>
            <a:lvl2pPr marL="742950" indent="-285750" eaLnBrk="0" hangingPunct="0">
              <a:defRPr kumimoji="1" sz="800" b="1">
                <a:solidFill>
                  <a:schemeClr val="tx1"/>
                </a:solidFill>
                <a:latin typeface="宋体" panose="02010600030101010101" pitchFamily="2" charset="-122"/>
                <a:ea typeface="宋体" panose="02010600030101010101" pitchFamily="2" charset="-122"/>
              </a:defRPr>
            </a:lvl2pPr>
            <a:lvl3pPr marL="1143000" indent="-228600" eaLnBrk="0" hangingPunct="0">
              <a:defRPr kumimoji="1" sz="800" b="1">
                <a:solidFill>
                  <a:schemeClr val="tx1"/>
                </a:solidFill>
                <a:latin typeface="宋体" panose="02010600030101010101" pitchFamily="2" charset="-122"/>
                <a:ea typeface="宋体" panose="02010600030101010101" pitchFamily="2" charset="-122"/>
              </a:defRPr>
            </a:lvl3pPr>
            <a:lvl4pPr marL="1600200" indent="-228600" eaLnBrk="0" hangingPunct="0">
              <a:defRPr kumimoji="1" sz="800" b="1">
                <a:solidFill>
                  <a:schemeClr val="tx1"/>
                </a:solidFill>
                <a:latin typeface="宋体" panose="02010600030101010101" pitchFamily="2" charset="-122"/>
                <a:ea typeface="宋体" panose="02010600030101010101" pitchFamily="2" charset="-122"/>
              </a:defRPr>
            </a:lvl4pPr>
            <a:lvl5pPr marL="2057400" indent="-228600" eaLnBrk="0" hangingPunct="0">
              <a:defRPr kumimoji="1" sz="8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9pPr>
          </a:lstStyle>
          <a:p>
            <a:pPr eaLnBrk="1" hangingPunct="1">
              <a:spcBef>
                <a:spcPct val="50000"/>
              </a:spcBef>
            </a:pPr>
            <a:r>
              <a:rPr lang="zh-CN" altLang="en-US" sz="2800" dirty="0"/>
              <a:t> 刘宏伟</a:t>
            </a:r>
          </a:p>
        </p:txBody>
      </p:sp>
      <p:sp>
        <p:nvSpPr>
          <p:cNvPr id="2052" name="Text Box 7"/>
          <p:cNvSpPr txBox="1">
            <a:spLocks noChangeArrowheads="1"/>
          </p:cNvSpPr>
          <p:nvPr/>
        </p:nvSpPr>
        <p:spPr bwMode="auto">
          <a:xfrm>
            <a:off x="2571750" y="4500563"/>
            <a:ext cx="43576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800" b="1">
                <a:solidFill>
                  <a:schemeClr val="tx1"/>
                </a:solidFill>
                <a:latin typeface="宋体" panose="02010600030101010101" pitchFamily="2" charset="-122"/>
                <a:ea typeface="宋体" panose="02010600030101010101" pitchFamily="2" charset="-122"/>
              </a:defRPr>
            </a:lvl1pPr>
            <a:lvl2pPr marL="742950" indent="-285750" eaLnBrk="0" hangingPunct="0">
              <a:defRPr kumimoji="1" sz="800" b="1">
                <a:solidFill>
                  <a:schemeClr val="tx1"/>
                </a:solidFill>
                <a:latin typeface="宋体" panose="02010600030101010101" pitchFamily="2" charset="-122"/>
                <a:ea typeface="宋体" panose="02010600030101010101" pitchFamily="2" charset="-122"/>
              </a:defRPr>
            </a:lvl2pPr>
            <a:lvl3pPr marL="1143000" indent="-228600" eaLnBrk="0" hangingPunct="0">
              <a:defRPr kumimoji="1" sz="800" b="1">
                <a:solidFill>
                  <a:schemeClr val="tx1"/>
                </a:solidFill>
                <a:latin typeface="宋体" panose="02010600030101010101" pitchFamily="2" charset="-122"/>
                <a:ea typeface="宋体" panose="02010600030101010101" pitchFamily="2" charset="-122"/>
              </a:defRPr>
            </a:lvl3pPr>
            <a:lvl4pPr marL="1600200" indent="-228600" eaLnBrk="0" hangingPunct="0">
              <a:defRPr kumimoji="1" sz="800" b="1">
                <a:solidFill>
                  <a:schemeClr val="tx1"/>
                </a:solidFill>
                <a:latin typeface="宋体" panose="02010600030101010101" pitchFamily="2" charset="-122"/>
                <a:ea typeface="宋体" panose="02010600030101010101" pitchFamily="2" charset="-122"/>
              </a:defRPr>
            </a:lvl4pPr>
            <a:lvl5pPr marL="2057400" indent="-228600" eaLnBrk="0" hangingPunct="0">
              <a:defRPr kumimoji="1" sz="8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9pPr>
          </a:lstStyle>
          <a:p>
            <a:pPr eaLnBrk="1" hangingPunct="1">
              <a:spcBef>
                <a:spcPct val="50000"/>
              </a:spcBef>
            </a:pPr>
            <a:r>
              <a:rPr lang="zh-CN" altLang="en-US" sz="2800"/>
              <a:t> 计算机科学与技术学院</a:t>
            </a:r>
          </a:p>
        </p:txBody>
      </p:sp>
      <p:sp>
        <p:nvSpPr>
          <p:cNvPr id="5" name="Rectangle 2"/>
          <p:cNvSpPr txBox="1">
            <a:spLocks noChangeArrowheads="1"/>
          </p:cNvSpPr>
          <p:nvPr/>
        </p:nvSpPr>
        <p:spPr bwMode="auto">
          <a:xfrm>
            <a:off x="1714500" y="3071813"/>
            <a:ext cx="5673725" cy="1143000"/>
          </a:xfrm>
          <a:prstGeom prst="rect">
            <a:avLst/>
          </a:prstGeom>
          <a:noFill/>
          <a:ln w="9525">
            <a:noFill/>
            <a:miter lim="800000"/>
          </a:ln>
          <a:effectLst/>
        </p:spPr>
        <p:txBody>
          <a:bodyPr lIns="92075" tIns="46038" rIns="92075" bIns="46038" anchor="ctr"/>
          <a:lstStyle/>
          <a:p>
            <a:pPr algn="ctr">
              <a:defRPr/>
            </a:pPr>
            <a:r>
              <a:rPr lang="zh-CN" altLang="en-US" sz="4000" kern="0" dirty="0">
                <a:effectLst>
                  <a:outerShdw blurRad="38100" dist="38100" dir="2700000" algn="tl">
                    <a:srgbClr val="000000"/>
                  </a:outerShdw>
                </a:effectLst>
                <a:latin typeface="+mj-lt"/>
                <a:ea typeface="+mj-ea"/>
                <a:cs typeface="+mj-cs"/>
              </a:rPr>
              <a:t>第四讲</a:t>
            </a:r>
          </a:p>
        </p:txBody>
      </p:sp>
      <p:sp>
        <p:nvSpPr>
          <p:cNvPr id="2" name="日期占位符 1">
            <a:extLst>
              <a:ext uri="{FF2B5EF4-FFF2-40B4-BE49-F238E27FC236}">
                <a16:creationId xmlns:a16="http://schemas.microsoft.com/office/drawing/2014/main" id="{890C76B9-C177-4E99-D111-6B38995EC1DC}"/>
              </a:ext>
            </a:extLst>
          </p:cNvPr>
          <p:cNvSpPr>
            <a:spLocks noGrp="1"/>
          </p:cNvSpPr>
          <p:nvPr>
            <p:ph type="dt" sz="half" idx="10"/>
          </p:nvPr>
        </p:nvSpPr>
        <p:spPr/>
        <p:txBody>
          <a:bodyPr/>
          <a:lstStyle/>
          <a:p>
            <a:pPr>
              <a:defRPr/>
            </a:pPr>
            <a:fld id="{1A512203-CE4D-42FA-90DA-1A64B1EC5FDC}" type="datetime1">
              <a:rPr lang="zh-CN" altLang="en-US" smtClean="0"/>
              <a:t>2025/9/16</a:t>
            </a:fld>
            <a:endParaRPr lang="en-US" altLang="zh-CN"/>
          </a:p>
        </p:txBody>
      </p:sp>
      <p:sp>
        <p:nvSpPr>
          <p:cNvPr id="3" name="页脚占位符 2">
            <a:extLst>
              <a:ext uri="{FF2B5EF4-FFF2-40B4-BE49-F238E27FC236}">
                <a16:creationId xmlns:a16="http://schemas.microsoft.com/office/drawing/2014/main" id="{BD305BA5-AFF4-1509-D5CB-22CF0EC5BEE3}"/>
              </a:ext>
            </a:extLst>
          </p:cNvPr>
          <p:cNvSpPr>
            <a:spLocks noGrp="1"/>
          </p:cNvSpPr>
          <p:nvPr>
            <p:ph type="ftr" sz="quarter" idx="11"/>
          </p:nvPr>
        </p:nvSpPr>
        <p:spPr/>
        <p:txBody>
          <a:bodyPr/>
          <a:lstStyle/>
          <a:p>
            <a:pPr>
              <a:defRPr/>
            </a:pPr>
            <a:r>
              <a:rPr lang="zh-CN" altLang="en-US"/>
              <a:t>计算学部 刘宏伟</a:t>
            </a:r>
            <a:endParaRPr lang="en-US" altLang="zh-CN"/>
          </a:p>
        </p:txBody>
      </p:sp>
      <p:sp>
        <p:nvSpPr>
          <p:cNvPr id="4" name="灯片编号占位符 3">
            <a:extLst>
              <a:ext uri="{FF2B5EF4-FFF2-40B4-BE49-F238E27FC236}">
                <a16:creationId xmlns:a16="http://schemas.microsoft.com/office/drawing/2014/main" id="{63B9B44F-5CAB-70D0-2882-BE6205B45729}"/>
              </a:ext>
            </a:extLst>
          </p:cNvPr>
          <p:cNvSpPr>
            <a:spLocks noGrp="1"/>
          </p:cNvSpPr>
          <p:nvPr>
            <p:ph type="sldNum" sz="quarter" idx="12"/>
          </p:nvPr>
        </p:nvSpPr>
        <p:spPr/>
        <p:txBody>
          <a:bodyPr/>
          <a:lstStyle/>
          <a:p>
            <a:pPr>
              <a:defRPr/>
            </a:pPr>
            <a:fld id="{8BCAC33D-D29A-48B3-BCD6-381D3D720D26}" type="slidenum">
              <a:rPr lang="zh-CN" altLang="en-US" smtClean="0"/>
              <a:t>1</a:t>
            </a:fld>
            <a:endParaRPr lang="en-US" altLang="zh-C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标题 1"/>
          <p:cNvSpPr>
            <a:spLocks noGrp="1"/>
          </p:cNvSpPr>
          <p:nvPr>
            <p:ph type="title"/>
          </p:nvPr>
        </p:nvSpPr>
        <p:spPr>
          <a:xfrm>
            <a:off x="685800" y="142875"/>
            <a:ext cx="7772400" cy="785813"/>
          </a:xfrm>
        </p:spPr>
        <p:txBody>
          <a:bodyPr/>
          <a:lstStyle/>
          <a:p>
            <a:pPr eaLnBrk="1" hangingPunct="1"/>
            <a:r>
              <a:rPr lang="en-US" altLang="zh-CN" b="1" dirty="0"/>
              <a:t>Recap</a:t>
            </a:r>
            <a:endParaRPr lang="zh-CN" altLang="en-US" b="1" dirty="0"/>
          </a:p>
        </p:txBody>
      </p:sp>
      <p:sp>
        <p:nvSpPr>
          <p:cNvPr id="3" name="内容占位符 2"/>
          <p:cNvSpPr>
            <a:spLocks noGrp="1"/>
          </p:cNvSpPr>
          <p:nvPr>
            <p:ph idx="1"/>
          </p:nvPr>
        </p:nvSpPr>
        <p:spPr>
          <a:xfrm>
            <a:off x="500063" y="1143000"/>
            <a:ext cx="8143875" cy="5214938"/>
          </a:xfrm>
        </p:spPr>
        <p:txBody>
          <a:bodyPr rtlCol="0">
            <a:normAutofit/>
          </a:bodyPr>
          <a:lstStyle/>
          <a:p>
            <a:pPr lvl="1" eaLnBrk="1" fontAlgn="auto" hangingPunct="1">
              <a:spcAft>
                <a:spcPts val="0"/>
              </a:spcAft>
              <a:defRPr/>
            </a:pPr>
            <a:r>
              <a:rPr lang="zh-CN" altLang="en-US" b="1" dirty="0"/>
              <a:t>计算机体系结构的发展</a:t>
            </a:r>
            <a:endParaRPr lang="en-US" altLang="zh-CN" b="1" dirty="0"/>
          </a:p>
          <a:p>
            <a:pPr marL="1101725" lvl="1" eaLnBrk="1" hangingPunct="1">
              <a:buFont typeface="Wingdings" panose="05000000000000000000" pitchFamily="2" charset="2"/>
              <a:buChar char="ü"/>
              <a:defRPr/>
            </a:pPr>
            <a:r>
              <a:rPr lang="zh-CN" altLang="en-US" b="1" dirty="0"/>
              <a:t>并行体系结构的发展</a:t>
            </a:r>
            <a:endParaRPr lang="en-US" altLang="zh-CN" b="1" dirty="0"/>
          </a:p>
          <a:p>
            <a:pPr marL="1101725" lvl="1" eaLnBrk="1" hangingPunct="1">
              <a:buFont typeface="Wingdings" panose="05000000000000000000" pitchFamily="2" charset="2"/>
              <a:buChar char="ü"/>
              <a:defRPr/>
            </a:pPr>
            <a:r>
              <a:rPr lang="zh-CN" altLang="en-US" b="1" dirty="0"/>
              <a:t>处理器技术的发展</a:t>
            </a:r>
            <a:endParaRPr lang="en-US" altLang="zh-CN" b="1" dirty="0">
              <a:latin typeface="+mj-lt"/>
            </a:endParaRPr>
          </a:p>
          <a:p>
            <a:pPr lvl="1" eaLnBrk="1" fontAlgn="auto" hangingPunct="1">
              <a:spcAft>
                <a:spcPts val="0"/>
              </a:spcAft>
              <a:defRPr/>
            </a:pPr>
            <a:r>
              <a:rPr lang="zh-CN" altLang="en-US" b="1" dirty="0"/>
              <a:t>成本与价格：学习曲线</a:t>
            </a:r>
            <a:endParaRPr lang="en-US" altLang="zh-CN" b="1" dirty="0"/>
          </a:p>
          <a:p>
            <a:pPr lvl="1" eaLnBrk="1" fontAlgn="auto" hangingPunct="1">
              <a:spcAft>
                <a:spcPts val="0"/>
              </a:spcAft>
              <a:defRPr/>
            </a:pPr>
            <a:r>
              <a:rPr lang="zh-CN" altLang="en-US" b="1" dirty="0"/>
              <a:t>基准测试程序</a:t>
            </a:r>
            <a:endParaRPr lang="en-US" altLang="zh-CN" b="1" dirty="0"/>
          </a:p>
          <a:p>
            <a:pPr lvl="1" eaLnBrk="1" fontAlgn="auto" hangingPunct="1">
              <a:spcAft>
                <a:spcPts val="0"/>
              </a:spcAft>
              <a:defRPr/>
            </a:pPr>
            <a:r>
              <a:rPr lang="zh-CN" altLang="en-US" b="1" dirty="0"/>
              <a:t>量化分析的基本原则</a:t>
            </a:r>
            <a:endParaRPr lang="en-US" altLang="zh-CN" b="1" dirty="0"/>
          </a:p>
          <a:p>
            <a:pPr marL="918210" indent="0" eaLnBrk="1" fontAlgn="auto" hangingPunct="1">
              <a:spcAft>
                <a:spcPts val="0"/>
              </a:spcAft>
              <a:buFont typeface="Wingdings" panose="05000000000000000000" pitchFamily="2" charset="2"/>
              <a:buChar char="ü"/>
              <a:defRPr/>
            </a:pPr>
            <a:r>
              <a:rPr lang="zh-CN" altLang="en-US" sz="2800" b="1" dirty="0"/>
              <a:t>大概率优先</a:t>
            </a:r>
            <a:endParaRPr lang="en-US" altLang="zh-CN" sz="2800" b="1" dirty="0">
              <a:latin typeface="+mj-ea"/>
            </a:endParaRPr>
          </a:p>
          <a:p>
            <a:pPr marL="918210" indent="0" eaLnBrk="1" fontAlgn="auto" hangingPunct="1">
              <a:spcAft>
                <a:spcPts val="0"/>
              </a:spcAft>
              <a:buFont typeface="Wingdings" panose="05000000000000000000" pitchFamily="2" charset="2"/>
              <a:buChar char="ü"/>
              <a:defRPr/>
            </a:pPr>
            <a:r>
              <a:rPr lang="en-US" altLang="zh-CN" sz="2800" b="1" dirty="0" err="1"/>
              <a:t>Amdal</a:t>
            </a:r>
            <a:r>
              <a:rPr lang="zh-CN" altLang="en-US" sz="2800" b="1" dirty="0"/>
              <a:t>定律</a:t>
            </a:r>
            <a:endParaRPr lang="en-US" altLang="zh-CN" sz="2800" b="1" dirty="0"/>
          </a:p>
          <a:p>
            <a:pPr marL="918210" indent="0" eaLnBrk="1" fontAlgn="auto" hangingPunct="1">
              <a:spcAft>
                <a:spcPts val="0"/>
              </a:spcAft>
              <a:buFont typeface="Wingdings" panose="05000000000000000000" pitchFamily="2" charset="2"/>
              <a:buChar char="ü"/>
              <a:defRPr/>
            </a:pPr>
            <a:r>
              <a:rPr lang="zh-CN" altLang="en-US" sz="2800" b="1" dirty="0"/>
              <a:t>局部性原理</a:t>
            </a:r>
            <a:endParaRPr lang="en-US" altLang="zh-CN" sz="2800" b="1" dirty="0"/>
          </a:p>
          <a:p>
            <a:pPr marL="918210" indent="0" eaLnBrk="1" fontAlgn="auto" hangingPunct="1">
              <a:spcAft>
                <a:spcPts val="0"/>
              </a:spcAft>
              <a:buNone/>
              <a:defRPr/>
            </a:pPr>
            <a:endParaRPr lang="en-US" altLang="zh-CN" sz="2800" b="1" dirty="0">
              <a:latin typeface="+mj-lt"/>
            </a:endParaRPr>
          </a:p>
          <a:p>
            <a:pPr marL="918210" indent="0" eaLnBrk="1" fontAlgn="auto" hangingPunct="1">
              <a:spcAft>
                <a:spcPts val="0"/>
              </a:spcAft>
              <a:buNone/>
              <a:defRPr/>
            </a:pPr>
            <a:endParaRPr lang="en-US" altLang="zh-CN" sz="2800" b="1" dirty="0">
              <a:latin typeface="+mj-lt"/>
            </a:endParaRPr>
          </a:p>
          <a:p>
            <a:pPr marL="918210" indent="0" eaLnBrk="1" fontAlgn="auto" hangingPunct="1">
              <a:spcAft>
                <a:spcPts val="0"/>
              </a:spcAft>
              <a:buNone/>
              <a:defRPr/>
            </a:pPr>
            <a:endParaRPr lang="zh-CN" altLang="en-US" sz="2800" b="1" dirty="0">
              <a:latin typeface="+mj-lt"/>
            </a:endParaRPr>
          </a:p>
        </p:txBody>
      </p:sp>
      <p:sp>
        <p:nvSpPr>
          <p:cNvPr id="2" name="日期占位符 1">
            <a:extLst>
              <a:ext uri="{FF2B5EF4-FFF2-40B4-BE49-F238E27FC236}">
                <a16:creationId xmlns:a16="http://schemas.microsoft.com/office/drawing/2014/main" id="{D5557EB4-DE38-A103-3C09-664C3DB9DDC2}"/>
              </a:ext>
            </a:extLst>
          </p:cNvPr>
          <p:cNvSpPr>
            <a:spLocks noGrp="1"/>
          </p:cNvSpPr>
          <p:nvPr>
            <p:ph type="dt" sz="half" idx="10"/>
          </p:nvPr>
        </p:nvSpPr>
        <p:spPr/>
        <p:txBody>
          <a:bodyPr/>
          <a:lstStyle/>
          <a:p>
            <a:pPr>
              <a:defRPr/>
            </a:pPr>
            <a:fld id="{4349BE7F-346D-41C2-AC16-4B645E86F7D0}" type="datetime1">
              <a:rPr lang="zh-CN" altLang="en-US" smtClean="0"/>
              <a:t>2025/9/16</a:t>
            </a:fld>
            <a:endParaRPr lang="en-US" altLang="zh-CN" dirty="0"/>
          </a:p>
        </p:txBody>
      </p:sp>
      <p:sp>
        <p:nvSpPr>
          <p:cNvPr id="4" name="页脚占位符 3">
            <a:extLst>
              <a:ext uri="{FF2B5EF4-FFF2-40B4-BE49-F238E27FC236}">
                <a16:creationId xmlns:a16="http://schemas.microsoft.com/office/drawing/2014/main" id="{E2BF4395-9233-313F-DF05-DED8D566DE31}"/>
              </a:ext>
            </a:extLst>
          </p:cNvPr>
          <p:cNvSpPr>
            <a:spLocks noGrp="1"/>
          </p:cNvSpPr>
          <p:nvPr>
            <p:ph type="ftr" sz="quarter" idx="11"/>
          </p:nvPr>
        </p:nvSpPr>
        <p:spPr/>
        <p:txBody>
          <a:bodyPr/>
          <a:lstStyle/>
          <a:p>
            <a:pPr>
              <a:defRPr/>
            </a:pPr>
            <a:r>
              <a:rPr lang="zh-CN" altLang="en-US"/>
              <a:t>计算学部 刘宏伟</a:t>
            </a:r>
            <a:endParaRPr lang="en-US" altLang="zh-CN"/>
          </a:p>
        </p:txBody>
      </p:sp>
      <p:sp>
        <p:nvSpPr>
          <p:cNvPr id="5" name="灯片编号占位符 4">
            <a:extLst>
              <a:ext uri="{FF2B5EF4-FFF2-40B4-BE49-F238E27FC236}">
                <a16:creationId xmlns:a16="http://schemas.microsoft.com/office/drawing/2014/main" id="{8D7FCC6A-2575-20CF-D4FB-06D2EFE09DEF}"/>
              </a:ext>
            </a:extLst>
          </p:cNvPr>
          <p:cNvSpPr>
            <a:spLocks noGrp="1"/>
          </p:cNvSpPr>
          <p:nvPr>
            <p:ph type="sldNum" sz="quarter" idx="12"/>
          </p:nvPr>
        </p:nvSpPr>
        <p:spPr/>
        <p:txBody>
          <a:bodyPr/>
          <a:lstStyle/>
          <a:p>
            <a:pPr>
              <a:defRPr/>
            </a:pPr>
            <a:fld id="{8BCAC33D-D29A-48B3-BCD6-381D3D720D26}" type="slidenum">
              <a:rPr lang="zh-CN" altLang="en-US" smtClean="0"/>
              <a:t>2</a:t>
            </a:fld>
            <a:endParaRPr lang="en-US" altLang="zh-C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ChangeArrowheads="1"/>
          </p:cNvSpPr>
          <p:nvPr>
            <p:ph type="title" idx="4294967295"/>
          </p:nvPr>
        </p:nvSpPr>
        <p:spPr/>
        <p:txBody>
          <a:bodyPr>
            <a:normAutofit/>
          </a:bodyPr>
          <a:lstStyle/>
          <a:p>
            <a:r>
              <a:rPr kumimoji="1" lang="en-US" altLang="zh-CN" sz="3600" b="1" dirty="0">
                <a:latin typeface="Times New Roman" panose="02020603050405020304" pitchFamily="18" charset="0"/>
                <a:cs typeface="Times New Roman" panose="02020603050405020304" pitchFamily="18" charset="0"/>
              </a:rPr>
              <a:t>2.3.3 </a:t>
            </a:r>
            <a:r>
              <a:rPr kumimoji="1" lang="zh-CN" altLang="en-US" sz="3600" b="1" dirty="0">
                <a:latin typeface="Times New Roman" panose="02020603050405020304" pitchFamily="18" charset="0"/>
                <a:cs typeface="Times New Roman" panose="02020603050405020304" pitchFamily="18" charset="0"/>
              </a:rPr>
              <a:t>量化设计的基本原则</a:t>
            </a:r>
          </a:p>
        </p:txBody>
      </p:sp>
      <p:sp>
        <p:nvSpPr>
          <p:cNvPr id="90115" name="Rectangle 3"/>
          <p:cNvSpPr>
            <a:spLocks noGrp="1" noChangeArrowheads="1"/>
          </p:cNvSpPr>
          <p:nvPr>
            <p:ph type="body" idx="4294967295"/>
          </p:nvPr>
        </p:nvSpPr>
        <p:spPr>
          <a:xfrm>
            <a:off x="457200" y="1600200"/>
            <a:ext cx="8363272" cy="4525963"/>
          </a:xfrm>
        </p:spPr>
        <p:txBody>
          <a:bodyPr>
            <a:normAutofit/>
          </a:bodyPr>
          <a:lstStyle/>
          <a:p>
            <a:pPr>
              <a:buFont typeface="Wingdings" panose="05000000000000000000" pitchFamily="2" charset="2"/>
              <a:buNone/>
            </a:pPr>
            <a:r>
              <a:rPr lang="en-US" altLang="zh-CN" sz="2400" dirty="0">
                <a:latin typeface="Verdana" panose="020B0604030504040204" pitchFamily="34" charset="0"/>
                <a:ea typeface="华文中宋" panose="02010600040101010101" pitchFamily="2" charset="-122"/>
              </a:rPr>
              <a:t>1</a:t>
            </a:r>
            <a:r>
              <a:rPr lang="zh-CN" altLang="en-US" sz="2400" dirty="0">
                <a:latin typeface="Verdana" panose="020B0604030504040204" pitchFamily="34" charset="0"/>
                <a:ea typeface="华文中宋" panose="02010600040101010101" pitchFamily="2" charset="-122"/>
              </a:rPr>
              <a:t>．大概率事件优先原则</a:t>
            </a:r>
          </a:p>
          <a:p>
            <a:pPr lvl="1"/>
            <a:r>
              <a:rPr lang="zh-CN" altLang="en-US" sz="2400" dirty="0">
                <a:latin typeface="Verdana" panose="020B0604030504040204" pitchFamily="34" charset="0"/>
                <a:ea typeface="华文中宋" panose="02010600040101010101" pitchFamily="2" charset="-122"/>
              </a:rPr>
              <a:t>追求全局的最优结果</a:t>
            </a:r>
            <a:endParaRPr lang="en-US" altLang="zh-CN" sz="2400" dirty="0">
              <a:latin typeface="Verdana" panose="020B0604030504040204" pitchFamily="34" charset="0"/>
              <a:ea typeface="华文中宋" panose="02010600040101010101" pitchFamily="2" charset="-122"/>
            </a:endParaRPr>
          </a:p>
          <a:p>
            <a:pPr lvl="1"/>
            <a:endParaRPr lang="zh-CN" altLang="en-US" sz="2400" dirty="0">
              <a:latin typeface="Verdana" panose="020B0604030504040204" pitchFamily="34" charset="0"/>
              <a:ea typeface="华文中宋" panose="02010600040101010101" pitchFamily="2" charset="-122"/>
            </a:endParaRPr>
          </a:p>
          <a:p>
            <a:pPr>
              <a:buFont typeface="Wingdings" panose="05000000000000000000" pitchFamily="2" charset="2"/>
              <a:buNone/>
            </a:pPr>
            <a:r>
              <a:rPr lang="en-US" altLang="zh-CN" sz="2400" dirty="0">
                <a:latin typeface="Verdana" panose="020B0604030504040204" pitchFamily="34" charset="0"/>
                <a:ea typeface="华文中宋" panose="02010600040101010101" pitchFamily="2" charset="-122"/>
              </a:rPr>
              <a:t>2</a:t>
            </a:r>
            <a:r>
              <a:rPr lang="zh-CN" altLang="en-US" sz="2400" dirty="0">
                <a:latin typeface="Verdana" panose="020B0604030504040204" pitchFamily="34" charset="0"/>
                <a:ea typeface="华文中宋" panose="02010600040101010101" pitchFamily="2" charset="-122"/>
              </a:rPr>
              <a:t>．</a:t>
            </a:r>
            <a:r>
              <a:rPr lang="en-US" altLang="zh-CN" sz="2400" dirty="0">
                <a:latin typeface="Verdana" panose="020B0604030504040204" pitchFamily="34" charset="0"/>
                <a:ea typeface="华文中宋" panose="02010600040101010101" pitchFamily="2" charset="-122"/>
              </a:rPr>
              <a:t>Amdahl</a:t>
            </a:r>
            <a:r>
              <a:rPr lang="zh-CN" altLang="en-US" sz="2400" dirty="0">
                <a:latin typeface="Verdana" panose="020B0604030504040204" pitchFamily="34" charset="0"/>
                <a:ea typeface="华文中宋" panose="02010600040101010101" pitchFamily="2" charset="-122"/>
              </a:rPr>
              <a:t>定律</a:t>
            </a:r>
          </a:p>
          <a:p>
            <a:pPr lvl="1"/>
            <a:r>
              <a:rPr lang="zh-CN" altLang="en-US" sz="2400" dirty="0">
                <a:latin typeface="Verdana" panose="020B0604030504040204" pitchFamily="34" charset="0"/>
                <a:ea typeface="华文中宋" panose="02010600040101010101" pitchFamily="2" charset="-122"/>
              </a:rPr>
              <a:t>系统性能加速比，受限于该部件在系统中所占的重要性</a:t>
            </a:r>
          </a:p>
          <a:p>
            <a:pPr lvl="1"/>
            <a:r>
              <a:rPr lang="zh-CN" altLang="en-US" sz="2400" dirty="0">
                <a:latin typeface="Verdana" panose="020B0604030504040204" pitchFamily="34" charset="0"/>
                <a:ea typeface="华文中宋" panose="02010600040101010101" pitchFamily="2" charset="-122"/>
              </a:rPr>
              <a:t>可以定量计算</a:t>
            </a:r>
            <a:endParaRPr lang="en-US" altLang="zh-CN" sz="2400" dirty="0">
              <a:latin typeface="Verdana" panose="020B0604030504040204" pitchFamily="34" charset="0"/>
              <a:ea typeface="华文中宋" panose="02010600040101010101" pitchFamily="2" charset="-122"/>
            </a:endParaRPr>
          </a:p>
          <a:p>
            <a:pPr lvl="1"/>
            <a:endParaRPr lang="zh-CN" altLang="en-US" sz="2400" dirty="0">
              <a:latin typeface="Verdana" panose="020B0604030504040204" pitchFamily="34" charset="0"/>
              <a:ea typeface="华文中宋" panose="02010600040101010101" pitchFamily="2" charset="-122"/>
            </a:endParaRPr>
          </a:p>
          <a:p>
            <a:pPr>
              <a:buFont typeface="Wingdings" panose="05000000000000000000" pitchFamily="2" charset="2"/>
              <a:buNone/>
            </a:pPr>
            <a:r>
              <a:rPr lang="en-US" altLang="zh-CN" sz="2400" dirty="0">
                <a:latin typeface="Verdana" panose="020B0604030504040204" pitchFamily="34" charset="0"/>
                <a:ea typeface="华文中宋" panose="02010600040101010101" pitchFamily="2" charset="-122"/>
              </a:rPr>
              <a:t>3</a:t>
            </a:r>
            <a:r>
              <a:rPr lang="zh-CN" altLang="en-US" sz="2400" dirty="0">
                <a:latin typeface="Verdana" panose="020B0604030504040204" pitchFamily="34" charset="0"/>
                <a:ea typeface="华文中宋" panose="02010600040101010101" pitchFamily="2" charset="-122"/>
              </a:rPr>
              <a:t>．程序的局部性原理</a:t>
            </a:r>
          </a:p>
          <a:p>
            <a:pPr lvl="1"/>
            <a:r>
              <a:rPr lang="zh-CN" altLang="en-US" sz="2400" dirty="0">
                <a:latin typeface="Verdana" panose="020B0604030504040204" pitchFamily="34" charset="0"/>
                <a:ea typeface="华文中宋" panose="02010600040101010101" pitchFamily="2" charset="-122"/>
              </a:rPr>
              <a:t>程序执行时所访问存储器在时</a:t>
            </a:r>
            <a:r>
              <a:rPr lang="en-US" altLang="zh-CN" sz="2400" dirty="0">
                <a:latin typeface="Verdana" panose="020B0604030504040204" pitchFamily="34" charset="0"/>
                <a:ea typeface="华文中宋" panose="02010600040101010101" pitchFamily="2" charset="-122"/>
              </a:rPr>
              <a:t>-</a:t>
            </a:r>
            <a:r>
              <a:rPr lang="zh-CN" altLang="en-US" sz="2400" dirty="0">
                <a:latin typeface="Verdana" panose="020B0604030504040204" pitchFamily="34" charset="0"/>
                <a:ea typeface="华文中宋" panose="02010600040101010101" pitchFamily="2" charset="-122"/>
              </a:rPr>
              <a:t>空上是相对地簇聚</a:t>
            </a:r>
          </a:p>
          <a:p>
            <a:pPr lvl="1"/>
            <a:r>
              <a:rPr lang="zh-CN" altLang="en-US" sz="2400" dirty="0">
                <a:latin typeface="Verdana" panose="020B0604030504040204" pitchFamily="34" charset="0"/>
                <a:ea typeface="华文中宋" panose="02010600040101010101" pitchFamily="2" charset="-122"/>
              </a:rPr>
              <a:t>这种簇聚包括指令和数据两部分</a:t>
            </a:r>
          </a:p>
        </p:txBody>
      </p:sp>
      <p:sp>
        <p:nvSpPr>
          <p:cNvPr id="5" name="日期占位符 1">
            <a:extLst>
              <a:ext uri="{FF2B5EF4-FFF2-40B4-BE49-F238E27FC236}">
                <a16:creationId xmlns:a16="http://schemas.microsoft.com/office/drawing/2014/main" id="{DC6F614F-EFB0-19FE-2338-F76EB5AF3883}"/>
              </a:ext>
            </a:extLst>
          </p:cNvPr>
          <p:cNvSpPr>
            <a:spLocks noGrp="1"/>
          </p:cNvSpPr>
          <p:nvPr>
            <p:ph type="dt" sz="half" idx="10"/>
          </p:nvPr>
        </p:nvSpPr>
        <p:spPr>
          <a:xfrm>
            <a:off x="457200" y="6356350"/>
            <a:ext cx="2133600" cy="365125"/>
          </a:xfrm>
        </p:spPr>
        <p:txBody>
          <a:bodyPr/>
          <a:lstStyle/>
          <a:p>
            <a:pPr>
              <a:defRPr/>
            </a:pPr>
            <a:fld id="{4349BE7F-346D-41C2-AC16-4B645E86F7D0}" type="datetime1">
              <a:rPr lang="zh-CN" altLang="en-US" smtClean="0"/>
              <a:t>2025/9/16</a:t>
            </a:fld>
            <a:endParaRPr lang="en-US" altLang="zh-CN" dirty="0"/>
          </a:p>
        </p:txBody>
      </p:sp>
      <p:sp>
        <p:nvSpPr>
          <p:cNvPr id="6" name="页脚占位符 3">
            <a:extLst>
              <a:ext uri="{FF2B5EF4-FFF2-40B4-BE49-F238E27FC236}">
                <a16:creationId xmlns:a16="http://schemas.microsoft.com/office/drawing/2014/main" id="{5B919A1B-A9AB-01AD-4E32-1E218C2EDE74}"/>
              </a:ext>
            </a:extLst>
          </p:cNvPr>
          <p:cNvSpPr>
            <a:spLocks noGrp="1"/>
          </p:cNvSpPr>
          <p:nvPr>
            <p:ph type="ftr" sz="quarter" idx="11"/>
          </p:nvPr>
        </p:nvSpPr>
        <p:spPr>
          <a:xfrm>
            <a:off x="3124200" y="6356350"/>
            <a:ext cx="2895600" cy="365125"/>
          </a:xfrm>
        </p:spPr>
        <p:txBody>
          <a:bodyPr/>
          <a:lstStyle/>
          <a:p>
            <a:pPr>
              <a:defRPr/>
            </a:pPr>
            <a:r>
              <a:rPr lang="zh-CN" altLang="en-US"/>
              <a:t>计算学部 刘宏伟</a:t>
            </a:r>
            <a:endParaRPr lang="en-US" altLang="zh-CN"/>
          </a:p>
        </p:txBody>
      </p:sp>
      <p:sp>
        <p:nvSpPr>
          <p:cNvPr id="7" name="灯片编号占位符 4">
            <a:extLst>
              <a:ext uri="{FF2B5EF4-FFF2-40B4-BE49-F238E27FC236}">
                <a16:creationId xmlns:a16="http://schemas.microsoft.com/office/drawing/2014/main" id="{2CDBA8EF-423A-873D-DF58-9EA709109589}"/>
              </a:ext>
            </a:extLst>
          </p:cNvPr>
          <p:cNvSpPr>
            <a:spLocks noGrp="1"/>
          </p:cNvSpPr>
          <p:nvPr>
            <p:ph type="sldNum" sz="quarter" idx="12"/>
          </p:nvPr>
        </p:nvSpPr>
        <p:spPr>
          <a:xfrm>
            <a:off x="6553200" y="6356350"/>
            <a:ext cx="2133600" cy="365125"/>
          </a:xfrm>
        </p:spPr>
        <p:txBody>
          <a:bodyPr/>
          <a:lstStyle/>
          <a:p>
            <a:pPr>
              <a:defRPr/>
            </a:pPr>
            <a:fld id="{8BCAC33D-D29A-48B3-BCD6-381D3D720D26}" type="slidenum">
              <a:rPr lang="zh-CN" altLang="en-US" smtClean="0"/>
              <a:t>3</a:t>
            </a:fld>
            <a:endParaRPr lang="en-US" altLang="zh-CN"/>
          </a:p>
        </p:txBody>
      </p:sp>
    </p:spTree>
    <p:extLst>
      <p:ext uri="{BB962C8B-B14F-4D97-AF65-F5344CB8AC3E}">
        <p14:creationId xmlns:p14="http://schemas.microsoft.com/office/powerpoint/2010/main" val="158345224"/>
      </p:ext>
    </p:extLst>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4"/>
          <p:cNvSpPr>
            <a:spLocks noGrp="1" noChangeArrowheads="1"/>
          </p:cNvSpPr>
          <p:nvPr>
            <p:ph type="title" idx="4294967295"/>
          </p:nvPr>
        </p:nvSpPr>
        <p:spPr/>
        <p:txBody>
          <a:bodyPr>
            <a:normAutofit/>
          </a:bodyPr>
          <a:lstStyle/>
          <a:p>
            <a:r>
              <a:rPr kumimoji="1" lang="zh-CN" altLang="en-US" sz="3600" b="1" dirty="0">
                <a:latin typeface="+mj-ea"/>
                <a:cs typeface="+mn-cs"/>
              </a:rPr>
              <a:t>大概率事件优先的原则</a:t>
            </a:r>
          </a:p>
        </p:txBody>
      </p:sp>
      <p:sp>
        <p:nvSpPr>
          <p:cNvPr id="91139" name="Rectangle 5"/>
          <p:cNvSpPr>
            <a:spLocks noGrp="1" noChangeArrowheads="1"/>
          </p:cNvSpPr>
          <p:nvPr>
            <p:ph type="body" idx="4294967295"/>
          </p:nvPr>
        </p:nvSpPr>
        <p:spPr/>
        <p:txBody>
          <a:bodyPr>
            <a:normAutofit/>
          </a:bodyPr>
          <a:lstStyle/>
          <a:p>
            <a:pPr>
              <a:lnSpc>
                <a:spcPct val="130000"/>
              </a:lnSpc>
            </a:pPr>
            <a:r>
              <a:rPr lang="zh-CN" altLang="en-US" sz="2600" b="1" dirty="0">
                <a:latin typeface="+mj-ea"/>
                <a:ea typeface="+mj-ea"/>
              </a:rPr>
              <a:t>对于大概率事件</a:t>
            </a:r>
            <a:r>
              <a:rPr lang="en-US" altLang="zh-CN" sz="2600" b="1" dirty="0">
                <a:latin typeface="+mj-ea"/>
                <a:ea typeface="+mj-ea"/>
              </a:rPr>
              <a:t>(</a:t>
            </a:r>
            <a:r>
              <a:rPr lang="zh-CN" altLang="en-US" sz="2600" b="1" dirty="0">
                <a:latin typeface="+mj-ea"/>
                <a:ea typeface="+mj-ea"/>
              </a:rPr>
              <a:t>最常见的事件</a:t>
            </a:r>
            <a:r>
              <a:rPr lang="en-US" altLang="zh-CN" sz="2600" b="1" dirty="0">
                <a:latin typeface="+mj-ea"/>
                <a:ea typeface="+mj-ea"/>
              </a:rPr>
              <a:t>)</a:t>
            </a:r>
            <a:r>
              <a:rPr lang="zh-CN" altLang="en-US" sz="2600" b="1" dirty="0">
                <a:latin typeface="+mj-ea"/>
                <a:ea typeface="+mj-ea"/>
              </a:rPr>
              <a:t>，赋予它优先的处理权和资源使用权，以获得全局的最优结果</a:t>
            </a:r>
          </a:p>
          <a:p>
            <a:pPr>
              <a:lnSpc>
                <a:spcPct val="130000"/>
              </a:lnSpc>
            </a:pPr>
            <a:r>
              <a:rPr lang="zh-CN" altLang="en-US" sz="2600" b="1" dirty="0">
                <a:latin typeface="+mj-ea"/>
                <a:ea typeface="+mj-ea"/>
              </a:rPr>
              <a:t>要能够确定什么是大概率事件，同时要说明针对该事件进行的改进将如何提高机器的性能</a:t>
            </a:r>
          </a:p>
          <a:p>
            <a:pPr>
              <a:lnSpc>
                <a:spcPct val="130000"/>
              </a:lnSpc>
            </a:pPr>
            <a:r>
              <a:rPr lang="zh-CN" altLang="en-US" sz="2600" b="1" dirty="0">
                <a:latin typeface="+mj-ea"/>
                <a:ea typeface="+mj-ea"/>
              </a:rPr>
              <a:t>“好钢用在刀刃上”，事半功倍</a:t>
            </a:r>
          </a:p>
          <a:p>
            <a:pPr>
              <a:lnSpc>
                <a:spcPct val="130000"/>
              </a:lnSpc>
            </a:pPr>
            <a:endParaRPr lang="zh-CN" altLang="en-US" sz="2600" b="1" dirty="0">
              <a:latin typeface="+mj-ea"/>
              <a:ea typeface="+mj-ea"/>
            </a:endParaRPr>
          </a:p>
        </p:txBody>
      </p:sp>
      <p:sp>
        <p:nvSpPr>
          <p:cNvPr id="5" name="日期占位符 1">
            <a:extLst>
              <a:ext uri="{FF2B5EF4-FFF2-40B4-BE49-F238E27FC236}">
                <a16:creationId xmlns:a16="http://schemas.microsoft.com/office/drawing/2014/main" id="{65DA7984-9B8B-B09D-7F2E-64F5447D635D}"/>
              </a:ext>
            </a:extLst>
          </p:cNvPr>
          <p:cNvSpPr>
            <a:spLocks noGrp="1"/>
          </p:cNvSpPr>
          <p:nvPr>
            <p:ph type="dt" sz="half" idx="10"/>
          </p:nvPr>
        </p:nvSpPr>
        <p:spPr>
          <a:xfrm>
            <a:off x="457200" y="6356350"/>
            <a:ext cx="2133600" cy="365125"/>
          </a:xfrm>
        </p:spPr>
        <p:txBody>
          <a:bodyPr/>
          <a:lstStyle/>
          <a:p>
            <a:pPr>
              <a:defRPr/>
            </a:pPr>
            <a:fld id="{4349BE7F-346D-41C2-AC16-4B645E86F7D0}" type="datetime1">
              <a:rPr lang="zh-CN" altLang="en-US" smtClean="0"/>
              <a:t>2025/9/16</a:t>
            </a:fld>
            <a:endParaRPr lang="en-US" altLang="zh-CN" dirty="0"/>
          </a:p>
        </p:txBody>
      </p:sp>
      <p:sp>
        <p:nvSpPr>
          <p:cNvPr id="6" name="页脚占位符 3">
            <a:extLst>
              <a:ext uri="{FF2B5EF4-FFF2-40B4-BE49-F238E27FC236}">
                <a16:creationId xmlns:a16="http://schemas.microsoft.com/office/drawing/2014/main" id="{192D83A8-C4C1-C174-258D-611584CDC543}"/>
              </a:ext>
            </a:extLst>
          </p:cNvPr>
          <p:cNvSpPr>
            <a:spLocks noGrp="1"/>
          </p:cNvSpPr>
          <p:nvPr>
            <p:ph type="ftr" sz="quarter" idx="11"/>
          </p:nvPr>
        </p:nvSpPr>
        <p:spPr>
          <a:xfrm>
            <a:off x="3124200" y="6356350"/>
            <a:ext cx="2895600" cy="365125"/>
          </a:xfrm>
        </p:spPr>
        <p:txBody>
          <a:bodyPr/>
          <a:lstStyle/>
          <a:p>
            <a:pPr>
              <a:defRPr/>
            </a:pPr>
            <a:r>
              <a:rPr lang="zh-CN" altLang="en-US"/>
              <a:t>计算学部 刘宏伟</a:t>
            </a:r>
            <a:endParaRPr lang="en-US" altLang="zh-CN"/>
          </a:p>
        </p:txBody>
      </p:sp>
      <p:sp>
        <p:nvSpPr>
          <p:cNvPr id="7" name="灯片编号占位符 4">
            <a:extLst>
              <a:ext uri="{FF2B5EF4-FFF2-40B4-BE49-F238E27FC236}">
                <a16:creationId xmlns:a16="http://schemas.microsoft.com/office/drawing/2014/main" id="{E4E65FAE-53F5-43F3-74B2-677AC783DB0D}"/>
              </a:ext>
            </a:extLst>
          </p:cNvPr>
          <p:cNvSpPr>
            <a:spLocks noGrp="1"/>
          </p:cNvSpPr>
          <p:nvPr>
            <p:ph type="sldNum" sz="quarter" idx="12"/>
          </p:nvPr>
        </p:nvSpPr>
        <p:spPr>
          <a:xfrm>
            <a:off x="6553200" y="6356350"/>
            <a:ext cx="2133600" cy="365125"/>
          </a:xfrm>
        </p:spPr>
        <p:txBody>
          <a:bodyPr/>
          <a:lstStyle/>
          <a:p>
            <a:pPr>
              <a:defRPr/>
            </a:pPr>
            <a:fld id="{8BCAC33D-D29A-48B3-BCD6-381D3D720D26}" type="slidenum">
              <a:rPr lang="zh-CN" altLang="en-US" smtClean="0"/>
              <a:t>4</a:t>
            </a:fld>
            <a:endParaRPr lang="en-US" altLang="zh-CN"/>
          </a:p>
        </p:txBody>
      </p:sp>
    </p:spTree>
    <p:extLst>
      <p:ext uri="{BB962C8B-B14F-4D97-AF65-F5344CB8AC3E}">
        <p14:creationId xmlns:p14="http://schemas.microsoft.com/office/powerpoint/2010/main" val="3065437264"/>
      </p:ext>
    </p:extLst>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15"/>
          <p:cNvSpPr>
            <a:spLocks noGrp="1" noChangeArrowheads="1"/>
          </p:cNvSpPr>
          <p:nvPr>
            <p:ph type="title" idx="4294967295"/>
          </p:nvPr>
        </p:nvSpPr>
        <p:spPr/>
        <p:txBody>
          <a:bodyPr>
            <a:normAutofit/>
          </a:bodyPr>
          <a:lstStyle/>
          <a:p>
            <a:r>
              <a:rPr kumimoji="1" lang="en-US" altLang="zh-CN" sz="3600" b="1" dirty="0">
                <a:latin typeface="Times New Roman" panose="02020603050405020304" pitchFamily="18" charset="0"/>
                <a:cs typeface="Times New Roman" panose="02020603050405020304" pitchFamily="18" charset="0"/>
              </a:rPr>
              <a:t>Amdahl</a:t>
            </a:r>
            <a:r>
              <a:rPr kumimoji="1" lang="zh-CN" altLang="en-US" sz="3600" b="1" dirty="0">
                <a:latin typeface="Times New Roman" panose="02020603050405020304" pitchFamily="18" charset="0"/>
                <a:cs typeface="Times New Roman" panose="02020603050405020304" pitchFamily="18" charset="0"/>
              </a:rPr>
              <a:t>定律</a:t>
            </a:r>
          </a:p>
        </p:txBody>
      </p:sp>
      <p:sp>
        <p:nvSpPr>
          <p:cNvPr id="92163" name="Rectangle 16"/>
          <p:cNvSpPr>
            <a:spLocks noGrp="1" noChangeArrowheads="1"/>
          </p:cNvSpPr>
          <p:nvPr>
            <p:ph type="body" idx="4294967295"/>
          </p:nvPr>
        </p:nvSpPr>
        <p:spPr/>
        <p:txBody>
          <a:bodyPr>
            <a:normAutofit/>
          </a:bodyPr>
          <a:lstStyle/>
          <a:p>
            <a:r>
              <a:rPr lang="zh-CN" altLang="en-US" sz="2600" b="1" dirty="0">
                <a:latin typeface="+mj-ea"/>
                <a:ea typeface="+mj-ea"/>
              </a:rPr>
              <a:t>假设我们对机器（部件）进行某种改进，那么机器系统（部件）的加速比就是</a:t>
            </a:r>
          </a:p>
          <a:p>
            <a:endParaRPr lang="zh-CN" altLang="en-US" sz="2600" b="1" dirty="0">
              <a:latin typeface="+mj-ea"/>
              <a:ea typeface="+mj-ea"/>
            </a:endParaRPr>
          </a:p>
          <a:p>
            <a:endParaRPr lang="zh-CN" altLang="en-US" sz="2600" b="1" dirty="0">
              <a:latin typeface="+mj-ea"/>
              <a:ea typeface="+mj-ea"/>
            </a:endParaRPr>
          </a:p>
          <a:p>
            <a:endParaRPr lang="zh-CN" altLang="en-US" sz="2600" b="1" dirty="0">
              <a:latin typeface="+mj-ea"/>
              <a:ea typeface="+mj-ea"/>
            </a:endParaRPr>
          </a:p>
          <a:p>
            <a:endParaRPr lang="zh-CN" altLang="en-US" sz="2600" b="1" dirty="0">
              <a:latin typeface="+mj-ea"/>
              <a:ea typeface="+mj-ea"/>
            </a:endParaRPr>
          </a:p>
          <a:p>
            <a:r>
              <a:rPr lang="zh-CN" altLang="en-US" sz="2600" b="1" dirty="0">
                <a:latin typeface="+mj-ea"/>
                <a:ea typeface="+mj-ea"/>
              </a:rPr>
              <a:t>核心概念：时间</a:t>
            </a:r>
          </a:p>
          <a:p>
            <a:r>
              <a:rPr lang="zh-CN" altLang="en-US" sz="2600" b="1" dirty="0">
                <a:latin typeface="+mj-ea"/>
                <a:ea typeface="+mj-ea"/>
              </a:rPr>
              <a:t>系统加速比告诉我们改进后的机器比改进前快多少 </a:t>
            </a:r>
          </a:p>
        </p:txBody>
      </p:sp>
      <p:graphicFrame>
        <p:nvGraphicFramePr>
          <p:cNvPr id="92164" name="Object 4"/>
          <p:cNvGraphicFramePr>
            <a:graphicFrameLocks noChangeAspect="1"/>
          </p:cNvGraphicFramePr>
          <p:nvPr/>
        </p:nvGraphicFramePr>
        <p:xfrm>
          <a:off x="971600" y="2996952"/>
          <a:ext cx="7397172" cy="936104"/>
        </p:xfrm>
        <a:graphic>
          <a:graphicData uri="http://schemas.openxmlformats.org/presentationml/2006/ole">
            <mc:AlternateContent xmlns:mc="http://schemas.openxmlformats.org/markup-compatibility/2006">
              <mc:Choice xmlns:v="urn:schemas-microsoft-com:vml" Requires="v">
                <p:oleObj name="公式" r:id="rId2" imgW="3124200" imgH="469900" progId="Equation.3">
                  <p:embed/>
                </p:oleObj>
              </mc:Choice>
              <mc:Fallback>
                <p:oleObj name="公式" r:id="rId2" imgW="3124200" imgH="469900" progId="Equation.3">
                  <p:embed/>
                  <p:pic>
                    <p:nvPicPr>
                      <p:cNvPr id="92164"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1600" y="2996952"/>
                        <a:ext cx="7397172" cy="936104"/>
                      </a:xfrm>
                      <a:prstGeom prst="rect">
                        <a:avLst/>
                      </a:prstGeom>
                      <a:noFill/>
                      <a:ln>
                        <a:noFill/>
                      </a:ln>
                      <a:effectLst/>
                    </p:spPr>
                  </p:pic>
                </p:oleObj>
              </mc:Fallback>
            </mc:AlternateContent>
          </a:graphicData>
        </a:graphic>
      </p:graphicFrame>
      <p:sp>
        <p:nvSpPr>
          <p:cNvPr id="5" name="日期占位符 1">
            <a:extLst>
              <a:ext uri="{FF2B5EF4-FFF2-40B4-BE49-F238E27FC236}">
                <a16:creationId xmlns:a16="http://schemas.microsoft.com/office/drawing/2014/main" id="{DFBBC5A7-C148-6D15-4157-4DDEC1278B0B}"/>
              </a:ext>
            </a:extLst>
          </p:cNvPr>
          <p:cNvSpPr>
            <a:spLocks noGrp="1"/>
          </p:cNvSpPr>
          <p:nvPr>
            <p:ph type="dt" sz="half" idx="10"/>
          </p:nvPr>
        </p:nvSpPr>
        <p:spPr>
          <a:xfrm>
            <a:off x="457200" y="6356350"/>
            <a:ext cx="2133600" cy="365125"/>
          </a:xfrm>
        </p:spPr>
        <p:txBody>
          <a:bodyPr/>
          <a:lstStyle/>
          <a:p>
            <a:pPr>
              <a:defRPr/>
            </a:pPr>
            <a:fld id="{4349BE7F-346D-41C2-AC16-4B645E86F7D0}" type="datetime1">
              <a:rPr lang="zh-CN" altLang="en-US" smtClean="0"/>
              <a:t>2025/9/16</a:t>
            </a:fld>
            <a:endParaRPr lang="en-US" altLang="zh-CN" dirty="0"/>
          </a:p>
        </p:txBody>
      </p:sp>
      <p:sp>
        <p:nvSpPr>
          <p:cNvPr id="6" name="页脚占位符 3">
            <a:extLst>
              <a:ext uri="{FF2B5EF4-FFF2-40B4-BE49-F238E27FC236}">
                <a16:creationId xmlns:a16="http://schemas.microsoft.com/office/drawing/2014/main" id="{A52F64A5-E221-0D96-BAD3-6293C42B12C4}"/>
              </a:ext>
            </a:extLst>
          </p:cNvPr>
          <p:cNvSpPr>
            <a:spLocks noGrp="1"/>
          </p:cNvSpPr>
          <p:nvPr>
            <p:ph type="ftr" sz="quarter" idx="11"/>
          </p:nvPr>
        </p:nvSpPr>
        <p:spPr>
          <a:xfrm>
            <a:off x="3124200" y="6356350"/>
            <a:ext cx="2895600" cy="365125"/>
          </a:xfrm>
        </p:spPr>
        <p:txBody>
          <a:bodyPr/>
          <a:lstStyle/>
          <a:p>
            <a:pPr>
              <a:defRPr/>
            </a:pPr>
            <a:r>
              <a:rPr lang="zh-CN" altLang="en-US"/>
              <a:t>计算学部 刘宏伟</a:t>
            </a:r>
            <a:endParaRPr lang="en-US" altLang="zh-CN"/>
          </a:p>
        </p:txBody>
      </p:sp>
      <p:sp>
        <p:nvSpPr>
          <p:cNvPr id="7" name="灯片编号占位符 4">
            <a:extLst>
              <a:ext uri="{FF2B5EF4-FFF2-40B4-BE49-F238E27FC236}">
                <a16:creationId xmlns:a16="http://schemas.microsoft.com/office/drawing/2014/main" id="{007C2B90-47E9-26FA-FDD4-F63AFA9D3C93}"/>
              </a:ext>
            </a:extLst>
          </p:cNvPr>
          <p:cNvSpPr>
            <a:spLocks noGrp="1"/>
          </p:cNvSpPr>
          <p:nvPr>
            <p:ph type="sldNum" sz="quarter" idx="12"/>
          </p:nvPr>
        </p:nvSpPr>
        <p:spPr>
          <a:xfrm>
            <a:off x="6553200" y="6356350"/>
            <a:ext cx="2133600" cy="365125"/>
          </a:xfrm>
        </p:spPr>
        <p:txBody>
          <a:bodyPr/>
          <a:lstStyle/>
          <a:p>
            <a:pPr>
              <a:defRPr/>
            </a:pPr>
            <a:fld id="{8BCAC33D-D29A-48B3-BCD6-381D3D720D26}" type="slidenum">
              <a:rPr lang="zh-CN" altLang="en-US" smtClean="0"/>
              <a:t>5</a:t>
            </a:fld>
            <a:endParaRPr lang="en-US" altLang="zh-CN"/>
          </a:p>
        </p:txBody>
      </p:sp>
    </p:spTree>
    <p:extLst>
      <p:ext uri="{BB962C8B-B14F-4D97-AF65-F5344CB8AC3E}">
        <p14:creationId xmlns:p14="http://schemas.microsoft.com/office/powerpoint/2010/main" val="1016744598"/>
      </p:ext>
    </p:extLst>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31"/>
          <p:cNvSpPr>
            <a:spLocks noGrp="1" noChangeArrowheads="1"/>
          </p:cNvSpPr>
          <p:nvPr>
            <p:ph type="title" idx="4294967295"/>
          </p:nvPr>
        </p:nvSpPr>
        <p:spPr/>
        <p:txBody>
          <a:bodyPr>
            <a:normAutofit/>
          </a:bodyPr>
          <a:lstStyle/>
          <a:p>
            <a:r>
              <a:rPr kumimoji="1" lang="en-US" altLang="zh-CN" sz="3600" b="1" dirty="0">
                <a:latin typeface="Times New Roman" panose="02020603050405020304" pitchFamily="18" charset="0"/>
                <a:cs typeface="Times New Roman" panose="02020603050405020304" pitchFamily="18" charset="0"/>
              </a:rPr>
              <a:t>Amdahl</a:t>
            </a:r>
            <a:r>
              <a:rPr kumimoji="1" lang="zh-CN" altLang="en-US" sz="3600" b="1" dirty="0">
                <a:latin typeface="Times New Roman" panose="02020603050405020304" pitchFamily="18" charset="0"/>
                <a:cs typeface="Times New Roman" panose="02020603050405020304" pitchFamily="18" charset="0"/>
              </a:rPr>
              <a:t>定律</a:t>
            </a:r>
          </a:p>
        </p:txBody>
      </p:sp>
      <p:sp>
        <p:nvSpPr>
          <p:cNvPr id="93187" name="Rectangle 32"/>
          <p:cNvSpPr>
            <a:spLocks noGrp="1" noChangeArrowheads="1"/>
          </p:cNvSpPr>
          <p:nvPr>
            <p:ph type="body" idx="4294967295"/>
          </p:nvPr>
        </p:nvSpPr>
        <p:spPr/>
        <p:txBody>
          <a:bodyPr/>
          <a:lstStyle/>
          <a:p>
            <a:r>
              <a:rPr lang="zh-CN" altLang="en-US" sz="2400" b="1" dirty="0">
                <a:latin typeface="+mj-ea"/>
                <a:ea typeface="+mj-ea"/>
              </a:rPr>
              <a:t>系统加速比依赖于两个因素</a:t>
            </a:r>
          </a:p>
          <a:p>
            <a:pPr lvl="1"/>
            <a:r>
              <a:rPr lang="zh-CN" altLang="en-US" sz="2400" b="1" dirty="0">
                <a:latin typeface="+mj-ea"/>
                <a:ea typeface="+mj-ea"/>
              </a:rPr>
              <a:t>“</a:t>
            </a:r>
            <a:r>
              <a:rPr lang="zh-CN" altLang="en-US" sz="2400" b="1" dirty="0">
                <a:solidFill>
                  <a:srgbClr val="FF3300"/>
                </a:solidFill>
                <a:latin typeface="+mj-ea"/>
                <a:ea typeface="+mj-ea"/>
              </a:rPr>
              <a:t>可改进比例</a:t>
            </a:r>
            <a:r>
              <a:rPr lang="zh-CN" altLang="en-US" sz="2400" b="1" dirty="0">
                <a:latin typeface="+mj-ea"/>
                <a:ea typeface="+mj-ea"/>
              </a:rPr>
              <a:t>”：可改进部分在原系统计算时间中所占的比例 ，它总是小于等于</a:t>
            </a:r>
            <a:r>
              <a:rPr lang="en-US" altLang="zh-CN" sz="2400" b="1" dirty="0">
                <a:latin typeface="+mj-ea"/>
                <a:ea typeface="+mj-ea"/>
              </a:rPr>
              <a:t>1</a:t>
            </a:r>
            <a:r>
              <a:rPr lang="zh-CN" altLang="en-US" sz="2400" b="1" dirty="0">
                <a:latin typeface="+mj-ea"/>
                <a:ea typeface="+mj-ea"/>
              </a:rPr>
              <a:t>的</a:t>
            </a:r>
          </a:p>
          <a:p>
            <a:pPr lvl="2"/>
            <a:r>
              <a:rPr lang="en-US" altLang="zh-CN" b="1" dirty="0">
                <a:latin typeface="+mj-ea"/>
                <a:ea typeface="+mj-ea"/>
              </a:rPr>
              <a:t>T</a:t>
            </a:r>
            <a:r>
              <a:rPr lang="en-US" altLang="zh-CN" b="1" baseline="-25000" dirty="0">
                <a:latin typeface="+mj-ea"/>
                <a:ea typeface="+mj-ea"/>
              </a:rPr>
              <a:t>1</a:t>
            </a:r>
            <a:r>
              <a:rPr lang="en-US" altLang="zh-CN" b="1" dirty="0">
                <a:latin typeface="+mj-ea"/>
                <a:ea typeface="+mj-ea"/>
              </a:rPr>
              <a:t>/T</a:t>
            </a:r>
            <a:r>
              <a:rPr lang="en-US" altLang="zh-CN" b="1" baseline="-25000" dirty="0">
                <a:latin typeface="+mj-ea"/>
                <a:ea typeface="+mj-ea"/>
              </a:rPr>
              <a:t>0</a:t>
            </a:r>
          </a:p>
          <a:p>
            <a:pPr lvl="1"/>
            <a:r>
              <a:rPr lang="zh-CN" altLang="en-US" sz="2400" b="1" dirty="0">
                <a:latin typeface="+mj-ea"/>
                <a:ea typeface="+mj-ea"/>
              </a:rPr>
              <a:t>“</a:t>
            </a:r>
            <a:r>
              <a:rPr lang="zh-CN" altLang="en-US" sz="2400" b="1" dirty="0">
                <a:solidFill>
                  <a:srgbClr val="FF3300"/>
                </a:solidFill>
                <a:latin typeface="+mj-ea"/>
                <a:ea typeface="+mj-ea"/>
              </a:rPr>
              <a:t>部件加速比</a:t>
            </a:r>
            <a:r>
              <a:rPr lang="zh-CN" altLang="en-US" sz="2400" b="1" dirty="0">
                <a:latin typeface="+mj-ea"/>
                <a:ea typeface="+mj-ea"/>
              </a:rPr>
              <a:t>”可改进部分改进以后的性能提高，一般情况下它是大于</a:t>
            </a:r>
            <a:r>
              <a:rPr lang="en-US" altLang="zh-CN" sz="2400" b="1" dirty="0">
                <a:latin typeface="+mj-ea"/>
                <a:ea typeface="+mj-ea"/>
              </a:rPr>
              <a:t>1</a:t>
            </a:r>
            <a:r>
              <a:rPr lang="zh-CN" altLang="en-US" sz="2400" b="1" dirty="0">
                <a:latin typeface="+mj-ea"/>
                <a:ea typeface="+mj-ea"/>
              </a:rPr>
              <a:t>的</a:t>
            </a:r>
          </a:p>
          <a:p>
            <a:pPr lvl="2"/>
            <a:r>
              <a:rPr lang="en-US" altLang="zh-CN" b="1" dirty="0">
                <a:latin typeface="+mj-ea"/>
                <a:ea typeface="+mj-ea"/>
              </a:rPr>
              <a:t>T</a:t>
            </a:r>
            <a:r>
              <a:rPr lang="en-US" altLang="zh-CN" b="1" baseline="-25000" dirty="0">
                <a:latin typeface="+mj-ea"/>
                <a:ea typeface="+mj-ea"/>
              </a:rPr>
              <a:t>1</a:t>
            </a:r>
            <a:r>
              <a:rPr lang="en-US" altLang="zh-CN" b="1" dirty="0">
                <a:latin typeface="+mj-ea"/>
                <a:ea typeface="+mj-ea"/>
              </a:rPr>
              <a:t>/T</a:t>
            </a:r>
            <a:r>
              <a:rPr lang="en-US" altLang="zh-CN" b="1" baseline="-25000" dirty="0">
                <a:latin typeface="+mj-ea"/>
                <a:ea typeface="+mj-ea"/>
              </a:rPr>
              <a:t>2</a:t>
            </a:r>
          </a:p>
        </p:txBody>
      </p:sp>
      <p:grpSp>
        <p:nvGrpSpPr>
          <p:cNvPr id="93188" name="Group 29"/>
          <p:cNvGrpSpPr/>
          <p:nvPr/>
        </p:nvGrpSpPr>
        <p:grpSpPr bwMode="auto">
          <a:xfrm>
            <a:off x="1116013" y="4826272"/>
            <a:ext cx="7004050" cy="1843088"/>
            <a:chOff x="724" y="3024"/>
            <a:chExt cx="4412" cy="1161"/>
          </a:xfrm>
        </p:grpSpPr>
        <p:grpSp>
          <p:nvGrpSpPr>
            <p:cNvPr id="93189" name="Group 4"/>
            <p:cNvGrpSpPr/>
            <p:nvPr/>
          </p:nvGrpSpPr>
          <p:grpSpPr bwMode="auto">
            <a:xfrm>
              <a:off x="724" y="3024"/>
              <a:ext cx="4408" cy="261"/>
              <a:chOff x="724" y="3024"/>
              <a:chExt cx="4408" cy="232"/>
            </a:xfrm>
          </p:grpSpPr>
          <p:sp>
            <p:nvSpPr>
              <p:cNvPr id="93206" name="Rectangle 5"/>
              <p:cNvSpPr>
                <a:spLocks noChangeArrowheads="1"/>
              </p:cNvSpPr>
              <p:nvPr/>
            </p:nvSpPr>
            <p:spPr bwMode="auto">
              <a:xfrm>
                <a:off x="724" y="3024"/>
                <a:ext cx="664" cy="232"/>
              </a:xfrm>
              <a:prstGeom prst="rect">
                <a:avLst/>
              </a:prstGeom>
              <a:solidFill>
                <a:srgbClr val="FF0000"/>
              </a:solidFill>
              <a:ln w="12700">
                <a:solidFill>
                  <a:srgbClr val="000066"/>
                </a:solidFill>
                <a:miter lim="800000"/>
              </a:ln>
            </p:spPr>
            <p:txBody>
              <a:bodyPr wrap="none" anchor="ctr"/>
              <a:lstStyle/>
              <a:p>
                <a:endParaRPr lang="zh-CN" altLang="en-US" sz="1800"/>
              </a:p>
            </p:txBody>
          </p:sp>
          <p:sp>
            <p:nvSpPr>
              <p:cNvPr id="93207" name="Rectangle 6"/>
              <p:cNvSpPr>
                <a:spLocks noChangeArrowheads="1"/>
              </p:cNvSpPr>
              <p:nvPr/>
            </p:nvSpPr>
            <p:spPr bwMode="auto">
              <a:xfrm>
                <a:off x="1396" y="3024"/>
                <a:ext cx="664" cy="232"/>
              </a:xfrm>
              <a:prstGeom prst="rect">
                <a:avLst/>
              </a:prstGeom>
              <a:solidFill>
                <a:srgbClr val="00FF00"/>
              </a:solidFill>
              <a:ln w="12700">
                <a:solidFill>
                  <a:srgbClr val="000066"/>
                </a:solidFill>
                <a:miter lim="800000"/>
              </a:ln>
            </p:spPr>
            <p:txBody>
              <a:bodyPr wrap="none" anchor="ctr"/>
              <a:lstStyle/>
              <a:p>
                <a:endParaRPr lang="zh-CN" altLang="en-US" sz="1800"/>
              </a:p>
            </p:txBody>
          </p:sp>
          <p:sp>
            <p:nvSpPr>
              <p:cNvPr id="93208" name="Rectangle 7"/>
              <p:cNvSpPr>
                <a:spLocks noChangeArrowheads="1"/>
              </p:cNvSpPr>
              <p:nvPr/>
            </p:nvSpPr>
            <p:spPr bwMode="auto">
              <a:xfrm>
                <a:off x="2068" y="3024"/>
                <a:ext cx="664" cy="232"/>
              </a:xfrm>
              <a:prstGeom prst="rect">
                <a:avLst/>
              </a:prstGeom>
              <a:solidFill>
                <a:srgbClr val="FF0000"/>
              </a:solidFill>
              <a:ln w="12700">
                <a:solidFill>
                  <a:srgbClr val="000066"/>
                </a:solidFill>
                <a:miter lim="800000"/>
              </a:ln>
            </p:spPr>
            <p:txBody>
              <a:bodyPr wrap="none" anchor="ctr"/>
              <a:lstStyle/>
              <a:p>
                <a:endParaRPr lang="zh-CN" altLang="en-US" sz="1800"/>
              </a:p>
            </p:txBody>
          </p:sp>
          <p:sp>
            <p:nvSpPr>
              <p:cNvPr id="93209" name="Rectangle 8"/>
              <p:cNvSpPr>
                <a:spLocks noChangeArrowheads="1"/>
              </p:cNvSpPr>
              <p:nvPr/>
            </p:nvSpPr>
            <p:spPr bwMode="auto">
              <a:xfrm>
                <a:off x="3412" y="3024"/>
                <a:ext cx="664" cy="232"/>
              </a:xfrm>
              <a:prstGeom prst="rect">
                <a:avLst/>
              </a:prstGeom>
              <a:solidFill>
                <a:srgbClr val="FF0000"/>
              </a:solidFill>
              <a:ln w="12700">
                <a:solidFill>
                  <a:srgbClr val="000066"/>
                </a:solidFill>
                <a:miter lim="800000"/>
              </a:ln>
            </p:spPr>
            <p:txBody>
              <a:bodyPr wrap="none" anchor="ctr"/>
              <a:lstStyle/>
              <a:p>
                <a:endParaRPr lang="zh-CN" altLang="en-US" sz="1800"/>
              </a:p>
            </p:txBody>
          </p:sp>
          <p:sp>
            <p:nvSpPr>
              <p:cNvPr id="93210" name="Rectangle 9"/>
              <p:cNvSpPr>
                <a:spLocks noChangeArrowheads="1"/>
              </p:cNvSpPr>
              <p:nvPr/>
            </p:nvSpPr>
            <p:spPr bwMode="auto">
              <a:xfrm>
                <a:off x="4084" y="3024"/>
                <a:ext cx="376" cy="232"/>
              </a:xfrm>
              <a:prstGeom prst="rect">
                <a:avLst/>
              </a:prstGeom>
              <a:solidFill>
                <a:srgbClr val="00FF00"/>
              </a:solidFill>
              <a:ln w="12700">
                <a:solidFill>
                  <a:srgbClr val="000066"/>
                </a:solidFill>
                <a:miter lim="800000"/>
              </a:ln>
            </p:spPr>
            <p:txBody>
              <a:bodyPr wrap="none" anchor="ctr"/>
              <a:lstStyle/>
              <a:p>
                <a:endParaRPr lang="zh-CN" altLang="en-US" sz="1800"/>
              </a:p>
            </p:txBody>
          </p:sp>
          <p:sp>
            <p:nvSpPr>
              <p:cNvPr id="93211" name="Rectangle 10"/>
              <p:cNvSpPr>
                <a:spLocks noChangeArrowheads="1"/>
              </p:cNvSpPr>
              <p:nvPr/>
            </p:nvSpPr>
            <p:spPr bwMode="auto">
              <a:xfrm>
                <a:off x="4468" y="3024"/>
                <a:ext cx="664" cy="232"/>
              </a:xfrm>
              <a:prstGeom prst="rect">
                <a:avLst/>
              </a:prstGeom>
              <a:solidFill>
                <a:srgbClr val="FF0000"/>
              </a:solidFill>
              <a:ln w="12700">
                <a:solidFill>
                  <a:srgbClr val="000066"/>
                </a:solidFill>
                <a:miter lim="800000"/>
              </a:ln>
            </p:spPr>
            <p:txBody>
              <a:bodyPr wrap="none" anchor="ctr"/>
              <a:lstStyle/>
              <a:p>
                <a:endParaRPr lang="zh-CN" altLang="en-US" sz="1800"/>
              </a:p>
            </p:txBody>
          </p:sp>
          <p:sp>
            <p:nvSpPr>
              <p:cNvPr id="93212" name="Line 11"/>
              <p:cNvSpPr>
                <a:spLocks noChangeShapeType="1"/>
              </p:cNvSpPr>
              <p:nvPr/>
            </p:nvSpPr>
            <p:spPr bwMode="auto">
              <a:xfrm>
                <a:off x="2892" y="3164"/>
                <a:ext cx="312" cy="0"/>
              </a:xfrm>
              <a:prstGeom prst="line">
                <a:avLst/>
              </a:prstGeom>
              <a:noFill/>
              <a:ln w="38100" cmpd="dbl">
                <a:solidFill>
                  <a:srgbClr val="000066"/>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93190" name="Line 12"/>
            <p:cNvSpPr>
              <a:spLocks noChangeShapeType="1"/>
            </p:cNvSpPr>
            <p:nvPr/>
          </p:nvSpPr>
          <p:spPr bwMode="auto">
            <a:xfrm>
              <a:off x="724" y="3285"/>
              <a:ext cx="0" cy="843"/>
            </a:xfrm>
            <a:prstGeom prst="line">
              <a:avLst/>
            </a:prstGeom>
            <a:noFill/>
            <a:ln w="38100" cap="sq">
              <a:solidFill>
                <a:srgbClr val="000066"/>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191" name="Line 13"/>
            <p:cNvSpPr>
              <a:spLocks noChangeShapeType="1"/>
            </p:cNvSpPr>
            <p:nvPr/>
          </p:nvSpPr>
          <p:spPr bwMode="auto">
            <a:xfrm>
              <a:off x="2732" y="3285"/>
              <a:ext cx="4" cy="849"/>
            </a:xfrm>
            <a:prstGeom prst="line">
              <a:avLst/>
            </a:prstGeom>
            <a:noFill/>
            <a:ln w="38100" cap="sq">
              <a:solidFill>
                <a:srgbClr val="000066"/>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192" name="Line 14"/>
            <p:cNvSpPr>
              <a:spLocks noChangeShapeType="1"/>
            </p:cNvSpPr>
            <p:nvPr/>
          </p:nvSpPr>
          <p:spPr bwMode="auto">
            <a:xfrm flipH="1">
              <a:off x="1396" y="3285"/>
              <a:ext cx="0" cy="507"/>
            </a:xfrm>
            <a:prstGeom prst="line">
              <a:avLst/>
            </a:prstGeom>
            <a:noFill/>
            <a:ln w="38100" cap="sq">
              <a:solidFill>
                <a:srgbClr val="000066"/>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193" name="Line 15"/>
            <p:cNvSpPr>
              <a:spLocks noChangeShapeType="1"/>
            </p:cNvSpPr>
            <p:nvPr/>
          </p:nvSpPr>
          <p:spPr bwMode="auto">
            <a:xfrm flipH="1">
              <a:off x="2064" y="3312"/>
              <a:ext cx="0" cy="507"/>
            </a:xfrm>
            <a:prstGeom prst="line">
              <a:avLst/>
            </a:prstGeom>
            <a:noFill/>
            <a:ln w="38100" cap="sq">
              <a:solidFill>
                <a:srgbClr val="000066"/>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194" name="Line 16"/>
            <p:cNvSpPr>
              <a:spLocks noChangeShapeType="1"/>
            </p:cNvSpPr>
            <p:nvPr/>
          </p:nvSpPr>
          <p:spPr bwMode="auto">
            <a:xfrm>
              <a:off x="1396" y="3648"/>
              <a:ext cx="680" cy="0"/>
            </a:xfrm>
            <a:prstGeom prst="line">
              <a:avLst/>
            </a:prstGeom>
            <a:noFill/>
            <a:ln w="38100" cap="sq">
              <a:solidFill>
                <a:srgbClr val="000066"/>
              </a:solidFill>
              <a:round/>
              <a:headEnd type="triangle" w="sm" len="lg"/>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195" name="Line 17"/>
            <p:cNvSpPr>
              <a:spLocks noChangeShapeType="1"/>
            </p:cNvSpPr>
            <p:nvPr/>
          </p:nvSpPr>
          <p:spPr bwMode="auto">
            <a:xfrm>
              <a:off x="724" y="4032"/>
              <a:ext cx="2008" cy="0"/>
            </a:xfrm>
            <a:prstGeom prst="line">
              <a:avLst/>
            </a:prstGeom>
            <a:noFill/>
            <a:ln w="38100" cap="sq">
              <a:solidFill>
                <a:srgbClr val="000066"/>
              </a:solidFill>
              <a:round/>
              <a:headEnd type="triangle" w="sm" len="lg"/>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196" name="Text Box 19"/>
            <p:cNvSpPr txBox="1">
              <a:spLocks noChangeArrowheads="1"/>
            </p:cNvSpPr>
            <p:nvPr/>
          </p:nvSpPr>
          <p:spPr bwMode="auto">
            <a:xfrm>
              <a:off x="1488" y="3744"/>
              <a:ext cx="52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kumimoji="1" sz="800" b="1">
                  <a:solidFill>
                    <a:schemeClr val="tx1"/>
                  </a:solidFill>
                  <a:latin typeface="宋体" panose="02010600030101010101" pitchFamily="2" charset="-122"/>
                  <a:ea typeface="宋体" panose="02010600030101010101" pitchFamily="2" charset="-122"/>
                </a:defRPr>
              </a:lvl1pPr>
              <a:lvl2pPr marL="742950" indent="-285750" eaLnBrk="0" hangingPunct="0">
                <a:defRPr kumimoji="1" sz="800" b="1">
                  <a:solidFill>
                    <a:schemeClr val="tx1"/>
                  </a:solidFill>
                  <a:latin typeface="宋体" panose="02010600030101010101" pitchFamily="2" charset="-122"/>
                  <a:ea typeface="宋体" panose="02010600030101010101" pitchFamily="2" charset="-122"/>
                </a:defRPr>
              </a:lvl2pPr>
              <a:lvl3pPr marL="1143000" indent="-228600" eaLnBrk="0" hangingPunct="0">
                <a:defRPr kumimoji="1" sz="800" b="1">
                  <a:solidFill>
                    <a:schemeClr val="tx1"/>
                  </a:solidFill>
                  <a:latin typeface="宋体" panose="02010600030101010101" pitchFamily="2" charset="-122"/>
                  <a:ea typeface="宋体" panose="02010600030101010101" pitchFamily="2" charset="-122"/>
                </a:defRPr>
              </a:lvl3pPr>
              <a:lvl4pPr marL="1600200" indent="-228600" eaLnBrk="0" hangingPunct="0">
                <a:defRPr kumimoji="1" sz="800" b="1">
                  <a:solidFill>
                    <a:schemeClr val="tx1"/>
                  </a:solidFill>
                  <a:latin typeface="宋体" panose="02010600030101010101" pitchFamily="2" charset="-122"/>
                  <a:ea typeface="宋体" panose="02010600030101010101" pitchFamily="2" charset="-122"/>
                </a:defRPr>
              </a:lvl4pPr>
              <a:lvl5pPr marL="2057400" indent="-228600" eaLnBrk="0" hangingPunct="0">
                <a:defRPr kumimoji="1" sz="8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9pPr>
            </a:lstStyle>
            <a:p>
              <a:pPr algn="ctr" eaLnBrk="1" hangingPunct="1">
                <a:spcBef>
                  <a:spcPct val="50000"/>
                </a:spcBef>
              </a:pPr>
              <a:r>
                <a:rPr lang="en-US" altLang="zh-CN" sz="2400">
                  <a:solidFill>
                    <a:srgbClr val="000066"/>
                  </a:solidFill>
                  <a:latin typeface="Times New Roman" panose="02020603050405020304" pitchFamily="18" charset="0"/>
                </a:rPr>
                <a:t>T</a:t>
              </a:r>
              <a:r>
                <a:rPr lang="en-US" altLang="zh-CN" sz="2400" baseline="-25000">
                  <a:solidFill>
                    <a:srgbClr val="000066"/>
                  </a:solidFill>
                  <a:latin typeface="Times New Roman" panose="02020603050405020304" pitchFamily="18" charset="0"/>
                </a:rPr>
                <a:t>o</a:t>
              </a:r>
              <a:endParaRPr lang="en-US" altLang="zh-CN" sz="2400">
                <a:solidFill>
                  <a:srgbClr val="000066"/>
                </a:solidFill>
                <a:latin typeface="Times New Roman" panose="02020603050405020304" pitchFamily="18" charset="0"/>
              </a:endParaRPr>
            </a:p>
          </p:txBody>
        </p:sp>
        <p:sp>
          <p:nvSpPr>
            <p:cNvPr id="93197" name="Text Box 20"/>
            <p:cNvSpPr txBox="1">
              <a:spLocks noChangeArrowheads="1"/>
            </p:cNvSpPr>
            <p:nvPr/>
          </p:nvSpPr>
          <p:spPr bwMode="auto">
            <a:xfrm>
              <a:off x="1440" y="3336"/>
              <a:ext cx="52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kumimoji="1" sz="800" b="1">
                  <a:solidFill>
                    <a:schemeClr val="tx1"/>
                  </a:solidFill>
                  <a:latin typeface="宋体" panose="02010600030101010101" pitchFamily="2" charset="-122"/>
                  <a:ea typeface="宋体" panose="02010600030101010101" pitchFamily="2" charset="-122"/>
                </a:defRPr>
              </a:lvl1pPr>
              <a:lvl2pPr marL="742950" indent="-285750" eaLnBrk="0" hangingPunct="0">
                <a:defRPr kumimoji="1" sz="800" b="1">
                  <a:solidFill>
                    <a:schemeClr val="tx1"/>
                  </a:solidFill>
                  <a:latin typeface="宋体" panose="02010600030101010101" pitchFamily="2" charset="-122"/>
                  <a:ea typeface="宋体" panose="02010600030101010101" pitchFamily="2" charset="-122"/>
                </a:defRPr>
              </a:lvl2pPr>
              <a:lvl3pPr marL="1143000" indent="-228600" eaLnBrk="0" hangingPunct="0">
                <a:defRPr kumimoji="1" sz="800" b="1">
                  <a:solidFill>
                    <a:schemeClr val="tx1"/>
                  </a:solidFill>
                  <a:latin typeface="宋体" panose="02010600030101010101" pitchFamily="2" charset="-122"/>
                  <a:ea typeface="宋体" panose="02010600030101010101" pitchFamily="2" charset="-122"/>
                </a:defRPr>
              </a:lvl3pPr>
              <a:lvl4pPr marL="1600200" indent="-228600" eaLnBrk="0" hangingPunct="0">
                <a:defRPr kumimoji="1" sz="800" b="1">
                  <a:solidFill>
                    <a:schemeClr val="tx1"/>
                  </a:solidFill>
                  <a:latin typeface="宋体" panose="02010600030101010101" pitchFamily="2" charset="-122"/>
                  <a:ea typeface="宋体" panose="02010600030101010101" pitchFamily="2" charset="-122"/>
                </a:defRPr>
              </a:lvl4pPr>
              <a:lvl5pPr marL="2057400" indent="-228600" eaLnBrk="0" hangingPunct="0">
                <a:defRPr kumimoji="1" sz="8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9pPr>
            </a:lstStyle>
            <a:p>
              <a:pPr algn="ctr" eaLnBrk="1" hangingPunct="1">
                <a:spcBef>
                  <a:spcPct val="50000"/>
                </a:spcBef>
              </a:pPr>
              <a:r>
                <a:rPr lang="en-US" altLang="zh-CN" sz="2400">
                  <a:solidFill>
                    <a:srgbClr val="000066"/>
                  </a:solidFill>
                  <a:latin typeface="Times New Roman" panose="02020603050405020304" pitchFamily="18" charset="0"/>
                </a:rPr>
                <a:t>T</a:t>
              </a:r>
              <a:r>
                <a:rPr lang="en-US" altLang="zh-CN" sz="2400" baseline="-25000">
                  <a:solidFill>
                    <a:srgbClr val="000066"/>
                  </a:solidFill>
                  <a:latin typeface="Times New Roman" panose="02020603050405020304" pitchFamily="18" charset="0"/>
                </a:rPr>
                <a:t>1</a:t>
              </a:r>
              <a:endParaRPr lang="en-US" altLang="zh-CN" sz="2400">
                <a:solidFill>
                  <a:srgbClr val="000066"/>
                </a:solidFill>
                <a:latin typeface="Times New Roman" panose="02020603050405020304" pitchFamily="18" charset="0"/>
              </a:endParaRPr>
            </a:p>
          </p:txBody>
        </p:sp>
        <p:sp>
          <p:nvSpPr>
            <p:cNvPr id="93198" name="Line 21"/>
            <p:cNvSpPr>
              <a:spLocks noChangeShapeType="1"/>
            </p:cNvSpPr>
            <p:nvPr/>
          </p:nvSpPr>
          <p:spPr bwMode="auto">
            <a:xfrm flipH="1">
              <a:off x="4084" y="3309"/>
              <a:ext cx="0" cy="507"/>
            </a:xfrm>
            <a:prstGeom prst="line">
              <a:avLst/>
            </a:prstGeom>
            <a:noFill/>
            <a:ln w="38100" cap="sq">
              <a:solidFill>
                <a:srgbClr val="000066"/>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199" name="Line 22"/>
            <p:cNvSpPr>
              <a:spLocks noChangeShapeType="1"/>
            </p:cNvSpPr>
            <p:nvPr/>
          </p:nvSpPr>
          <p:spPr bwMode="auto">
            <a:xfrm flipH="1">
              <a:off x="4468" y="3336"/>
              <a:ext cx="0" cy="507"/>
            </a:xfrm>
            <a:prstGeom prst="line">
              <a:avLst/>
            </a:prstGeom>
            <a:noFill/>
            <a:ln w="38100" cap="sq">
              <a:solidFill>
                <a:srgbClr val="000066"/>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200" name="Line 23"/>
            <p:cNvSpPr>
              <a:spLocks noChangeShapeType="1"/>
            </p:cNvSpPr>
            <p:nvPr/>
          </p:nvSpPr>
          <p:spPr bwMode="auto">
            <a:xfrm>
              <a:off x="4084" y="3672"/>
              <a:ext cx="384" cy="0"/>
            </a:xfrm>
            <a:prstGeom prst="line">
              <a:avLst/>
            </a:prstGeom>
            <a:noFill/>
            <a:ln w="38100" cap="sq">
              <a:solidFill>
                <a:srgbClr val="000066"/>
              </a:solidFill>
              <a:round/>
              <a:headEnd type="triangle" w="sm" len="lg"/>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201" name="Text Box 24"/>
            <p:cNvSpPr txBox="1">
              <a:spLocks noChangeArrowheads="1"/>
            </p:cNvSpPr>
            <p:nvPr/>
          </p:nvSpPr>
          <p:spPr bwMode="auto">
            <a:xfrm>
              <a:off x="4020" y="3348"/>
              <a:ext cx="52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kumimoji="1" sz="800" b="1">
                  <a:solidFill>
                    <a:schemeClr val="tx1"/>
                  </a:solidFill>
                  <a:latin typeface="宋体" panose="02010600030101010101" pitchFamily="2" charset="-122"/>
                  <a:ea typeface="宋体" panose="02010600030101010101" pitchFamily="2" charset="-122"/>
                </a:defRPr>
              </a:lvl1pPr>
              <a:lvl2pPr marL="742950" indent="-285750" eaLnBrk="0" hangingPunct="0">
                <a:defRPr kumimoji="1" sz="800" b="1">
                  <a:solidFill>
                    <a:schemeClr val="tx1"/>
                  </a:solidFill>
                  <a:latin typeface="宋体" panose="02010600030101010101" pitchFamily="2" charset="-122"/>
                  <a:ea typeface="宋体" panose="02010600030101010101" pitchFamily="2" charset="-122"/>
                </a:defRPr>
              </a:lvl2pPr>
              <a:lvl3pPr marL="1143000" indent="-228600" eaLnBrk="0" hangingPunct="0">
                <a:defRPr kumimoji="1" sz="800" b="1">
                  <a:solidFill>
                    <a:schemeClr val="tx1"/>
                  </a:solidFill>
                  <a:latin typeface="宋体" panose="02010600030101010101" pitchFamily="2" charset="-122"/>
                  <a:ea typeface="宋体" panose="02010600030101010101" pitchFamily="2" charset="-122"/>
                </a:defRPr>
              </a:lvl3pPr>
              <a:lvl4pPr marL="1600200" indent="-228600" eaLnBrk="0" hangingPunct="0">
                <a:defRPr kumimoji="1" sz="800" b="1">
                  <a:solidFill>
                    <a:schemeClr val="tx1"/>
                  </a:solidFill>
                  <a:latin typeface="宋体" panose="02010600030101010101" pitchFamily="2" charset="-122"/>
                  <a:ea typeface="宋体" panose="02010600030101010101" pitchFamily="2" charset="-122"/>
                </a:defRPr>
              </a:lvl4pPr>
              <a:lvl5pPr marL="2057400" indent="-228600" eaLnBrk="0" hangingPunct="0">
                <a:defRPr kumimoji="1" sz="8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9pPr>
            </a:lstStyle>
            <a:p>
              <a:pPr algn="ctr" eaLnBrk="1" hangingPunct="1">
                <a:spcBef>
                  <a:spcPct val="50000"/>
                </a:spcBef>
              </a:pPr>
              <a:r>
                <a:rPr lang="en-US" altLang="zh-CN" sz="2400">
                  <a:solidFill>
                    <a:srgbClr val="000066"/>
                  </a:solidFill>
                  <a:latin typeface="Times New Roman" panose="02020603050405020304" pitchFamily="18" charset="0"/>
                </a:rPr>
                <a:t>T</a:t>
              </a:r>
              <a:r>
                <a:rPr lang="en-US" altLang="zh-CN" sz="2400" baseline="-25000">
                  <a:solidFill>
                    <a:srgbClr val="000066"/>
                  </a:solidFill>
                  <a:latin typeface="Times New Roman" panose="02020603050405020304" pitchFamily="18" charset="0"/>
                </a:rPr>
                <a:t>2</a:t>
              </a:r>
              <a:endParaRPr lang="en-US" altLang="zh-CN" sz="2400">
                <a:solidFill>
                  <a:srgbClr val="000066"/>
                </a:solidFill>
                <a:latin typeface="Times New Roman" panose="02020603050405020304" pitchFamily="18" charset="0"/>
              </a:endParaRPr>
            </a:p>
          </p:txBody>
        </p:sp>
        <p:sp>
          <p:nvSpPr>
            <p:cNvPr id="93202" name="Line 25"/>
            <p:cNvSpPr>
              <a:spLocks noChangeShapeType="1"/>
            </p:cNvSpPr>
            <p:nvPr/>
          </p:nvSpPr>
          <p:spPr bwMode="auto">
            <a:xfrm>
              <a:off x="3412" y="3264"/>
              <a:ext cx="0" cy="843"/>
            </a:xfrm>
            <a:prstGeom prst="line">
              <a:avLst/>
            </a:prstGeom>
            <a:noFill/>
            <a:ln w="38100" cap="sq">
              <a:solidFill>
                <a:srgbClr val="000066"/>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203" name="Line 26"/>
            <p:cNvSpPr>
              <a:spLocks noChangeShapeType="1"/>
            </p:cNvSpPr>
            <p:nvPr/>
          </p:nvSpPr>
          <p:spPr bwMode="auto">
            <a:xfrm>
              <a:off x="5132" y="3336"/>
              <a:ext cx="4" cy="849"/>
            </a:xfrm>
            <a:prstGeom prst="line">
              <a:avLst/>
            </a:prstGeom>
            <a:noFill/>
            <a:ln w="38100" cap="sq">
              <a:solidFill>
                <a:srgbClr val="000066"/>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204" name="Line 27"/>
            <p:cNvSpPr>
              <a:spLocks noChangeShapeType="1"/>
            </p:cNvSpPr>
            <p:nvPr/>
          </p:nvSpPr>
          <p:spPr bwMode="auto">
            <a:xfrm>
              <a:off x="3412" y="4011"/>
              <a:ext cx="1720" cy="0"/>
            </a:xfrm>
            <a:prstGeom prst="line">
              <a:avLst/>
            </a:prstGeom>
            <a:noFill/>
            <a:ln w="38100" cap="sq">
              <a:solidFill>
                <a:srgbClr val="000066"/>
              </a:solidFill>
              <a:round/>
              <a:headEnd type="triangle" w="sm" len="lg"/>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205" name="Text Box 28"/>
            <p:cNvSpPr txBox="1">
              <a:spLocks noChangeArrowheads="1"/>
            </p:cNvSpPr>
            <p:nvPr/>
          </p:nvSpPr>
          <p:spPr bwMode="auto">
            <a:xfrm>
              <a:off x="4020" y="3744"/>
              <a:ext cx="52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kumimoji="1" sz="800" b="1">
                  <a:solidFill>
                    <a:schemeClr val="tx1"/>
                  </a:solidFill>
                  <a:latin typeface="宋体" panose="02010600030101010101" pitchFamily="2" charset="-122"/>
                  <a:ea typeface="宋体" panose="02010600030101010101" pitchFamily="2" charset="-122"/>
                </a:defRPr>
              </a:lvl1pPr>
              <a:lvl2pPr marL="742950" indent="-285750" eaLnBrk="0" hangingPunct="0">
                <a:defRPr kumimoji="1" sz="800" b="1">
                  <a:solidFill>
                    <a:schemeClr val="tx1"/>
                  </a:solidFill>
                  <a:latin typeface="宋体" panose="02010600030101010101" pitchFamily="2" charset="-122"/>
                  <a:ea typeface="宋体" panose="02010600030101010101" pitchFamily="2" charset="-122"/>
                </a:defRPr>
              </a:lvl2pPr>
              <a:lvl3pPr marL="1143000" indent="-228600" eaLnBrk="0" hangingPunct="0">
                <a:defRPr kumimoji="1" sz="800" b="1">
                  <a:solidFill>
                    <a:schemeClr val="tx1"/>
                  </a:solidFill>
                  <a:latin typeface="宋体" panose="02010600030101010101" pitchFamily="2" charset="-122"/>
                  <a:ea typeface="宋体" panose="02010600030101010101" pitchFamily="2" charset="-122"/>
                </a:defRPr>
              </a:lvl3pPr>
              <a:lvl4pPr marL="1600200" indent="-228600" eaLnBrk="0" hangingPunct="0">
                <a:defRPr kumimoji="1" sz="800" b="1">
                  <a:solidFill>
                    <a:schemeClr val="tx1"/>
                  </a:solidFill>
                  <a:latin typeface="宋体" panose="02010600030101010101" pitchFamily="2" charset="-122"/>
                  <a:ea typeface="宋体" panose="02010600030101010101" pitchFamily="2" charset="-122"/>
                </a:defRPr>
              </a:lvl4pPr>
              <a:lvl5pPr marL="2057400" indent="-228600" eaLnBrk="0" hangingPunct="0">
                <a:defRPr kumimoji="1" sz="8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9pPr>
            </a:lstStyle>
            <a:p>
              <a:pPr algn="ctr" eaLnBrk="1" hangingPunct="1">
                <a:spcBef>
                  <a:spcPct val="50000"/>
                </a:spcBef>
              </a:pPr>
              <a:r>
                <a:rPr lang="en-US" altLang="zh-CN" sz="2400">
                  <a:solidFill>
                    <a:srgbClr val="000066"/>
                  </a:solidFill>
                  <a:latin typeface="Times New Roman" panose="02020603050405020304" pitchFamily="18" charset="0"/>
                </a:rPr>
                <a:t>T</a:t>
              </a:r>
              <a:r>
                <a:rPr lang="en-US" altLang="zh-CN" sz="2400" baseline="-25000">
                  <a:solidFill>
                    <a:srgbClr val="000066"/>
                  </a:solidFill>
                  <a:latin typeface="Times New Roman" panose="02020603050405020304" pitchFamily="18" charset="0"/>
                </a:rPr>
                <a:t>e</a:t>
              </a:r>
              <a:endParaRPr lang="en-US" altLang="zh-CN" sz="2400">
                <a:solidFill>
                  <a:srgbClr val="000066"/>
                </a:solidFill>
                <a:latin typeface="Times New Roman" panose="02020603050405020304" pitchFamily="18" charset="0"/>
              </a:endParaRPr>
            </a:p>
          </p:txBody>
        </p:sp>
      </p:grpSp>
      <p:sp>
        <p:nvSpPr>
          <p:cNvPr id="5" name="日期占位符 1">
            <a:extLst>
              <a:ext uri="{FF2B5EF4-FFF2-40B4-BE49-F238E27FC236}">
                <a16:creationId xmlns:a16="http://schemas.microsoft.com/office/drawing/2014/main" id="{D56872C6-503D-F318-2C31-373962011EBE}"/>
              </a:ext>
            </a:extLst>
          </p:cNvPr>
          <p:cNvSpPr>
            <a:spLocks noGrp="1"/>
          </p:cNvSpPr>
          <p:nvPr>
            <p:ph type="dt" sz="half" idx="10"/>
          </p:nvPr>
        </p:nvSpPr>
        <p:spPr>
          <a:xfrm>
            <a:off x="457200" y="6448251"/>
            <a:ext cx="2133600" cy="365125"/>
          </a:xfrm>
        </p:spPr>
        <p:txBody>
          <a:bodyPr/>
          <a:lstStyle/>
          <a:p>
            <a:pPr>
              <a:defRPr/>
            </a:pPr>
            <a:fld id="{4349BE7F-346D-41C2-AC16-4B645E86F7D0}" type="datetime1">
              <a:rPr lang="zh-CN" altLang="en-US" smtClean="0"/>
              <a:t>2025/9/16</a:t>
            </a:fld>
            <a:endParaRPr lang="en-US" altLang="zh-CN" dirty="0"/>
          </a:p>
        </p:txBody>
      </p:sp>
      <p:sp>
        <p:nvSpPr>
          <p:cNvPr id="6" name="页脚占位符 3">
            <a:extLst>
              <a:ext uri="{FF2B5EF4-FFF2-40B4-BE49-F238E27FC236}">
                <a16:creationId xmlns:a16="http://schemas.microsoft.com/office/drawing/2014/main" id="{28F1B24C-9D40-7972-66CB-F510495D4A2F}"/>
              </a:ext>
            </a:extLst>
          </p:cNvPr>
          <p:cNvSpPr>
            <a:spLocks noGrp="1"/>
          </p:cNvSpPr>
          <p:nvPr>
            <p:ph type="ftr" sz="quarter" idx="11"/>
          </p:nvPr>
        </p:nvSpPr>
        <p:spPr>
          <a:xfrm>
            <a:off x="3124200" y="6448251"/>
            <a:ext cx="2895600" cy="365125"/>
          </a:xfrm>
        </p:spPr>
        <p:txBody>
          <a:bodyPr/>
          <a:lstStyle/>
          <a:p>
            <a:pPr>
              <a:defRPr/>
            </a:pPr>
            <a:r>
              <a:rPr lang="zh-CN" altLang="en-US"/>
              <a:t>计算学部 刘宏伟</a:t>
            </a:r>
            <a:endParaRPr lang="en-US" altLang="zh-CN"/>
          </a:p>
        </p:txBody>
      </p:sp>
      <p:sp>
        <p:nvSpPr>
          <p:cNvPr id="7" name="灯片编号占位符 4">
            <a:extLst>
              <a:ext uri="{FF2B5EF4-FFF2-40B4-BE49-F238E27FC236}">
                <a16:creationId xmlns:a16="http://schemas.microsoft.com/office/drawing/2014/main" id="{ADC9A5B3-FA0E-AD9E-901A-98D81F60D119}"/>
              </a:ext>
            </a:extLst>
          </p:cNvPr>
          <p:cNvSpPr>
            <a:spLocks noGrp="1"/>
          </p:cNvSpPr>
          <p:nvPr>
            <p:ph type="sldNum" sz="quarter" idx="12"/>
          </p:nvPr>
        </p:nvSpPr>
        <p:spPr>
          <a:xfrm>
            <a:off x="6553200" y="6448251"/>
            <a:ext cx="2133600" cy="365125"/>
          </a:xfrm>
        </p:spPr>
        <p:txBody>
          <a:bodyPr/>
          <a:lstStyle/>
          <a:p>
            <a:pPr>
              <a:defRPr/>
            </a:pPr>
            <a:fld id="{8BCAC33D-D29A-48B3-BCD6-381D3D720D26}" type="slidenum">
              <a:rPr lang="zh-CN" altLang="en-US" smtClean="0"/>
              <a:t>6</a:t>
            </a:fld>
            <a:endParaRPr lang="en-US" altLang="zh-CN"/>
          </a:p>
        </p:txBody>
      </p:sp>
    </p:spTree>
    <p:extLst>
      <p:ext uri="{BB962C8B-B14F-4D97-AF65-F5344CB8AC3E}">
        <p14:creationId xmlns:p14="http://schemas.microsoft.com/office/powerpoint/2010/main" val="4164650382"/>
      </p:ext>
    </p:extLst>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idx="4294967295"/>
          </p:nvPr>
        </p:nvSpPr>
        <p:spPr/>
        <p:txBody>
          <a:bodyPr>
            <a:normAutofit/>
          </a:bodyPr>
          <a:lstStyle/>
          <a:p>
            <a:r>
              <a:rPr kumimoji="1" lang="en-US" altLang="zh-CN" sz="3600" b="1" dirty="0">
                <a:latin typeface="Times New Roman" panose="02020603050405020304" pitchFamily="18" charset="0"/>
                <a:cs typeface="Times New Roman" panose="02020603050405020304" pitchFamily="18" charset="0"/>
              </a:rPr>
              <a:t>Amdahl</a:t>
            </a:r>
            <a:r>
              <a:rPr kumimoji="1" lang="zh-CN" altLang="en-US" sz="3600" b="1" dirty="0">
                <a:latin typeface="Times New Roman" panose="02020603050405020304" pitchFamily="18" charset="0"/>
                <a:cs typeface="Times New Roman" panose="02020603050405020304" pitchFamily="18" charset="0"/>
              </a:rPr>
              <a:t>的系统执行时间</a:t>
            </a:r>
          </a:p>
        </p:txBody>
      </p:sp>
      <p:sp>
        <p:nvSpPr>
          <p:cNvPr id="94211" name="Rectangle 3"/>
          <p:cNvSpPr>
            <a:spLocks noGrp="1" noChangeArrowheads="1"/>
          </p:cNvSpPr>
          <p:nvPr>
            <p:ph type="body" idx="4294967295"/>
          </p:nvPr>
        </p:nvSpPr>
        <p:spPr/>
        <p:txBody>
          <a:bodyPr/>
          <a:lstStyle/>
          <a:p>
            <a:r>
              <a:rPr lang="zh-CN" altLang="en-US" sz="2600" dirty="0">
                <a:latin typeface="+mj-ea"/>
                <a:ea typeface="+mj-ea"/>
              </a:rPr>
              <a:t>部件改进后，系统的总执行时间等于不可改进部分的执行时间加上可改进部分改进后的执行时间，即：</a:t>
            </a:r>
          </a:p>
          <a:p>
            <a:endParaRPr lang="zh-CN" altLang="en-US" sz="2000" dirty="0">
              <a:latin typeface="Verdana" panose="020B0604030504040204" pitchFamily="34" charset="0"/>
              <a:ea typeface="华文中宋" panose="02010600040101010101" pitchFamily="2" charset="-122"/>
            </a:endParaRPr>
          </a:p>
          <a:p>
            <a:r>
              <a:rPr lang="zh-CN" altLang="en-US" sz="2000" dirty="0">
                <a:latin typeface="Verdana" panose="020B0604030504040204" pitchFamily="34" charset="0"/>
                <a:ea typeface="华文中宋" panose="02010600040101010101" pitchFamily="2" charset="-122"/>
              </a:rPr>
              <a:t>总执行时间</a:t>
            </a:r>
            <a:r>
              <a:rPr lang="zh-CN" altLang="en-US" sz="2000" baseline="-25000" dirty="0">
                <a:latin typeface="Verdana" panose="020B0604030504040204" pitchFamily="34" charset="0"/>
                <a:ea typeface="华文中宋" panose="02010600040101010101" pitchFamily="2" charset="-122"/>
              </a:rPr>
              <a:t>改进后</a:t>
            </a:r>
          </a:p>
          <a:p>
            <a:pPr>
              <a:buFont typeface="Wingdings" panose="05000000000000000000" pitchFamily="2" charset="2"/>
              <a:buNone/>
            </a:pPr>
            <a:endParaRPr lang="en-US" altLang="zh-CN" sz="2000" dirty="0">
              <a:latin typeface="Verdana" panose="020B0604030504040204" pitchFamily="34" charset="0"/>
              <a:ea typeface="华文中宋" panose="02010600040101010101" pitchFamily="2" charset="-122"/>
            </a:endParaRPr>
          </a:p>
          <a:p>
            <a:pPr>
              <a:buFont typeface="Wingdings" panose="05000000000000000000" pitchFamily="2" charset="2"/>
              <a:buNone/>
            </a:pPr>
            <a:endParaRPr lang="en-US" altLang="zh-CN" sz="2000" dirty="0">
              <a:latin typeface="Verdana" panose="020B0604030504040204" pitchFamily="34" charset="0"/>
              <a:ea typeface="华文中宋" panose="02010600040101010101" pitchFamily="2" charset="-122"/>
            </a:endParaRPr>
          </a:p>
          <a:p>
            <a:pPr>
              <a:buFont typeface="Wingdings" panose="05000000000000000000" pitchFamily="2" charset="2"/>
              <a:buNone/>
            </a:pPr>
            <a:r>
              <a:rPr lang="en-US" altLang="zh-CN" sz="2000" dirty="0">
                <a:latin typeface="Verdana" panose="020B0604030504040204" pitchFamily="34" charset="0"/>
                <a:ea typeface="华文中宋" panose="02010600040101010101" pitchFamily="2" charset="-122"/>
              </a:rPr>
              <a:t>=</a:t>
            </a:r>
            <a:r>
              <a:rPr lang="zh-CN" altLang="en-US" sz="2000" dirty="0">
                <a:latin typeface="Verdana" panose="020B0604030504040204" pitchFamily="34" charset="0"/>
                <a:ea typeface="华文中宋" panose="02010600040101010101" pitchFamily="2" charset="-122"/>
              </a:rPr>
              <a:t>（</a:t>
            </a:r>
            <a:r>
              <a:rPr lang="en-US" altLang="zh-CN" sz="2000" dirty="0">
                <a:latin typeface="Verdana" panose="020B0604030504040204" pitchFamily="34" charset="0"/>
                <a:ea typeface="华文中宋" panose="02010600040101010101" pitchFamily="2" charset="-122"/>
              </a:rPr>
              <a:t>1-</a:t>
            </a:r>
            <a:r>
              <a:rPr lang="zh-CN" altLang="en-US" sz="2000" dirty="0">
                <a:latin typeface="Verdana" panose="020B0604030504040204" pitchFamily="34" charset="0"/>
                <a:ea typeface="华文中宋" panose="02010600040101010101" pitchFamily="2" charset="-122"/>
              </a:rPr>
              <a:t>可改进比例）</a:t>
            </a:r>
            <a:r>
              <a:rPr lang="zh-CN" altLang="en-US" sz="2000" dirty="0">
                <a:latin typeface="Verdana" panose="020B0604030504040204" pitchFamily="34" charset="0"/>
                <a:ea typeface="华文中宋" panose="02010600040101010101" pitchFamily="2" charset="-122"/>
                <a:sym typeface="Symbol" panose="05050102010706020507" pitchFamily="18" charset="2"/>
              </a:rPr>
              <a:t></a:t>
            </a:r>
            <a:r>
              <a:rPr lang="zh-CN" altLang="en-US" sz="2000" dirty="0">
                <a:latin typeface="Verdana" panose="020B0604030504040204" pitchFamily="34" charset="0"/>
                <a:ea typeface="华文中宋" panose="02010600040101010101" pitchFamily="2" charset="-122"/>
              </a:rPr>
              <a:t>总执行时间</a:t>
            </a:r>
            <a:r>
              <a:rPr lang="zh-CN" altLang="en-US" sz="2000" baseline="-25000" dirty="0">
                <a:latin typeface="Verdana" panose="020B0604030504040204" pitchFamily="34" charset="0"/>
                <a:ea typeface="华文中宋" panose="02010600040101010101" pitchFamily="2" charset="-122"/>
              </a:rPr>
              <a:t>改进前</a:t>
            </a:r>
            <a:r>
              <a:rPr lang="en-US" altLang="zh-CN" sz="2000" dirty="0">
                <a:latin typeface="Verdana" panose="020B0604030504040204" pitchFamily="34" charset="0"/>
                <a:ea typeface="华文中宋" panose="02010600040101010101" pitchFamily="2" charset="-122"/>
              </a:rPr>
              <a:t>+ </a:t>
            </a:r>
          </a:p>
          <a:p>
            <a:endParaRPr lang="en-US" altLang="zh-CN" sz="2000" dirty="0">
              <a:latin typeface="Verdana" panose="020B0604030504040204" pitchFamily="34" charset="0"/>
              <a:ea typeface="华文中宋" panose="02010600040101010101" pitchFamily="2" charset="-122"/>
            </a:endParaRPr>
          </a:p>
          <a:p>
            <a:endParaRPr lang="en-US" altLang="zh-CN" sz="2000" dirty="0">
              <a:latin typeface="Verdana" panose="020B0604030504040204" pitchFamily="34" charset="0"/>
              <a:ea typeface="华文中宋" panose="02010600040101010101" pitchFamily="2" charset="-122"/>
            </a:endParaRPr>
          </a:p>
          <a:p>
            <a:pPr>
              <a:buFont typeface="Wingdings" panose="05000000000000000000" pitchFamily="2" charset="2"/>
              <a:buNone/>
            </a:pPr>
            <a:r>
              <a:rPr lang="en-US" altLang="zh-CN" sz="2000" dirty="0">
                <a:latin typeface="Verdana" panose="020B0604030504040204" pitchFamily="34" charset="0"/>
                <a:ea typeface="华文中宋" panose="02010600040101010101" pitchFamily="2" charset="-122"/>
              </a:rPr>
              <a:t>= </a:t>
            </a:r>
            <a:r>
              <a:rPr lang="zh-CN" altLang="en-US" sz="2000" dirty="0">
                <a:latin typeface="Verdana" panose="020B0604030504040204" pitchFamily="34" charset="0"/>
                <a:ea typeface="华文中宋" panose="02010600040101010101" pitchFamily="2" charset="-122"/>
              </a:rPr>
              <a:t>总执行时间</a:t>
            </a:r>
            <a:r>
              <a:rPr lang="zh-CN" altLang="en-US" sz="2000" baseline="-25000" dirty="0">
                <a:latin typeface="Verdana" panose="020B0604030504040204" pitchFamily="34" charset="0"/>
                <a:ea typeface="华文中宋" panose="02010600040101010101" pitchFamily="2" charset="-122"/>
              </a:rPr>
              <a:t>改进前</a:t>
            </a:r>
            <a:r>
              <a:rPr lang="zh-CN" altLang="en-US" sz="2000" dirty="0">
                <a:latin typeface="Verdana" panose="020B0604030504040204" pitchFamily="34" charset="0"/>
                <a:ea typeface="华文中宋" panose="02010600040101010101" pitchFamily="2" charset="-122"/>
              </a:rPr>
              <a:t> </a:t>
            </a:r>
            <a:r>
              <a:rPr lang="zh-CN" altLang="en-US" sz="2000" dirty="0">
                <a:latin typeface="Verdana" panose="020B0604030504040204" pitchFamily="34" charset="0"/>
                <a:ea typeface="华文中宋" panose="02010600040101010101" pitchFamily="2" charset="-122"/>
                <a:sym typeface="Symbol" panose="05050102010706020507" pitchFamily="18" charset="2"/>
              </a:rPr>
              <a:t></a:t>
            </a:r>
            <a:r>
              <a:rPr lang="zh-CN" altLang="en-US" sz="2000" dirty="0">
                <a:latin typeface="Verdana" panose="020B0604030504040204" pitchFamily="34" charset="0"/>
                <a:ea typeface="华文中宋" panose="02010600040101010101" pitchFamily="2" charset="-122"/>
              </a:rPr>
              <a:t> </a:t>
            </a:r>
            <a:r>
              <a:rPr lang="en-US" altLang="zh-CN" sz="2000" dirty="0">
                <a:latin typeface="Verdana" panose="020B0604030504040204" pitchFamily="34" charset="0"/>
                <a:ea typeface="华文中宋" panose="02010600040101010101" pitchFamily="2" charset="-122"/>
              </a:rPr>
              <a:t>[</a:t>
            </a:r>
            <a:r>
              <a:rPr lang="zh-CN" altLang="en-US" sz="2000" dirty="0">
                <a:latin typeface="Verdana" panose="020B0604030504040204" pitchFamily="34" charset="0"/>
                <a:ea typeface="华文中宋" panose="02010600040101010101" pitchFamily="2" charset="-122"/>
              </a:rPr>
              <a:t>（</a:t>
            </a:r>
            <a:r>
              <a:rPr lang="en-US" altLang="zh-CN" sz="2000" dirty="0">
                <a:latin typeface="Verdana" panose="020B0604030504040204" pitchFamily="34" charset="0"/>
                <a:ea typeface="华文中宋" panose="02010600040101010101" pitchFamily="2" charset="-122"/>
              </a:rPr>
              <a:t>1-</a:t>
            </a:r>
            <a:r>
              <a:rPr lang="zh-CN" altLang="en-US" sz="2000" dirty="0">
                <a:latin typeface="Verdana" panose="020B0604030504040204" pitchFamily="34" charset="0"/>
                <a:ea typeface="华文中宋" panose="02010600040101010101" pitchFamily="2" charset="-122"/>
              </a:rPr>
              <a:t>可改进比例）</a:t>
            </a:r>
            <a:r>
              <a:rPr lang="en-US" altLang="zh-CN" sz="2000" dirty="0">
                <a:latin typeface="Verdana" panose="020B0604030504040204" pitchFamily="34" charset="0"/>
                <a:ea typeface="华文中宋" panose="02010600040101010101" pitchFamily="2" charset="-122"/>
              </a:rPr>
              <a:t>+                   ] </a:t>
            </a:r>
          </a:p>
        </p:txBody>
      </p:sp>
      <p:sp>
        <p:nvSpPr>
          <p:cNvPr id="94212" name="Rectangle 5"/>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p>
        </p:txBody>
      </p:sp>
      <p:graphicFrame>
        <p:nvGraphicFramePr>
          <p:cNvPr id="94213" name="Object 4"/>
          <p:cNvGraphicFramePr>
            <a:graphicFrameLocks noChangeAspect="1"/>
          </p:cNvGraphicFramePr>
          <p:nvPr/>
        </p:nvGraphicFramePr>
        <p:xfrm>
          <a:off x="5004048" y="3717032"/>
          <a:ext cx="3600450" cy="790575"/>
        </p:xfrm>
        <a:graphic>
          <a:graphicData uri="http://schemas.openxmlformats.org/presentationml/2006/ole">
            <mc:AlternateContent xmlns:mc="http://schemas.openxmlformats.org/markup-compatibility/2006">
              <mc:Choice xmlns:v="urn:schemas-microsoft-com:vml" Requires="v">
                <p:oleObj name="公式" r:id="rId2" imgW="1778000" imgH="393700" progId="Equation.3">
                  <p:embed/>
                </p:oleObj>
              </mc:Choice>
              <mc:Fallback>
                <p:oleObj name="公式" r:id="rId2" imgW="1778000" imgH="393700" progId="Equation.3">
                  <p:embed/>
                  <p:pic>
                    <p:nvPicPr>
                      <p:cNvPr id="94213"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04048" y="3717032"/>
                        <a:ext cx="3600450" cy="790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4214" name="Rectangle 7"/>
          <p:cNvSpPr>
            <a:spLocks noChangeArrowheads="1"/>
          </p:cNvSpPr>
          <p:nvPr/>
        </p:nvSpPr>
        <p:spPr bwMode="auto">
          <a:xfrm>
            <a:off x="0" y="32385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p>
        </p:txBody>
      </p:sp>
      <p:graphicFrame>
        <p:nvGraphicFramePr>
          <p:cNvPr id="94215" name="Object 6"/>
          <p:cNvGraphicFramePr>
            <a:graphicFrameLocks noChangeAspect="1"/>
          </p:cNvGraphicFramePr>
          <p:nvPr/>
        </p:nvGraphicFramePr>
        <p:xfrm>
          <a:off x="5364088" y="4869160"/>
          <a:ext cx="1439862" cy="749300"/>
        </p:xfrm>
        <a:graphic>
          <a:graphicData uri="http://schemas.openxmlformats.org/presentationml/2006/ole">
            <mc:AlternateContent xmlns:mc="http://schemas.openxmlformats.org/markup-compatibility/2006">
              <mc:Choice xmlns:v="urn:schemas-microsoft-com:vml" Requires="v">
                <p:oleObj name="公式" r:id="rId2" imgW="737235" imgH="381635" progId="Equation.3">
                  <p:embed/>
                </p:oleObj>
              </mc:Choice>
              <mc:Fallback>
                <p:oleObj name="公式" r:id="rId2" imgW="737235" imgH="381635" progId="Equation.3">
                  <p:embed/>
                  <p:pic>
                    <p:nvPicPr>
                      <p:cNvPr id="94215"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64088" y="4869160"/>
                        <a:ext cx="1439862" cy="749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 name="日期占位符 1">
            <a:extLst>
              <a:ext uri="{FF2B5EF4-FFF2-40B4-BE49-F238E27FC236}">
                <a16:creationId xmlns:a16="http://schemas.microsoft.com/office/drawing/2014/main" id="{054FDA61-3C87-C3D9-56B6-44277DE8396E}"/>
              </a:ext>
            </a:extLst>
          </p:cNvPr>
          <p:cNvSpPr>
            <a:spLocks noGrp="1"/>
          </p:cNvSpPr>
          <p:nvPr>
            <p:ph type="dt" sz="half" idx="10"/>
          </p:nvPr>
        </p:nvSpPr>
        <p:spPr>
          <a:xfrm>
            <a:off x="457200" y="6356350"/>
            <a:ext cx="2133600" cy="365125"/>
          </a:xfrm>
        </p:spPr>
        <p:txBody>
          <a:bodyPr/>
          <a:lstStyle/>
          <a:p>
            <a:pPr>
              <a:defRPr/>
            </a:pPr>
            <a:fld id="{4349BE7F-346D-41C2-AC16-4B645E86F7D0}" type="datetime1">
              <a:rPr lang="zh-CN" altLang="en-US" smtClean="0"/>
              <a:t>2025/9/16</a:t>
            </a:fld>
            <a:endParaRPr lang="en-US" altLang="zh-CN" dirty="0"/>
          </a:p>
        </p:txBody>
      </p:sp>
      <p:sp>
        <p:nvSpPr>
          <p:cNvPr id="6" name="页脚占位符 3">
            <a:extLst>
              <a:ext uri="{FF2B5EF4-FFF2-40B4-BE49-F238E27FC236}">
                <a16:creationId xmlns:a16="http://schemas.microsoft.com/office/drawing/2014/main" id="{C9AAF909-D9FE-E311-F916-046A85A26D5C}"/>
              </a:ext>
            </a:extLst>
          </p:cNvPr>
          <p:cNvSpPr>
            <a:spLocks noGrp="1"/>
          </p:cNvSpPr>
          <p:nvPr>
            <p:ph type="ftr" sz="quarter" idx="11"/>
          </p:nvPr>
        </p:nvSpPr>
        <p:spPr>
          <a:xfrm>
            <a:off x="3124200" y="6356350"/>
            <a:ext cx="2895600" cy="365125"/>
          </a:xfrm>
        </p:spPr>
        <p:txBody>
          <a:bodyPr/>
          <a:lstStyle/>
          <a:p>
            <a:pPr>
              <a:defRPr/>
            </a:pPr>
            <a:r>
              <a:rPr lang="zh-CN" altLang="en-US"/>
              <a:t>计算学部 刘宏伟</a:t>
            </a:r>
            <a:endParaRPr lang="en-US" altLang="zh-CN"/>
          </a:p>
        </p:txBody>
      </p:sp>
      <p:sp>
        <p:nvSpPr>
          <p:cNvPr id="7" name="灯片编号占位符 4">
            <a:extLst>
              <a:ext uri="{FF2B5EF4-FFF2-40B4-BE49-F238E27FC236}">
                <a16:creationId xmlns:a16="http://schemas.microsoft.com/office/drawing/2014/main" id="{AA7C3BA2-005A-8128-BE8F-631574CCC461}"/>
              </a:ext>
            </a:extLst>
          </p:cNvPr>
          <p:cNvSpPr>
            <a:spLocks noGrp="1"/>
          </p:cNvSpPr>
          <p:nvPr>
            <p:ph type="sldNum" sz="quarter" idx="12"/>
          </p:nvPr>
        </p:nvSpPr>
        <p:spPr>
          <a:xfrm>
            <a:off x="6553200" y="6356350"/>
            <a:ext cx="2133600" cy="365125"/>
          </a:xfrm>
        </p:spPr>
        <p:txBody>
          <a:bodyPr/>
          <a:lstStyle/>
          <a:p>
            <a:pPr>
              <a:defRPr/>
            </a:pPr>
            <a:fld id="{8BCAC33D-D29A-48B3-BCD6-381D3D720D26}" type="slidenum">
              <a:rPr lang="zh-CN" altLang="en-US" smtClean="0"/>
              <a:t>7</a:t>
            </a:fld>
            <a:endParaRPr lang="en-US" altLang="zh-CN"/>
          </a:p>
        </p:txBody>
      </p:sp>
    </p:spTree>
    <p:extLst>
      <p:ext uri="{BB962C8B-B14F-4D97-AF65-F5344CB8AC3E}">
        <p14:creationId xmlns:p14="http://schemas.microsoft.com/office/powerpoint/2010/main" val="1404301812"/>
      </p:ext>
    </p:extLst>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ChangeArrowheads="1"/>
          </p:cNvSpPr>
          <p:nvPr>
            <p:ph type="title" idx="4294967295"/>
          </p:nvPr>
        </p:nvSpPr>
        <p:spPr/>
        <p:txBody>
          <a:bodyPr>
            <a:normAutofit/>
          </a:bodyPr>
          <a:lstStyle/>
          <a:p>
            <a:r>
              <a:rPr kumimoji="1" lang="en-US" altLang="zh-CN" sz="3600" b="1" dirty="0">
                <a:latin typeface="Times New Roman" panose="02020603050405020304" pitchFamily="18" charset="0"/>
                <a:cs typeface="Times New Roman" panose="02020603050405020304" pitchFamily="18" charset="0"/>
              </a:rPr>
              <a:t>Amdahl</a:t>
            </a:r>
            <a:r>
              <a:rPr kumimoji="1" lang="zh-CN" altLang="en-US" sz="3600" b="1" dirty="0">
                <a:latin typeface="Times New Roman" panose="02020603050405020304" pitchFamily="18" charset="0"/>
                <a:cs typeface="Times New Roman" panose="02020603050405020304" pitchFamily="18" charset="0"/>
              </a:rPr>
              <a:t>的系统加速比</a:t>
            </a:r>
          </a:p>
        </p:txBody>
      </p:sp>
      <p:sp>
        <p:nvSpPr>
          <p:cNvPr id="95235" name="Rectangle 3"/>
          <p:cNvSpPr>
            <a:spLocks noGrp="1" noChangeArrowheads="1"/>
          </p:cNvSpPr>
          <p:nvPr>
            <p:ph type="body" idx="4294967295"/>
          </p:nvPr>
        </p:nvSpPr>
        <p:spPr/>
        <p:txBody>
          <a:bodyPr>
            <a:normAutofit/>
          </a:bodyPr>
          <a:lstStyle/>
          <a:p>
            <a:r>
              <a:rPr lang="zh-CN" altLang="en-US" sz="2600" b="1" dirty="0">
                <a:latin typeface="+mj-ea"/>
                <a:ea typeface="+mj-ea"/>
              </a:rPr>
              <a:t>系统加速比为改进前与改进后总执行时间之比，为：</a:t>
            </a:r>
          </a:p>
          <a:p>
            <a:pPr>
              <a:buFont typeface="Wingdings" panose="05000000000000000000" pitchFamily="2" charset="2"/>
              <a:buNone/>
            </a:pPr>
            <a:r>
              <a:rPr lang="zh-CN" altLang="en-US" sz="2600" b="1" dirty="0">
                <a:latin typeface="+mj-ea"/>
                <a:ea typeface="+mj-ea"/>
              </a:rPr>
              <a:t>  </a:t>
            </a:r>
            <a:endParaRPr lang="en-US" altLang="zh-CN" sz="2600" b="1" dirty="0">
              <a:latin typeface="+mj-ea"/>
              <a:ea typeface="+mj-ea"/>
            </a:endParaRPr>
          </a:p>
          <a:p>
            <a:pPr>
              <a:buFont typeface="Wingdings" panose="05000000000000000000" pitchFamily="2" charset="2"/>
              <a:buNone/>
            </a:pPr>
            <a:r>
              <a:rPr lang="zh-CN" altLang="en-US" sz="2600" b="1" dirty="0">
                <a:latin typeface="+mj-ea"/>
                <a:ea typeface="+mj-ea"/>
              </a:rPr>
              <a:t>  系统加速比</a:t>
            </a:r>
          </a:p>
          <a:p>
            <a:pPr>
              <a:buFont typeface="Wingdings" panose="05000000000000000000" pitchFamily="2" charset="2"/>
              <a:buNone/>
            </a:pPr>
            <a:endParaRPr lang="en-US" altLang="zh-CN" b="1" dirty="0">
              <a:latin typeface="+mj-ea"/>
              <a:ea typeface="+mj-ea"/>
            </a:endParaRPr>
          </a:p>
          <a:p>
            <a:pPr>
              <a:buFont typeface="Wingdings" panose="05000000000000000000" pitchFamily="2" charset="2"/>
              <a:buNone/>
            </a:pPr>
            <a:r>
              <a:rPr lang="en-US" altLang="zh-CN" b="1" dirty="0">
                <a:latin typeface="+mj-ea"/>
                <a:ea typeface="+mj-ea"/>
              </a:rPr>
              <a:t>		   =</a:t>
            </a:r>
          </a:p>
          <a:p>
            <a:pPr>
              <a:buFont typeface="Wingdings" panose="05000000000000000000" pitchFamily="2" charset="2"/>
              <a:buNone/>
            </a:pPr>
            <a:endParaRPr lang="en-US" altLang="zh-CN" b="1" dirty="0">
              <a:latin typeface="+mj-ea"/>
              <a:ea typeface="+mj-ea"/>
            </a:endParaRPr>
          </a:p>
          <a:p>
            <a:pPr>
              <a:buFont typeface="Wingdings" panose="05000000000000000000" pitchFamily="2" charset="2"/>
              <a:buNone/>
            </a:pPr>
            <a:r>
              <a:rPr lang="en-US" altLang="zh-CN" b="1" dirty="0">
                <a:latin typeface="+mj-ea"/>
                <a:ea typeface="+mj-ea"/>
              </a:rPr>
              <a:t>		   = </a:t>
            </a:r>
            <a:endParaRPr lang="zh-CN" altLang="en-US" b="1" dirty="0">
              <a:latin typeface="+mj-ea"/>
              <a:ea typeface="+mj-ea"/>
            </a:endParaRPr>
          </a:p>
        </p:txBody>
      </p:sp>
      <p:sp>
        <p:nvSpPr>
          <p:cNvPr id="95236" name="Rectangle 5"/>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p>
        </p:txBody>
      </p:sp>
      <p:graphicFrame>
        <p:nvGraphicFramePr>
          <p:cNvPr id="95237" name="Object 4"/>
          <p:cNvGraphicFramePr>
            <a:graphicFrameLocks noChangeAspect="1"/>
          </p:cNvGraphicFramePr>
          <p:nvPr/>
        </p:nvGraphicFramePr>
        <p:xfrm>
          <a:off x="2771800" y="3505268"/>
          <a:ext cx="2376810" cy="978849"/>
        </p:xfrm>
        <a:graphic>
          <a:graphicData uri="http://schemas.openxmlformats.org/presentationml/2006/ole">
            <mc:AlternateContent xmlns:mc="http://schemas.openxmlformats.org/markup-compatibility/2006">
              <mc:Choice xmlns:v="urn:schemas-microsoft-com:vml" Requires="v">
                <p:oleObj name="公式" r:id="rId2" imgW="1016635" imgH="419735" progId="Equation.3">
                  <p:embed/>
                </p:oleObj>
              </mc:Choice>
              <mc:Fallback>
                <p:oleObj name="公式" r:id="rId2" imgW="1016635" imgH="419735" progId="Equation.3">
                  <p:embed/>
                  <p:pic>
                    <p:nvPicPr>
                      <p:cNvPr id="95237"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71800" y="3505268"/>
                        <a:ext cx="2376810" cy="978849"/>
                      </a:xfrm>
                      <a:prstGeom prst="rect">
                        <a:avLst/>
                      </a:prstGeom>
                      <a:noFill/>
                      <a:ln>
                        <a:noFill/>
                      </a:ln>
                    </p:spPr>
                  </p:pic>
                </p:oleObj>
              </mc:Fallback>
            </mc:AlternateContent>
          </a:graphicData>
        </a:graphic>
      </p:graphicFrame>
      <p:sp>
        <p:nvSpPr>
          <p:cNvPr id="95238" name="Rectangle 7"/>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p>
        </p:txBody>
      </p:sp>
      <p:graphicFrame>
        <p:nvGraphicFramePr>
          <p:cNvPr id="95239" name="Object 6"/>
          <p:cNvGraphicFramePr>
            <a:graphicFrameLocks noChangeAspect="1"/>
          </p:cNvGraphicFramePr>
          <p:nvPr/>
        </p:nvGraphicFramePr>
        <p:xfrm>
          <a:off x="2771800" y="4687599"/>
          <a:ext cx="4321150" cy="1117665"/>
        </p:xfrm>
        <a:graphic>
          <a:graphicData uri="http://schemas.openxmlformats.org/presentationml/2006/ole">
            <mc:AlternateContent xmlns:mc="http://schemas.openxmlformats.org/markup-compatibility/2006">
              <mc:Choice xmlns:v="urn:schemas-microsoft-com:vml" Requires="v">
                <p:oleObj name="公式" r:id="rId2" imgW="2057400" imgH="609600" progId="Equation.3">
                  <p:embed/>
                </p:oleObj>
              </mc:Choice>
              <mc:Fallback>
                <p:oleObj name="公式" r:id="rId2" imgW="2057400" imgH="609600" progId="Equation.3">
                  <p:embed/>
                  <p:pic>
                    <p:nvPicPr>
                      <p:cNvPr id="95239"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71800" y="4687599"/>
                        <a:ext cx="4321150" cy="1117665"/>
                      </a:xfrm>
                      <a:prstGeom prst="rect">
                        <a:avLst/>
                      </a:prstGeom>
                      <a:noFill/>
                      <a:ln>
                        <a:noFill/>
                      </a:ln>
                    </p:spPr>
                  </p:pic>
                </p:oleObj>
              </mc:Fallback>
            </mc:AlternateContent>
          </a:graphicData>
        </a:graphic>
      </p:graphicFrame>
      <p:sp>
        <p:nvSpPr>
          <p:cNvPr id="5" name="日期占位符 1">
            <a:extLst>
              <a:ext uri="{FF2B5EF4-FFF2-40B4-BE49-F238E27FC236}">
                <a16:creationId xmlns:a16="http://schemas.microsoft.com/office/drawing/2014/main" id="{141C339F-727E-E3D2-9292-EFD9C217B283}"/>
              </a:ext>
            </a:extLst>
          </p:cNvPr>
          <p:cNvSpPr>
            <a:spLocks noGrp="1"/>
          </p:cNvSpPr>
          <p:nvPr>
            <p:ph type="dt" sz="half" idx="10"/>
          </p:nvPr>
        </p:nvSpPr>
        <p:spPr>
          <a:xfrm>
            <a:off x="457200" y="6356350"/>
            <a:ext cx="2133600" cy="365125"/>
          </a:xfrm>
        </p:spPr>
        <p:txBody>
          <a:bodyPr/>
          <a:lstStyle/>
          <a:p>
            <a:pPr>
              <a:defRPr/>
            </a:pPr>
            <a:fld id="{4349BE7F-346D-41C2-AC16-4B645E86F7D0}" type="datetime1">
              <a:rPr lang="zh-CN" altLang="en-US" smtClean="0"/>
              <a:t>2025/9/16</a:t>
            </a:fld>
            <a:endParaRPr lang="en-US" altLang="zh-CN" dirty="0"/>
          </a:p>
        </p:txBody>
      </p:sp>
      <p:sp>
        <p:nvSpPr>
          <p:cNvPr id="6" name="页脚占位符 3">
            <a:extLst>
              <a:ext uri="{FF2B5EF4-FFF2-40B4-BE49-F238E27FC236}">
                <a16:creationId xmlns:a16="http://schemas.microsoft.com/office/drawing/2014/main" id="{A571EBFD-89BE-F401-6B68-1C142396D268}"/>
              </a:ext>
            </a:extLst>
          </p:cNvPr>
          <p:cNvSpPr>
            <a:spLocks noGrp="1"/>
          </p:cNvSpPr>
          <p:nvPr>
            <p:ph type="ftr" sz="quarter" idx="11"/>
          </p:nvPr>
        </p:nvSpPr>
        <p:spPr>
          <a:xfrm>
            <a:off x="3124200" y="6356350"/>
            <a:ext cx="2895600" cy="365125"/>
          </a:xfrm>
        </p:spPr>
        <p:txBody>
          <a:bodyPr/>
          <a:lstStyle/>
          <a:p>
            <a:pPr>
              <a:defRPr/>
            </a:pPr>
            <a:r>
              <a:rPr lang="zh-CN" altLang="en-US"/>
              <a:t>计算学部 刘宏伟</a:t>
            </a:r>
            <a:endParaRPr lang="en-US" altLang="zh-CN"/>
          </a:p>
        </p:txBody>
      </p:sp>
      <p:sp>
        <p:nvSpPr>
          <p:cNvPr id="7" name="灯片编号占位符 4">
            <a:extLst>
              <a:ext uri="{FF2B5EF4-FFF2-40B4-BE49-F238E27FC236}">
                <a16:creationId xmlns:a16="http://schemas.microsoft.com/office/drawing/2014/main" id="{6E715191-FBD8-042B-49B0-6F6B1A55AE50}"/>
              </a:ext>
            </a:extLst>
          </p:cNvPr>
          <p:cNvSpPr>
            <a:spLocks noGrp="1"/>
          </p:cNvSpPr>
          <p:nvPr>
            <p:ph type="sldNum" sz="quarter" idx="12"/>
          </p:nvPr>
        </p:nvSpPr>
        <p:spPr>
          <a:xfrm>
            <a:off x="6553200" y="6356350"/>
            <a:ext cx="2133600" cy="365125"/>
          </a:xfrm>
        </p:spPr>
        <p:txBody>
          <a:bodyPr/>
          <a:lstStyle/>
          <a:p>
            <a:pPr>
              <a:defRPr/>
            </a:pPr>
            <a:fld id="{8BCAC33D-D29A-48B3-BCD6-381D3D720D26}" type="slidenum">
              <a:rPr lang="zh-CN" altLang="en-US" smtClean="0"/>
              <a:t>8</a:t>
            </a:fld>
            <a:endParaRPr lang="en-US" altLang="zh-CN"/>
          </a:p>
        </p:txBody>
      </p:sp>
    </p:spTree>
    <p:extLst>
      <p:ext uri="{BB962C8B-B14F-4D97-AF65-F5344CB8AC3E}">
        <p14:creationId xmlns:p14="http://schemas.microsoft.com/office/powerpoint/2010/main" val="172063104"/>
      </p:ext>
    </p:extLst>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5"/>
          <p:cNvSpPr>
            <a:spLocks noGrp="1" noChangeArrowheads="1"/>
          </p:cNvSpPr>
          <p:nvPr>
            <p:ph type="title" idx="4294967295"/>
          </p:nvPr>
        </p:nvSpPr>
        <p:spPr>
          <a:xfrm>
            <a:off x="457200" y="44624"/>
            <a:ext cx="8229600" cy="1143000"/>
          </a:xfrm>
        </p:spPr>
        <p:txBody>
          <a:bodyPr>
            <a:normAutofit/>
          </a:bodyPr>
          <a:lstStyle/>
          <a:p>
            <a:r>
              <a:rPr kumimoji="1" lang="en-US" altLang="zh-CN" sz="3600" b="1" dirty="0">
                <a:latin typeface="Times New Roman" panose="02020603050405020304" pitchFamily="18" charset="0"/>
                <a:ea typeface="+mn-ea"/>
                <a:cs typeface="Times New Roman" panose="02020603050405020304" pitchFamily="18" charset="0"/>
              </a:rPr>
              <a:t>Amdahl</a:t>
            </a:r>
            <a:r>
              <a:rPr kumimoji="1" lang="zh-CN" altLang="en-US" sz="3600" b="1" dirty="0">
                <a:latin typeface="Times New Roman" panose="02020603050405020304" pitchFamily="18" charset="0"/>
                <a:ea typeface="+mn-ea"/>
                <a:cs typeface="Times New Roman" panose="02020603050405020304" pitchFamily="18" charset="0"/>
              </a:rPr>
              <a:t>定律的观点</a:t>
            </a:r>
          </a:p>
        </p:txBody>
      </p:sp>
      <p:sp>
        <p:nvSpPr>
          <p:cNvPr id="96259" name="Rectangle 6"/>
          <p:cNvSpPr>
            <a:spLocks noGrp="1" noChangeArrowheads="1"/>
          </p:cNvSpPr>
          <p:nvPr>
            <p:ph type="body" idx="4294967295"/>
          </p:nvPr>
        </p:nvSpPr>
        <p:spPr>
          <a:xfrm>
            <a:off x="457200" y="1268760"/>
            <a:ext cx="8579296" cy="4857403"/>
          </a:xfrm>
        </p:spPr>
        <p:txBody>
          <a:bodyPr>
            <a:normAutofit/>
          </a:bodyPr>
          <a:lstStyle/>
          <a:p>
            <a:pPr marL="0" indent="0">
              <a:buNone/>
            </a:pPr>
            <a:r>
              <a:rPr lang="en-US" altLang="zh-CN" sz="2400" dirty="0">
                <a:latin typeface="Times New Roman" panose="02020603050405020304" pitchFamily="18" charset="0"/>
                <a:ea typeface="华文中宋" panose="02010600040101010101" pitchFamily="2" charset="-122"/>
                <a:cs typeface="Times New Roman" panose="02020603050405020304" pitchFamily="18" charset="0"/>
              </a:rPr>
              <a:t>1. </a:t>
            </a:r>
            <a:r>
              <a:rPr lang="zh-CN" altLang="en-US" sz="2400" dirty="0">
                <a:latin typeface="Times New Roman" panose="02020603050405020304" pitchFamily="18" charset="0"/>
                <a:ea typeface="华文中宋" panose="02010600040101010101" pitchFamily="2" charset="-122"/>
                <a:cs typeface="Times New Roman" panose="02020603050405020304" pitchFamily="18" charset="0"/>
              </a:rPr>
              <a:t>性能增加的</a:t>
            </a:r>
            <a:r>
              <a:rPr lang="zh-CN" altLang="en-US" sz="2400" dirty="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递减</a:t>
            </a:r>
            <a:r>
              <a:rPr lang="zh-CN" altLang="en-US" sz="2400" dirty="0">
                <a:latin typeface="Times New Roman" panose="02020603050405020304" pitchFamily="18" charset="0"/>
                <a:ea typeface="华文中宋" panose="02010600040101010101" pitchFamily="2" charset="-122"/>
                <a:cs typeface="Times New Roman" panose="02020603050405020304" pitchFamily="18" charset="0"/>
              </a:rPr>
              <a:t>规则</a:t>
            </a:r>
          </a:p>
          <a:p>
            <a:pPr lvl="1"/>
            <a:r>
              <a:rPr lang="zh-CN" altLang="en-US" sz="2400" dirty="0">
                <a:latin typeface="Times New Roman" panose="02020603050405020304" pitchFamily="18" charset="0"/>
                <a:ea typeface="华文中宋" panose="02010600040101010101" pitchFamily="2" charset="-122"/>
                <a:cs typeface="Times New Roman" panose="02020603050405020304" pitchFamily="18" charset="0"/>
              </a:rPr>
              <a:t>仅仅对计算机中的一部分做性能改进，则改进越多，系统获得的效果越小</a:t>
            </a:r>
          </a:p>
          <a:p>
            <a:pPr marL="0" indent="0">
              <a:buNone/>
            </a:pPr>
            <a:r>
              <a:rPr lang="en-US" altLang="zh-CN" sz="2400" dirty="0">
                <a:latin typeface="Times New Roman" panose="02020603050405020304" pitchFamily="18" charset="0"/>
                <a:ea typeface="华文中宋" panose="02010600040101010101" pitchFamily="2" charset="-122"/>
                <a:cs typeface="Times New Roman" panose="02020603050405020304" pitchFamily="18" charset="0"/>
              </a:rPr>
              <a:t>2. Amdahl</a:t>
            </a:r>
            <a:r>
              <a:rPr lang="zh-CN" altLang="en-US" sz="2400" dirty="0">
                <a:latin typeface="Times New Roman" panose="02020603050405020304" pitchFamily="18" charset="0"/>
                <a:ea typeface="华文中宋" panose="02010600040101010101" pitchFamily="2" charset="-122"/>
                <a:cs typeface="Times New Roman" panose="02020603050405020304" pitchFamily="18" charset="0"/>
              </a:rPr>
              <a:t>定律的一个重要推论</a:t>
            </a:r>
          </a:p>
          <a:p>
            <a:pPr lvl="1"/>
            <a:r>
              <a:rPr lang="zh-CN" altLang="en-US" sz="2400" dirty="0">
                <a:latin typeface="Times New Roman" panose="02020603050405020304" pitchFamily="18" charset="0"/>
                <a:ea typeface="华文中宋" panose="02010600040101010101" pitchFamily="2" charset="-122"/>
                <a:cs typeface="Times New Roman" panose="02020603050405020304" pitchFamily="18" charset="0"/>
              </a:rPr>
              <a:t>针对整个任务的一部分进行优化，则</a:t>
            </a:r>
            <a:r>
              <a:rPr lang="zh-CN" altLang="en-US" sz="2400" dirty="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最大加速比</a:t>
            </a:r>
            <a:r>
              <a:rPr lang="zh-CN" altLang="en-US" sz="2400" dirty="0">
                <a:latin typeface="Times New Roman" panose="02020603050405020304" pitchFamily="18" charset="0"/>
                <a:ea typeface="华文中宋" panose="02010600040101010101" pitchFamily="2" charset="-122"/>
                <a:cs typeface="Times New Roman" panose="02020603050405020304" pitchFamily="18" charset="0"/>
              </a:rPr>
              <a:t>不大于</a:t>
            </a:r>
          </a:p>
          <a:p>
            <a:pPr lvl="1"/>
            <a:endParaRPr lang="en-US" altLang="zh-CN" sz="2400" dirty="0">
              <a:latin typeface="Times New Roman" panose="02020603050405020304" pitchFamily="18" charset="0"/>
              <a:ea typeface="华文中宋" panose="02010600040101010101" pitchFamily="2" charset="-122"/>
              <a:cs typeface="Times New Roman" panose="02020603050405020304" pitchFamily="18" charset="0"/>
            </a:endParaRPr>
          </a:p>
          <a:p>
            <a:pPr lvl="1"/>
            <a:endParaRPr lang="zh-CN" altLang="en-US" sz="2400" dirty="0">
              <a:latin typeface="Times New Roman" panose="02020603050405020304" pitchFamily="18" charset="0"/>
              <a:ea typeface="华文中宋" panose="02010600040101010101" pitchFamily="2" charset="-122"/>
              <a:cs typeface="Times New Roman" panose="02020603050405020304" pitchFamily="18" charset="0"/>
            </a:endParaRPr>
          </a:p>
          <a:p>
            <a:pPr marL="0" indent="0">
              <a:buNone/>
            </a:pPr>
            <a:r>
              <a:rPr lang="en-US" altLang="zh-CN" sz="2400" dirty="0">
                <a:latin typeface="Times New Roman" panose="02020603050405020304" pitchFamily="18" charset="0"/>
                <a:ea typeface="华文中宋" panose="02010600040101010101" pitchFamily="2" charset="-122"/>
                <a:cs typeface="Times New Roman" panose="02020603050405020304" pitchFamily="18" charset="0"/>
              </a:rPr>
              <a:t>3. Amdahl</a:t>
            </a:r>
            <a:r>
              <a:rPr lang="zh-CN" altLang="en-US" sz="2400" dirty="0">
                <a:latin typeface="Times New Roman" panose="02020603050405020304" pitchFamily="18" charset="0"/>
                <a:ea typeface="华文中宋" panose="02010600040101010101" pitchFamily="2" charset="-122"/>
                <a:cs typeface="Times New Roman" panose="02020603050405020304" pitchFamily="18" charset="0"/>
              </a:rPr>
              <a:t>定律衡量一个“好”的计算机系统</a:t>
            </a:r>
          </a:p>
          <a:p>
            <a:pPr lvl="1"/>
            <a:r>
              <a:rPr lang="zh-CN" altLang="en-US" sz="2400" dirty="0">
                <a:latin typeface="Times New Roman" panose="02020603050405020304" pitchFamily="18" charset="0"/>
                <a:ea typeface="华文中宋" panose="02010600040101010101" pitchFamily="2" charset="-122"/>
                <a:cs typeface="Times New Roman" panose="02020603050405020304" pitchFamily="18" charset="0"/>
              </a:rPr>
              <a:t>具有高性能价格比的计算机系统是一个</a:t>
            </a:r>
            <a:r>
              <a:rPr lang="zh-CN" altLang="en-US" sz="2400" dirty="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带宽平衡</a:t>
            </a:r>
            <a:r>
              <a:rPr lang="zh-CN" altLang="en-US" sz="2400" dirty="0">
                <a:latin typeface="Times New Roman" panose="02020603050405020304" pitchFamily="18" charset="0"/>
                <a:ea typeface="华文中宋" panose="02010600040101010101" pitchFamily="2" charset="-122"/>
                <a:cs typeface="Times New Roman" panose="02020603050405020304" pitchFamily="18" charset="0"/>
              </a:rPr>
              <a:t>的系统，而不是看它使用的某些部件的性能</a:t>
            </a:r>
          </a:p>
        </p:txBody>
      </p:sp>
      <p:graphicFrame>
        <p:nvGraphicFramePr>
          <p:cNvPr id="96260" name="Object 4"/>
          <p:cNvGraphicFramePr>
            <a:graphicFrameLocks noChangeAspect="1"/>
          </p:cNvGraphicFramePr>
          <p:nvPr/>
        </p:nvGraphicFramePr>
        <p:xfrm>
          <a:off x="3671562" y="3429000"/>
          <a:ext cx="1908501" cy="773559"/>
        </p:xfrm>
        <a:graphic>
          <a:graphicData uri="http://schemas.openxmlformats.org/presentationml/2006/ole">
            <mc:AlternateContent xmlns:mc="http://schemas.openxmlformats.org/markup-compatibility/2006">
              <mc:Choice xmlns:v="urn:schemas-microsoft-com:vml" Requires="v">
                <p:oleObj name="公式" r:id="rId2" imgW="1028700" imgH="419100" progId="Equation.3">
                  <p:embed/>
                </p:oleObj>
              </mc:Choice>
              <mc:Fallback>
                <p:oleObj name="公式" r:id="rId2" imgW="1028700" imgH="419100" progId="Equation.3">
                  <p:embed/>
                  <p:pic>
                    <p:nvPicPr>
                      <p:cNvPr id="9626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71562" y="3429000"/>
                        <a:ext cx="1908501" cy="773559"/>
                      </a:xfrm>
                      <a:prstGeom prst="rect">
                        <a:avLst/>
                      </a:prstGeom>
                      <a:noFill/>
                      <a:ln>
                        <a:noFill/>
                      </a:ln>
                    </p:spPr>
                  </p:pic>
                </p:oleObj>
              </mc:Fallback>
            </mc:AlternateContent>
          </a:graphicData>
        </a:graphic>
      </p:graphicFrame>
      <p:sp>
        <p:nvSpPr>
          <p:cNvPr id="5" name="日期占位符 1">
            <a:extLst>
              <a:ext uri="{FF2B5EF4-FFF2-40B4-BE49-F238E27FC236}">
                <a16:creationId xmlns:a16="http://schemas.microsoft.com/office/drawing/2014/main" id="{A43E33EA-4040-1CAC-1222-FDFADE44F20F}"/>
              </a:ext>
            </a:extLst>
          </p:cNvPr>
          <p:cNvSpPr>
            <a:spLocks noGrp="1"/>
          </p:cNvSpPr>
          <p:nvPr>
            <p:ph type="dt" sz="half" idx="10"/>
          </p:nvPr>
        </p:nvSpPr>
        <p:spPr>
          <a:xfrm>
            <a:off x="457200" y="6356350"/>
            <a:ext cx="2133600" cy="365125"/>
          </a:xfrm>
        </p:spPr>
        <p:txBody>
          <a:bodyPr/>
          <a:lstStyle/>
          <a:p>
            <a:pPr>
              <a:defRPr/>
            </a:pPr>
            <a:fld id="{4349BE7F-346D-41C2-AC16-4B645E86F7D0}" type="datetime1">
              <a:rPr lang="zh-CN" altLang="en-US" smtClean="0"/>
              <a:t>2025/9/16</a:t>
            </a:fld>
            <a:endParaRPr lang="en-US" altLang="zh-CN" dirty="0"/>
          </a:p>
        </p:txBody>
      </p:sp>
      <p:sp>
        <p:nvSpPr>
          <p:cNvPr id="6" name="页脚占位符 3">
            <a:extLst>
              <a:ext uri="{FF2B5EF4-FFF2-40B4-BE49-F238E27FC236}">
                <a16:creationId xmlns:a16="http://schemas.microsoft.com/office/drawing/2014/main" id="{E20F16FD-77EE-FB8D-FF21-569F10D66B9A}"/>
              </a:ext>
            </a:extLst>
          </p:cNvPr>
          <p:cNvSpPr>
            <a:spLocks noGrp="1"/>
          </p:cNvSpPr>
          <p:nvPr>
            <p:ph type="ftr" sz="quarter" idx="11"/>
          </p:nvPr>
        </p:nvSpPr>
        <p:spPr>
          <a:xfrm>
            <a:off x="3124200" y="6356350"/>
            <a:ext cx="2895600" cy="365125"/>
          </a:xfrm>
        </p:spPr>
        <p:txBody>
          <a:bodyPr/>
          <a:lstStyle/>
          <a:p>
            <a:pPr>
              <a:defRPr/>
            </a:pPr>
            <a:r>
              <a:rPr lang="zh-CN" altLang="en-US"/>
              <a:t>计算学部 刘宏伟</a:t>
            </a:r>
            <a:endParaRPr lang="en-US" altLang="zh-CN"/>
          </a:p>
        </p:txBody>
      </p:sp>
      <p:sp>
        <p:nvSpPr>
          <p:cNvPr id="7" name="灯片编号占位符 4">
            <a:extLst>
              <a:ext uri="{FF2B5EF4-FFF2-40B4-BE49-F238E27FC236}">
                <a16:creationId xmlns:a16="http://schemas.microsoft.com/office/drawing/2014/main" id="{F0B2720E-03BC-B59A-B9E7-3E71D96BB6DB}"/>
              </a:ext>
            </a:extLst>
          </p:cNvPr>
          <p:cNvSpPr>
            <a:spLocks noGrp="1"/>
          </p:cNvSpPr>
          <p:nvPr>
            <p:ph type="sldNum" sz="quarter" idx="12"/>
          </p:nvPr>
        </p:nvSpPr>
        <p:spPr>
          <a:xfrm>
            <a:off x="6553200" y="6356350"/>
            <a:ext cx="2133600" cy="365125"/>
          </a:xfrm>
        </p:spPr>
        <p:txBody>
          <a:bodyPr/>
          <a:lstStyle/>
          <a:p>
            <a:pPr>
              <a:defRPr/>
            </a:pPr>
            <a:fld id="{8BCAC33D-D29A-48B3-BCD6-381D3D720D26}" type="slidenum">
              <a:rPr lang="zh-CN" altLang="en-US" smtClean="0"/>
              <a:t>9</a:t>
            </a:fld>
            <a:endParaRPr lang="en-US" altLang="zh-CN"/>
          </a:p>
        </p:txBody>
      </p:sp>
    </p:spTree>
    <p:extLst>
      <p:ext uri="{BB962C8B-B14F-4D97-AF65-F5344CB8AC3E}">
        <p14:creationId xmlns:p14="http://schemas.microsoft.com/office/powerpoint/2010/main" val="723658201"/>
      </p:ext>
    </p:extLst>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6"/>
          <p:cNvSpPr>
            <a:spLocks noGrp="1" noChangeArrowheads="1"/>
          </p:cNvSpPr>
          <p:nvPr>
            <p:ph type="title" idx="4294967295"/>
          </p:nvPr>
        </p:nvSpPr>
        <p:spPr/>
        <p:txBody>
          <a:bodyPr>
            <a:normAutofit/>
          </a:bodyPr>
          <a:lstStyle/>
          <a:p>
            <a:r>
              <a:rPr kumimoji="1" lang="en-US" altLang="zh-CN" sz="3600" b="1" dirty="0">
                <a:latin typeface="Times New Roman" panose="02020603050405020304" pitchFamily="18" charset="0"/>
                <a:cs typeface="Times New Roman" panose="02020603050405020304" pitchFamily="18" charset="0"/>
              </a:rPr>
              <a:t>Amdahl</a:t>
            </a:r>
            <a:r>
              <a:rPr kumimoji="1" lang="zh-CN" altLang="en-US" sz="3600" b="1" dirty="0">
                <a:latin typeface="Times New Roman" panose="02020603050405020304" pitchFamily="18" charset="0"/>
                <a:cs typeface="Times New Roman" panose="02020603050405020304" pitchFamily="18" charset="0"/>
              </a:rPr>
              <a:t>定律练习</a:t>
            </a:r>
          </a:p>
        </p:txBody>
      </p:sp>
      <p:sp>
        <p:nvSpPr>
          <p:cNvPr id="97283" name="Rectangle 7"/>
          <p:cNvSpPr>
            <a:spLocks noGrp="1" noChangeArrowheads="1"/>
          </p:cNvSpPr>
          <p:nvPr>
            <p:ph type="body" idx="4294967295"/>
          </p:nvPr>
        </p:nvSpPr>
        <p:spPr/>
        <p:txBody>
          <a:bodyPr>
            <a:normAutofit/>
          </a:bodyPr>
          <a:lstStyle/>
          <a:p>
            <a:pPr>
              <a:lnSpc>
                <a:spcPct val="140000"/>
              </a:lnSpc>
              <a:buFont typeface="Wingdings" panose="05000000000000000000" pitchFamily="2" charset="2"/>
              <a:buNone/>
            </a:pPr>
            <a:r>
              <a:rPr lang="zh-CN" altLang="en-US" sz="2600" b="1" dirty="0">
                <a:latin typeface="Times New Roman" panose="02020603050405020304" pitchFamily="18" charset="0"/>
                <a:ea typeface="+mj-ea"/>
                <a:cs typeface="Times New Roman" panose="02020603050405020304" pitchFamily="18" charset="0"/>
              </a:rPr>
              <a:t>例</a:t>
            </a:r>
            <a:r>
              <a:rPr lang="en-US" altLang="zh-CN" sz="2600" b="1" dirty="0">
                <a:latin typeface="Times New Roman" panose="02020603050405020304" pitchFamily="18" charset="0"/>
                <a:ea typeface="+mj-ea"/>
                <a:cs typeface="Times New Roman" panose="02020603050405020304" pitchFamily="18" charset="0"/>
              </a:rPr>
              <a:t>1</a:t>
            </a:r>
            <a:r>
              <a:rPr lang="zh-CN" altLang="en-US" sz="2600" b="1" dirty="0">
                <a:latin typeface="Times New Roman" panose="02020603050405020304" pitchFamily="18" charset="0"/>
                <a:ea typeface="+mj-ea"/>
                <a:cs typeface="Times New Roman" panose="02020603050405020304" pitchFamily="18" charset="0"/>
              </a:rPr>
              <a:t>：假设在某程序的执行过程中，浮点操作时间占整个执行时间的</a:t>
            </a:r>
            <a:r>
              <a:rPr lang="en-US" altLang="zh-CN" sz="2600" b="1" dirty="0">
                <a:latin typeface="Times New Roman" panose="02020603050405020304" pitchFamily="18" charset="0"/>
                <a:ea typeface="+mj-ea"/>
                <a:cs typeface="Times New Roman" panose="02020603050405020304" pitchFamily="18" charset="0"/>
              </a:rPr>
              <a:t>10%</a:t>
            </a:r>
            <a:r>
              <a:rPr lang="zh-CN" altLang="en-US" sz="2600" b="1" dirty="0">
                <a:latin typeface="Times New Roman" panose="02020603050405020304" pitchFamily="18" charset="0"/>
                <a:ea typeface="+mj-ea"/>
                <a:cs typeface="Times New Roman" panose="02020603050405020304" pitchFamily="18" charset="0"/>
              </a:rPr>
              <a:t>，现希望对浮点操作加速。</a:t>
            </a:r>
          </a:p>
          <a:p>
            <a:pPr lvl="1">
              <a:lnSpc>
                <a:spcPct val="140000"/>
              </a:lnSpc>
            </a:pPr>
            <a:r>
              <a:rPr lang="zh-CN" altLang="en-US" sz="2600" b="1" dirty="0">
                <a:latin typeface="Times New Roman" panose="02020603050405020304" pitchFamily="18" charset="0"/>
                <a:ea typeface="+mj-ea"/>
                <a:cs typeface="Times New Roman" panose="02020603050405020304" pitchFamily="18" charset="0"/>
              </a:rPr>
              <a:t>设对浮点操作的加速比为</a:t>
            </a:r>
            <a:r>
              <a:rPr lang="en-US" altLang="zh-CN" sz="2600" b="1" dirty="0" err="1">
                <a:latin typeface="Times New Roman" panose="02020603050405020304" pitchFamily="18" charset="0"/>
                <a:ea typeface="+mj-ea"/>
                <a:cs typeface="Times New Roman" panose="02020603050405020304" pitchFamily="18" charset="0"/>
              </a:rPr>
              <a:t>S</a:t>
            </a:r>
            <a:r>
              <a:rPr lang="en-US" altLang="zh-CN" sz="2600" b="1" baseline="-25000" dirty="0" err="1">
                <a:latin typeface="Times New Roman" panose="02020603050405020304" pitchFamily="18" charset="0"/>
                <a:ea typeface="+mj-ea"/>
                <a:cs typeface="Times New Roman" panose="02020603050405020304" pitchFamily="18" charset="0"/>
              </a:rPr>
              <a:t>f</a:t>
            </a:r>
            <a:r>
              <a:rPr lang="zh-CN" altLang="en-US" sz="2600" b="1" dirty="0">
                <a:latin typeface="Times New Roman" panose="02020603050405020304" pitchFamily="18" charset="0"/>
                <a:ea typeface="+mj-ea"/>
                <a:cs typeface="Times New Roman" panose="02020603050405020304" pitchFamily="18" charset="0"/>
              </a:rPr>
              <a:t>，请推导出程序总的加速比</a:t>
            </a:r>
            <a:r>
              <a:rPr lang="en-US" altLang="zh-CN" sz="2600" b="1" dirty="0">
                <a:latin typeface="Times New Roman" panose="02020603050405020304" pitchFamily="18" charset="0"/>
                <a:ea typeface="+mj-ea"/>
                <a:cs typeface="Times New Roman" panose="02020603050405020304" pitchFamily="18" charset="0"/>
              </a:rPr>
              <a:t>S</a:t>
            </a:r>
            <a:r>
              <a:rPr lang="zh-CN" altLang="en-US" sz="2600" b="1" dirty="0">
                <a:latin typeface="Times New Roman" panose="02020603050405020304" pitchFamily="18" charset="0"/>
                <a:ea typeface="+mj-ea"/>
                <a:cs typeface="Times New Roman" panose="02020603050405020304" pitchFamily="18" charset="0"/>
              </a:rPr>
              <a:t>和</a:t>
            </a:r>
            <a:r>
              <a:rPr lang="en-US" altLang="zh-CN" sz="2600" b="1" dirty="0" err="1">
                <a:latin typeface="Times New Roman" panose="02020603050405020304" pitchFamily="18" charset="0"/>
                <a:ea typeface="+mj-ea"/>
                <a:cs typeface="Times New Roman" panose="02020603050405020304" pitchFamily="18" charset="0"/>
              </a:rPr>
              <a:t>S</a:t>
            </a:r>
            <a:r>
              <a:rPr lang="en-US" altLang="zh-CN" sz="2600" b="1" baseline="-25000" dirty="0" err="1">
                <a:latin typeface="Times New Roman" panose="02020603050405020304" pitchFamily="18" charset="0"/>
                <a:ea typeface="+mj-ea"/>
                <a:cs typeface="Times New Roman" panose="02020603050405020304" pitchFamily="18" charset="0"/>
              </a:rPr>
              <a:t>f</a:t>
            </a:r>
            <a:r>
              <a:rPr lang="en-US" altLang="zh-CN" sz="2600" b="1" baseline="-25000" dirty="0">
                <a:latin typeface="Times New Roman" panose="02020603050405020304" pitchFamily="18" charset="0"/>
                <a:ea typeface="+mj-ea"/>
                <a:cs typeface="Times New Roman" panose="02020603050405020304" pitchFamily="18" charset="0"/>
              </a:rPr>
              <a:t> </a:t>
            </a:r>
            <a:r>
              <a:rPr lang="zh-CN" altLang="en-US" sz="2600" b="1" dirty="0">
                <a:latin typeface="Times New Roman" panose="02020603050405020304" pitchFamily="18" charset="0"/>
                <a:ea typeface="+mj-ea"/>
                <a:cs typeface="Times New Roman" panose="02020603050405020304" pitchFamily="18" charset="0"/>
              </a:rPr>
              <a:t>之间的关系表达式；</a:t>
            </a:r>
          </a:p>
          <a:p>
            <a:pPr lvl="1">
              <a:lnSpc>
                <a:spcPct val="140000"/>
              </a:lnSpc>
            </a:pPr>
            <a:r>
              <a:rPr lang="zh-CN" altLang="en-US" sz="2600" b="1" dirty="0">
                <a:latin typeface="Times New Roman" panose="02020603050405020304" pitchFamily="18" charset="0"/>
                <a:ea typeface="+mj-ea"/>
                <a:cs typeface="Times New Roman" panose="02020603050405020304" pitchFamily="18" charset="0"/>
              </a:rPr>
              <a:t>请问程序的最大加速比可达多少？</a:t>
            </a:r>
          </a:p>
        </p:txBody>
      </p:sp>
      <p:sp>
        <p:nvSpPr>
          <p:cNvPr id="5" name="日期占位符 1">
            <a:extLst>
              <a:ext uri="{FF2B5EF4-FFF2-40B4-BE49-F238E27FC236}">
                <a16:creationId xmlns:a16="http://schemas.microsoft.com/office/drawing/2014/main" id="{7356398D-8002-1881-A52D-629A6EBC2284}"/>
              </a:ext>
            </a:extLst>
          </p:cNvPr>
          <p:cNvSpPr>
            <a:spLocks noGrp="1"/>
          </p:cNvSpPr>
          <p:nvPr>
            <p:ph type="dt" sz="half" idx="10"/>
          </p:nvPr>
        </p:nvSpPr>
        <p:spPr>
          <a:xfrm>
            <a:off x="457200" y="6356350"/>
            <a:ext cx="2133600" cy="365125"/>
          </a:xfrm>
        </p:spPr>
        <p:txBody>
          <a:bodyPr/>
          <a:lstStyle/>
          <a:p>
            <a:pPr>
              <a:defRPr/>
            </a:pPr>
            <a:fld id="{4349BE7F-346D-41C2-AC16-4B645E86F7D0}" type="datetime1">
              <a:rPr lang="zh-CN" altLang="en-US" smtClean="0"/>
              <a:t>2025/9/16</a:t>
            </a:fld>
            <a:endParaRPr lang="en-US" altLang="zh-CN" dirty="0"/>
          </a:p>
        </p:txBody>
      </p:sp>
      <p:sp>
        <p:nvSpPr>
          <p:cNvPr id="6" name="页脚占位符 3">
            <a:extLst>
              <a:ext uri="{FF2B5EF4-FFF2-40B4-BE49-F238E27FC236}">
                <a16:creationId xmlns:a16="http://schemas.microsoft.com/office/drawing/2014/main" id="{C23DA220-9017-F0C2-AEED-545D671CA4F5}"/>
              </a:ext>
            </a:extLst>
          </p:cNvPr>
          <p:cNvSpPr>
            <a:spLocks noGrp="1"/>
          </p:cNvSpPr>
          <p:nvPr>
            <p:ph type="ftr" sz="quarter" idx="11"/>
          </p:nvPr>
        </p:nvSpPr>
        <p:spPr>
          <a:xfrm>
            <a:off x="3124200" y="6356350"/>
            <a:ext cx="2895600" cy="365125"/>
          </a:xfrm>
        </p:spPr>
        <p:txBody>
          <a:bodyPr/>
          <a:lstStyle/>
          <a:p>
            <a:pPr>
              <a:defRPr/>
            </a:pPr>
            <a:r>
              <a:rPr lang="zh-CN" altLang="en-US"/>
              <a:t>计算学部 刘宏伟</a:t>
            </a:r>
            <a:endParaRPr lang="en-US" altLang="zh-CN"/>
          </a:p>
        </p:txBody>
      </p:sp>
      <p:sp>
        <p:nvSpPr>
          <p:cNvPr id="7" name="灯片编号占位符 4">
            <a:extLst>
              <a:ext uri="{FF2B5EF4-FFF2-40B4-BE49-F238E27FC236}">
                <a16:creationId xmlns:a16="http://schemas.microsoft.com/office/drawing/2014/main" id="{72BF285E-6D43-DD96-44EB-819D853D5EC8}"/>
              </a:ext>
            </a:extLst>
          </p:cNvPr>
          <p:cNvSpPr>
            <a:spLocks noGrp="1"/>
          </p:cNvSpPr>
          <p:nvPr>
            <p:ph type="sldNum" sz="quarter" idx="12"/>
          </p:nvPr>
        </p:nvSpPr>
        <p:spPr>
          <a:xfrm>
            <a:off x="6553200" y="6356350"/>
            <a:ext cx="2133600" cy="365125"/>
          </a:xfrm>
        </p:spPr>
        <p:txBody>
          <a:bodyPr/>
          <a:lstStyle/>
          <a:p>
            <a:pPr>
              <a:defRPr/>
            </a:pPr>
            <a:fld id="{8BCAC33D-D29A-48B3-BCD6-381D3D720D26}" type="slidenum">
              <a:rPr lang="zh-CN" altLang="en-US" smtClean="0"/>
              <a:t>10</a:t>
            </a:fld>
            <a:endParaRPr lang="en-US" altLang="zh-CN"/>
          </a:p>
        </p:txBody>
      </p:sp>
    </p:spTree>
    <p:extLst>
      <p:ext uri="{BB962C8B-B14F-4D97-AF65-F5344CB8AC3E}">
        <p14:creationId xmlns:p14="http://schemas.microsoft.com/office/powerpoint/2010/main" val="126615932"/>
      </p:ext>
    </p:extLst>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15"/>
          <p:cNvSpPr>
            <a:spLocks noGrp="1" noChangeArrowheads="1"/>
          </p:cNvSpPr>
          <p:nvPr>
            <p:ph type="title" idx="4294967295"/>
          </p:nvPr>
        </p:nvSpPr>
        <p:spPr>
          <a:xfrm>
            <a:off x="457200" y="116632"/>
            <a:ext cx="8229600" cy="1143000"/>
          </a:xfrm>
        </p:spPr>
        <p:txBody>
          <a:bodyPr>
            <a:normAutofit/>
          </a:bodyPr>
          <a:lstStyle/>
          <a:p>
            <a:r>
              <a:rPr kumimoji="1" lang="en-US" altLang="zh-CN" sz="3600" b="1" dirty="0">
                <a:latin typeface="Times New Roman" panose="02020603050405020304" pitchFamily="18" charset="0"/>
                <a:cs typeface="Times New Roman" panose="02020603050405020304" pitchFamily="18" charset="0"/>
              </a:rPr>
              <a:t>Amdahl</a:t>
            </a:r>
            <a:r>
              <a:rPr kumimoji="1" lang="zh-CN" altLang="en-US" sz="3600" b="1" dirty="0">
                <a:latin typeface="Times New Roman" panose="02020603050405020304" pitchFamily="18" charset="0"/>
                <a:cs typeface="Times New Roman" panose="02020603050405020304" pitchFamily="18" charset="0"/>
              </a:rPr>
              <a:t>定律练习</a:t>
            </a:r>
          </a:p>
        </p:txBody>
      </p:sp>
      <p:grpSp>
        <p:nvGrpSpPr>
          <p:cNvPr id="98307" name="Group 16"/>
          <p:cNvGrpSpPr/>
          <p:nvPr/>
        </p:nvGrpSpPr>
        <p:grpSpPr bwMode="auto">
          <a:xfrm>
            <a:off x="774700" y="1700213"/>
            <a:ext cx="3187700" cy="414337"/>
            <a:chOff x="724" y="3024"/>
            <a:chExt cx="2008" cy="261"/>
          </a:xfrm>
        </p:grpSpPr>
        <p:sp>
          <p:nvSpPr>
            <p:cNvPr id="98316" name="Rectangle 5"/>
            <p:cNvSpPr>
              <a:spLocks noChangeArrowheads="1"/>
            </p:cNvSpPr>
            <p:nvPr/>
          </p:nvSpPr>
          <p:spPr bwMode="auto">
            <a:xfrm>
              <a:off x="724" y="3024"/>
              <a:ext cx="664" cy="261"/>
            </a:xfrm>
            <a:prstGeom prst="rect">
              <a:avLst/>
            </a:prstGeom>
            <a:solidFill>
              <a:srgbClr val="FF0000"/>
            </a:solidFill>
            <a:ln w="12700">
              <a:solidFill>
                <a:srgbClr val="000066"/>
              </a:solidFill>
              <a:miter lim="800000"/>
            </a:ln>
          </p:spPr>
          <p:txBody>
            <a:bodyPr wrap="none" anchor="ctr"/>
            <a:lstStyle/>
            <a:p>
              <a:endParaRPr lang="zh-CN" altLang="en-US" sz="1800"/>
            </a:p>
          </p:txBody>
        </p:sp>
        <p:sp>
          <p:nvSpPr>
            <p:cNvPr id="98317" name="Rectangle 6"/>
            <p:cNvSpPr>
              <a:spLocks noChangeArrowheads="1"/>
            </p:cNvSpPr>
            <p:nvPr/>
          </p:nvSpPr>
          <p:spPr bwMode="auto">
            <a:xfrm>
              <a:off x="1396" y="3024"/>
              <a:ext cx="664" cy="261"/>
            </a:xfrm>
            <a:prstGeom prst="rect">
              <a:avLst/>
            </a:prstGeom>
            <a:solidFill>
              <a:srgbClr val="00FF00"/>
            </a:solidFill>
            <a:ln w="12700">
              <a:solidFill>
                <a:srgbClr val="000066"/>
              </a:solidFill>
              <a:miter lim="800000"/>
            </a:ln>
          </p:spPr>
          <p:txBody>
            <a:bodyPr wrap="none" anchor="ctr"/>
            <a:lstStyle/>
            <a:p>
              <a:endParaRPr lang="zh-CN" altLang="en-US" sz="1800"/>
            </a:p>
          </p:txBody>
        </p:sp>
        <p:sp>
          <p:nvSpPr>
            <p:cNvPr id="98318" name="Rectangle 7"/>
            <p:cNvSpPr>
              <a:spLocks noChangeArrowheads="1"/>
            </p:cNvSpPr>
            <p:nvPr/>
          </p:nvSpPr>
          <p:spPr bwMode="auto">
            <a:xfrm>
              <a:off x="2068" y="3024"/>
              <a:ext cx="664" cy="261"/>
            </a:xfrm>
            <a:prstGeom prst="rect">
              <a:avLst/>
            </a:prstGeom>
            <a:solidFill>
              <a:srgbClr val="FF0000"/>
            </a:solidFill>
            <a:ln w="12700">
              <a:solidFill>
                <a:srgbClr val="000066"/>
              </a:solidFill>
              <a:miter lim="800000"/>
            </a:ln>
          </p:spPr>
          <p:txBody>
            <a:bodyPr wrap="none" anchor="ctr"/>
            <a:lstStyle/>
            <a:p>
              <a:endParaRPr lang="zh-CN" altLang="en-US" sz="1800"/>
            </a:p>
          </p:txBody>
        </p:sp>
      </p:grpSp>
      <p:grpSp>
        <p:nvGrpSpPr>
          <p:cNvPr id="98308" name="Group 15"/>
          <p:cNvGrpSpPr/>
          <p:nvPr/>
        </p:nvGrpSpPr>
        <p:grpSpPr bwMode="auto">
          <a:xfrm>
            <a:off x="850900" y="3148013"/>
            <a:ext cx="2730500" cy="414337"/>
            <a:chOff x="3412" y="3024"/>
            <a:chExt cx="1720" cy="261"/>
          </a:xfrm>
        </p:grpSpPr>
        <p:sp>
          <p:nvSpPr>
            <p:cNvPr id="98313" name="Rectangle 8"/>
            <p:cNvSpPr>
              <a:spLocks noChangeArrowheads="1"/>
            </p:cNvSpPr>
            <p:nvPr/>
          </p:nvSpPr>
          <p:spPr bwMode="auto">
            <a:xfrm>
              <a:off x="3412" y="3024"/>
              <a:ext cx="664" cy="261"/>
            </a:xfrm>
            <a:prstGeom prst="rect">
              <a:avLst/>
            </a:prstGeom>
            <a:solidFill>
              <a:srgbClr val="FF0000"/>
            </a:solidFill>
            <a:ln w="12700">
              <a:solidFill>
                <a:srgbClr val="000066"/>
              </a:solidFill>
              <a:miter lim="800000"/>
            </a:ln>
          </p:spPr>
          <p:txBody>
            <a:bodyPr wrap="none" anchor="ctr"/>
            <a:lstStyle/>
            <a:p>
              <a:endParaRPr lang="zh-CN" altLang="en-US" sz="1800"/>
            </a:p>
          </p:txBody>
        </p:sp>
        <p:sp>
          <p:nvSpPr>
            <p:cNvPr id="98314" name="Rectangle 9"/>
            <p:cNvSpPr>
              <a:spLocks noChangeArrowheads="1"/>
            </p:cNvSpPr>
            <p:nvPr/>
          </p:nvSpPr>
          <p:spPr bwMode="auto">
            <a:xfrm>
              <a:off x="4084" y="3024"/>
              <a:ext cx="376" cy="261"/>
            </a:xfrm>
            <a:prstGeom prst="rect">
              <a:avLst/>
            </a:prstGeom>
            <a:solidFill>
              <a:srgbClr val="00FF00"/>
            </a:solidFill>
            <a:ln w="12700">
              <a:solidFill>
                <a:srgbClr val="000066"/>
              </a:solidFill>
              <a:miter lim="800000"/>
            </a:ln>
          </p:spPr>
          <p:txBody>
            <a:bodyPr wrap="none" anchor="ctr"/>
            <a:lstStyle/>
            <a:p>
              <a:endParaRPr lang="zh-CN" altLang="en-US" sz="1800"/>
            </a:p>
          </p:txBody>
        </p:sp>
        <p:sp>
          <p:nvSpPr>
            <p:cNvPr id="98315" name="Rectangle 10"/>
            <p:cNvSpPr>
              <a:spLocks noChangeArrowheads="1"/>
            </p:cNvSpPr>
            <p:nvPr/>
          </p:nvSpPr>
          <p:spPr bwMode="auto">
            <a:xfrm>
              <a:off x="4468" y="3024"/>
              <a:ext cx="664" cy="261"/>
            </a:xfrm>
            <a:prstGeom prst="rect">
              <a:avLst/>
            </a:prstGeom>
            <a:solidFill>
              <a:srgbClr val="FF0000"/>
            </a:solidFill>
            <a:ln w="12700">
              <a:solidFill>
                <a:srgbClr val="000066"/>
              </a:solidFill>
              <a:miter lim="800000"/>
            </a:ln>
          </p:spPr>
          <p:txBody>
            <a:bodyPr wrap="none" anchor="ctr"/>
            <a:lstStyle/>
            <a:p>
              <a:endParaRPr lang="zh-CN" altLang="en-US" sz="1800"/>
            </a:p>
          </p:txBody>
        </p:sp>
      </p:grpSp>
      <p:sp>
        <p:nvSpPr>
          <p:cNvPr id="98309" name="Line 11"/>
          <p:cNvSpPr>
            <a:spLocks noChangeShapeType="1"/>
          </p:cNvSpPr>
          <p:nvPr/>
        </p:nvSpPr>
        <p:spPr bwMode="auto">
          <a:xfrm>
            <a:off x="2268538" y="2462213"/>
            <a:ext cx="0" cy="457200"/>
          </a:xfrm>
          <a:prstGeom prst="line">
            <a:avLst/>
          </a:prstGeom>
          <a:noFill/>
          <a:ln w="38100" cmpd="dbl">
            <a:solidFill>
              <a:srgbClr val="000066"/>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98310" name="Object 14"/>
          <p:cNvGraphicFramePr>
            <a:graphicFrameLocks noChangeAspect="1"/>
          </p:cNvGraphicFramePr>
          <p:nvPr/>
        </p:nvGraphicFramePr>
        <p:xfrm>
          <a:off x="5364163" y="1268413"/>
          <a:ext cx="3352800" cy="4827587"/>
        </p:xfrm>
        <a:graphic>
          <a:graphicData uri="http://schemas.openxmlformats.org/presentationml/2006/ole">
            <mc:AlternateContent xmlns:mc="http://schemas.openxmlformats.org/markup-compatibility/2006">
              <mc:Choice xmlns:v="urn:schemas-microsoft-com:vml" Requires="v">
                <p:oleObj name="Microsoft 公式 3.0" r:id="rId2" imgW="1168400" imgH="1968500" progId="Equation.3">
                  <p:embed/>
                </p:oleObj>
              </mc:Choice>
              <mc:Fallback>
                <p:oleObj name="Microsoft 公式 3.0" r:id="rId2" imgW="1168400" imgH="1968500" progId="Equation.3">
                  <p:embed/>
                  <p:pic>
                    <p:nvPicPr>
                      <p:cNvPr id="98310" name="Object 1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64163" y="1268413"/>
                        <a:ext cx="3352800" cy="4827587"/>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8311" name="Text Box 18"/>
          <p:cNvSpPr txBox="1">
            <a:spLocks noChangeArrowheads="1"/>
          </p:cNvSpPr>
          <p:nvPr/>
        </p:nvSpPr>
        <p:spPr bwMode="auto">
          <a:xfrm>
            <a:off x="7019925" y="2205038"/>
            <a:ext cx="144463" cy="36671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spAutoFit/>
          </a:bodyPr>
          <a:lstStyle>
            <a:lvl1pPr eaLnBrk="0" hangingPunct="0">
              <a:defRPr kumimoji="1" sz="800" b="1">
                <a:solidFill>
                  <a:schemeClr val="tx1"/>
                </a:solidFill>
                <a:latin typeface="宋体" panose="02010600030101010101" pitchFamily="2" charset="-122"/>
                <a:ea typeface="宋体" panose="02010600030101010101" pitchFamily="2" charset="-122"/>
              </a:defRPr>
            </a:lvl1pPr>
            <a:lvl2pPr marL="742950" indent="-285750" eaLnBrk="0" hangingPunct="0">
              <a:defRPr kumimoji="1" sz="800" b="1">
                <a:solidFill>
                  <a:schemeClr val="tx1"/>
                </a:solidFill>
                <a:latin typeface="宋体" panose="02010600030101010101" pitchFamily="2" charset="-122"/>
                <a:ea typeface="宋体" panose="02010600030101010101" pitchFamily="2" charset="-122"/>
              </a:defRPr>
            </a:lvl2pPr>
            <a:lvl3pPr marL="1143000" indent="-228600" eaLnBrk="0" hangingPunct="0">
              <a:defRPr kumimoji="1" sz="800" b="1">
                <a:solidFill>
                  <a:schemeClr val="tx1"/>
                </a:solidFill>
                <a:latin typeface="宋体" panose="02010600030101010101" pitchFamily="2" charset="-122"/>
                <a:ea typeface="宋体" panose="02010600030101010101" pitchFamily="2" charset="-122"/>
              </a:defRPr>
            </a:lvl3pPr>
            <a:lvl4pPr marL="1600200" indent="-228600" eaLnBrk="0" hangingPunct="0">
              <a:defRPr kumimoji="1" sz="800" b="1">
                <a:solidFill>
                  <a:schemeClr val="tx1"/>
                </a:solidFill>
                <a:latin typeface="宋体" panose="02010600030101010101" pitchFamily="2" charset="-122"/>
                <a:ea typeface="宋体" panose="02010600030101010101" pitchFamily="2" charset="-122"/>
              </a:defRPr>
            </a:lvl4pPr>
            <a:lvl5pPr marL="2057400" indent="-228600" eaLnBrk="0" hangingPunct="0">
              <a:defRPr kumimoji="1" sz="8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9pPr>
          </a:lstStyle>
          <a:p>
            <a:pPr eaLnBrk="1" hangingPunct="1">
              <a:spcBef>
                <a:spcPct val="50000"/>
              </a:spcBef>
            </a:pPr>
            <a:r>
              <a:rPr lang="en-US" altLang="zh-CN" sz="1800" i="1" dirty="0">
                <a:latin typeface="Verdana" panose="020B0604030504040204" pitchFamily="34" charset="0"/>
              </a:rPr>
              <a:t>f</a:t>
            </a:r>
          </a:p>
        </p:txBody>
      </p:sp>
      <p:sp>
        <p:nvSpPr>
          <p:cNvPr id="98312" name="Text Box 16"/>
          <p:cNvSpPr txBox="1">
            <a:spLocks noChangeArrowheads="1"/>
          </p:cNvSpPr>
          <p:nvPr/>
        </p:nvSpPr>
        <p:spPr bwMode="auto">
          <a:xfrm>
            <a:off x="755650" y="4221163"/>
            <a:ext cx="400526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800" b="1">
                <a:solidFill>
                  <a:schemeClr val="tx1"/>
                </a:solidFill>
                <a:latin typeface="宋体" panose="02010600030101010101" pitchFamily="2" charset="-122"/>
                <a:ea typeface="宋体" panose="02010600030101010101" pitchFamily="2" charset="-122"/>
              </a:defRPr>
            </a:lvl1pPr>
            <a:lvl2pPr marL="742950" indent="-285750" eaLnBrk="0" hangingPunct="0">
              <a:defRPr kumimoji="1" sz="800" b="1">
                <a:solidFill>
                  <a:schemeClr val="tx1"/>
                </a:solidFill>
                <a:latin typeface="宋体" panose="02010600030101010101" pitchFamily="2" charset="-122"/>
                <a:ea typeface="宋体" panose="02010600030101010101" pitchFamily="2" charset="-122"/>
              </a:defRPr>
            </a:lvl2pPr>
            <a:lvl3pPr marL="1143000" indent="-228600" eaLnBrk="0" hangingPunct="0">
              <a:defRPr kumimoji="1" sz="800" b="1">
                <a:solidFill>
                  <a:schemeClr val="tx1"/>
                </a:solidFill>
                <a:latin typeface="宋体" panose="02010600030101010101" pitchFamily="2" charset="-122"/>
                <a:ea typeface="宋体" panose="02010600030101010101" pitchFamily="2" charset="-122"/>
              </a:defRPr>
            </a:lvl3pPr>
            <a:lvl4pPr marL="1600200" indent="-228600" eaLnBrk="0" hangingPunct="0">
              <a:defRPr kumimoji="1" sz="800" b="1">
                <a:solidFill>
                  <a:schemeClr val="tx1"/>
                </a:solidFill>
                <a:latin typeface="宋体" panose="02010600030101010101" pitchFamily="2" charset="-122"/>
                <a:ea typeface="宋体" panose="02010600030101010101" pitchFamily="2" charset="-122"/>
              </a:defRPr>
            </a:lvl4pPr>
            <a:lvl5pPr marL="2057400" indent="-228600" eaLnBrk="0" hangingPunct="0">
              <a:defRPr kumimoji="1" sz="8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9pPr>
          </a:lstStyle>
          <a:p>
            <a:pPr eaLnBrk="1" hangingPunct="1"/>
            <a:r>
              <a:rPr lang="en-US" altLang="zh-CN" sz="2800" i="1" dirty="0">
                <a:latin typeface="+mj-ea"/>
                <a:ea typeface="+mj-ea"/>
              </a:rPr>
              <a:t>S</a:t>
            </a:r>
            <a:r>
              <a:rPr lang="zh-CN" altLang="en-US" sz="2800" dirty="0">
                <a:latin typeface="+mj-ea"/>
                <a:ea typeface="+mj-ea"/>
              </a:rPr>
              <a:t>与</a:t>
            </a:r>
            <a:r>
              <a:rPr lang="en-US" altLang="zh-CN" sz="2800" i="1" dirty="0" err="1">
                <a:latin typeface="+mj-ea"/>
                <a:ea typeface="+mj-ea"/>
              </a:rPr>
              <a:t>S</a:t>
            </a:r>
            <a:r>
              <a:rPr lang="en-US" altLang="zh-CN" sz="2800" i="1" baseline="-25000" dirty="0" err="1">
                <a:latin typeface="+mj-ea"/>
                <a:ea typeface="+mj-ea"/>
              </a:rPr>
              <a:t>f</a:t>
            </a:r>
            <a:r>
              <a:rPr lang="zh-CN" altLang="en-US" sz="2800" dirty="0">
                <a:latin typeface="+mj-ea"/>
                <a:ea typeface="+mj-ea"/>
              </a:rPr>
              <a:t>的关系表达式为：</a:t>
            </a:r>
          </a:p>
        </p:txBody>
      </p:sp>
      <p:sp>
        <p:nvSpPr>
          <p:cNvPr id="5" name="日期占位符 1">
            <a:extLst>
              <a:ext uri="{FF2B5EF4-FFF2-40B4-BE49-F238E27FC236}">
                <a16:creationId xmlns:a16="http://schemas.microsoft.com/office/drawing/2014/main" id="{401B5CE4-126F-03A5-2231-6D1693522E41}"/>
              </a:ext>
            </a:extLst>
          </p:cNvPr>
          <p:cNvSpPr>
            <a:spLocks noGrp="1"/>
          </p:cNvSpPr>
          <p:nvPr>
            <p:ph type="dt" sz="half" idx="10"/>
          </p:nvPr>
        </p:nvSpPr>
        <p:spPr>
          <a:xfrm>
            <a:off x="457200" y="6356350"/>
            <a:ext cx="2133600" cy="365125"/>
          </a:xfrm>
        </p:spPr>
        <p:txBody>
          <a:bodyPr/>
          <a:lstStyle/>
          <a:p>
            <a:pPr>
              <a:defRPr/>
            </a:pPr>
            <a:fld id="{4349BE7F-346D-41C2-AC16-4B645E86F7D0}" type="datetime1">
              <a:rPr lang="zh-CN" altLang="en-US" smtClean="0"/>
              <a:t>2025/9/16</a:t>
            </a:fld>
            <a:endParaRPr lang="en-US" altLang="zh-CN" dirty="0"/>
          </a:p>
        </p:txBody>
      </p:sp>
      <p:sp>
        <p:nvSpPr>
          <p:cNvPr id="6" name="页脚占位符 3">
            <a:extLst>
              <a:ext uri="{FF2B5EF4-FFF2-40B4-BE49-F238E27FC236}">
                <a16:creationId xmlns:a16="http://schemas.microsoft.com/office/drawing/2014/main" id="{D6D9CF81-5F60-04B0-5DF8-EDD113BA066C}"/>
              </a:ext>
            </a:extLst>
          </p:cNvPr>
          <p:cNvSpPr>
            <a:spLocks noGrp="1"/>
          </p:cNvSpPr>
          <p:nvPr>
            <p:ph type="ftr" sz="quarter" idx="11"/>
          </p:nvPr>
        </p:nvSpPr>
        <p:spPr>
          <a:xfrm>
            <a:off x="3124200" y="6356350"/>
            <a:ext cx="2895600" cy="365125"/>
          </a:xfrm>
        </p:spPr>
        <p:txBody>
          <a:bodyPr/>
          <a:lstStyle/>
          <a:p>
            <a:pPr>
              <a:defRPr/>
            </a:pPr>
            <a:r>
              <a:rPr lang="zh-CN" altLang="en-US"/>
              <a:t>计算学部 刘宏伟</a:t>
            </a:r>
            <a:endParaRPr lang="en-US" altLang="zh-CN"/>
          </a:p>
        </p:txBody>
      </p:sp>
      <p:sp>
        <p:nvSpPr>
          <p:cNvPr id="7" name="灯片编号占位符 4">
            <a:extLst>
              <a:ext uri="{FF2B5EF4-FFF2-40B4-BE49-F238E27FC236}">
                <a16:creationId xmlns:a16="http://schemas.microsoft.com/office/drawing/2014/main" id="{9B196A88-EF68-DC7F-6D33-309919D53371}"/>
              </a:ext>
            </a:extLst>
          </p:cNvPr>
          <p:cNvSpPr>
            <a:spLocks noGrp="1"/>
          </p:cNvSpPr>
          <p:nvPr>
            <p:ph type="sldNum" sz="quarter" idx="12"/>
          </p:nvPr>
        </p:nvSpPr>
        <p:spPr>
          <a:xfrm>
            <a:off x="6553200" y="6356350"/>
            <a:ext cx="2133600" cy="365125"/>
          </a:xfrm>
        </p:spPr>
        <p:txBody>
          <a:bodyPr/>
          <a:lstStyle/>
          <a:p>
            <a:pPr>
              <a:defRPr/>
            </a:pPr>
            <a:fld id="{8BCAC33D-D29A-48B3-BCD6-381D3D720D26}" type="slidenum">
              <a:rPr lang="zh-CN" altLang="en-US" smtClean="0"/>
              <a:t>11</a:t>
            </a:fld>
            <a:endParaRPr lang="en-US" altLang="zh-CN"/>
          </a:p>
        </p:txBody>
      </p:sp>
    </p:spTree>
    <p:extLst>
      <p:ext uri="{BB962C8B-B14F-4D97-AF65-F5344CB8AC3E}">
        <p14:creationId xmlns:p14="http://schemas.microsoft.com/office/powerpoint/2010/main" val="2966724968"/>
      </p:ext>
    </p:extLst>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ChangeArrowheads="1"/>
          </p:cNvSpPr>
          <p:nvPr>
            <p:ph type="title" idx="4294967295"/>
          </p:nvPr>
        </p:nvSpPr>
        <p:spPr>
          <a:xfrm>
            <a:off x="457200" y="197432"/>
            <a:ext cx="8229600" cy="1143000"/>
          </a:xfrm>
        </p:spPr>
        <p:txBody>
          <a:bodyPr>
            <a:normAutofit/>
          </a:bodyPr>
          <a:lstStyle/>
          <a:p>
            <a:r>
              <a:rPr kumimoji="1" lang="en-US" altLang="zh-CN" sz="3600" b="1" dirty="0">
                <a:latin typeface="Times New Roman" panose="02020603050405020304" pitchFamily="18" charset="0"/>
                <a:cs typeface="Times New Roman" panose="02020603050405020304" pitchFamily="18" charset="0"/>
              </a:rPr>
              <a:t>Amdahl</a:t>
            </a:r>
            <a:r>
              <a:rPr kumimoji="1" lang="zh-CN" altLang="en-US" sz="3600" b="1" dirty="0">
                <a:latin typeface="Times New Roman" panose="02020603050405020304" pitchFamily="18" charset="0"/>
                <a:cs typeface="Times New Roman" panose="02020603050405020304" pitchFamily="18" charset="0"/>
              </a:rPr>
              <a:t>定律练习</a:t>
            </a:r>
          </a:p>
        </p:txBody>
      </p:sp>
      <p:grpSp>
        <p:nvGrpSpPr>
          <p:cNvPr id="99331" name="Group 16"/>
          <p:cNvGrpSpPr/>
          <p:nvPr/>
        </p:nvGrpSpPr>
        <p:grpSpPr bwMode="auto">
          <a:xfrm>
            <a:off x="774700" y="1700213"/>
            <a:ext cx="3187700" cy="414337"/>
            <a:chOff x="724" y="3024"/>
            <a:chExt cx="2008" cy="261"/>
          </a:xfrm>
        </p:grpSpPr>
        <p:sp>
          <p:nvSpPr>
            <p:cNvPr id="99340" name="Rectangle 5"/>
            <p:cNvSpPr>
              <a:spLocks noChangeArrowheads="1"/>
            </p:cNvSpPr>
            <p:nvPr/>
          </p:nvSpPr>
          <p:spPr bwMode="auto">
            <a:xfrm>
              <a:off x="724" y="3024"/>
              <a:ext cx="664" cy="261"/>
            </a:xfrm>
            <a:prstGeom prst="rect">
              <a:avLst/>
            </a:prstGeom>
            <a:solidFill>
              <a:srgbClr val="FF0000"/>
            </a:solidFill>
            <a:ln w="12700">
              <a:solidFill>
                <a:srgbClr val="000066"/>
              </a:solidFill>
              <a:miter lim="800000"/>
            </a:ln>
          </p:spPr>
          <p:txBody>
            <a:bodyPr wrap="none" anchor="ctr"/>
            <a:lstStyle/>
            <a:p>
              <a:endParaRPr lang="zh-CN" altLang="en-US" sz="1800"/>
            </a:p>
          </p:txBody>
        </p:sp>
        <p:sp>
          <p:nvSpPr>
            <p:cNvPr id="99341" name="Rectangle 6"/>
            <p:cNvSpPr>
              <a:spLocks noChangeArrowheads="1"/>
            </p:cNvSpPr>
            <p:nvPr/>
          </p:nvSpPr>
          <p:spPr bwMode="auto">
            <a:xfrm>
              <a:off x="1396" y="3024"/>
              <a:ext cx="664" cy="261"/>
            </a:xfrm>
            <a:prstGeom prst="rect">
              <a:avLst/>
            </a:prstGeom>
            <a:solidFill>
              <a:srgbClr val="00FF00"/>
            </a:solidFill>
            <a:ln w="12700">
              <a:solidFill>
                <a:srgbClr val="000066"/>
              </a:solidFill>
              <a:miter lim="800000"/>
            </a:ln>
          </p:spPr>
          <p:txBody>
            <a:bodyPr wrap="none" anchor="ctr"/>
            <a:lstStyle/>
            <a:p>
              <a:endParaRPr lang="zh-CN" altLang="en-US" sz="1800"/>
            </a:p>
          </p:txBody>
        </p:sp>
        <p:sp>
          <p:nvSpPr>
            <p:cNvPr id="99342" name="Rectangle 7"/>
            <p:cNvSpPr>
              <a:spLocks noChangeArrowheads="1"/>
            </p:cNvSpPr>
            <p:nvPr/>
          </p:nvSpPr>
          <p:spPr bwMode="auto">
            <a:xfrm>
              <a:off x="2068" y="3024"/>
              <a:ext cx="664" cy="261"/>
            </a:xfrm>
            <a:prstGeom prst="rect">
              <a:avLst/>
            </a:prstGeom>
            <a:solidFill>
              <a:srgbClr val="FF0000"/>
            </a:solidFill>
            <a:ln w="12700">
              <a:solidFill>
                <a:srgbClr val="000066"/>
              </a:solidFill>
              <a:miter lim="800000"/>
            </a:ln>
          </p:spPr>
          <p:txBody>
            <a:bodyPr wrap="none" anchor="ctr"/>
            <a:lstStyle/>
            <a:p>
              <a:endParaRPr lang="zh-CN" altLang="en-US" sz="1800"/>
            </a:p>
          </p:txBody>
        </p:sp>
      </p:grpSp>
      <p:grpSp>
        <p:nvGrpSpPr>
          <p:cNvPr id="99332" name="Group 15"/>
          <p:cNvGrpSpPr/>
          <p:nvPr/>
        </p:nvGrpSpPr>
        <p:grpSpPr bwMode="auto">
          <a:xfrm>
            <a:off x="850900" y="3148013"/>
            <a:ext cx="2730500" cy="414337"/>
            <a:chOff x="3412" y="3024"/>
            <a:chExt cx="1720" cy="261"/>
          </a:xfrm>
        </p:grpSpPr>
        <p:sp>
          <p:nvSpPr>
            <p:cNvPr id="99337" name="Rectangle 8"/>
            <p:cNvSpPr>
              <a:spLocks noChangeArrowheads="1"/>
            </p:cNvSpPr>
            <p:nvPr/>
          </p:nvSpPr>
          <p:spPr bwMode="auto">
            <a:xfrm>
              <a:off x="3412" y="3024"/>
              <a:ext cx="664" cy="261"/>
            </a:xfrm>
            <a:prstGeom prst="rect">
              <a:avLst/>
            </a:prstGeom>
            <a:solidFill>
              <a:srgbClr val="FF0000"/>
            </a:solidFill>
            <a:ln w="12700">
              <a:solidFill>
                <a:srgbClr val="000066"/>
              </a:solidFill>
              <a:miter lim="800000"/>
            </a:ln>
          </p:spPr>
          <p:txBody>
            <a:bodyPr wrap="none" anchor="ctr"/>
            <a:lstStyle/>
            <a:p>
              <a:endParaRPr lang="zh-CN" altLang="en-US" sz="1800"/>
            </a:p>
          </p:txBody>
        </p:sp>
        <p:sp>
          <p:nvSpPr>
            <p:cNvPr id="99338" name="Rectangle 9"/>
            <p:cNvSpPr>
              <a:spLocks noChangeArrowheads="1"/>
            </p:cNvSpPr>
            <p:nvPr/>
          </p:nvSpPr>
          <p:spPr bwMode="auto">
            <a:xfrm>
              <a:off x="4084" y="3024"/>
              <a:ext cx="376" cy="261"/>
            </a:xfrm>
            <a:prstGeom prst="rect">
              <a:avLst/>
            </a:prstGeom>
            <a:solidFill>
              <a:srgbClr val="00FF00"/>
            </a:solidFill>
            <a:ln w="12700">
              <a:solidFill>
                <a:srgbClr val="000066"/>
              </a:solidFill>
              <a:miter lim="800000"/>
            </a:ln>
          </p:spPr>
          <p:txBody>
            <a:bodyPr wrap="none" anchor="ctr"/>
            <a:lstStyle/>
            <a:p>
              <a:endParaRPr lang="zh-CN" altLang="en-US" sz="1800"/>
            </a:p>
          </p:txBody>
        </p:sp>
        <p:sp>
          <p:nvSpPr>
            <p:cNvPr id="99339" name="Rectangle 10"/>
            <p:cNvSpPr>
              <a:spLocks noChangeArrowheads="1"/>
            </p:cNvSpPr>
            <p:nvPr/>
          </p:nvSpPr>
          <p:spPr bwMode="auto">
            <a:xfrm>
              <a:off x="4468" y="3024"/>
              <a:ext cx="664" cy="261"/>
            </a:xfrm>
            <a:prstGeom prst="rect">
              <a:avLst/>
            </a:prstGeom>
            <a:solidFill>
              <a:srgbClr val="FF0000"/>
            </a:solidFill>
            <a:ln w="12700">
              <a:solidFill>
                <a:srgbClr val="000066"/>
              </a:solidFill>
              <a:miter lim="800000"/>
            </a:ln>
          </p:spPr>
          <p:txBody>
            <a:bodyPr wrap="none" anchor="ctr"/>
            <a:lstStyle/>
            <a:p>
              <a:endParaRPr lang="zh-CN" altLang="en-US" sz="1800"/>
            </a:p>
          </p:txBody>
        </p:sp>
      </p:grpSp>
      <p:sp>
        <p:nvSpPr>
          <p:cNvPr id="99333" name="Line 11"/>
          <p:cNvSpPr>
            <a:spLocks noChangeShapeType="1"/>
          </p:cNvSpPr>
          <p:nvPr/>
        </p:nvSpPr>
        <p:spPr bwMode="auto">
          <a:xfrm>
            <a:off x="2268538" y="2462213"/>
            <a:ext cx="0" cy="457200"/>
          </a:xfrm>
          <a:prstGeom prst="line">
            <a:avLst/>
          </a:prstGeom>
          <a:noFill/>
          <a:ln w="38100" cmpd="dbl">
            <a:solidFill>
              <a:srgbClr val="000066"/>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99334" name="Object 17"/>
          <p:cNvGraphicFramePr>
            <a:graphicFrameLocks noChangeAspect="1"/>
          </p:cNvGraphicFramePr>
          <p:nvPr/>
        </p:nvGraphicFramePr>
        <p:xfrm>
          <a:off x="4756422" y="2564904"/>
          <a:ext cx="3187700" cy="1377950"/>
        </p:xfrm>
        <a:graphic>
          <a:graphicData uri="http://schemas.openxmlformats.org/presentationml/2006/ole">
            <mc:AlternateContent xmlns:mc="http://schemas.openxmlformats.org/markup-compatibility/2006">
              <mc:Choice xmlns:v="urn:schemas-microsoft-com:vml" Requires="v">
                <p:oleObj name="Microsoft 公式 3.0" r:id="rId2" imgW="1320800" imgH="838200" progId="Equation.3">
                  <p:embed/>
                </p:oleObj>
              </mc:Choice>
              <mc:Fallback>
                <p:oleObj name="Microsoft 公式 3.0" r:id="rId2" imgW="1320800" imgH="838200" progId="Equation.3">
                  <p:embed/>
                  <p:pic>
                    <p:nvPicPr>
                      <p:cNvPr id="99334" name="Object 1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56422" y="2564904"/>
                        <a:ext cx="3187700" cy="1377950"/>
                      </a:xfrm>
                      <a:prstGeom prst="rect">
                        <a:avLst/>
                      </a:prstGeom>
                      <a:noFill/>
                      <a:ln>
                        <a:noFill/>
                      </a:ln>
                      <a:effectLst/>
                    </p:spPr>
                  </p:pic>
                </p:oleObj>
              </mc:Fallback>
            </mc:AlternateContent>
          </a:graphicData>
        </a:graphic>
      </p:graphicFrame>
      <p:sp>
        <p:nvSpPr>
          <p:cNvPr id="99336" name="Text Box 15"/>
          <p:cNvSpPr txBox="1">
            <a:spLocks noChangeArrowheads="1"/>
          </p:cNvSpPr>
          <p:nvPr/>
        </p:nvSpPr>
        <p:spPr bwMode="auto">
          <a:xfrm>
            <a:off x="4355976" y="1469380"/>
            <a:ext cx="398859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800" b="1">
                <a:solidFill>
                  <a:schemeClr val="tx1"/>
                </a:solidFill>
                <a:latin typeface="宋体" panose="02010600030101010101" pitchFamily="2" charset="-122"/>
                <a:ea typeface="宋体" panose="02010600030101010101" pitchFamily="2" charset="-122"/>
              </a:defRPr>
            </a:lvl1pPr>
            <a:lvl2pPr marL="742950" indent="-285750" eaLnBrk="0" hangingPunct="0">
              <a:defRPr kumimoji="1" sz="800" b="1">
                <a:solidFill>
                  <a:schemeClr val="tx1"/>
                </a:solidFill>
                <a:latin typeface="宋体" panose="02010600030101010101" pitchFamily="2" charset="-122"/>
                <a:ea typeface="宋体" panose="02010600030101010101" pitchFamily="2" charset="-122"/>
              </a:defRPr>
            </a:lvl2pPr>
            <a:lvl3pPr marL="1143000" indent="-228600" eaLnBrk="0" hangingPunct="0">
              <a:defRPr kumimoji="1" sz="800" b="1">
                <a:solidFill>
                  <a:schemeClr val="tx1"/>
                </a:solidFill>
                <a:latin typeface="宋体" panose="02010600030101010101" pitchFamily="2" charset="-122"/>
                <a:ea typeface="宋体" panose="02010600030101010101" pitchFamily="2" charset="-122"/>
              </a:defRPr>
            </a:lvl3pPr>
            <a:lvl4pPr marL="1600200" indent="-228600" eaLnBrk="0" hangingPunct="0">
              <a:defRPr kumimoji="1" sz="800" b="1">
                <a:solidFill>
                  <a:schemeClr val="tx1"/>
                </a:solidFill>
                <a:latin typeface="宋体" panose="02010600030101010101" pitchFamily="2" charset="-122"/>
                <a:ea typeface="宋体" panose="02010600030101010101" pitchFamily="2" charset="-122"/>
              </a:defRPr>
            </a:lvl4pPr>
            <a:lvl5pPr marL="2057400" indent="-228600" eaLnBrk="0" hangingPunct="0">
              <a:defRPr kumimoji="1" sz="8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9pPr>
          </a:lstStyle>
          <a:p>
            <a:pPr eaLnBrk="1" hangingPunct="1"/>
            <a:r>
              <a:rPr lang="zh-CN" altLang="en-US" sz="2400" dirty="0">
                <a:latin typeface="Verdana" panose="020B0604030504040204" pitchFamily="34" charset="0"/>
              </a:rPr>
              <a:t>程序的最大加速比</a:t>
            </a:r>
            <a:r>
              <a:rPr lang="en-US" altLang="zh-CN" sz="2400" i="1" dirty="0" err="1">
                <a:latin typeface="Verdana" panose="020B0604030504040204" pitchFamily="34" charset="0"/>
              </a:rPr>
              <a:t>S</a:t>
            </a:r>
            <a:r>
              <a:rPr lang="en-US" altLang="zh-CN" sz="2400" i="1" baseline="-25000" dirty="0" err="1">
                <a:latin typeface="Verdana" panose="020B0604030504040204" pitchFamily="34" charset="0"/>
              </a:rPr>
              <a:t>max</a:t>
            </a:r>
            <a:r>
              <a:rPr lang="zh-CN" altLang="en-US" sz="2400" dirty="0">
                <a:latin typeface="Verdana" panose="020B0604030504040204" pitchFamily="34" charset="0"/>
              </a:rPr>
              <a:t>为：</a:t>
            </a:r>
          </a:p>
        </p:txBody>
      </p:sp>
      <p:sp>
        <p:nvSpPr>
          <p:cNvPr id="5" name="日期占位符 1">
            <a:extLst>
              <a:ext uri="{FF2B5EF4-FFF2-40B4-BE49-F238E27FC236}">
                <a16:creationId xmlns:a16="http://schemas.microsoft.com/office/drawing/2014/main" id="{CD6F63D4-83B0-6A25-9F9E-23D28431CA91}"/>
              </a:ext>
            </a:extLst>
          </p:cNvPr>
          <p:cNvSpPr>
            <a:spLocks noGrp="1"/>
          </p:cNvSpPr>
          <p:nvPr>
            <p:ph type="dt" sz="half" idx="10"/>
          </p:nvPr>
        </p:nvSpPr>
        <p:spPr>
          <a:xfrm>
            <a:off x="457200" y="6356350"/>
            <a:ext cx="2133600" cy="365125"/>
          </a:xfrm>
        </p:spPr>
        <p:txBody>
          <a:bodyPr/>
          <a:lstStyle/>
          <a:p>
            <a:pPr>
              <a:defRPr/>
            </a:pPr>
            <a:fld id="{4349BE7F-346D-41C2-AC16-4B645E86F7D0}" type="datetime1">
              <a:rPr lang="zh-CN" altLang="en-US" smtClean="0"/>
              <a:t>2025/9/16</a:t>
            </a:fld>
            <a:endParaRPr lang="en-US" altLang="zh-CN" dirty="0"/>
          </a:p>
        </p:txBody>
      </p:sp>
      <p:sp>
        <p:nvSpPr>
          <p:cNvPr id="6" name="页脚占位符 3">
            <a:extLst>
              <a:ext uri="{FF2B5EF4-FFF2-40B4-BE49-F238E27FC236}">
                <a16:creationId xmlns:a16="http://schemas.microsoft.com/office/drawing/2014/main" id="{477FF922-08BF-F296-B2F5-9D910C3E84C8}"/>
              </a:ext>
            </a:extLst>
          </p:cNvPr>
          <p:cNvSpPr>
            <a:spLocks noGrp="1"/>
          </p:cNvSpPr>
          <p:nvPr>
            <p:ph type="ftr" sz="quarter" idx="11"/>
          </p:nvPr>
        </p:nvSpPr>
        <p:spPr>
          <a:xfrm>
            <a:off x="3124200" y="6356350"/>
            <a:ext cx="2895600" cy="365125"/>
          </a:xfrm>
        </p:spPr>
        <p:txBody>
          <a:bodyPr/>
          <a:lstStyle/>
          <a:p>
            <a:pPr>
              <a:defRPr/>
            </a:pPr>
            <a:r>
              <a:rPr lang="zh-CN" altLang="en-US"/>
              <a:t>计算学部 刘宏伟</a:t>
            </a:r>
            <a:endParaRPr lang="en-US" altLang="zh-CN"/>
          </a:p>
        </p:txBody>
      </p:sp>
      <p:sp>
        <p:nvSpPr>
          <p:cNvPr id="7" name="灯片编号占位符 4">
            <a:extLst>
              <a:ext uri="{FF2B5EF4-FFF2-40B4-BE49-F238E27FC236}">
                <a16:creationId xmlns:a16="http://schemas.microsoft.com/office/drawing/2014/main" id="{138FEB11-D446-A7C3-F7C9-7A0BE0EE51DB}"/>
              </a:ext>
            </a:extLst>
          </p:cNvPr>
          <p:cNvSpPr>
            <a:spLocks noGrp="1"/>
          </p:cNvSpPr>
          <p:nvPr>
            <p:ph type="sldNum" sz="quarter" idx="12"/>
          </p:nvPr>
        </p:nvSpPr>
        <p:spPr>
          <a:xfrm>
            <a:off x="6553200" y="6356350"/>
            <a:ext cx="2133600" cy="365125"/>
          </a:xfrm>
        </p:spPr>
        <p:txBody>
          <a:bodyPr/>
          <a:lstStyle/>
          <a:p>
            <a:pPr>
              <a:defRPr/>
            </a:pPr>
            <a:fld id="{8BCAC33D-D29A-48B3-BCD6-381D3D720D26}" type="slidenum">
              <a:rPr lang="zh-CN" altLang="en-US" smtClean="0"/>
              <a:t>12</a:t>
            </a:fld>
            <a:endParaRPr lang="en-US" altLang="zh-CN"/>
          </a:p>
        </p:txBody>
      </p:sp>
    </p:spTree>
    <p:extLst>
      <p:ext uri="{BB962C8B-B14F-4D97-AF65-F5344CB8AC3E}">
        <p14:creationId xmlns:p14="http://schemas.microsoft.com/office/powerpoint/2010/main" val="3009026460"/>
      </p:ext>
    </p:extLst>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6"/>
          <p:cNvSpPr>
            <a:spLocks noGrp="1" noChangeArrowheads="1"/>
          </p:cNvSpPr>
          <p:nvPr>
            <p:ph type="title" idx="4294967295"/>
          </p:nvPr>
        </p:nvSpPr>
        <p:spPr/>
        <p:txBody>
          <a:bodyPr>
            <a:normAutofit/>
          </a:bodyPr>
          <a:lstStyle/>
          <a:p>
            <a:r>
              <a:rPr kumimoji="1" lang="zh-CN" altLang="en-US" sz="3600" b="1" dirty="0">
                <a:latin typeface="+mj-ea"/>
                <a:cs typeface="+mn-cs"/>
              </a:rPr>
              <a:t>程序局部性</a:t>
            </a:r>
          </a:p>
        </p:txBody>
      </p:sp>
      <p:sp>
        <p:nvSpPr>
          <p:cNvPr id="102403" name="Rectangle 7"/>
          <p:cNvSpPr>
            <a:spLocks noGrp="1" noChangeArrowheads="1"/>
          </p:cNvSpPr>
          <p:nvPr>
            <p:ph type="body" idx="4294967295"/>
          </p:nvPr>
        </p:nvSpPr>
        <p:spPr>
          <a:xfrm>
            <a:off x="323528" y="1600200"/>
            <a:ext cx="8784976" cy="4525963"/>
          </a:xfrm>
        </p:spPr>
        <p:txBody>
          <a:bodyPr>
            <a:normAutofit/>
          </a:bodyPr>
          <a:lstStyle/>
          <a:p>
            <a:r>
              <a:rPr lang="zh-CN" altLang="en-US" sz="2400" b="1" dirty="0">
                <a:latin typeface="+mj-ea"/>
                <a:ea typeface="+mj-ea"/>
              </a:rPr>
              <a:t>程序访问地址的分布不是随机的，而是相对地簇聚</a:t>
            </a:r>
          </a:p>
          <a:p>
            <a:pPr lvl="1"/>
            <a:r>
              <a:rPr lang="zh-CN" altLang="en-US" sz="2400" b="1" dirty="0">
                <a:latin typeface="+mj-ea"/>
                <a:ea typeface="+mj-ea"/>
              </a:rPr>
              <a:t>包括时间局部性和程序的空间局部性</a:t>
            </a:r>
          </a:p>
          <a:p>
            <a:r>
              <a:rPr lang="zh-CN" altLang="en-US" sz="2400" b="1" dirty="0">
                <a:latin typeface="+mj-ea"/>
                <a:ea typeface="+mj-ea"/>
              </a:rPr>
              <a:t>程序的时间局部性</a:t>
            </a:r>
          </a:p>
          <a:p>
            <a:pPr lvl="1"/>
            <a:r>
              <a:rPr lang="zh-CN" altLang="en-US" sz="2400" b="1" dirty="0">
                <a:latin typeface="+mj-ea"/>
                <a:ea typeface="+mj-ea"/>
              </a:rPr>
              <a:t>程序即将用到的信息很可能就是目前正在使用的信息</a:t>
            </a:r>
          </a:p>
          <a:p>
            <a:r>
              <a:rPr lang="zh-CN" altLang="en-US" sz="2400" b="1" dirty="0">
                <a:latin typeface="+mj-ea"/>
                <a:ea typeface="+mj-ea"/>
              </a:rPr>
              <a:t>程序的空间局部性</a:t>
            </a:r>
          </a:p>
          <a:p>
            <a:pPr lvl="1"/>
            <a:r>
              <a:rPr lang="zh-CN" altLang="en-US" sz="2400" b="1" dirty="0">
                <a:latin typeface="+mj-ea"/>
                <a:ea typeface="+mj-ea"/>
              </a:rPr>
              <a:t>程序即将用到的信息很可能与目前正在使用的信息在空间上相邻或者临近 </a:t>
            </a:r>
          </a:p>
          <a:p>
            <a:r>
              <a:rPr lang="zh-CN" altLang="en-US" sz="2400" b="1" dirty="0">
                <a:latin typeface="+mj-ea"/>
                <a:ea typeface="+mj-ea"/>
              </a:rPr>
              <a:t>其他局部性</a:t>
            </a:r>
          </a:p>
          <a:p>
            <a:pPr lvl="1"/>
            <a:r>
              <a:rPr lang="zh-CN" altLang="en-US" sz="2400" b="1" dirty="0">
                <a:latin typeface="+mj-ea"/>
                <a:ea typeface="+mj-ea"/>
              </a:rPr>
              <a:t>生产</a:t>
            </a:r>
            <a:r>
              <a:rPr lang="en-US" altLang="zh-CN" sz="2400" b="1" dirty="0">
                <a:latin typeface="+mj-ea"/>
                <a:ea typeface="+mj-ea"/>
              </a:rPr>
              <a:t>-</a:t>
            </a:r>
            <a:r>
              <a:rPr lang="zh-CN" altLang="en-US" sz="2400" b="1" dirty="0">
                <a:latin typeface="+mj-ea"/>
                <a:ea typeface="+mj-ea"/>
              </a:rPr>
              <a:t>消费局部性</a:t>
            </a:r>
          </a:p>
        </p:txBody>
      </p:sp>
      <p:sp>
        <p:nvSpPr>
          <p:cNvPr id="5" name="日期占位符 1">
            <a:extLst>
              <a:ext uri="{FF2B5EF4-FFF2-40B4-BE49-F238E27FC236}">
                <a16:creationId xmlns:a16="http://schemas.microsoft.com/office/drawing/2014/main" id="{39ECB060-C1D9-3202-B199-9D73601C855D}"/>
              </a:ext>
            </a:extLst>
          </p:cNvPr>
          <p:cNvSpPr>
            <a:spLocks noGrp="1"/>
          </p:cNvSpPr>
          <p:nvPr>
            <p:ph type="dt" sz="half" idx="10"/>
          </p:nvPr>
        </p:nvSpPr>
        <p:spPr>
          <a:xfrm>
            <a:off x="457200" y="6356350"/>
            <a:ext cx="2133600" cy="365125"/>
          </a:xfrm>
        </p:spPr>
        <p:txBody>
          <a:bodyPr/>
          <a:lstStyle/>
          <a:p>
            <a:pPr>
              <a:defRPr/>
            </a:pPr>
            <a:fld id="{4349BE7F-346D-41C2-AC16-4B645E86F7D0}" type="datetime1">
              <a:rPr lang="zh-CN" altLang="en-US" smtClean="0"/>
              <a:t>2025/9/16</a:t>
            </a:fld>
            <a:endParaRPr lang="en-US" altLang="zh-CN" dirty="0"/>
          </a:p>
        </p:txBody>
      </p:sp>
      <p:sp>
        <p:nvSpPr>
          <p:cNvPr id="6" name="页脚占位符 3">
            <a:extLst>
              <a:ext uri="{FF2B5EF4-FFF2-40B4-BE49-F238E27FC236}">
                <a16:creationId xmlns:a16="http://schemas.microsoft.com/office/drawing/2014/main" id="{01C29F80-E569-8425-5DB6-F774CE7A9617}"/>
              </a:ext>
            </a:extLst>
          </p:cNvPr>
          <p:cNvSpPr>
            <a:spLocks noGrp="1"/>
          </p:cNvSpPr>
          <p:nvPr>
            <p:ph type="ftr" sz="quarter" idx="11"/>
          </p:nvPr>
        </p:nvSpPr>
        <p:spPr>
          <a:xfrm>
            <a:off x="3124200" y="6356350"/>
            <a:ext cx="2895600" cy="365125"/>
          </a:xfrm>
        </p:spPr>
        <p:txBody>
          <a:bodyPr/>
          <a:lstStyle/>
          <a:p>
            <a:pPr>
              <a:defRPr/>
            </a:pPr>
            <a:r>
              <a:rPr lang="zh-CN" altLang="en-US"/>
              <a:t>计算学部 刘宏伟</a:t>
            </a:r>
            <a:endParaRPr lang="en-US" altLang="zh-CN"/>
          </a:p>
        </p:txBody>
      </p:sp>
      <p:sp>
        <p:nvSpPr>
          <p:cNvPr id="7" name="灯片编号占位符 4">
            <a:extLst>
              <a:ext uri="{FF2B5EF4-FFF2-40B4-BE49-F238E27FC236}">
                <a16:creationId xmlns:a16="http://schemas.microsoft.com/office/drawing/2014/main" id="{A34B36FA-125A-3D7A-F8A2-F544E2768DC6}"/>
              </a:ext>
            </a:extLst>
          </p:cNvPr>
          <p:cNvSpPr>
            <a:spLocks noGrp="1"/>
          </p:cNvSpPr>
          <p:nvPr>
            <p:ph type="sldNum" sz="quarter" idx="12"/>
          </p:nvPr>
        </p:nvSpPr>
        <p:spPr>
          <a:xfrm>
            <a:off x="6553200" y="6356350"/>
            <a:ext cx="2133600" cy="365125"/>
          </a:xfrm>
        </p:spPr>
        <p:txBody>
          <a:bodyPr/>
          <a:lstStyle/>
          <a:p>
            <a:pPr>
              <a:defRPr/>
            </a:pPr>
            <a:fld id="{8BCAC33D-D29A-48B3-BCD6-381D3D720D26}" type="slidenum">
              <a:rPr lang="zh-CN" altLang="en-US" smtClean="0"/>
              <a:t>13</a:t>
            </a:fld>
            <a:endParaRPr lang="en-US" altLang="zh-CN"/>
          </a:p>
        </p:txBody>
      </p:sp>
    </p:spTree>
    <p:extLst>
      <p:ext uri="{BB962C8B-B14F-4D97-AF65-F5344CB8AC3E}">
        <p14:creationId xmlns:p14="http://schemas.microsoft.com/office/powerpoint/2010/main" val="2505922830"/>
      </p:ext>
    </p:extLst>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9" name="Rectangle 3" descr="Rectangle: Click to edit Master text styles&#10;Second level&#10;Third level&#10;Fourth level&#10;Fifth level"/>
          <p:cNvSpPr>
            <a:spLocks noGrp="1" noChangeArrowheads="1"/>
          </p:cNvSpPr>
          <p:nvPr>
            <p:ph type="body" idx="1"/>
          </p:nvPr>
        </p:nvSpPr>
        <p:spPr>
          <a:xfrm>
            <a:off x="234503" y="980728"/>
            <a:ext cx="8674993" cy="5363388"/>
          </a:xfrm>
        </p:spPr>
        <p:txBody>
          <a:bodyPr>
            <a:noAutofit/>
          </a:bodyPr>
          <a:lstStyle/>
          <a:p>
            <a:pPr marL="270000" lvl="1" indent="0" eaLnBrk="1" hangingPunct="1">
              <a:lnSpc>
                <a:spcPct val="110000"/>
              </a:lnSpc>
              <a:buNone/>
            </a:pPr>
            <a:r>
              <a:rPr lang="en-US" altLang="zh-CN" sz="2600" b="1" dirty="0">
                <a:latin typeface="Times New Roman" panose="02020603050405020304" pitchFamily="18" charset="0"/>
                <a:ea typeface="+mj-ea"/>
                <a:cs typeface="Times New Roman" panose="02020603050405020304" pitchFamily="18" charset="0"/>
              </a:rPr>
              <a:t>4. CPU</a:t>
            </a:r>
            <a:r>
              <a:rPr lang="zh-CN" altLang="en-US" sz="2600" b="1" dirty="0">
                <a:latin typeface="Times New Roman" panose="02020603050405020304" pitchFamily="18" charset="0"/>
                <a:ea typeface="+mj-ea"/>
                <a:cs typeface="Times New Roman" panose="02020603050405020304" pitchFamily="18" charset="0"/>
              </a:rPr>
              <a:t>性能公式</a:t>
            </a:r>
            <a:endParaRPr lang="en-US" altLang="zh-CN" sz="2600" b="1" dirty="0">
              <a:latin typeface="Times New Roman" panose="02020603050405020304" pitchFamily="18" charset="0"/>
              <a:ea typeface="+mj-ea"/>
              <a:cs typeface="Times New Roman" panose="02020603050405020304" pitchFamily="18" charset="0"/>
            </a:endParaRPr>
          </a:p>
          <a:p>
            <a:pPr marL="1085850" lvl="1" indent="-457200" eaLnBrk="1" hangingPunct="1">
              <a:lnSpc>
                <a:spcPct val="110000"/>
              </a:lnSpc>
              <a:buFont typeface="Arial" panose="020B0604020202020204" pitchFamily="34" charset="0"/>
              <a:buChar char="•"/>
            </a:pPr>
            <a:r>
              <a:rPr lang="zh-CN" altLang="en-US" sz="2400" b="1" dirty="0">
                <a:latin typeface="Times New Roman" panose="02020603050405020304" pitchFamily="18" charset="0"/>
                <a:ea typeface="+mj-ea"/>
                <a:cs typeface="Times New Roman" panose="02020603050405020304" pitchFamily="18" charset="0"/>
              </a:rPr>
              <a:t>执行一个程序所需的</a:t>
            </a:r>
            <a:r>
              <a:rPr lang="en-US" altLang="zh-CN" sz="2400" b="1" dirty="0">
                <a:latin typeface="Times New Roman" panose="02020603050405020304" pitchFamily="18" charset="0"/>
                <a:ea typeface="+mj-ea"/>
                <a:cs typeface="Times New Roman" panose="02020603050405020304" pitchFamily="18" charset="0"/>
              </a:rPr>
              <a:t>CPU</a:t>
            </a:r>
            <a:r>
              <a:rPr lang="zh-CN" altLang="en-US" sz="2400" b="1" dirty="0">
                <a:latin typeface="Times New Roman" panose="02020603050405020304" pitchFamily="18" charset="0"/>
                <a:ea typeface="+mj-ea"/>
                <a:cs typeface="Times New Roman" panose="02020603050405020304" pitchFamily="18" charset="0"/>
              </a:rPr>
              <a:t>时间</a:t>
            </a:r>
          </a:p>
          <a:p>
            <a:pPr marL="1085850" lvl="1" indent="-457200" eaLnBrk="1" hangingPunct="1">
              <a:lnSpc>
                <a:spcPct val="110000"/>
              </a:lnSpc>
              <a:buFont typeface="Wingdings" panose="05000000000000000000" pitchFamily="2" charset="2"/>
              <a:buNone/>
            </a:pPr>
            <a:r>
              <a:rPr lang="en-US" altLang="zh-CN" sz="2400" b="1" dirty="0">
                <a:latin typeface="Times New Roman" panose="02020603050405020304" pitchFamily="18" charset="0"/>
                <a:ea typeface="+mj-ea"/>
                <a:cs typeface="Times New Roman" panose="02020603050405020304" pitchFamily="18" charset="0"/>
              </a:rPr>
              <a:t>   </a:t>
            </a:r>
            <a:r>
              <a:rPr lang="en-US" altLang="zh-CN" sz="2400" b="1" dirty="0">
                <a:solidFill>
                  <a:srgbClr val="FF0000"/>
                </a:solidFill>
                <a:latin typeface="Times New Roman" panose="02020603050405020304" pitchFamily="18" charset="0"/>
                <a:ea typeface="+mj-ea"/>
                <a:cs typeface="Times New Roman" panose="02020603050405020304" pitchFamily="18" charset="0"/>
              </a:rPr>
              <a:t>CPU</a:t>
            </a:r>
            <a:r>
              <a:rPr lang="zh-CN" altLang="en-US" sz="2400" b="1" dirty="0">
                <a:solidFill>
                  <a:srgbClr val="FF0000"/>
                </a:solidFill>
                <a:latin typeface="Times New Roman" panose="02020603050405020304" pitchFamily="18" charset="0"/>
                <a:ea typeface="+mj-ea"/>
                <a:cs typeface="Times New Roman" panose="02020603050405020304" pitchFamily="18" charset="0"/>
              </a:rPr>
              <a:t>时间 </a:t>
            </a:r>
            <a:r>
              <a:rPr lang="en-US" altLang="zh-CN" sz="2400" b="1" dirty="0">
                <a:solidFill>
                  <a:srgbClr val="FF0000"/>
                </a:solidFill>
                <a:latin typeface="Times New Roman" panose="02020603050405020304" pitchFamily="18" charset="0"/>
                <a:ea typeface="+mj-ea"/>
                <a:cs typeface="Times New Roman" panose="02020603050405020304" pitchFamily="18" charset="0"/>
              </a:rPr>
              <a:t>= </a:t>
            </a:r>
            <a:r>
              <a:rPr lang="zh-CN" altLang="en-US" sz="2400" b="1" dirty="0">
                <a:solidFill>
                  <a:srgbClr val="FF0000"/>
                </a:solidFill>
                <a:latin typeface="Times New Roman" panose="02020603050405020304" pitchFamily="18" charset="0"/>
                <a:ea typeface="+mj-ea"/>
                <a:cs typeface="Times New Roman" panose="02020603050405020304" pitchFamily="18" charset="0"/>
              </a:rPr>
              <a:t>执行程序所需的时钟周期数</a:t>
            </a:r>
            <a:r>
              <a:rPr lang="en-US" altLang="zh-CN" sz="2400" b="1" dirty="0">
                <a:solidFill>
                  <a:srgbClr val="FF0000"/>
                </a:solidFill>
                <a:latin typeface="Times New Roman" panose="02020603050405020304" pitchFamily="18" charset="0"/>
                <a:ea typeface="+mj-ea"/>
                <a:cs typeface="Times New Roman" panose="02020603050405020304" pitchFamily="18" charset="0"/>
              </a:rPr>
              <a:t>×</a:t>
            </a:r>
            <a:r>
              <a:rPr lang="zh-CN" altLang="en-US" sz="2400" b="1" dirty="0">
                <a:solidFill>
                  <a:srgbClr val="FF0000"/>
                </a:solidFill>
                <a:latin typeface="Times New Roman" panose="02020603050405020304" pitchFamily="18" charset="0"/>
                <a:ea typeface="+mj-ea"/>
                <a:cs typeface="Times New Roman" panose="02020603050405020304" pitchFamily="18" charset="0"/>
              </a:rPr>
              <a:t>时钟周期时间</a:t>
            </a:r>
          </a:p>
          <a:p>
            <a:pPr marL="1085850" lvl="1" indent="-457200" eaLnBrk="1" hangingPunct="1">
              <a:lnSpc>
                <a:spcPct val="110000"/>
              </a:lnSpc>
              <a:buFont typeface="Wingdings" panose="05000000000000000000" pitchFamily="2" charset="2"/>
              <a:buNone/>
            </a:pPr>
            <a:r>
              <a:rPr lang="zh-CN" altLang="en-US" sz="2400" b="1" dirty="0">
                <a:latin typeface="Times New Roman" panose="02020603050405020304" pitchFamily="18" charset="0"/>
                <a:ea typeface="+mj-ea"/>
                <a:cs typeface="Times New Roman" panose="02020603050405020304" pitchFamily="18" charset="0"/>
              </a:rPr>
              <a:t>   其中：时钟周期时间是系统时钟频率的倒数。</a:t>
            </a:r>
          </a:p>
          <a:p>
            <a:pPr marL="1080135" lvl="1" indent="-457200" eaLnBrk="1" hangingPunct="1">
              <a:lnSpc>
                <a:spcPct val="110000"/>
              </a:lnSpc>
              <a:buFont typeface="Arial" panose="020B0604020202020204" pitchFamily="34" charset="0"/>
              <a:buChar char="•"/>
            </a:pPr>
            <a:r>
              <a:rPr lang="zh-CN" altLang="en-US" sz="2400" b="1" dirty="0">
                <a:latin typeface="Times New Roman" panose="02020603050405020304" pitchFamily="18" charset="0"/>
                <a:ea typeface="+mj-ea"/>
                <a:cs typeface="Times New Roman" panose="02020603050405020304" pitchFamily="18" charset="0"/>
              </a:rPr>
              <a:t>每条指令执行的平均时钟周期数</a:t>
            </a:r>
            <a:r>
              <a:rPr lang="en-US" altLang="zh-CN" sz="2400" b="1" dirty="0">
                <a:latin typeface="Times New Roman" panose="02020603050405020304" pitchFamily="18" charset="0"/>
                <a:ea typeface="+mj-ea"/>
                <a:cs typeface="Times New Roman" panose="02020603050405020304" pitchFamily="18" charset="0"/>
              </a:rPr>
              <a:t>CPI</a:t>
            </a:r>
          </a:p>
          <a:p>
            <a:pPr marL="1080135" lvl="1" indent="-457200" eaLnBrk="1" hangingPunct="1">
              <a:lnSpc>
                <a:spcPct val="110000"/>
              </a:lnSpc>
              <a:buNone/>
            </a:pPr>
            <a:r>
              <a:rPr lang="zh-CN" altLang="en-US" sz="2400" b="1" dirty="0">
                <a:latin typeface="Times New Roman" panose="02020603050405020304" pitchFamily="18" charset="0"/>
                <a:ea typeface="+mj-ea"/>
                <a:cs typeface="Times New Roman" panose="02020603050405020304" pitchFamily="18" charset="0"/>
              </a:rPr>
              <a:t>   </a:t>
            </a:r>
            <a:r>
              <a:rPr lang="en-US" altLang="zh-CN" sz="2400" b="1" dirty="0">
                <a:latin typeface="Times New Roman" panose="02020603050405020304" pitchFamily="18" charset="0"/>
                <a:ea typeface="+mj-ea"/>
                <a:cs typeface="Times New Roman" panose="02020603050405020304" pitchFamily="18" charset="0"/>
              </a:rPr>
              <a:t>CPI = </a:t>
            </a:r>
            <a:r>
              <a:rPr lang="zh-CN" altLang="en-US" sz="2400" b="1" dirty="0">
                <a:latin typeface="Times New Roman" panose="02020603050405020304" pitchFamily="18" charset="0"/>
                <a:ea typeface="+mj-ea"/>
                <a:cs typeface="Times New Roman" panose="02020603050405020304" pitchFamily="18" charset="0"/>
              </a:rPr>
              <a:t>执行程序所需的时钟周期数／</a:t>
            </a:r>
            <a:r>
              <a:rPr lang="en-US" altLang="zh-CN" sz="2400" b="1" dirty="0">
                <a:latin typeface="Times New Roman" panose="02020603050405020304" pitchFamily="18" charset="0"/>
                <a:ea typeface="+mj-ea"/>
                <a:cs typeface="Times New Roman" panose="02020603050405020304" pitchFamily="18" charset="0"/>
              </a:rPr>
              <a:t>IC</a:t>
            </a:r>
          </a:p>
          <a:p>
            <a:pPr marL="628650" lvl="1" indent="0" eaLnBrk="1" hangingPunct="1">
              <a:lnSpc>
                <a:spcPct val="110000"/>
              </a:lnSpc>
              <a:buNone/>
            </a:pPr>
            <a:r>
              <a:rPr lang="en-US" altLang="zh-CN" sz="2400" b="1" dirty="0">
                <a:latin typeface="Times New Roman" panose="02020603050405020304" pitchFamily="18" charset="0"/>
                <a:ea typeface="+mj-ea"/>
                <a:cs typeface="Times New Roman" panose="02020603050405020304" pitchFamily="18" charset="0"/>
              </a:rPr>
              <a:t>   IC</a:t>
            </a:r>
            <a:r>
              <a:rPr lang="zh-CN" altLang="en-US" sz="2400" b="1" dirty="0">
                <a:latin typeface="Times New Roman" panose="02020603050405020304" pitchFamily="18" charset="0"/>
                <a:ea typeface="+mj-ea"/>
                <a:cs typeface="Times New Roman" panose="02020603050405020304" pitchFamily="18" charset="0"/>
              </a:rPr>
              <a:t>：所执行的指令条数</a:t>
            </a:r>
          </a:p>
          <a:p>
            <a:pPr marL="1085850" lvl="1" indent="-457200" eaLnBrk="1" hangingPunct="1">
              <a:lnSpc>
                <a:spcPct val="110000"/>
              </a:lnSpc>
              <a:buFont typeface="Arial" panose="020B0604020202020204" pitchFamily="34" charset="0"/>
              <a:buChar char="•"/>
            </a:pPr>
            <a:r>
              <a:rPr lang="zh-CN" altLang="en-US" sz="2400" b="1" dirty="0">
                <a:latin typeface="Times New Roman" panose="02020603050405020304" pitchFamily="18" charset="0"/>
                <a:ea typeface="+mj-ea"/>
                <a:cs typeface="Times New Roman" panose="02020603050405020304" pitchFamily="18" charset="0"/>
              </a:rPr>
              <a:t>程序执行的</a:t>
            </a:r>
            <a:r>
              <a:rPr lang="en-US" altLang="zh-CN" sz="2400" b="1" dirty="0">
                <a:latin typeface="Times New Roman" panose="02020603050405020304" pitchFamily="18" charset="0"/>
                <a:ea typeface="+mj-ea"/>
                <a:cs typeface="Times New Roman" panose="02020603050405020304" pitchFamily="18" charset="0"/>
              </a:rPr>
              <a:t>CPU</a:t>
            </a:r>
            <a:r>
              <a:rPr lang="zh-CN" altLang="en-US" sz="2400" b="1" dirty="0">
                <a:latin typeface="Times New Roman" panose="02020603050405020304" pitchFamily="18" charset="0"/>
                <a:ea typeface="+mj-ea"/>
                <a:cs typeface="Times New Roman" panose="02020603050405020304" pitchFamily="18" charset="0"/>
              </a:rPr>
              <a:t>时间可以写成</a:t>
            </a:r>
          </a:p>
          <a:p>
            <a:pPr marL="628650" lvl="1" indent="0" eaLnBrk="1" hangingPunct="1">
              <a:lnSpc>
                <a:spcPct val="110000"/>
              </a:lnSpc>
              <a:buNone/>
            </a:pPr>
            <a:r>
              <a:rPr lang="zh-CN" altLang="en-US" sz="2400" b="1" dirty="0">
                <a:latin typeface="Times New Roman" panose="02020603050405020304" pitchFamily="18" charset="0"/>
                <a:ea typeface="+mj-ea"/>
                <a:cs typeface="Times New Roman" panose="02020603050405020304" pitchFamily="18" charset="0"/>
              </a:rPr>
              <a:t>   </a:t>
            </a:r>
            <a:r>
              <a:rPr lang="en-US" altLang="zh-CN" sz="2400" b="1" dirty="0">
                <a:solidFill>
                  <a:srgbClr val="FF0000"/>
                </a:solidFill>
                <a:latin typeface="Times New Roman" panose="02020603050405020304" pitchFamily="18" charset="0"/>
                <a:ea typeface="+mj-ea"/>
                <a:cs typeface="Times New Roman" panose="02020603050405020304" pitchFamily="18" charset="0"/>
              </a:rPr>
              <a:t>CPU</a:t>
            </a:r>
            <a:r>
              <a:rPr lang="zh-CN" altLang="en-US" sz="2400" b="1" dirty="0">
                <a:solidFill>
                  <a:srgbClr val="FF0000"/>
                </a:solidFill>
                <a:latin typeface="Times New Roman" panose="02020603050405020304" pitchFamily="18" charset="0"/>
                <a:ea typeface="+mj-ea"/>
                <a:cs typeface="Times New Roman" panose="02020603050405020304" pitchFamily="18" charset="0"/>
              </a:rPr>
              <a:t>时间 </a:t>
            </a:r>
            <a:r>
              <a:rPr lang="en-US" altLang="zh-CN" sz="2400" b="1" dirty="0">
                <a:solidFill>
                  <a:srgbClr val="FF0000"/>
                </a:solidFill>
                <a:latin typeface="Times New Roman" panose="02020603050405020304" pitchFamily="18" charset="0"/>
                <a:ea typeface="+mj-ea"/>
                <a:cs typeface="Times New Roman" panose="02020603050405020304" pitchFamily="18" charset="0"/>
              </a:rPr>
              <a:t>= IC ×CPI ×</a:t>
            </a:r>
            <a:r>
              <a:rPr lang="zh-CN" altLang="en-US" sz="2400" b="1" dirty="0">
                <a:solidFill>
                  <a:srgbClr val="FF0000"/>
                </a:solidFill>
                <a:latin typeface="Times New Roman" panose="02020603050405020304" pitchFamily="18" charset="0"/>
                <a:ea typeface="+mj-ea"/>
                <a:cs typeface="Times New Roman" panose="02020603050405020304" pitchFamily="18" charset="0"/>
              </a:rPr>
              <a:t>时钟周期时间 </a:t>
            </a:r>
            <a:endParaRPr lang="en-US" altLang="zh-CN" sz="2400" b="1" dirty="0">
              <a:solidFill>
                <a:srgbClr val="FF0000"/>
              </a:solidFill>
              <a:latin typeface="Times New Roman" panose="02020603050405020304" pitchFamily="18" charset="0"/>
              <a:ea typeface="+mj-ea"/>
              <a:cs typeface="Times New Roman" panose="02020603050405020304" pitchFamily="18" charset="0"/>
            </a:endParaRPr>
          </a:p>
          <a:p>
            <a:pPr marL="628650" lvl="1" indent="0">
              <a:lnSpc>
                <a:spcPct val="110000"/>
              </a:lnSpc>
              <a:buNone/>
            </a:pPr>
            <a:r>
              <a:rPr lang="zh-CN" altLang="en-US" sz="2400" b="1" dirty="0">
                <a:latin typeface="Times New Roman" panose="02020603050405020304" pitchFamily="18" charset="0"/>
                <a:ea typeface="+mj-ea"/>
                <a:cs typeface="Times New Roman" panose="02020603050405020304" pitchFamily="18" charset="0"/>
              </a:rPr>
              <a:t>   时钟周期时间：取决于硬件实现技术和计算机组成</a:t>
            </a:r>
            <a:endParaRPr lang="en-US" altLang="zh-CN" sz="2400" b="1" dirty="0">
              <a:latin typeface="Times New Roman" panose="02020603050405020304" pitchFamily="18" charset="0"/>
              <a:ea typeface="+mj-ea"/>
              <a:cs typeface="Times New Roman" panose="02020603050405020304" pitchFamily="18" charset="0"/>
            </a:endParaRPr>
          </a:p>
          <a:p>
            <a:pPr marL="628650" lvl="1" indent="0">
              <a:lnSpc>
                <a:spcPct val="110000"/>
              </a:lnSpc>
              <a:buNone/>
            </a:pPr>
            <a:r>
              <a:rPr lang="en-US" altLang="zh-CN" sz="2400" b="1" dirty="0">
                <a:latin typeface="Times New Roman" panose="02020603050405020304" pitchFamily="18" charset="0"/>
                <a:ea typeface="+mj-ea"/>
                <a:cs typeface="Times New Roman" panose="02020603050405020304" pitchFamily="18" charset="0"/>
              </a:rPr>
              <a:t>   CPI</a:t>
            </a:r>
            <a:r>
              <a:rPr lang="zh-CN" altLang="en-US" sz="2400" b="1" dirty="0">
                <a:latin typeface="Times New Roman" panose="02020603050405020304" pitchFamily="18" charset="0"/>
                <a:ea typeface="+mj-ea"/>
                <a:cs typeface="Times New Roman" panose="02020603050405020304" pitchFamily="18" charset="0"/>
              </a:rPr>
              <a:t>：取决于计算机组成和指令系统的结构；</a:t>
            </a:r>
          </a:p>
          <a:p>
            <a:pPr marL="628650" lvl="1" indent="0" eaLnBrk="1" hangingPunct="1">
              <a:lnSpc>
                <a:spcPct val="110000"/>
              </a:lnSpc>
              <a:buNone/>
            </a:pPr>
            <a:r>
              <a:rPr lang="zh-CN" altLang="en-US" sz="2400" b="1" dirty="0">
                <a:latin typeface="Times New Roman" panose="02020603050405020304" pitchFamily="18" charset="0"/>
                <a:ea typeface="+mj-ea"/>
                <a:cs typeface="Times New Roman" panose="02020603050405020304" pitchFamily="18" charset="0"/>
              </a:rPr>
              <a:t>   </a:t>
            </a:r>
            <a:r>
              <a:rPr lang="en-US" altLang="zh-CN" sz="2400" b="1" dirty="0">
                <a:latin typeface="Times New Roman" panose="02020603050405020304" pitchFamily="18" charset="0"/>
                <a:ea typeface="+mj-ea"/>
                <a:cs typeface="Times New Roman" panose="02020603050405020304" pitchFamily="18" charset="0"/>
              </a:rPr>
              <a:t>IC</a:t>
            </a:r>
            <a:r>
              <a:rPr lang="zh-CN" altLang="en-US" sz="2400" b="1" dirty="0">
                <a:latin typeface="Times New Roman" panose="02020603050405020304" pitchFamily="18" charset="0"/>
                <a:ea typeface="+mj-ea"/>
                <a:cs typeface="Times New Roman" panose="02020603050405020304" pitchFamily="18" charset="0"/>
              </a:rPr>
              <a:t>：取决于指令系统的结构和编译技术</a:t>
            </a:r>
          </a:p>
        </p:txBody>
      </p:sp>
      <p:sp>
        <p:nvSpPr>
          <p:cNvPr id="4" name="Rectangle 28"/>
          <p:cNvSpPr>
            <a:spLocks noGrp="1" noChangeArrowheads="1"/>
          </p:cNvSpPr>
          <p:nvPr>
            <p:ph type="title" idx="4294967295"/>
          </p:nvPr>
        </p:nvSpPr>
        <p:spPr>
          <a:xfrm>
            <a:off x="457200" y="33251"/>
            <a:ext cx="8229600" cy="1143000"/>
          </a:xfrm>
        </p:spPr>
        <p:txBody>
          <a:bodyPr>
            <a:normAutofit/>
          </a:bodyPr>
          <a:lstStyle/>
          <a:p>
            <a:r>
              <a:rPr kumimoji="1" lang="en-US" altLang="zh-CN" sz="3200" b="1" dirty="0">
                <a:latin typeface="Times New Roman" panose="02020603050405020304" pitchFamily="18" charset="0"/>
                <a:cs typeface="Times New Roman" panose="02020603050405020304" pitchFamily="18" charset="0"/>
              </a:rPr>
              <a:t>1.3.3 </a:t>
            </a:r>
            <a:r>
              <a:rPr kumimoji="1" lang="zh-CN" altLang="en-US" sz="3200" b="1" dirty="0">
                <a:latin typeface="Times New Roman" panose="02020603050405020304" pitchFamily="18" charset="0"/>
                <a:cs typeface="Times New Roman" panose="02020603050405020304" pitchFamily="18" charset="0"/>
              </a:rPr>
              <a:t>量化设计的基本原则</a:t>
            </a:r>
          </a:p>
        </p:txBody>
      </p:sp>
      <p:sp>
        <p:nvSpPr>
          <p:cNvPr id="2" name="日期占位符 1">
            <a:extLst>
              <a:ext uri="{FF2B5EF4-FFF2-40B4-BE49-F238E27FC236}">
                <a16:creationId xmlns:a16="http://schemas.microsoft.com/office/drawing/2014/main" id="{E192E7D2-E46F-02A9-2E2E-AEFDC075AA0A}"/>
              </a:ext>
            </a:extLst>
          </p:cNvPr>
          <p:cNvSpPr>
            <a:spLocks noGrp="1"/>
          </p:cNvSpPr>
          <p:nvPr>
            <p:ph type="dt" sz="half" idx="10"/>
          </p:nvPr>
        </p:nvSpPr>
        <p:spPr/>
        <p:txBody>
          <a:bodyPr/>
          <a:lstStyle/>
          <a:p>
            <a:pPr>
              <a:defRPr/>
            </a:pPr>
            <a:fld id="{B050D267-AABD-4643-9761-65DCDAEF2017}" type="datetime1">
              <a:rPr lang="zh-CN" altLang="en-US" smtClean="0"/>
              <a:t>2025/9/16</a:t>
            </a:fld>
            <a:endParaRPr lang="en-US" altLang="zh-CN"/>
          </a:p>
        </p:txBody>
      </p:sp>
      <p:sp>
        <p:nvSpPr>
          <p:cNvPr id="3" name="页脚占位符 2">
            <a:extLst>
              <a:ext uri="{FF2B5EF4-FFF2-40B4-BE49-F238E27FC236}">
                <a16:creationId xmlns:a16="http://schemas.microsoft.com/office/drawing/2014/main" id="{75EC1F3F-14E4-34D3-ECFB-D4E830C77789}"/>
              </a:ext>
            </a:extLst>
          </p:cNvPr>
          <p:cNvSpPr>
            <a:spLocks noGrp="1"/>
          </p:cNvSpPr>
          <p:nvPr>
            <p:ph type="ftr" sz="quarter" idx="11"/>
          </p:nvPr>
        </p:nvSpPr>
        <p:spPr/>
        <p:txBody>
          <a:bodyPr/>
          <a:lstStyle/>
          <a:p>
            <a:pPr>
              <a:defRPr/>
            </a:pPr>
            <a:r>
              <a:rPr lang="zh-CN" altLang="en-US"/>
              <a:t>计算学部 刘宏伟</a:t>
            </a:r>
            <a:endParaRPr lang="en-US" altLang="zh-CN"/>
          </a:p>
        </p:txBody>
      </p:sp>
      <p:sp>
        <p:nvSpPr>
          <p:cNvPr id="5" name="灯片编号占位符 4">
            <a:extLst>
              <a:ext uri="{FF2B5EF4-FFF2-40B4-BE49-F238E27FC236}">
                <a16:creationId xmlns:a16="http://schemas.microsoft.com/office/drawing/2014/main" id="{976B4CFF-77D8-645A-0B07-98DE815D0735}"/>
              </a:ext>
            </a:extLst>
          </p:cNvPr>
          <p:cNvSpPr>
            <a:spLocks noGrp="1"/>
          </p:cNvSpPr>
          <p:nvPr>
            <p:ph type="sldNum" sz="quarter" idx="12"/>
          </p:nvPr>
        </p:nvSpPr>
        <p:spPr/>
        <p:txBody>
          <a:bodyPr/>
          <a:lstStyle/>
          <a:p>
            <a:pPr>
              <a:defRPr/>
            </a:pPr>
            <a:fld id="{8BCAC33D-D29A-48B3-BCD6-381D3D720D26}" type="slidenum">
              <a:rPr lang="zh-CN" altLang="en-US" smtClean="0"/>
              <a:t>14</a:t>
            </a:fld>
            <a:endParaRPr lang="en-US" altLang="zh-CN"/>
          </a:p>
        </p:txBody>
      </p:sp>
    </p:spTree>
    <p:extLst>
      <p:ext uri="{BB962C8B-B14F-4D97-AF65-F5344CB8AC3E}">
        <p14:creationId xmlns:p14="http://schemas.microsoft.com/office/powerpoint/2010/main" val="695293104"/>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Rectangle 23"/>
          <p:cNvSpPr>
            <a:spLocks noGrp="1" noChangeArrowheads="1"/>
          </p:cNvSpPr>
          <p:nvPr>
            <p:ph type="title" idx="4294967295"/>
          </p:nvPr>
        </p:nvSpPr>
        <p:spPr>
          <a:xfrm>
            <a:off x="457200" y="116632"/>
            <a:ext cx="8229600" cy="1143000"/>
          </a:xfrm>
        </p:spPr>
        <p:txBody>
          <a:bodyPr>
            <a:normAutofit/>
          </a:bodyPr>
          <a:lstStyle/>
          <a:p>
            <a:pPr eaLnBrk="1" hangingPunct="1"/>
            <a:r>
              <a:rPr kumimoji="1" lang="en-US" altLang="zh-CN" sz="3600" b="1" dirty="0">
                <a:latin typeface="Times New Roman" panose="02020603050405020304" pitchFamily="18" charset="0"/>
                <a:cs typeface="Times New Roman" panose="02020603050405020304" pitchFamily="18" charset="0"/>
              </a:rPr>
              <a:t>CPU</a:t>
            </a:r>
            <a:r>
              <a:rPr kumimoji="1" lang="zh-CN" altLang="en-US" sz="3600" b="1" dirty="0">
                <a:latin typeface="Times New Roman" panose="02020603050405020304" pitchFamily="18" charset="0"/>
                <a:cs typeface="Times New Roman" panose="02020603050405020304" pitchFamily="18" charset="0"/>
              </a:rPr>
              <a:t>性能公式</a:t>
            </a:r>
          </a:p>
        </p:txBody>
      </p:sp>
      <p:sp>
        <p:nvSpPr>
          <p:cNvPr id="2053" name="Rectangle 24"/>
          <p:cNvSpPr>
            <a:spLocks noGrp="1" noChangeArrowheads="1"/>
          </p:cNvSpPr>
          <p:nvPr>
            <p:ph type="body" idx="4294967295"/>
          </p:nvPr>
        </p:nvSpPr>
        <p:spPr>
          <a:xfrm>
            <a:off x="539750" y="1052513"/>
            <a:ext cx="8001000" cy="4613275"/>
          </a:xfrm>
          <a:noFill/>
        </p:spPr>
        <p:txBody>
          <a:bodyPr/>
          <a:lstStyle/>
          <a:p>
            <a:pPr eaLnBrk="1" hangingPunct="1">
              <a:lnSpc>
                <a:spcPct val="150000"/>
              </a:lnSpc>
            </a:pPr>
            <a:r>
              <a:rPr lang="zh-CN" altLang="en-US" sz="2600" dirty="0">
                <a:latin typeface="Verdana" panose="020B0604030504040204" pitchFamily="34" charset="0"/>
                <a:ea typeface="华文中宋" panose="02010600040101010101" pitchFamily="2" charset="-122"/>
              </a:rPr>
              <a:t>假设计算机系统有</a:t>
            </a:r>
            <a:r>
              <a:rPr lang="en-US" altLang="zh-CN" sz="2600" i="1" dirty="0">
                <a:latin typeface="Verdana" panose="020B0604030504040204" pitchFamily="34" charset="0"/>
                <a:ea typeface="华文中宋" panose="02010600040101010101" pitchFamily="2" charset="-122"/>
              </a:rPr>
              <a:t>n </a:t>
            </a:r>
            <a:r>
              <a:rPr lang="zh-CN" altLang="en-US" sz="2600" dirty="0">
                <a:latin typeface="Verdana" panose="020B0604030504040204" pitchFamily="34" charset="0"/>
                <a:ea typeface="华文中宋" panose="02010600040101010101" pitchFamily="2" charset="-122"/>
              </a:rPr>
              <a:t>种指令，其中第</a:t>
            </a:r>
            <a:r>
              <a:rPr lang="en-US" altLang="zh-CN" sz="2600" i="1" dirty="0">
                <a:latin typeface="Verdana" panose="020B0604030504040204" pitchFamily="34" charset="0"/>
                <a:ea typeface="华文中宋" panose="02010600040101010101" pitchFamily="2" charset="-122"/>
              </a:rPr>
              <a:t>i </a:t>
            </a:r>
            <a:r>
              <a:rPr lang="zh-CN" altLang="en-US" sz="2600" dirty="0">
                <a:latin typeface="Verdana" panose="020B0604030504040204" pitchFamily="34" charset="0"/>
                <a:ea typeface="华文中宋" panose="02010600040101010101" pitchFamily="2" charset="-122"/>
              </a:rPr>
              <a:t>种指令的处理时间为</a:t>
            </a:r>
            <a:r>
              <a:rPr lang="en-US" altLang="zh-CN" sz="2600" i="1" dirty="0" err="1">
                <a:latin typeface="Verdana" panose="020B0604030504040204" pitchFamily="34" charset="0"/>
                <a:ea typeface="华文中宋" panose="02010600040101010101" pitchFamily="2" charset="-122"/>
              </a:rPr>
              <a:t>CPI</a:t>
            </a:r>
            <a:r>
              <a:rPr lang="en-US" altLang="zh-CN" sz="2600" i="1" baseline="-25000" dirty="0" err="1">
                <a:latin typeface="Verdana" panose="020B0604030504040204" pitchFamily="34" charset="0"/>
                <a:ea typeface="华文中宋" panose="02010600040101010101" pitchFamily="2" charset="-122"/>
              </a:rPr>
              <a:t>i</a:t>
            </a:r>
            <a:r>
              <a:rPr lang="en-US" altLang="zh-CN" sz="2600" i="1" baseline="-25000" dirty="0">
                <a:latin typeface="Verdana" panose="020B0604030504040204" pitchFamily="34" charset="0"/>
                <a:ea typeface="华文中宋" panose="02010600040101010101" pitchFamily="2" charset="-122"/>
              </a:rPr>
              <a:t> </a:t>
            </a:r>
            <a:r>
              <a:rPr lang="zh-CN" altLang="en-US" sz="2600" dirty="0">
                <a:latin typeface="Verdana" panose="020B0604030504040204" pitchFamily="34" charset="0"/>
                <a:ea typeface="华文中宋" panose="02010600040101010101" pitchFamily="2" charset="-122"/>
              </a:rPr>
              <a:t>，在程序中第</a:t>
            </a:r>
            <a:r>
              <a:rPr lang="en-US" altLang="zh-CN" sz="2600" i="1" dirty="0">
                <a:latin typeface="Verdana" panose="020B0604030504040204" pitchFamily="34" charset="0"/>
                <a:ea typeface="华文中宋" panose="02010600040101010101" pitchFamily="2" charset="-122"/>
              </a:rPr>
              <a:t>i </a:t>
            </a:r>
            <a:r>
              <a:rPr lang="zh-CN" altLang="en-US" sz="2600" dirty="0">
                <a:latin typeface="Verdana" panose="020B0604030504040204" pitchFamily="34" charset="0"/>
                <a:ea typeface="华文中宋" panose="02010600040101010101" pitchFamily="2" charset="-122"/>
              </a:rPr>
              <a:t>种指令出现的次数为</a:t>
            </a:r>
            <a:r>
              <a:rPr lang="en-US" altLang="zh-CN" sz="2600" i="1" dirty="0" err="1">
                <a:latin typeface="Verdana" panose="020B0604030504040204" pitchFamily="34" charset="0"/>
                <a:ea typeface="华文中宋" panose="02010600040101010101" pitchFamily="2" charset="-122"/>
              </a:rPr>
              <a:t>IC</a:t>
            </a:r>
            <a:r>
              <a:rPr lang="en-US" altLang="zh-CN" sz="2600" i="1" baseline="-25000" dirty="0" err="1">
                <a:latin typeface="Verdana" panose="020B0604030504040204" pitchFamily="34" charset="0"/>
                <a:ea typeface="华文中宋" panose="02010600040101010101" pitchFamily="2" charset="-122"/>
              </a:rPr>
              <a:t>i</a:t>
            </a:r>
            <a:r>
              <a:rPr lang="en-US" altLang="zh-CN" sz="2600" i="1" baseline="-25000" dirty="0">
                <a:latin typeface="Verdana" panose="020B0604030504040204" pitchFamily="34" charset="0"/>
                <a:ea typeface="华文中宋" panose="02010600040101010101" pitchFamily="2" charset="-122"/>
              </a:rPr>
              <a:t> </a:t>
            </a:r>
            <a:r>
              <a:rPr lang="zh-CN" altLang="en-US" sz="2600" dirty="0">
                <a:latin typeface="Verdana" panose="020B0604030504040204" pitchFamily="34" charset="0"/>
                <a:ea typeface="华文中宋" panose="02010600040101010101" pitchFamily="2" charset="-122"/>
              </a:rPr>
              <a:t>。</a:t>
            </a:r>
          </a:p>
        </p:txBody>
      </p:sp>
      <p:graphicFrame>
        <p:nvGraphicFramePr>
          <p:cNvPr id="174097" name="Object 17"/>
          <p:cNvGraphicFramePr>
            <a:graphicFrameLocks noGrp="1" noChangeAspect="1"/>
          </p:cNvGraphicFramePr>
          <p:nvPr>
            <p:ph sz="quarter" idx="4294967295"/>
          </p:nvPr>
        </p:nvGraphicFramePr>
        <p:xfrm>
          <a:off x="2411760" y="2636912"/>
          <a:ext cx="4537075" cy="1116905"/>
        </p:xfrm>
        <a:graphic>
          <a:graphicData uri="http://schemas.openxmlformats.org/presentationml/2006/ole">
            <mc:AlternateContent xmlns:mc="http://schemas.openxmlformats.org/markup-compatibility/2006">
              <mc:Choice xmlns:v="urn:schemas-microsoft-com:vml" Requires="v">
                <p:oleObj name="Microsoft 公式 3.0" r:id="rId3" imgW="1739900" imgH="508000" progId="Equation.3">
                  <p:embed/>
                </p:oleObj>
              </mc:Choice>
              <mc:Fallback>
                <p:oleObj name="Microsoft 公式 3.0" r:id="rId3" imgW="1739900" imgH="5080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11760" y="2636912"/>
                        <a:ext cx="4537075" cy="1116905"/>
                      </a:xfrm>
                      <a:prstGeom prst="rect">
                        <a:avLst/>
                      </a:prstGeom>
                      <a:noFill/>
                      <a:ln>
                        <a:noFill/>
                      </a:ln>
                      <a:effectLst/>
                    </p:spPr>
                  </p:pic>
                </p:oleObj>
              </mc:Fallback>
            </mc:AlternateContent>
          </a:graphicData>
        </a:graphic>
      </p:graphicFrame>
      <p:graphicFrame>
        <p:nvGraphicFramePr>
          <p:cNvPr id="2" name="对象 1"/>
          <p:cNvGraphicFramePr>
            <a:graphicFrameLocks noGrp="1" noChangeAspect="1"/>
          </p:cNvGraphicFramePr>
          <p:nvPr/>
        </p:nvGraphicFramePr>
        <p:xfrm>
          <a:off x="2483768" y="4221088"/>
          <a:ext cx="4287838" cy="1139825"/>
        </p:xfrm>
        <a:graphic>
          <a:graphicData uri="http://schemas.openxmlformats.org/presentationml/2006/ole">
            <mc:AlternateContent xmlns:mc="http://schemas.openxmlformats.org/markup-compatibility/2006">
              <mc:Choice xmlns:v="urn:schemas-microsoft-com:vml" Requires="v">
                <p:oleObj name="Microsoft 公式 3.0" r:id="rId3" imgW="1701800" imgH="508000" progId="Equation.3">
                  <p:embed/>
                </p:oleObj>
              </mc:Choice>
              <mc:Fallback>
                <p:oleObj name="Microsoft 公式 3.0" r:id="rId3" imgW="1701800" imgH="508000" progId="Equation.3">
                  <p:embed/>
                  <p:pic>
                    <p:nvPicPr>
                      <p:cNvPr id="0" name=""/>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83768" y="4221088"/>
                        <a:ext cx="4287838" cy="113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7" name="Group 20"/>
          <p:cNvGrpSpPr/>
          <p:nvPr/>
        </p:nvGrpSpPr>
        <p:grpSpPr bwMode="auto">
          <a:xfrm>
            <a:off x="683568" y="5589244"/>
            <a:ext cx="8029575" cy="585788"/>
            <a:chOff x="362" y="2990"/>
            <a:chExt cx="5058" cy="369"/>
          </a:xfrm>
        </p:grpSpPr>
        <p:sp>
          <p:nvSpPr>
            <p:cNvPr id="8" name="Text Box 7"/>
            <p:cNvSpPr txBox="1">
              <a:spLocks noChangeArrowheads="1"/>
            </p:cNvSpPr>
            <p:nvPr/>
          </p:nvSpPr>
          <p:spPr bwMode="auto">
            <a:xfrm>
              <a:off x="362" y="2990"/>
              <a:ext cx="5058" cy="361"/>
            </a:xfrm>
            <a:prstGeom prst="rect">
              <a:avLst/>
            </a:prstGeom>
            <a:noFill/>
            <a:ln>
              <a:noFill/>
            </a:ln>
            <a:effectLst/>
          </p:spPr>
          <p:txBody>
            <a:bodyPr>
              <a:spAutoFit/>
            </a:bodyPr>
            <a:lstStyle/>
            <a:p>
              <a:pPr>
                <a:lnSpc>
                  <a:spcPct val="130000"/>
                </a:lnSpc>
                <a:spcBef>
                  <a:spcPct val="50000"/>
                </a:spcBef>
                <a:defRPr/>
              </a:pPr>
              <a:r>
                <a:rPr kumimoji="1" lang="zh-CN" altLang="en-US" sz="2400" b="1" dirty="0">
                  <a:effectLst>
                    <a:outerShdw blurRad="38100" dist="38100" dir="2700000" algn="tl">
                      <a:srgbClr val="C0C0C0"/>
                    </a:outerShdw>
                  </a:effectLst>
                  <a:latin typeface="华文中宋" panose="02010600040101010101" pitchFamily="2" charset="-122"/>
                  <a:ea typeface="华文中宋" panose="02010600040101010101" pitchFamily="2" charset="-122"/>
                </a:rPr>
                <a:t>其中：                反映了第</a:t>
              </a:r>
              <a:r>
                <a:rPr kumimoji="1" lang="en-US" altLang="zh-CN" sz="2400" b="1" dirty="0">
                  <a:effectLst>
                    <a:outerShdw blurRad="38100" dist="38100" dir="2700000" algn="tl">
                      <a:srgbClr val="C0C0C0"/>
                    </a:outerShdw>
                  </a:effectLst>
                  <a:latin typeface="华文中宋" panose="02010600040101010101" pitchFamily="2" charset="-122"/>
                  <a:ea typeface="华文中宋" panose="02010600040101010101" pitchFamily="2" charset="-122"/>
                </a:rPr>
                <a:t>i</a:t>
              </a:r>
              <a:r>
                <a:rPr kumimoji="1" lang="zh-CN" altLang="en-US" sz="2400" b="1" dirty="0">
                  <a:effectLst>
                    <a:outerShdw blurRad="38100" dist="38100" dir="2700000" algn="tl">
                      <a:srgbClr val="C0C0C0"/>
                    </a:outerShdw>
                  </a:effectLst>
                  <a:latin typeface="华文中宋" panose="02010600040101010101" pitchFamily="2" charset="-122"/>
                  <a:ea typeface="华文中宋" panose="02010600040101010101" pitchFamily="2" charset="-122"/>
                </a:rPr>
                <a:t>种指令在程序中所占的比例。</a:t>
              </a:r>
            </a:p>
          </p:txBody>
        </p:sp>
        <p:graphicFrame>
          <p:nvGraphicFramePr>
            <p:cNvPr id="9" name="Object 8"/>
            <p:cNvGraphicFramePr>
              <a:graphicFrameLocks noChangeAspect="1"/>
            </p:cNvGraphicFramePr>
            <p:nvPr/>
          </p:nvGraphicFramePr>
          <p:xfrm>
            <a:off x="1224" y="3035"/>
            <a:ext cx="720" cy="324"/>
          </p:xfrm>
          <a:graphic>
            <a:graphicData uri="http://schemas.openxmlformats.org/presentationml/2006/ole">
              <mc:AlternateContent xmlns:mc="http://schemas.openxmlformats.org/markup-compatibility/2006">
                <mc:Choice xmlns:v="urn:schemas-microsoft-com:vml" Requires="v">
                  <p:oleObj name="公式" r:id="rId3" imgW="508000" imgH="228600" progId="Equation.3">
                    <p:embed/>
                  </p:oleObj>
                </mc:Choice>
                <mc:Fallback>
                  <p:oleObj name="公式" r:id="rId3" imgW="508000" imgH="2286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24" y="3035"/>
                          <a:ext cx="720" cy="324"/>
                        </a:xfrm>
                        <a:prstGeom prst="rect">
                          <a:avLst/>
                        </a:prstGeom>
                        <a:noFill/>
                        <a:ln>
                          <a:noFill/>
                        </a:ln>
                        <a:effectLst/>
                      </p:spPr>
                    </p:pic>
                  </p:oleObj>
                </mc:Fallback>
              </mc:AlternateContent>
            </a:graphicData>
          </a:graphic>
        </p:graphicFrame>
      </p:grpSp>
      <p:sp>
        <p:nvSpPr>
          <p:cNvPr id="3" name="日期占位符 1">
            <a:extLst>
              <a:ext uri="{FF2B5EF4-FFF2-40B4-BE49-F238E27FC236}">
                <a16:creationId xmlns:a16="http://schemas.microsoft.com/office/drawing/2014/main" id="{CF30E140-7326-A49C-2DBC-D9F7C5EE9AEB}"/>
              </a:ext>
            </a:extLst>
          </p:cNvPr>
          <p:cNvSpPr>
            <a:spLocks noGrp="1"/>
          </p:cNvSpPr>
          <p:nvPr>
            <p:ph type="dt" sz="half" idx="10"/>
          </p:nvPr>
        </p:nvSpPr>
        <p:spPr>
          <a:xfrm>
            <a:off x="457200" y="6356350"/>
            <a:ext cx="2133600" cy="365125"/>
          </a:xfrm>
        </p:spPr>
        <p:txBody>
          <a:bodyPr/>
          <a:lstStyle/>
          <a:p>
            <a:pPr>
              <a:defRPr/>
            </a:pPr>
            <a:fld id="{4349BE7F-346D-41C2-AC16-4B645E86F7D0}" type="datetime1">
              <a:rPr lang="zh-CN" altLang="en-US" smtClean="0"/>
              <a:t>2025/9/16</a:t>
            </a:fld>
            <a:endParaRPr lang="en-US" altLang="zh-CN" dirty="0"/>
          </a:p>
        </p:txBody>
      </p:sp>
      <p:sp>
        <p:nvSpPr>
          <p:cNvPr id="4" name="页脚占位符 3">
            <a:extLst>
              <a:ext uri="{FF2B5EF4-FFF2-40B4-BE49-F238E27FC236}">
                <a16:creationId xmlns:a16="http://schemas.microsoft.com/office/drawing/2014/main" id="{74AE8147-DAE1-3E0A-189C-9AA29F172B64}"/>
              </a:ext>
            </a:extLst>
          </p:cNvPr>
          <p:cNvSpPr>
            <a:spLocks noGrp="1"/>
          </p:cNvSpPr>
          <p:nvPr>
            <p:ph type="ftr" sz="quarter" idx="11"/>
          </p:nvPr>
        </p:nvSpPr>
        <p:spPr>
          <a:xfrm>
            <a:off x="3124200" y="6356350"/>
            <a:ext cx="2895600" cy="365125"/>
          </a:xfrm>
        </p:spPr>
        <p:txBody>
          <a:bodyPr/>
          <a:lstStyle/>
          <a:p>
            <a:pPr>
              <a:defRPr/>
            </a:pPr>
            <a:r>
              <a:rPr lang="zh-CN" altLang="en-US"/>
              <a:t>计算学部 刘宏伟</a:t>
            </a:r>
            <a:endParaRPr lang="en-US" altLang="zh-CN"/>
          </a:p>
        </p:txBody>
      </p:sp>
      <p:sp>
        <p:nvSpPr>
          <p:cNvPr id="5" name="灯片编号占位符 4">
            <a:extLst>
              <a:ext uri="{FF2B5EF4-FFF2-40B4-BE49-F238E27FC236}">
                <a16:creationId xmlns:a16="http://schemas.microsoft.com/office/drawing/2014/main" id="{02203849-AAD9-835D-C089-F90C1D71F838}"/>
              </a:ext>
            </a:extLst>
          </p:cNvPr>
          <p:cNvSpPr>
            <a:spLocks noGrp="1"/>
          </p:cNvSpPr>
          <p:nvPr>
            <p:ph type="sldNum" sz="quarter" idx="12"/>
          </p:nvPr>
        </p:nvSpPr>
        <p:spPr>
          <a:xfrm>
            <a:off x="6553200" y="6356350"/>
            <a:ext cx="2133600" cy="365125"/>
          </a:xfrm>
        </p:spPr>
        <p:txBody>
          <a:bodyPr/>
          <a:lstStyle/>
          <a:p>
            <a:pPr>
              <a:defRPr/>
            </a:pPr>
            <a:fld id="{8BCAC33D-D29A-48B3-BCD6-381D3D720D26}" type="slidenum">
              <a:rPr lang="zh-CN" altLang="en-US" smtClean="0"/>
              <a:t>15</a:t>
            </a:fld>
            <a:endParaRPr lang="en-US" altLang="zh-CN"/>
          </a:p>
        </p:txBody>
      </p:sp>
    </p:spTree>
    <p:extLst>
      <p:ext uri="{BB962C8B-B14F-4D97-AF65-F5344CB8AC3E}">
        <p14:creationId xmlns:p14="http://schemas.microsoft.com/office/powerpoint/2010/main" val="17231744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idx="4294967295"/>
          </p:nvPr>
        </p:nvSpPr>
        <p:spPr>
          <a:xfrm>
            <a:off x="457200" y="188640"/>
            <a:ext cx="8229600" cy="1143000"/>
          </a:xfrm>
        </p:spPr>
        <p:txBody>
          <a:bodyPr>
            <a:normAutofit/>
          </a:bodyPr>
          <a:lstStyle/>
          <a:p>
            <a:pPr eaLnBrk="1" hangingPunct="1"/>
            <a:r>
              <a:rPr kumimoji="1" lang="en-US" altLang="zh-CN" sz="3600" b="1" dirty="0">
                <a:latin typeface="Times New Roman" panose="02020603050405020304" pitchFamily="18" charset="0"/>
                <a:cs typeface="Times New Roman" panose="02020603050405020304" pitchFamily="18" charset="0"/>
              </a:rPr>
              <a:t>CPU</a:t>
            </a:r>
            <a:r>
              <a:rPr kumimoji="1" lang="zh-CN" altLang="en-US" sz="3600" b="1" dirty="0">
                <a:latin typeface="Times New Roman" panose="02020603050405020304" pitchFamily="18" charset="0"/>
                <a:cs typeface="Times New Roman" panose="02020603050405020304" pitchFamily="18" charset="0"/>
              </a:rPr>
              <a:t>性能公式</a:t>
            </a:r>
          </a:p>
        </p:txBody>
      </p:sp>
      <p:sp>
        <p:nvSpPr>
          <p:cNvPr id="178180" name="Rectangle 4"/>
          <p:cNvSpPr>
            <a:spLocks noChangeArrowheads="1"/>
          </p:cNvSpPr>
          <p:nvPr/>
        </p:nvSpPr>
        <p:spPr bwMode="auto">
          <a:xfrm>
            <a:off x="501650" y="1268413"/>
            <a:ext cx="8174038" cy="2012859"/>
          </a:xfrm>
          <a:prstGeom prst="rect">
            <a:avLst/>
          </a:prstGeom>
          <a:noFill/>
          <a:ln>
            <a:noFill/>
          </a:ln>
          <a:effectLst/>
        </p:spPr>
        <p:txBody>
          <a:bodyPr>
            <a:spAutoFit/>
          </a:bodyPr>
          <a:lstStyle/>
          <a:p>
            <a:pPr algn="just" defTabSz="762000">
              <a:lnSpc>
                <a:spcPct val="130000"/>
              </a:lnSpc>
              <a:defRPr/>
            </a:pPr>
            <a:r>
              <a:rPr kumimoji="1" lang="zh-CN" altLang="en-US" sz="2400" b="1" dirty="0">
                <a:latin typeface="Times New Roman" panose="02020603050405020304" pitchFamily="18" charset="0"/>
                <a:ea typeface="+mj-ea"/>
                <a:cs typeface="Times New Roman" panose="02020603050405020304" pitchFamily="18" charset="0"/>
              </a:rPr>
              <a:t>例：假设我们考虑条件分支指令的两种不同设计方法如下：</a:t>
            </a:r>
          </a:p>
          <a:p>
            <a:pPr marL="762000" lvl="1" indent="-285750" algn="just" defTabSz="762000">
              <a:lnSpc>
                <a:spcPct val="130000"/>
              </a:lnSpc>
              <a:buFontTx/>
              <a:buChar char="•"/>
              <a:defRPr/>
            </a:pPr>
            <a:r>
              <a:rPr kumimoji="1" lang="zh-CN" altLang="en-US" sz="2400" b="1" dirty="0">
                <a:latin typeface="Times New Roman" panose="02020603050405020304" pitchFamily="18" charset="0"/>
                <a:ea typeface="+mj-ea"/>
                <a:cs typeface="Times New Roman" panose="02020603050405020304" pitchFamily="18" charset="0"/>
              </a:rPr>
              <a:t>  </a:t>
            </a:r>
            <a:r>
              <a:rPr kumimoji="1" lang="en-US" altLang="zh-CN" sz="2400" b="1" dirty="0">
                <a:latin typeface="Times New Roman" panose="02020603050405020304" pitchFamily="18" charset="0"/>
                <a:ea typeface="+mj-ea"/>
                <a:cs typeface="Times New Roman" panose="02020603050405020304" pitchFamily="18" charset="0"/>
              </a:rPr>
              <a:t>CPU</a:t>
            </a:r>
            <a:r>
              <a:rPr kumimoji="1" lang="en-US" altLang="zh-CN" sz="2400" b="1" baseline="-25000" dirty="0">
                <a:latin typeface="Times New Roman" panose="02020603050405020304" pitchFamily="18" charset="0"/>
                <a:ea typeface="+mj-ea"/>
                <a:cs typeface="Times New Roman" panose="02020603050405020304" pitchFamily="18" charset="0"/>
              </a:rPr>
              <a:t>A</a:t>
            </a:r>
            <a:r>
              <a:rPr kumimoji="1" lang="zh-CN" altLang="en-US" sz="2400" b="1" dirty="0">
                <a:latin typeface="Times New Roman" panose="02020603050405020304" pitchFamily="18" charset="0"/>
                <a:ea typeface="+mj-ea"/>
                <a:cs typeface="Times New Roman" panose="02020603050405020304" pitchFamily="18" charset="0"/>
              </a:rPr>
              <a:t>：通过比较指令设置条件码，然后测试条</a:t>
            </a:r>
          </a:p>
          <a:p>
            <a:pPr marL="762000" lvl="1" indent="-285750" algn="just" defTabSz="762000">
              <a:lnSpc>
                <a:spcPct val="130000"/>
              </a:lnSpc>
              <a:defRPr/>
            </a:pPr>
            <a:r>
              <a:rPr kumimoji="1" lang="zh-CN" altLang="en-US" sz="2400" b="1" dirty="0">
                <a:latin typeface="Times New Roman" panose="02020603050405020304" pitchFamily="18" charset="0"/>
                <a:ea typeface="+mj-ea"/>
                <a:cs typeface="Times New Roman" panose="02020603050405020304" pitchFamily="18" charset="0"/>
              </a:rPr>
              <a:t>    件码进行分支。</a:t>
            </a:r>
          </a:p>
          <a:p>
            <a:pPr marL="762000" lvl="1" indent="-285750" algn="just" defTabSz="762000">
              <a:lnSpc>
                <a:spcPct val="130000"/>
              </a:lnSpc>
              <a:buFontTx/>
              <a:buChar char="•"/>
              <a:defRPr/>
            </a:pPr>
            <a:r>
              <a:rPr kumimoji="1" lang="zh-CN" altLang="en-US" sz="2400" b="1" dirty="0">
                <a:latin typeface="Times New Roman" panose="02020603050405020304" pitchFamily="18" charset="0"/>
                <a:ea typeface="+mj-ea"/>
                <a:cs typeface="Times New Roman" panose="02020603050405020304" pitchFamily="18" charset="0"/>
              </a:rPr>
              <a:t>  </a:t>
            </a:r>
            <a:r>
              <a:rPr kumimoji="1" lang="en-US" altLang="zh-CN" sz="2400" b="1" dirty="0">
                <a:latin typeface="Times New Roman" panose="02020603050405020304" pitchFamily="18" charset="0"/>
                <a:ea typeface="+mj-ea"/>
                <a:cs typeface="Times New Roman" panose="02020603050405020304" pitchFamily="18" charset="0"/>
              </a:rPr>
              <a:t>CPU</a:t>
            </a:r>
            <a:r>
              <a:rPr kumimoji="1" lang="en-US" altLang="zh-CN" sz="2400" b="1" baseline="-25000" dirty="0">
                <a:latin typeface="Times New Roman" panose="02020603050405020304" pitchFamily="18" charset="0"/>
                <a:ea typeface="+mj-ea"/>
                <a:cs typeface="Times New Roman" panose="02020603050405020304" pitchFamily="18" charset="0"/>
              </a:rPr>
              <a:t>B</a:t>
            </a:r>
            <a:r>
              <a:rPr kumimoji="1" lang="zh-CN" altLang="en-US" sz="2400" b="1" dirty="0">
                <a:latin typeface="Times New Roman" panose="02020603050405020304" pitchFamily="18" charset="0"/>
                <a:ea typeface="+mj-ea"/>
                <a:cs typeface="Times New Roman" panose="02020603050405020304" pitchFamily="18" charset="0"/>
              </a:rPr>
              <a:t>：在分支指令中包括比较过程。</a:t>
            </a:r>
          </a:p>
        </p:txBody>
      </p:sp>
      <p:grpSp>
        <p:nvGrpSpPr>
          <p:cNvPr id="17412" name="Group 18"/>
          <p:cNvGrpSpPr/>
          <p:nvPr/>
        </p:nvGrpSpPr>
        <p:grpSpPr bwMode="auto">
          <a:xfrm>
            <a:off x="574675" y="3676650"/>
            <a:ext cx="8101013" cy="2057400"/>
            <a:chOff x="192" y="2232"/>
            <a:chExt cx="5436" cy="1296"/>
          </a:xfrm>
        </p:grpSpPr>
        <p:sp>
          <p:nvSpPr>
            <p:cNvPr id="17413" name="Rectangle 13"/>
            <p:cNvSpPr>
              <a:spLocks noChangeArrowheads="1"/>
            </p:cNvSpPr>
            <p:nvPr/>
          </p:nvSpPr>
          <p:spPr bwMode="auto">
            <a:xfrm>
              <a:off x="192" y="2232"/>
              <a:ext cx="5436" cy="1296"/>
            </a:xfrm>
            <a:prstGeom prst="rect">
              <a:avLst/>
            </a:prstGeom>
            <a:noFill/>
            <a:ln w="12700" cap="sq">
              <a:solidFill>
                <a:srgbClr val="3399FF"/>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sz="1800"/>
            </a:p>
          </p:txBody>
        </p:sp>
        <p:grpSp>
          <p:nvGrpSpPr>
            <p:cNvPr id="17414" name="Group 15"/>
            <p:cNvGrpSpPr/>
            <p:nvPr/>
          </p:nvGrpSpPr>
          <p:grpSpPr bwMode="auto">
            <a:xfrm>
              <a:off x="912" y="2362"/>
              <a:ext cx="3792" cy="1056"/>
              <a:chOff x="912" y="2928"/>
              <a:chExt cx="3792" cy="1056"/>
            </a:xfrm>
          </p:grpSpPr>
          <p:grpSp>
            <p:nvGrpSpPr>
              <p:cNvPr id="17415" name="Group 14"/>
              <p:cNvGrpSpPr/>
              <p:nvPr/>
            </p:nvGrpSpPr>
            <p:grpSpPr bwMode="auto">
              <a:xfrm>
                <a:off x="912" y="3351"/>
                <a:ext cx="3792" cy="633"/>
                <a:chOff x="912" y="3351"/>
                <a:chExt cx="3792" cy="633"/>
              </a:xfrm>
            </p:grpSpPr>
            <p:grpSp>
              <p:nvGrpSpPr>
                <p:cNvPr id="17418" name="Group 9"/>
                <p:cNvGrpSpPr/>
                <p:nvPr/>
              </p:nvGrpSpPr>
              <p:grpSpPr bwMode="auto">
                <a:xfrm>
                  <a:off x="912" y="3351"/>
                  <a:ext cx="1584" cy="633"/>
                  <a:chOff x="432" y="3255"/>
                  <a:chExt cx="1584" cy="633"/>
                </a:xfrm>
              </p:grpSpPr>
              <p:sp>
                <p:nvSpPr>
                  <p:cNvPr id="178182" name="Text Box 6"/>
                  <p:cNvSpPr txBox="1">
                    <a:spLocks noChangeArrowheads="1"/>
                  </p:cNvSpPr>
                  <p:nvPr/>
                </p:nvSpPr>
                <p:spPr bwMode="auto">
                  <a:xfrm>
                    <a:off x="432" y="3255"/>
                    <a:ext cx="1584" cy="288"/>
                  </a:xfrm>
                  <a:prstGeom prst="rect">
                    <a:avLst/>
                  </a:prstGeom>
                  <a:solidFill>
                    <a:srgbClr val="00FF00"/>
                  </a:solidFill>
                  <a:ln>
                    <a:noFill/>
                  </a:ln>
                  <a:effectLst/>
                  <a:scene3d>
                    <a:camera prst="legacyObliqueTopRight"/>
                    <a:lightRig rig="legacyFlat3" dir="b"/>
                  </a:scene3d>
                  <a:sp3d extrusionH="163500" prstMaterial="legacyMatte">
                    <a:bevelT w="13500" h="13500" prst="angle"/>
                    <a:bevelB w="13500" h="13500" prst="angle"/>
                    <a:extrusionClr>
                      <a:srgbClr val="00FF00"/>
                    </a:extrusionClr>
                  </a:sp3d>
                </p:spPr>
                <p:txBody>
                  <a:bodyPr>
                    <a:spAutoFit/>
                    <a:flatTx/>
                  </a:bodyPr>
                  <a:lstStyle/>
                  <a:p>
                    <a:pPr algn="ctr">
                      <a:spcBef>
                        <a:spcPct val="50000"/>
                      </a:spcBef>
                      <a:defRPr/>
                    </a:pPr>
                    <a:r>
                      <a:rPr kumimoji="1" lang="zh-CN" altLang="en-US" sz="2400" b="1" dirty="0">
                        <a:effectLst>
                          <a:outerShdw blurRad="38100" dist="38100" dir="2700000" algn="tl">
                            <a:srgbClr val="FFFFFF"/>
                          </a:outerShdw>
                        </a:effectLst>
                        <a:latin typeface="Times New Roman" panose="02020603050405020304" pitchFamily="18" charset="0"/>
                        <a:ea typeface="华文中宋" panose="02010600040101010101" pitchFamily="2" charset="-122"/>
                      </a:rPr>
                      <a:t>比较指令</a:t>
                    </a:r>
                  </a:p>
                </p:txBody>
              </p:sp>
              <p:sp>
                <p:nvSpPr>
                  <p:cNvPr id="178183" name="Text Box 7"/>
                  <p:cNvSpPr txBox="1">
                    <a:spLocks noChangeArrowheads="1"/>
                  </p:cNvSpPr>
                  <p:nvPr/>
                </p:nvSpPr>
                <p:spPr bwMode="auto">
                  <a:xfrm>
                    <a:off x="432" y="3600"/>
                    <a:ext cx="1584" cy="288"/>
                  </a:xfrm>
                  <a:prstGeom prst="rect">
                    <a:avLst/>
                  </a:prstGeom>
                  <a:solidFill>
                    <a:srgbClr val="00FF00"/>
                  </a:solidFill>
                  <a:ln>
                    <a:noFill/>
                  </a:ln>
                  <a:effectLst/>
                  <a:scene3d>
                    <a:camera prst="legacyObliqueTopRight"/>
                    <a:lightRig rig="legacyFlat3" dir="b"/>
                  </a:scene3d>
                  <a:sp3d extrusionH="163500" prstMaterial="legacyMatte">
                    <a:bevelT w="13500" h="13500" prst="angle"/>
                    <a:bevelB w="13500" h="13500" prst="angle"/>
                    <a:extrusionClr>
                      <a:srgbClr val="00FF00"/>
                    </a:extrusionClr>
                  </a:sp3d>
                </p:spPr>
                <p:txBody>
                  <a:bodyPr>
                    <a:spAutoFit/>
                    <a:flatTx/>
                  </a:bodyPr>
                  <a:lstStyle/>
                  <a:p>
                    <a:pPr algn="ctr">
                      <a:spcBef>
                        <a:spcPct val="50000"/>
                      </a:spcBef>
                      <a:defRPr/>
                    </a:pPr>
                    <a:r>
                      <a:rPr kumimoji="1" lang="zh-CN" altLang="en-US" sz="2400" b="1">
                        <a:effectLst>
                          <a:outerShdw blurRad="38100" dist="38100" dir="2700000" algn="tl">
                            <a:srgbClr val="FFFFFF"/>
                          </a:outerShdw>
                        </a:effectLst>
                        <a:latin typeface="Times New Roman" panose="02020603050405020304" pitchFamily="18" charset="0"/>
                        <a:ea typeface="华文中宋" panose="02010600040101010101" pitchFamily="2" charset="-122"/>
                      </a:rPr>
                      <a:t>测试分支</a:t>
                    </a:r>
                  </a:p>
                </p:txBody>
              </p:sp>
            </p:grpSp>
            <p:sp>
              <p:nvSpPr>
                <p:cNvPr id="178184" name="Text Box 8"/>
                <p:cNvSpPr txBox="1">
                  <a:spLocks noChangeArrowheads="1"/>
                </p:cNvSpPr>
                <p:nvPr/>
              </p:nvSpPr>
              <p:spPr bwMode="auto">
                <a:xfrm>
                  <a:off x="3120" y="3351"/>
                  <a:ext cx="1584" cy="288"/>
                </a:xfrm>
                <a:prstGeom prst="rect">
                  <a:avLst/>
                </a:prstGeom>
                <a:solidFill>
                  <a:srgbClr val="00FF00"/>
                </a:solidFill>
                <a:ln>
                  <a:noFill/>
                </a:ln>
                <a:effectLst/>
                <a:scene3d>
                  <a:camera prst="legacyObliqueTopRight"/>
                  <a:lightRig rig="legacyFlat3" dir="b"/>
                </a:scene3d>
                <a:sp3d extrusionH="163500" prstMaterial="legacyMatte">
                  <a:bevelT w="13500" h="13500" prst="angle"/>
                  <a:bevelB w="13500" h="13500" prst="angle"/>
                  <a:extrusionClr>
                    <a:srgbClr val="00FF00"/>
                  </a:extrusionClr>
                </a:sp3d>
              </p:spPr>
              <p:txBody>
                <a:bodyPr>
                  <a:spAutoFit/>
                  <a:flatTx/>
                </a:bodyPr>
                <a:lstStyle/>
                <a:p>
                  <a:pPr algn="ctr">
                    <a:spcBef>
                      <a:spcPct val="50000"/>
                    </a:spcBef>
                    <a:defRPr/>
                  </a:pPr>
                  <a:r>
                    <a:rPr kumimoji="1" lang="zh-CN" altLang="en-US" sz="2400" b="1">
                      <a:effectLst>
                        <a:outerShdw blurRad="38100" dist="38100" dir="2700000" algn="tl">
                          <a:srgbClr val="FFFFFF"/>
                        </a:outerShdw>
                      </a:effectLst>
                      <a:latin typeface="Times New Roman" panose="02020603050405020304" pitchFamily="18" charset="0"/>
                      <a:ea typeface="华文中宋" panose="02010600040101010101" pitchFamily="2" charset="-122"/>
                    </a:rPr>
                    <a:t>分支指令</a:t>
                  </a:r>
                </a:p>
              </p:txBody>
            </p:sp>
          </p:grpSp>
          <p:sp>
            <p:nvSpPr>
              <p:cNvPr id="17416" name="Text Box 10"/>
              <p:cNvSpPr txBox="1">
                <a:spLocks noChangeArrowheads="1"/>
              </p:cNvSpPr>
              <p:nvPr/>
            </p:nvSpPr>
            <p:spPr bwMode="auto">
              <a:xfrm>
                <a:off x="912" y="2928"/>
                <a:ext cx="158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000">
                    <a:solidFill>
                      <a:schemeClr val="tx1"/>
                    </a:solidFill>
                    <a:latin typeface="Verdana" panose="020B0604030504040204" pitchFamily="34" charset="0"/>
                    <a:ea typeface="宋体" panose="02010600030101010101" pitchFamily="2" charset="-122"/>
                  </a:defRPr>
                </a:lvl1pPr>
                <a:lvl2pPr marL="742950" indent="-285750" eaLnBrk="0" hangingPunct="0">
                  <a:defRPr sz="2000">
                    <a:solidFill>
                      <a:schemeClr val="tx1"/>
                    </a:solidFill>
                    <a:latin typeface="Verdana" panose="020B0604030504040204" pitchFamily="34" charset="0"/>
                    <a:ea typeface="宋体" panose="02010600030101010101" pitchFamily="2" charset="-122"/>
                  </a:defRPr>
                </a:lvl2pPr>
                <a:lvl3pPr marL="1143000" indent="-228600" eaLnBrk="0" hangingPunct="0">
                  <a:defRPr sz="2000">
                    <a:solidFill>
                      <a:schemeClr val="tx1"/>
                    </a:solidFill>
                    <a:latin typeface="Verdana" panose="020B0604030504040204" pitchFamily="34" charset="0"/>
                    <a:ea typeface="宋体" panose="02010600030101010101" pitchFamily="2" charset="-122"/>
                  </a:defRPr>
                </a:lvl3pPr>
                <a:lvl4pPr marL="1600200" indent="-228600" eaLnBrk="0" hangingPunct="0">
                  <a:defRPr sz="2000">
                    <a:solidFill>
                      <a:schemeClr val="tx1"/>
                    </a:solidFill>
                    <a:latin typeface="Verdana" panose="020B0604030504040204" pitchFamily="34" charset="0"/>
                    <a:ea typeface="宋体" panose="02010600030101010101" pitchFamily="2" charset="-122"/>
                  </a:defRPr>
                </a:lvl4pPr>
                <a:lvl5pPr marL="2057400" indent="-228600" eaLnBrk="0" hangingPunct="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50000"/>
                  </a:spcBef>
                </a:pPr>
                <a:r>
                  <a:rPr kumimoji="1" lang="en-US" altLang="zh-CN" sz="2800" b="1">
                    <a:solidFill>
                      <a:srgbClr val="FF0000"/>
                    </a:solidFill>
                    <a:latin typeface="Times New Roman" panose="02020603050405020304" pitchFamily="18" charset="0"/>
                    <a:ea typeface="文鼎CS大宋" charset="-122"/>
                  </a:rPr>
                  <a:t>CPU</a:t>
                </a:r>
                <a:r>
                  <a:rPr kumimoji="1" lang="en-US" altLang="zh-CN" sz="2800" b="1" baseline="-25000">
                    <a:solidFill>
                      <a:srgbClr val="FF0000"/>
                    </a:solidFill>
                    <a:latin typeface="Times New Roman" panose="02020603050405020304" pitchFamily="18" charset="0"/>
                    <a:ea typeface="文鼎CS大宋" charset="-122"/>
                  </a:rPr>
                  <a:t>A</a:t>
                </a:r>
                <a:endParaRPr kumimoji="1" lang="en-US" altLang="zh-CN" sz="2800" b="1" baseline="-25000">
                  <a:solidFill>
                    <a:srgbClr val="000066"/>
                  </a:solidFill>
                  <a:latin typeface="Times New Roman" panose="02020603050405020304" pitchFamily="18" charset="0"/>
                  <a:ea typeface="文鼎CS大宋" charset="-122"/>
                </a:endParaRPr>
              </a:p>
            </p:txBody>
          </p:sp>
          <p:sp>
            <p:nvSpPr>
              <p:cNvPr id="17417" name="Text Box 11"/>
              <p:cNvSpPr txBox="1">
                <a:spLocks noChangeArrowheads="1"/>
              </p:cNvSpPr>
              <p:nvPr/>
            </p:nvSpPr>
            <p:spPr bwMode="auto">
              <a:xfrm>
                <a:off x="3120" y="2928"/>
                <a:ext cx="158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000">
                    <a:solidFill>
                      <a:schemeClr val="tx1"/>
                    </a:solidFill>
                    <a:latin typeface="Verdana" panose="020B0604030504040204" pitchFamily="34" charset="0"/>
                    <a:ea typeface="宋体" panose="02010600030101010101" pitchFamily="2" charset="-122"/>
                  </a:defRPr>
                </a:lvl1pPr>
                <a:lvl2pPr marL="742950" indent="-285750" eaLnBrk="0" hangingPunct="0">
                  <a:defRPr sz="2000">
                    <a:solidFill>
                      <a:schemeClr val="tx1"/>
                    </a:solidFill>
                    <a:latin typeface="Verdana" panose="020B0604030504040204" pitchFamily="34" charset="0"/>
                    <a:ea typeface="宋体" panose="02010600030101010101" pitchFamily="2" charset="-122"/>
                  </a:defRPr>
                </a:lvl2pPr>
                <a:lvl3pPr marL="1143000" indent="-228600" eaLnBrk="0" hangingPunct="0">
                  <a:defRPr sz="2000">
                    <a:solidFill>
                      <a:schemeClr val="tx1"/>
                    </a:solidFill>
                    <a:latin typeface="Verdana" panose="020B0604030504040204" pitchFamily="34" charset="0"/>
                    <a:ea typeface="宋体" panose="02010600030101010101" pitchFamily="2" charset="-122"/>
                  </a:defRPr>
                </a:lvl3pPr>
                <a:lvl4pPr marL="1600200" indent="-228600" eaLnBrk="0" hangingPunct="0">
                  <a:defRPr sz="2000">
                    <a:solidFill>
                      <a:schemeClr val="tx1"/>
                    </a:solidFill>
                    <a:latin typeface="Verdana" panose="020B0604030504040204" pitchFamily="34" charset="0"/>
                    <a:ea typeface="宋体" panose="02010600030101010101" pitchFamily="2" charset="-122"/>
                  </a:defRPr>
                </a:lvl4pPr>
                <a:lvl5pPr marL="2057400" indent="-228600" eaLnBrk="0" hangingPunct="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50000"/>
                  </a:spcBef>
                </a:pPr>
                <a:r>
                  <a:rPr kumimoji="1" lang="en-US" altLang="zh-CN" sz="2800" b="1">
                    <a:solidFill>
                      <a:srgbClr val="FF0000"/>
                    </a:solidFill>
                    <a:latin typeface="Times New Roman" panose="02020603050405020304" pitchFamily="18" charset="0"/>
                    <a:ea typeface="文鼎CS大宋" charset="-122"/>
                  </a:rPr>
                  <a:t>CPU</a:t>
                </a:r>
                <a:r>
                  <a:rPr kumimoji="1" lang="en-US" altLang="zh-CN" sz="2800" b="1" baseline="-25000">
                    <a:solidFill>
                      <a:srgbClr val="FF0000"/>
                    </a:solidFill>
                    <a:latin typeface="Times New Roman" panose="02020603050405020304" pitchFamily="18" charset="0"/>
                    <a:ea typeface="文鼎CS大宋" charset="-122"/>
                  </a:rPr>
                  <a:t>B</a:t>
                </a:r>
                <a:endParaRPr kumimoji="1" lang="en-US" altLang="zh-CN" sz="2800" b="1" baseline="-25000">
                  <a:solidFill>
                    <a:srgbClr val="000066"/>
                  </a:solidFill>
                  <a:latin typeface="Times New Roman" panose="02020603050405020304" pitchFamily="18" charset="0"/>
                  <a:ea typeface="文鼎CS大宋" charset="-122"/>
                </a:endParaRPr>
              </a:p>
            </p:txBody>
          </p:sp>
        </p:grpSp>
      </p:grpSp>
      <p:sp>
        <p:nvSpPr>
          <p:cNvPr id="2" name="日期占位符 1">
            <a:extLst>
              <a:ext uri="{FF2B5EF4-FFF2-40B4-BE49-F238E27FC236}">
                <a16:creationId xmlns:a16="http://schemas.microsoft.com/office/drawing/2014/main" id="{22CF6FC8-ACB3-14B5-B128-4E087ECB259D}"/>
              </a:ext>
            </a:extLst>
          </p:cNvPr>
          <p:cNvSpPr>
            <a:spLocks noGrp="1"/>
          </p:cNvSpPr>
          <p:nvPr>
            <p:ph type="dt" sz="half" idx="10"/>
          </p:nvPr>
        </p:nvSpPr>
        <p:spPr>
          <a:xfrm>
            <a:off x="457200" y="6356350"/>
            <a:ext cx="2133600" cy="365125"/>
          </a:xfrm>
        </p:spPr>
        <p:txBody>
          <a:bodyPr/>
          <a:lstStyle/>
          <a:p>
            <a:pPr>
              <a:defRPr/>
            </a:pPr>
            <a:fld id="{4349BE7F-346D-41C2-AC16-4B645E86F7D0}" type="datetime1">
              <a:rPr lang="zh-CN" altLang="en-US" smtClean="0"/>
              <a:t>2025/9/16</a:t>
            </a:fld>
            <a:endParaRPr lang="en-US" altLang="zh-CN" dirty="0"/>
          </a:p>
        </p:txBody>
      </p:sp>
      <p:sp>
        <p:nvSpPr>
          <p:cNvPr id="3" name="页脚占位符 3">
            <a:extLst>
              <a:ext uri="{FF2B5EF4-FFF2-40B4-BE49-F238E27FC236}">
                <a16:creationId xmlns:a16="http://schemas.microsoft.com/office/drawing/2014/main" id="{B7EC017C-EF54-90A3-7EB4-50428C7D3B6A}"/>
              </a:ext>
            </a:extLst>
          </p:cNvPr>
          <p:cNvSpPr>
            <a:spLocks noGrp="1"/>
          </p:cNvSpPr>
          <p:nvPr>
            <p:ph type="ftr" sz="quarter" idx="11"/>
          </p:nvPr>
        </p:nvSpPr>
        <p:spPr>
          <a:xfrm>
            <a:off x="3124200" y="6356350"/>
            <a:ext cx="2895600" cy="365125"/>
          </a:xfrm>
        </p:spPr>
        <p:txBody>
          <a:bodyPr/>
          <a:lstStyle/>
          <a:p>
            <a:pPr>
              <a:defRPr/>
            </a:pPr>
            <a:r>
              <a:rPr lang="zh-CN" altLang="en-US"/>
              <a:t>计算学部 刘宏伟</a:t>
            </a:r>
            <a:endParaRPr lang="en-US" altLang="zh-CN"/>
          </a:p>
        </p:txBody>
      </p:sp>
      <p:sp>
        <p:nvSpPr>
          <p:cNvPr id="4" name="灯片编号占位符 4">
            <a:extLst>
              <a:ext uri="{FF2B5EF4-FFF2-40B4-BE49-F238E27FC236}">
                <a16:creationId xmlns:a16="http://schemas.microsoft.com/office/drawing/2014/main" id="{16BA338A-FBB4-7AC9-0B65-43F99252AAAC}"/>
              </a:ext>
            </a:extLst>
          </p:cNvPr>
          <p:cNvSpPr>
            <a:spLocks noGrp="1"/>
          </p:cNvSpPr>
          <p:nvPr>
            <p:ph type="sldNum" sz="quarter" idx="12"/>
          </p:nvPr>
        </p:nvSpPr>
        <p:spPr>
          <a:xfrm>
            <a:off x="6553200" y="6356350"/>
            <a:ext cx="2133600" cy="365125"/>
          </a:xfrm>
        </p:spPr>
        <p:txBody>
          <a:bodyPr/>
          <a:lstStyle/>
          <a:p>
            <a:pPr>
              <a:defRPr/>
            </a:pPr>
            <a:fld id="{8BCAC33D-D29A-48B3-BCD6-381D3D720D26}" type="slidenum">
              <a:rPr lang="zh-CN" altLang="en-US" smtClean="0"/>
              <a:t>16</a:t>
            </a:fld>
            <a:endParaRPr lang="en-US" altLang="zh-CN"/>
          </a:p>
        </p:txBody>
      </p:sp>
    </p:spTree>
    <p:extLst>
      <p:ext uri="{BB962C8B-B14F-4D97-AF65-F5344CB8AC3E}">
        <p14:creationId xmlns:p14="http://schemas.microsoft.com/office/powerpoint/2010/main" val="6487365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idx="4294967295"/>
          </p:nvPr>
        </p:nvSpPr>
        <p:spPr>
          <a:xfrm>
            <a:off x="457200" y="44624"/>
            <a:ext cx="8229600" cy="1143000"/>
          </a:xfrm>
        </p:spPr>
        <p:txBody>
          <a:bodyPr>
            <a:normAutofit/>
          </a:bodyPr>
          <a:lstStyle/>
          <a:p>
            <a:pPr eaLnBrk="1" hangingPunct="1"/>
            <a:r>
              <a:rPr kumimoji="1" lang="en-US" altLang="zh-CN" sz="3600" b="1" dirty="0">
                <a:latin typeface="Times New Roman" panose="02020603050405020304" pitchFamily="18" charset="0"/>
                <a:cs typeface="Times New Roman" panose="02020603050405020304" pitchFamily="18" charset="0"/>
              </a:rPr>
              <a:t>CPU</a:t>
            </a:r>
            <a:r>
              <a:rPr kumimoji="1" lang="zh-CN" altLang="en-US" sz="3600" b="1" dirty="0">
                <a:latin typeface="Times New Roman" panose="02020603050405020304" pitchFamily="18" charset="0"/>
                <a:cs typeface="Times New Roman" panose="02020603050405020304" pitchFamily="18" charset="0"/>
              </a:rPr>
              <a:t>性能公式</a:t>
            </a:r>
          </a:p>
        </p:txBody>
      </p:sp>
      <p:sp>
        <p:nvSpPr>
          <p:cNvPr id="179205" name="Rectangle 5"/>
          <p:cNvSpPr>
            <a:spLocks noGrp="1" noChangeArrowheads="1"/>
          </p:cNvSpPr>
          <p:nvPr>
            <p:ph type="body" sz="half" idx="4294967295"/>
          </p:nvPr>
        </p:nvSpPr>
        <p:spPr>
          <a:xfrm>
            <a:off x="558800" y="1226270"/>
            <a:ext cx="7713663" cy="690562"/>
          </a:xfrm>
        </p:spPr>
        <p:txBody>
          <a:bodyPr/>
          <a:lstStyle/>
          <a:p>
            <a:pPr eaLnBrk="1" hangingPunct="1">
              <a:defRPr/>
            </a:pPr>
            <a:r>
              <a:rPr kumimoji="1" lang="zh-CN" altLang="en-US" sz="2600" b="1" dirty="0">
                <a:latin typeface="华文中宋" panose="02010600040101010101" pitchFamily="2" charset="-122"/>
                <a:ea typeface="华文中宋" panose="02010600040101010101" pitchFamily="2" charset="-122"/>
              </a:rPr>
              <a:t>哪一个</a:t>
            </a:r>
            <a:r>
              <a:rPr kumimoji="1" lang="en-US" altLang="zh-CN" sz="2600" b="1" dirty="0">
                <a:latin typeface="华文中宋" panose="02010600040101010101" pitchFamily="2" charset="-122"/>
                <a:ea typeface="华文中宋" panose="02010600040101010101" pitchFamily="2" charset="-122"/>
              </a:rPr>
              <a:t>CPU</a:t>
            </a:r>
            <a:r>
              <a:rPr kumimoji="1" lang="zh-CN" altLang="en-US" sz="2600" b="1" dirty="0">
                <a:latin typeface="华文中宋" panose="02010600040101010101" pitchFamily="2" charset="-122"/>
                <a:ea typeface="华文中宋" panose="02010600040101010101" pitchFamily="2" charset="-122"/>
              </a:rPr>
              <a:t>更快？</a:t>
            </a:r>
          </a:p>
        </p:txBody>
      </p:sp>
      <p:graphicFrame>
        <p:nvGraphicFramePr>
          <p:cNvPr id="179216" name="Object 16"/>
          <p:cNvGraphicFramePr>
            <a:graphicFrameLocks noGrp="1" noChangeAspect="1"/>
          </p:cNvGraphicFramePr>
          <p:nvPr>
            <p:ph idx="4294967295"/>
          </p:nvPr>
        </p:nvGraphicFramePr>
        <p:xfrm>
          <a:off x="1450975" y="2348880"/>
          <a:ext cx="6361113" cy="1243633"/>
        </p:xfrm>
        <a:graphic>
          <a:graphicData uri="http://schemas.openxmlformats.org/presentationml/2006/ole">
            <mc:AlternateContent xmlns:mc="http://schemas.openxmlformats.org/markup-compatibility/2006">
              <mc:Choice xmlns:v="urn:schemas-microsoft-com:vml" Requires="v">
                <p:oleObj name="Microsoft 公式 3.0" r:id="rId2" imgW="1981200" imgH="482600" progId="Equation.3">
                  <p:embed/>
                </p:oleObj>
              </mc:Choice>
              <mc:Fallback>
                <p:oleObj name="Microsoft 公式 3.0" r:id="rId2" imgW="1981200" imgH="48260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50975" y="2348880"/>
                        <a:ext cx="6361113" cy="1243633"/>
                      </a:xfrm>
                      <a:prstGeom prst="rect">
                        <a:avLst/>
                      </a:prstGeom>
                      <a:noFill/>
                      <a:ln>
                        <a:noFill/>
                      </a:ln>
                      <a:effectLst/>
                    </p:spPr>
                  </p:pic>
                </p:oleObj>
              </mc:Fallback>
            </mc:AlternateContent>
          </a:graphicData>
        </a:graphic>
      </p:graphicFrame>
      <p:grpSp>
        <p:nvGrpSpPr>
          <p:cNvPr id="4101" name="Group 18"/>
          <p:cNvGrpSpPr/>
          <p:nvPr/>
        </p:nvGrpSpPr>
        <p:grpSpPr bwMode="auto">
          <a:xfrm>
            <a:off x="574675" y="3860800"/>
            <a:ext cx="7958138" cy="2057400"/>
            <a:chOff x="192" y="2232"/>
            <a:chExt cx="5436" cy="1296"/>
          </a:xfrm>
        </p:grpSpPr>
        <p:sp>
          <p:nvSpPr>
            <p:cNvPr id="4102" name="Rectangle 19"/>
            <p:cNvSpPr>
              <a:spLocks noChangeArrowheads="1"/>
            </p:cNvSpPr>
            <p:nvPr/>
          </p:nvSpPr>
          <p:spPr bwMode="auto">
            <a:xfrm>
              <a:off x="192" y="2232"/>
              <a:ext cx="5436" cy="1296"/>
            </a:xfrm>
            <a:prstGeom prst="rect">
              <a:avLst/>
            </a:prstGeom>
            <a:noFill/>
            <a:ln w="12700" cap="sq">
              <a:solidFill>
                <a:srgbClr val="3399FF"/>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sz="1800"/>
            </a:p>
          </p:txBody>
        </p:sp>
        <p:grpSp>
          <p:nvGrpSpPr>
            <p:cNvPr id="4103" name="Group 20"/>
            <p:cNvGrpSpPr/>
            <p:nvPr/>
          </p:nvGrpSpPr>
          <p:grpSpPr bwMode="auto">
            <a:xfrm>
              <a:off x="912" y="2362"/>
              <a:ext cx="3792" cy="1056"/>
              <a:chOff x="912" y="2928"/>
              <a:chExt cx="3792" cy="1056"/>
            </a:xfrm>
          </p:grpSpPr>
          <p:grpSp>
            <p:nvGrpSpPr>
              <p:cNvPr id="4104" name="Group 21"/>
              <p:cNvGrpSpPr/>
              <p:nvPr/>
            </p:nvGrpSpPr>
            <p:grpSpPr bwMode="auto">
              <a:xfrm>
                <a:off x="912" y="3351"/>
                <a:ext cx="3792" cy="633"/>
                <a:chOff x="912" y="3351"/>
                <a:chExt cx="3792" cy="633"/>
              </a:xfrm>
            </p:grpSpPr>
            <p:grpSp>
              <p:nvGrpSpPr>
                <p:cNvPr id="4107" name="Group 22"/>
                <p:cNvGrpSpPr/>
                <p:nvPr/>
              </p:nvGrpSpPr>
              <p:grpSpPr bwMode="auto">
                <a:xfrm>
                  <a:off x="912" y="3351"/>
                  <a:ext cx="1584" cy="633"/>
                  <a:chOff x="432" y="3255"/>
                  <a:chExt cx="1584" cy="633"/>
                </a:xfrm>
              </p:grpSpPr>
              <p:sp>
                <p:nvSpPr>
                  <p:cNvPr id="179223" name="Text Box 23"/>
                  <p:cNvSpPr txBox="1">
                    <a:spLocks noChangeArrowheads="1"/>
                  </p:cNvSpPr>
                  <p:nvPr/>
                </p:nvSpPr>
                <p:spPr bwMode="auto">
                  <a:xfrm>
                    <a:off x="432" y="3255"/>
                    <a:ext cx="1584" cy="288"/>
                  </a:xfrm>
                  <a:prstGeom prst="rect">
                    <a:avLst/>
                  </a:prstGeom>
                  <a:solidFill>
                    <a:srgbClr val="00FF00"/>
                  </a:solidFill>
                  <a:ln>
                    <a:noFill/>
                  </a:ln>
                  <a:effectLst/>
                  <a:scene3d>
                    <a:camera prst="legacyObliqueTopRight"/>
                    <a:lightRig rig="legacyFlat3" dir="b"/>
                  </a:scene3d>
                  <a:sp3d extrusionH="163500" prstMaterial="legacyMatte">
                    <a:bevelT w="13500" h="13500" prst="angle"/>
                    <a:bevelB w="13500" h="13500" prst="angle"/>
                    <a:extrusionClr>
                      <a:srgbClr val="00FF00"/>
                    </a:extrusionClr>
                  </a:sp3d>
                </p:spPr>
                <p:txBody>
                  <a:bodyPr>
                    <a:spAutoFit/>
                    <a:flatTx/>
                  </a:bodyPr>
                  <a:lstStyle/>
                  <a:p>
                    <a:pPr algn="ctr">
                      <a:spcBef>
                        <a:spcPct val="50000"/>
                      </a:spcBef>
                      <a:defRPr/>
                    </a:pPr>
                    <a:r>
                      <a:rPr kumimoji="1" lang="zh-CN" altLang="en-US" sz="2400" b="1">
                        <a:effectLst>
                          <a:outerShdw blurRad="38100" dist="38100" dir="2700000" algn="tl">
                            <a:srgbClr val="FFFFFF"/>
                          </a:outerShdw>
                        </a:effectLst>
                        <a:latin typeface="Times New Roman" panose="02020603050405020304" pitchFamily="18" charset="0"/>
                        <a:ea typeface="华文中宋" panose="02010600040101010101" pitchFamily="2" charset="-122"/>
                      </a:rPr>
                      <a:t>比较指令</a:t>
                    </a:r>
                  </a:p>
                </p:txBody>
              </p:sp>
              <p:sp>
                <p:nvSpPr>
                  <p:cNvPr id="179224" name="Text Box 24"/>
                  <p:cNvSpPr txBox="1">
                    <a:spLocks noChangeArrowheads="1"/>
                  </p:cNvSpPr>
                  <p:nvPr/>
                </p:nvSpPr>
                <p:spPr bwMode="auto">
                  <a:xfrm>
                    <a:off x="432" y="3600"/>
                    <a:ext cx="1584" cy="288"/>
                  </a:xfrm>
                  <a:prstGeom prst="rect">
                    <a:avLst/>
                  </a:prstGeom>
                  <a:solidFill>
                    <a:srgbClr val="00FF00"/>
                  </a:solidFill>
                  <a:ln>
                    <a:noFill/>
                  </a:ln>
                  <a:effectLst/>
                  <a:scene3d>
                    <a:camera prst="legacyObliqueTopRight"/>
                    <a:lightRig rig="legacyFlat3" dir="b"/>
                  </a:scene3d>
                  <a:sp3d extrusionH="163500" prstMaterial="legacyMatte">
                    <a:bevelT w="13500" h="13500" prst="angle"/>
                    <a:bevelB w="13500" h="13500" prst="angle"/>
                    <a:extrusionClr>
                      <a:srgbClr val="00FF00"/>
                    </a:extrusionClr>
                  </a:sp3d>
                </p:spPr>
                <p:txBody>
                  <a:bodyPr>
                    <a:spAutoFit/>
                    <a:flatTx/>
                  </a:bodyPr>
                  <a:lstStyle/>
                  <a:p>
                    <a:pPr algn="ctr">
                      <a:spcBef>
                        <a:spcPct val="50000"/>
                      </a:spcBef>
                      <a:defRPr/>
                    </a:pPr>
                    <a:r>
                      <a:rPr kumimoji="1" lang="zh-CN" altLang="en-US" sz="2400" b="1">
                        <a:effectLst>
                          <a:outerShdw blurRad="38100" dist="38100" dir="2700000" algn="tl">
                            <a:srgbClr val="FFFFFF"/>
                          </a:outerShdw>
                        </a:effectLst>
                        <a:latin typeface="Times New Roman" panose="02020603050405020304" pitchFamily="18" charset="0"/>
                        <a:ea typeface="华文中宋" panose="02010600040101010101" pitchFamily="2" charset="-122"/>
                      </a:rPr>
                      <a:t>测试分支</a:t>
                    </a:r>
                  </a:p>
                </p:txBody>
              </p:sp>
            </p:grpSp>
            <p:sp>
              <p:nvSpPr>
                <p:cNvPr id="179225" name="Text Box 25"/>
                <p:cNvSpPr txBox="1">
                  <a:spLocks noChangeArrowheads="1"/>
                </p:cNvSpPr>
                <p:nvPr/>
              </p:nvSpPr>
              <p:spPr bwMode="auto">
                <a:xfrm>
                  <a:off x="3120" y="3351"/>
                  <a:ext cx="1584" cy="288"/>
                </a:xfrm>
                <a:prstGeom prst="rect">
                  <a:avLst/>
                </a:prstGeom>
                <a:solidFill>
                  <a:srgbClr val="00FF00"/>
                </a:solidFill>
                <a:ln>
                  <a:noFill/>
                </a:ln>
                <a:effectLst/>
                <a:scene3d>
                  <a:camera prst="legacyObliqueTopRight"/>
                  <a:lightRig rig="legacyFlat3" dir="b"/>
                </a:scene3d>
                <a:sp3d extrusionH="163500" prstMaterial="legacyMatte">
                  <a:bevelT w="13500" h="13500" prst="angle"/>
                  <a:bevelB w="13500" h="13500" prst="angle"/>
                  <a:extrusionClr>
                    <a:srgbClr val="00FF00"/>
                  </a:extrusionClr>
                </a:sp3d>
              </p:spPr>
              <p:txBody>
                <a:bodyPr>
                  <a:spAutoFit/>
                  <a:flatTx/>
                </a:bodyPr>
                <a:lstStyle/>
                <a:p>
                  <a:pPr algn="ctr">
                    <a:spcBef>
                      <a:spcPct val="50000"/>
                    </a:spcBef>
                    <a:defRPr/>
                  </a:pPr>
                  <a:r>
                    <a:rPr kumimoji="1" lang="zh-CN" altLang="en-US" sz="2400" b="1">
                      <a:effectLst>
                        <a:outerShdw blurRad="38100" dist="38100" dir="2700000" algn="tl">
                          <a:srgbClr val="FFFFFF"/>
                        </a:outerShdw>
                      </a:effectLst>
                      <a:latin typeface="Times New Roman" panose="02020603050405020304" pitchFamily="18" charset="0"/>
                      <a:ea typeface="华文中宋" panose="02010600040101010101" pitchFamily="2" charset="-122"/>
                    </a:rPr>
                    <a:t>分支指令</a:t>
                  </a:r>
                </a:p>
              </p:txBody>
            </p:sp>
          </p:grpSp>
          <p:sp>
            <p:nvSpPr>
              <p:cNvPr id="4105" name="Text Box 26"/>
              <p:cNvSpPr txBox="1">
                <a:spLocks noChangeArrowheads="1"/>
              </p:cNvSpPr>
              <p:nvPr/>
            </p:nvSpPr>
            <p:spPr bwMode="auto">
              <a:xfrm>
                <a:off x="912" y="2928"/>
                <a:ext cx="158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000">
                    <a:solidFill>
                      <a:schemeClr val="tx1"/>
                    </a:solidFill>
                    <a:latin typeface="Verdana" panose="020B0604030504040204" pitchFamily="34" charset="0"/>
                    <a:ea typeface="宋体" panose="02010600030101010101" pitchFamily="2" charset="-122"/>
                  </a:defRPr>
                </a:lvl1pPr>
                <a:lvl2pPr marL="742950" indent="-285750" eaLnBrk="0" hangingPunct="0">
                  <a:defRPr sz="2000">
                    <a:solidFill>
                      <a:schemeClr val="tx1"/>
                    </a:solidFill>
                    <a:latin typeface="Verdana" panose="020B0604030504040204" pitchFamily="34" charset="0"/>
                    <a:ea typeface="宋体" panose="02010600030101010101" pitchFamily="2" charset="-122"/>
                  </a:defRPr>
                </a:lvl2pPr>
                <a:lvl3pPr marL="1143000" indent="-228600" eaLnBrk="0" hangingPunct="0">
                  <a:defRPr sz="2000">
                    <a:solidFill>
                      <a:schemeClr val="tx1"/>
                    </a:solidFill>
                    <a:latin typeface="Verdana" panose="020B0604030504040204" pitchFamily="34" charset="0"/>
                    <a:ea typeface="宋体" panose="02010600030101010101" pitchFamily="2" charset="-122"/>
                  </a:defRPr>
                </a:lvl3pPr>
                <a:lvl4pPr marL="1600200" indent="-228600" eaLnBrk="0" hangingPunct="0">
                  <a:defRPr sz="2000">
                    <a:solidFill>
                      <a:schemeClr val="tx1"/>
                    </a:solidFill>
                    <a:latin typeface="Verdana" panose="020B0604030504040204" pitchFamily="34" charset="0"/>
                    <a:ea typeface="宋体" panose="02010600030101010101" pitchFamily="2" charset="-122"/>
                  </a:defRPr>
                </a:lvl4pPr>
                <a:lvl5pPr marL="2057400" indent="-228600" eaLnBrk="0" hangingPunct="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50000"/>
                  </a:spcBef>
                </a:pPr>
                <a:r>
                  <a:rPr kumimoji="1" lang="en-US" altLang="zh-CN" sz="2800" b="1">
                    <a:solidFill>
                      <a:srgbClr val="FF0000"/>
                    </a:solidFill>
                    <a:latin typeface="Times New Roman" panose="02020603050405020304" pitchFamily="18" charset="0"/>
                    <a:ea typeface="文鼎CS大宋" charset="-122"/>
                  </a:rPr>
                  <a:t>CPU</a:t>
                </a:r>
                <a:r>
                  <a:rPr kumimoji="1" lang="en-US" altLang="zh-CN" sz="2800" b="1" baseline="-25000">
                    <a:solidFill>
                      <a:srgbClr val="FF0000"/>
                    </a:solidFill>
                    <a:latin typeface="Times New Roman" panose="02020603050405020304" pitchFamily="18" charset="0"/>
                    <a:ea typeface="文鼎CS大宋" charset="-122"/>
                  </a:rPr>
                  <a:t>A</a:t>
                </a:r>
                <a:endParaRPr kumimoji="1" lang="en-US" altLang="zh-CN" sz="2800" b="1" baseline="-25000">
                  <a:solidFill>
                    <a:srgbClr val="000066"/>
                  </a:solidFill>
                  <a:latin typeface="Times New Roman" panose="02020603050405020304" pitchFamily="18" charset="0"/>
                  <a:ea typeface="文鼎CS大宋" charset="-122"/>
                </a:endParaRPr>
              </a:p>
            </p:txBody>
          </p:sp>
          <p:sp>
            <p:nvSpPr>
              <p:cNvPr id="4106" name="Text Box 27"/>
              <p:cNvSpPr txBox="1">
                <a:spLocks noChangeArrowheads="1"/>
              </p:cNvSpPr>
              <p:nvPr/>
            </p:nvSpPr>
            <p:spPr bwMode="auto">
              <a:xfrm>
                <a:off x="3120" y="2928"/>
                <a:ext cx="158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000">
                    <a:solidFill>
                      <a:schemeClr val="tx1"/>
                    </a:solidFill>
                    <a:latin typeface="Verdana" panose="020B0604030504040204" pitchFamily="34" charset="0"/>
                    <a:ea typeface="宋体" panose="02010600030101010101" pitchFamily="2" charset="-122"/>
                  </a:defRPr>
                </a:lvl1pPr>
                <a:lvl2pPr marL="742950" indent="-285750" eaLnBrk="0" hangingPunct="0">
                  <a:defRPr sz="2000">
                    <a:solidFill>
                      <a:schemeClr val="tx1"/>
                    </a:solidFill>
                    <a:latin typeface="Verdana" panose="020B0604030504040204" pitchFamily="34" charset="0"/>
                    <a:ea typeface="宋体" panose="02010600030101010101" pitchFamily="2" charset="-122"/>
                  </a:defRPr>
                </a:lvl2pPr>
                <a:lvl3pPr marL="1143000" indent="-228600" eaLnBrk="0" hangingPunct="0">
                  <a:defRPr sz="2000">
                    <a:solidFill>
                      <a:schemeClr val="tx1"/>
                    </a:solidFill>
                    <a:latin typeface="Verdana" panose="020B0604030504040204" pitchFamily="34" charset="0"/>
                    <a:ea typeface="宋体" panose="02010600030101010101" pitchFamily="2" charset="-122"/>
                  </a:defRPr>
                </a:lvl3pPr>
                <a:lvl4pPr marL="1600200" indent="-228600" eaLnBrk="0" hangingPunct="0">
                  <a:defRPr sz="2000">
                    <a:solidFill>
                      <a:schemeClr val="tx1"/>
                    </a:solidFill>
                    <a:latin typeface="Verdana" panose="020B0604030504040204" pitchFamily="34" charset="0"/>
                    <a:ea typeface="宋体" panose="02010600030101010101" pitchFamily="2" charset="-122"/>
                  </a:defRPr>
                </a:lvl4pPr>
                <a:lvl5pPr marL="2057400" indent="-228600" eaLnBrk="0" hangingPunct="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50000"/>
                  </a:spcBef>
                </a:pPr>
                <a:r>
                  <a:rPr kumimoji="1" lang="en-US" altLang="zh-CN" sz="2800" b="1">
                    <a:solidFill>
                      <a:srgbClr val="FF0000"/>
                    </a:solidFill>
                    <a:latin typeface="Times New Roman" panose="02020603050405020304" pitchFamily="18" charset="0"/>
                    <a:ea typeface="文鼎CS大宋" charset="-122"/>
                  </a:rPr>
                  <a:t>CPU</a:t>
                </a:r>
                <a:r>
                  <a:rPr kumimoji="1" lang="en-US" altLang="zh-CN" sz="2800" b="1" baseline="-25000">
                    <a:solidFill>
                      <a:srgbClr val="FF0000"/>
                    </a:solidFill>
                    <a:latin typeface="Times New Roman" panose="02020603050405020304" pitchFamily="18" charset="0"/>
                    <a:ea typeface="文鼎CS大宋" charset="-122"/>
                  </a:rPr>
                  <a:t>B</a:t>
                </a:r>
                <a:endParaRPr kumimoji="1" lang="en-US" altLang="zh-CN" sz="2800" b="1" baseline="-25000">
                  <a:solidFill>
                    <a:srgbClr val="000066"/>
                  </a:solidFill>
                  <a:latin typeface="Times New Roman" panose="02020603050405020304" pitchFamily="18" charset="0"/>
                  <a:ea typeface="文鼎CS大宋" charset="-122"/>
                </a:endParaRPr>
              </a:p>
            </p:txBody>
          </p:sp>
        </p:grpSp>
      </p:grpSp>
      <p:sp>
        <p:nvSpPr>
          <p:cNvPr id="2" name="日期占位符 1">
            <a:extLst>
              <a:ext uri="{FF2B5EF4-FFF2-40B4-BE49-F238E27FC236}">
                <a16:creationId xmlns:a16="http://schemas.microsoft.com/office/drawing/2014/main" id="{A6A5C35F-C764-7BE5-2D28-277015B8186B}"/>
              </a:ext>
            </a:extLst>
          </p:cNvPr>
          <p:cNvSpPr>
            <a:spLocks noGrp="1"/>
          </p:cNvSpPr>
          <p:nvPr>
            <p:ph type="dt" sz="half" idx="10"/>
          </p:nvPr>
        </p:nvSpPr>
        <p:spPr>
          <a:xfrm>
            <a:off x="457200" y="6356350"/>
            <a:ext cx="2133600" cy="365125"/>
          </a:xfrm>
        </p:spPr>
        <p:txBody>
          <a:bodyPr/>
          <a:lstStyle/>
          <a:p>
            <a:pPr>
              <a:defRPr/>
            </a:pPr>
            <a:fld id="{4349BE7F-346D-41C2-AC16-4B645E86F7D0}" type="datetime1">
              <a:rPr lang="zh-CN" altLang="en-US" smtClean="0"/>
              <a:t>2025/9/16</a:t>
            </a:fld>
            <a:endParaRPr lang="en-US" altLang="zh-CN" dirty="0"/>
          </a:p>
        </p:txBody>
      </p:sp>
      <p:sp>
        <p:nvSpPr>
          <p:cNvPr id="3" name="页脚占位符 3">
            <a:extLst>
              <a:ext uri="{FF2B5EF4-FFF2-40B4-BE49-F238E27FC236}">
                <a16:creationId xmlns:a16="http://schemas.microsoft.com/office/drawing/2014/main" id="{F45B355F-6B91-A3FA-1BAD-5FF6B479B7DB}"/>
              </a:ext>
            </a:extLst>
          </p:cNvPr>
          <p:cNvSpPr>
            <a:spLocks noGrp="1"/>
          </p:cNvSpPr>
          <p:nvPr>
            <p:ph type="ftr" sz="quarter" idx="11"/>
          </p:nvPr>
        </p:nvSpPr>
        <p:spPr>
          <a:xfrm>
            <a:off x="3124200" y="6356350"/>
            <a:ext cx="2895600" cy="365125"/>
          </a:xfrm>
        </p:spPr>
        <p:txBody>
          <a:bodyPr/>
          <a:lstStyle/>
          <a:p>
            <a:pPr>
              <a:defRPr/>
            </a:pPr>
            <a:r>
              <a:rPr lang="zh-CN" altLang="en-US"/>
              <a:t>计算学部 刘宏伟</a:t>
            </a:r>
            <a:endParaRPr lang="en-US" altLang="zh-CN"/>
          </a:p>
        </p:txBody>
      </p:sp>
      <p:sp>
        <p:nvSpPr>
          <p:cNvPr id="4" name="灯片编号占位符 4">
            <a:extLst>
              <a:ext uri="{FF2B5EF4-FFF2-40B4-BE49-F238E27FC236}">
                <a16:creationId xmlns:a16="http://schemas.microsoft.com/office/drawing/2014/main" id="{FFF2B0B4-7535-D3F0-466A-4A18F06CBE23}"/>
              </a:ext>
            </a:extLst>
          </p:cNvPr>
          <p:cNvSpPr>
            <a:spLocks noGrp="1"/>
          </p:cNvSpPr>
          <p:nvPr>
            <p:ph type="sldNum" sz="quarter" idx="12"/>
          </p:nvPr>
        </p:nvSpPr>
        <p:spPr>
          <a:xfrm>
            <a:off x="6553200" y="6356350"/>
            <a:ext cx="2133600" cy="365125"/>
          </a:xfrm>
        </p:spPr>
        <p:txBody>
          <a:bodyPr/>
          <a:lstStyle/>
          <a:p>
            <a:pPr>
              <a:defRPr/>
            </a:pPr>
            <a:fld id="{8BCAC33D-D29A-48B3-BCD6-381D3D720D26}" type="slidenum">
              <a:rPr lang="zh-CN" altLang="en-US" smtClean="0"/>
              <a:t>17</a:t>
            </a:fld>
            <a:endParaRPr lang="en-US" altLang="zh-CN"/>
          </a:p>
        </p:txBody>
      </p:sp>
    </p:spTree>
    <p:extLst>
      <p:ext uri="{BB962C8B-B14F-4D97-AF65-F5344CB8AC3E}">
        <p14:creationId xmlns:p14="http://schemas.microsoft.com/office/powerpoint/2010/main" val="8796957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25"/>
          <p:cNvSpPr>
            <a:spLocks noGrp="1" noChangeArrowheads="1"/>
          </p:cNvSpPr>
          <p:nvPr>
            <p:ph type="title" idx="4294967295"/>
          </p:nvPr>
        </p:nvSpPr>
        <p:spPr/>
        <p:txBody>
          <a:bodyPr/>
          <a:lstStyle/>
          <a:p>
            <a:pPr eaLnBrk="1" hangingPunct="1"/>
            <a:r>
              <a:rPr kumimoji="1" lang="en-US" altLang="zh-CN" sz="3600" b="1" dirty="0">
                <a:latin typeface="Times New Roman" panose="02020603050405020304" pitchFamily="18" charset="0"/>
                <a:cs typeface="Times New Roman" panose="02020603050405020304" pitchFamily="18" charset="0"/>
              </a:rPr>
              <a:t>CPU</a:t>
            </a:r>
            <a:r>
              <a:rPr kumimoji="1" lang="zh-CN" altLang="en-US" sz="3600" b="1" dirty="0">
                <a:latin typeface="Times New Roman" panose="02020603050405020304" pitchFamily="18" charset="0"/>
                <a:cs typeface="Times New Roman" panose="02020603050405020304" pitchFamily="18" charset="0"/>
              </a:rPr>
              <a:t>性能公式</a:t>
            </a:r>
            <a:endParaRPr lang="zh-CN" altLang="en-US" sz="3600" dirty="0">
              <a:latin typeface="Times New Roman" panose="02020603050405020304" pitchFamily="18" charset="0"/>
              <a:cs typeface="Times New Roman" panose="02020603050405020304" pitchFamily="18" charset="0"/>
            </a:endParaRPr>
          </a:p>
        </p:txBody>
      </p:sp>
      <p:sp>
        <p:nvSpPr>
          <p:cNvPr id="181261" name="Rectangle 13"/>
          <p:cNvSpPr>
            <a:spLocks noChangeArrowheads="1"/>
          </p:cNvSpPr>
          <p:nvPr/>
        </p:nvSpPr>
        <p:spPr bwMode="auto">
          <a:xfrm>
            <a:off x="677863" y="1222375"/>
            <a:ext cx="7854950" cy="1259512"/>
          </a:xfrm>
          <a:prstGeom prst="rect">
            <a:avLst/>
          </a:prstGeom>
          <a:noFill/>
          <a:ln>
            <a:noFill/>
          </a:ln>
          <a:effectLst/>
        </p:spPr>
        <p:txBody>
          <a:bodyPr>
            <a:spAutoFit/>
          </a:bodyPr>
          <a:lstStyle/>
          <a:p>
            <a:pPr>
              <a:lnSpc>
                <a:spcPct val="170000"/>
              </a:lnSpc>
              <a:defRPr/>
            </a:pPr>
            <a:r>
              <a:rPr kumimoji="1" lang="en-US" altLang="zh-CN" sz="2400" b="1" dirty="0">
                <a:latin typeface="Times New Roman" panose="02020603050405020304" pitchFamily="18" charset="0"/>
                <a:ea typeface="+mj-ea"/>
                <a:cs typeface="Times New Roman" panose="02020603050405020304" pitchFamily="18" charset="0"/>
              </a:rPr>
              <a:t>       </a:t>
            </a:r>
            <a:r>
              <a:rPr kumimoji="1" lang="zh-CN" altLang="en-US" sz="2400" b="1" dirty="0">
                <a:latin typeface="Times New Roman" panose="02020603050405020304" pitchFamily="18" charset="0"/>
                <a:ea typeface="+mj-ea"/>
                <a:cs typeface="Times New Roman" panose="02020603050405020304" pitchFamily="18" charset="0"/>
              </a:rPr>
              <a:t>在两种</a:t>
            </a:r>
            <a:r>
              <a:rPr kumimoji="1" lang="en-US" altLang="zh-CN" sz="2400" b="1" dirty="0">
                <a:latin typeface="Times New Roman" panose="02020603050405020304" pitchFamily="18" charset="0"/>
                <a:ea typeface="+mj-ea"/>
                <a:cs typeface="Times New Roman" panose="02020603050405020304" pitchFamily="18" charset="0"/>
              </a:rPr>
              <a:t>CPU</a:t>
            </a:r>
            <a:r>
              <a:rPr kumimoji="1" lang="zh-CN" altLang="en-US" sz="2400" b="1" dirty="0">
                <a:latin typeface="Times New Roman" panose="02020603050405020304" pitchFamily="18" charset="0"/>
                <a:ea typeface="+mj-ea"/>
                <a:cs typeface="Times New Roman" panose="02020603050405020304" pitchFamily="18" charset="0"/>
              </a:rPr>
              <a:t>中，条件分支指令都占用</a:t>
            </a:r>
            <a:r>
              <a:rPr kumimoji="1" lang="en-US" altLang="zh-CN" sz="2400" b="1" dirty="0">
                <a:latin typeface="Times New Roman" panose="02020603050405020304" pitchFamily="18" charset="0"/>
                <a:ea typeface="+mj-ea"/>
                <a:cs typeface="Times New Roman" panose="02020603050405020304" pitchFamily="18" charset="0"/>
              </a:rPr>
              <a:t>2</a:t>
            </a:r>
            <a:r>
              <a:rPr kumimoji="1" lang="zh-CN" altLang="en-US" sz="2400" b="1" dirty="0">
                <a:latin typeface="Times New Roman" panose="02020603050405020304" pitchFamily="18" charset="0"/>
                <a:ea typeface="+mj-ea"/>
                <a:cs typeface="Times New Roman" panose="02020603050405020304" pitchFamily="18" charset="0"/>
              </a:rPr>
              <a:t>个时钟周期而所有其它指令占用</a:t>
            </a:r>
            <a:r>
              <a:rPr kumimoji="1" lang="en-US" altLang="zh-CN" sz="2400" b="1" dirty="0">
                <a:latin typeface="Times New Roman" panose="02020603050405020304" pitchFamily="18" charset="0"/>
                <a:ea typeface="+mj-ea"/>
                <a:cs typeface="Times New Roman" panose="02020603050405020304" pitchFamily="18" charset="0"/>
              </a:rPr>
              <a:t>1</a:t>
            </a:r>
            <a:r>
              <a:rPr kumimoji="1" lang="zh-CN" altLang="en-US" sz="2400" b="1" dirty="0">
                <a:latin typeface="Times New Roman" panose="02020603050405020304" pitchFamily="18" charset="0"/>
                <a:ea typeface="+mj-ea"/>
                <a:cs typeface="Times New Roman" panose="02020603050405020304" pitchFamily="18" charset="0"/>
              </a:rPr>
              <a:t>个时钟周期。</a:t>
            </a:r>
          </a:p>
        </p:txBody>
      </p:sp>
      <p:graphicFrame>
        <p:nvGraphicFramePr>
          <p:cNvPr id="181274" name="Object 26"/>
          <p:cNvGraphicFramePr>
            <a:graphicFrameLocks noGrp="1" noChangeAspect="1"/>
          </p:cNvGraphicFramePr>
          <p:nvPr>
            <p:ph idx="4294967295"/>
          </p:nvPr>
        </p:nvGraphicFramePr>
        <p:xfrm>
          <a:off x="5981700" y="3645024"/>
          <a:ext cx="1900238" cy="1119064"/>
        </p:xfrm>
        <a:graphic>
          <a:graphicData uri="http://schemas.openxmlformats.org/presentationml/2006/ole">
            <mc:AlternateContent xmlns:mc="http://schemas.openxmlformats.org/markup-compatibility/2006">
              <mc:Choice xmlns:v="urn:schemas-microsoft-com:vml" Requires="v">
                <p:oleObj name="Microsoft 公式 3.0" r:id="rId2" imgW="723900" imgH="482600" progId="Equation.3">
                  <p:embed/>
                </p:oleObj>
              </mc:Choice>
              <mc:Fallback>
                <p:oleObj name="Microsoft 公式 3.0" r:id="rId2" imgW="723900" imgH="48260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81700" y="3645024"/>
                        <a:ext cx="1900238" cy="1119064"/>
                      </a:xfrm>
                      <a:prstGeom prst="rect">
                        <a:avLst/>
                      </a:prstGeom>
                      <a:noFill/>
                      <a:ln>
                        <a:noFill/>
                      </a:ln>
                      <a:effectLst/>
                    </p:spPr>
                  </p:pic>
                </p:oleObj>
              </mc:Fallback>
            </mc:AlternateContent>
          </a:graphicData>
        </a:graphic>
      </p:graphicFrame>
      <p:sp>
        <p:nvSpPr>
          <p:cNvPr id="181276" name="Text Box 28"/>
          <p:cNvSpPr txBox="1">
            <a:spLocks noChangeArrowheads="1"/>
          </p:cNvSpPr>
          <p:nvPr/>
        </p:nvSpPr>
        <p:spPr bwMode="auto">
          <a:xfrm>
            <a:off x="677863" y="4945063"/>
            <a:ext cx="2209800" cy="457200"/>
          </a:xfrm>
          <a:prstGeom prst="rect">
            <a:avLst/>
          </a:prstGeom>
          <a:solidFill>
            <a:srgbClr val="00FF00"/>
          </a:solidFill>
          <a:ln>
            <a:noFill/>
          </a:ln>
          <a:effectLst/>
          <a:scene3d>
            <a:camera prst="legacyObliqueTopRight"/>
            <a:lightRig rig="legacyFlat3" dir="b"/>
          </a:scene3d>
          <a:sp3d extrusionH="163500" prstMaterial="legacyMatte">
            <a:bevelT w="13500" h="13500" prst="angle"/>
            <a:bevelB w="13500" h="13500" prst="angle"/>
            <a:extrusionClr>
              <a:srgbClr val="00FF00"/>
            </a:extrusionClr>
          </a:sp3d>
        </p:spPr>
        <p:txBody>
          <a:bodyPr>
            <a:spAutoFit/>
            <a:flatTx/>
          </a:bodyPr>
          <a:lstStyle/>
          <a:p>
            <a:pPr algn="ctr">
              <a:spcBef>
                <a:spcPct val="50000"/>
              </a:spcBef>
              <a:defRPr/>
            </a:pPr>
            <a:r>
              <a:rPr kumimoji="1" lang="zh-CN" altLang="en-US" sz="2400" b="1">
                <a:effectLst>
                  <a:outerShdw blurRad="38100" dist="38100" dir="2700000" algn="tl">
                    <a:srgbClr val="FFFFFF"/>
                  </a:outerShdw>
                </a:effectLst>
                <a:latin typeface="Times New Roman" panose="02020603050405020304" pitchFamily="18" charset="0"/>
                <a:ea typeface="华文中宋" panose="02010600040101010101" pitchFamily="2" charset="-122"/>
              </a:rPr>
              <a:t>比较指令</a:t>
            </a:r>
          </a:p>
        </p:txBody>
      </p:sp>
      <p:sp>
        <p:nvSpPr>
          <p:cNvPr id="181277" name="Text Box 29"/>
          <p:cNvSpPr txBox="1">
            <a:spLocks noChangeArrowheads="1"/>
          </p:cNvSpPr>
          <p:nvPr/>
        </p:nvSpPr>
        <p:spPr bwMode="auto">
          <a:xfrm>
            <a:off x="677863" y="5492750"/>
            <a:ext cx="2209800" cy="457200"/>
          </a:xfrm>
          <a:prstGeom prst="rect">
            <a:avLst/>
          </a:prstGeom>
          <a:solidFill>
            <a:srgbClr val="00FF00"/>
          </a:solidFill>
          <a:ln>
            <a:noFill/>
          </a:ln>
          <a:effectLst/>
          <a:scene3d>
            <a:camera prst="legacyObliqueTopRight"/>
            <a:lightRig rig="legacyFlat3" dir="b"/>
          </a:scene3d>
          <a:sp3d extrusionH="163500" prstMaterial="legacyMatte">
            <a:bevelT w="13500" h="13500" prst="angle"/>
            <a:bevelB w="13500" h="13500" prst="angle"/>
            <a:extrusionClr>
              <a:srgbClr val="00FF00"/>
            </a:extrusionClr>
          </a:sp3d>
        </p:spPr>
        <p:txBody>
          <a:bodyPr>
            <a:spAutoFit/>
            <a:flatTx/>
          </a:bodyPr>
          <a:lstStyle/>
          <a:p>
            <a:pPr algn="ctr">
              <a:spcBef>
                <a:spcPct val="50000"/>
              </a:spcBef>
              <a:defRPr/>
            </a:pPr>
            <a:r>
              <a:rPr kumimoji="1" lang="zh-CN" altLang="en-US" sz="2400" b="1">
                <a:solidFill>
                  <a:srgbClr val="FFFF00"/>
                </a:solidFill>
                <a:effectLst>
                  <a:outerShdw blurRad="38100" dist="38100" dir="2700000" algn="tl">
                    <a:srgbClr val="000000"/>
                  </a:outerShdw>
                </a:effectLst>
                <a:latin typeface="Times New Roman" panose="02020603050405020304" pitchFamily="18" charset="0"/>
                <a:ea typeface="华文中宋" panose="02010600040101010101" pitchFamily="2" charset="-122"/>
              </a:rPr>
              <a:t>测试分支</a:t>
            </a:r>
          </a:p>
        </p:txBody>
      </p:sp>
      <p:sp>
        <p:nvSpPr>
          <p:cNvPr id="5127" name="Text Box 30"/>
          <p:cNvSpPr txBox="1">
            <a:spLocks noChangeArrowheads="1"/>
          </p:cNvSpPr>
          <p:nvPr/>
        </p:nvSpPr>
        <p:spPr bwMode="auto">
          <a:xfrm>
            <a:off x="677863" y="2797175"/>
            <a:ext cx="2514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000">
                <a:solidFill>
                  <a:schemeClr val="tx1"/>
                </a:solidFill>
                <a:latin typeface="Verdana" panose="020B0604030504040204" pitchFamily="34" charset="0"/>
                <a:ea typeface="宋体" panose="02010600030101010101" pitchFamily="2" charset="-122"/>
              </a:defRPr>
            </a:lvl1pPr>
            <a:lvl2pPr marL="742950" indent="-285750" eaLnBrk="0" hangingPunct="0">
              <a:defRPr sz="2000">
                <a:solidFill>
                  <a:schemeClr val="tx1"/>
                </a:solidFill>
                <a:latin typeface="Verdana" panose="020B0604030504040204" pitchFamily="34" charset="0"/>
                <a:ea typeface="宋体" panose="02010600030101010101" pitchFamily="2" charset="-122"/>
              </a:defRPr>
            </a:lvl2pPr>
            <a:lvl3pPr marL="1143000" indent="-228600" eaLnBrk="0" hangingPunct="0">
              <a:defRPr sz="2000">
                <a:solidFill>
                  <a:schemeClr val="tx1"/>
                </a:solidFill>
                <a:latin typeface="Verdana" panose="020B0604030504040204" pitchFamily="34" charset="0"/>
                <a:ea typeface="宋体" panose="02010600030101010101" pitchFamily="2" charset="-122"/>
              </a:defRPr>
            </a:lvl3pPr>
            <a:lvl4pPr marL="1600200" indent="-228600" eaLnBrk="0" hangingPunct="0">
              <a:defRPr sz="2000">
                <a:solidFill>
                  <a:schemeClr val="tx1"/>
                </a:solidFill>
                <a:latin typeface="Verdana" panose="020B0604030504040204" pitchFamily="34" charset="0"/>
                <a:ea typeface="宋体" panose="02010600030101010101" pitchFamily="2" charset="-122"/>
              </a:defRPr>
            </a:lvl4pPr>
            <a:lvl5pPr marL="2057400" indent="-228600" eaLnBrk="0" hangingPunct="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50000"/>
              </a:spcBef>
            </a:pPr>
            <a:r>
              <a:rPr kumimoji="1" lang="en-US" altLang="zh-CN" sz="2800" b="1">
                <a:solidFill>
                  <a:srgbClr val="FF0000"/>
                </a:solidFill>
                <a:latin typeface="Times New Roman" panose="02020603050405020304" pitchFamily="18" charset="0"/>
                <a:ea typeface="文鼎CS大宋" charset="-122"/>
              </a:rPr>
              <a:t>CPU</a:t>
            </a:r>
            <a:r>
              <a:rPr kumimoji="1" lang="en-US" altLang="zh-CN" sz="2800" b="1" baseline="-25000">
                <a:solidFill>
                  <a:srgbClr val="FF0000"/>
                </a:solidFill>
                <a:latin typeface="Times New Roman" panose="02020603050405020304" pitchFamily="18" charset="0"/>
                <a:ea typeface="文鼎CS大宋" charset="-122"/>
              </a:rPr>
              <a:t>A</a:t>
            </a:r>
            <a:endParaRPr kumimoji="1" lang="en-US" altLang="zh-CN" sz="2800" b="1" baseline="-25000">
              <a:solidFill>
                <a:srgbClr val="000066"/>
              </a:solidFill>
              <a:latin typeface="Times New Roman" panose="02020603050405020304" pitchFamily="18" charset="0"/>
              <a:ea typeface="文鼎CS大宋" charset="-122"/>
            </a:endParaRPr>
          </a:p>
        </p:txBody>
      </p:sp>
      <p:sp>
        <p:nvSpPr>
          <p:cNvPr id="181279" name="Text Box 31"/>
          <p:cNvSpPr txBox="1">
            <a:spLocks noChangeArrowheads="1"/>
          </p:cNvSpPr>
          <p:nvPr/>
        </p:nvSpPr>
        <p:spPr bwMode="auto">
          <a:xfrm>
            <a:off x="3009900" y="4945063"/>
            <a:ext cx="2209800" cy="457200"/>
          </a:xfrm>
          <a:prstGeom prst="rect">
            <a:avLst/>
          </a:prstGeom>
          <a:solidFill>
            <a:srgbClr val="00FF00"/>
          </a:solidFill>
          <a:ln>
            <a:noFill/>
          </a:ln>
          <a:effectLst/>
          <a:scene3d>
            <a:camera prst="legacyObliqueTopRight"/>
            <a:lightRig rig="legacyFlat3" dir="b"/>
          </a:scene3d>
          <a:sp3d extrusionH="163500" prstMaterial="legacyMatte">
            <a:bevelT w="13500" h="13500" prst="angle"/>
            <a:bevelB w="13500" h="13500" prst="angle"/>
            <a:extrusionClr>
              <a:srgbClr val="00FF00"/>
            </a:extrusionClr>
          </a:sp3d>
        </p:spPr>
        <p:txBody>
          <a:bodyPr>
            <a:spAutoFit/>
            <a:flatTx/>
          </a:bodyPr>
          <a:lstStyle/>
          <a:p>
            <a:pPr algn="ctr">
              <a:spcBef>
                <a:spcPct val="50000"/>
              </a:spcBef>
              <a:defRPr/>
            </a:pPr>
            <a:r>
              <a:rPr kumimoji="1" lang="zh-CN" altLang="en-US" sz="2400" b="1">
                <a:solidFill>
                  <a:srgbClr val="FFFF00"/>
                </a:solidFill>
                <a:effectLst>
                  <a:outerShdw blurRad="38100" dist="38100" dir="2700000" algn="tl">
                    <a:srgbClr val="000000"/>
                  </a:outerShdw>
                </a:effectLst>
                <a:latin typeface="Times New Roman" panose="02020603050405020304" pitchFamily="18" charset="0"/>
                <a:ea typeface="华文中宋" panose="02010600040101010101" pitchFamily="2" charset="-122"/>
              </a:rPr>
              <a:t>分支指令</a:t>
            </a:r>
          </a:p>
        </p:txBody>
      </p:sp>
      <p:sp>
        <p:nvSpPr>
          <p:cNvPr id="5129" name="Text Box 32"/>
          <p:cNvSpPr txBox="1">
            <a:spLocks noChangeArrowheads="1"/>
          </p:cNvSpPr>
          <p:nvPr/>
        </p:nvSpPr>
        <p:spPr bwMode="auto">
          <a:xfrm>
            <a:off x="3298825" y="2797175"/>
            <a:ext cx="19208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000">
                <a:solidFill>
                  <a:schemeClr val="tx1"/>
                </a:solidFill>
                <a:latin typeface="Verdana" panose="020B0604030504040204" pitchFamily="34" charset="0"/>
                <a:ea typeface="宋体" panose="02010600030101010101" pitchFamily="2" charset="-122"/>
              </a:defRPr>
            </a:lvl1pPr>
            <a:lvl2pPr marL="742950" indent="-285750" eaLnBrk="0" hangingPunct="0">
              <a:defRPr sz="2000">
                <a:solidFill>
                  <a:schemeClr val="tx1"/>
                </a:solidFill>
                <a:latin typeface="Verdana" panose="020B0604030504040204" pitchFamily="34" charset="0"/>
                <a:ea typeface="宋体" panose="02010600030101010101" pitchFamily="2" charset="-122"/>
              </a:defRPr>
            </a:lvl2pPr>
            <a:lvl3pPr marL="1143000" indent="-228600" eaLnBrk="0" hangingPunct="0">
              <a:defRPr sz="2000">
                <a:solidFill>
                  <a:schemeClr val="tx1"/>
                </a:solidFill>
                <a:latin typeface="Verdana" panose="020B0604030504040204" pitchFamily="34" charset="0"/>
                <a:ea typeface="宋体" panose="02010600030101010101" pitchFamily="2" charset="-122"/>
              </a:defRPr>
            </a:lvl3pPr>
            <a:lvl4pPr marL="1600200" indent="-228600" eaLnBrk="0" hangingPunct="0">
              <a:defRPr sz="2000">
                <a:solidFill>
                  <a:schemeClr val="tx1"/>
                </a:solidFill>
                <a:latin typeface="Verdana" panose="020B0604030504040204" pitchFamily="34" charset="0"/>
                <a:ea typeface="宋体" panose="02010600030101010101" pitchFamily="2" charset="-122"/>
              </a:defRPr>
            </a:lvl4pPr>
            <a:lvl5pPr marL="2057400" indent="-228600" eaLnBrk="0" hangingPunct="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50000"/>
              </a:spcBef>
            </a:pPr>
            <a:r>
              <a:rPr kumimoji="1" lang="en-US" altLang="zh-CN" sz="2800" b="1" dirty="0">
                <a:solidFill>
                  <a:srgbClr val="FF0000"/>
                </a:solidFill>
                <a:latin typeface="Times New Roman" panose="02020603050405020304" pitchFamily="18" charset="0"/>
                <a:ea typeface="文鼎CS大宋" charset="-122"/>
              </a:rPr>
              <a:t>CPU</a:t>
            </a:r>
            <a:r>
              <a:rPr kumimoji="1" lang="en-US" altLang="zh-CN" sz="2800" b="1" baseline="-25000" dirty="0">
                <a:solidFill>
                  <a:srgbClr val="FF0000"/>
                </a:solidFill>
                <a:latin typeface="Times New Roman" panose="02020603050405020304" pitchFamily="18" charset="0"/>
                <a:ea typeface="文鼎CS大宋" charset="-122"/>
              </a:rPr>
              <a:t>B</a:t>
            </a:r>
            <a:endParaRPr kumimoji="1" lang="en-US" altLang="zh-CN" sz="2800" b="1" baseline="-25000" dirty="0">
              <a:solidFill>
                <a:srgbClr val="000066"/>
              </a:solidFill>
              <a:latin typeface="Times New Roman" panose="02020603050405020304" pitchFamily="18" charset="0"/>
              <a:ea typeface="文鼎CS大宋" charset="-122"/>
            </a:endParaRPr>
          </a:p>
        </p:txBody>
      </p:sp>
      <p:grpSp>
        <p:nvGrpSpPr>
          <p:cNvPr id="5130" name="Group 33"/>
          <p:cNvGrpSpPr/>
          <p:nvPr/>
        </p:nvGrpSpPr>
        <p:grpSpPr bwMode="auto">
          <a:xfrm>
            <a:off x="3009900" y="3408363"/>
            <a:ext cx="2209800" cy="1460500"/>
            <a:chOff x="3120" y="2256"/>
            <a:chExt cx="1584" cy="1152"/>
          </a:xfrm>
        </p:grpSpPr>
        <p:sp>
          <p:nvSpPr>
            <p:cNvPr id="181282" name="Rectangle 34"/>
            <p:cNvSpPr>
              <a:spLocks noChangeArrowheads="1"/>
            </p:cNvSpPr>
            <p:nvPr/>
          </p:nvSpPr>
          <p:spPr bwMode="auto">
            <a:xfrm>
              <a:off x="3120" y="2256"/>
              <a:ext cx="1584" cy="1152"/>
            </a:xfrm>
            <a:prstGeom prst="rect">
              <a:avLst/>
            </a:prstGeom>
            <a:solidFill>
              <a:srgbClr val="009900"/>
            </a:solidFill>
            <a:ln w="12700" cap="sq">
              <a:miter lim="800000"/>
              <a:headEnd type="none" w="sm" len="sm"/>
              <a:tailEnd type="none" w="sm" len="sm"/>
            </a:ln>
            <a:effectLst/>
            <a:scene3d>
              <a:camera prst="legacyObliqueTopRight"/>
              <a:lightRig rig="legacyFlat3" dir="b"/>
            </a:scene3d>
            <a:sp3d extrusionH="163500" prstMaterial="legacyMatte">
              <a:bevelT w="13500" h="13500" prst="angle"/>
              <a:bevelB w="13500" h="13500" prst="angle"/>
              <a:extrusionClr>
                <a:srgbClr val="009900"/>
              </a:extrusionClr>
            </a:sp3d>
          </p:spPr>
          <p:txBody>
            <a:bodyPr wrap="none" anchor="ctr">
              <a:flatTx/>
            </a:bodyPr>
            <a:lstStyle/>
            <a:p>
              <a:pPr algn="ctr">
                <a:defRPr/>
              </a:pPr>
              <a:endParaRPr kumimoji="1" lang="en-US" sz="2400" b="1">
                <a:effectLst>
                  <a:outerShdw blurRad="38100" dist="38100" dir="2700000" algn="tl">
                    <a:srgbClr val="FFFFFF"/>
                  </a:outerShdw>
                </a:effectLst>
                <a:latin typeface="Times New Roman" panose="02020603050405020304" pitchFamily="18" charset="0"/>
                <a:ea typeface="华文中宋" panose="02010600040101010101" pitchFamily="2" charset="-122"/>
              </a:endParaRPr>
            </a:p>
          </p:txBody>
        </p:sp>
        <p:sp>
          <p:nvSpPr>
            <p:cNvPr id="181283" name="Text Box 35"/>
            <p:cNvSpPr txBox="1">
              <a:spLocks noChangeArrowheads="1"/>
            </p:cNvSpPr>
            <p:nvPr/>
          </p:nvSpPr>
          <p:spPr bwMode="auto">
            <a:xfrm>
              <a:off x="3312" y="2640"/>
              <a:ext cx="1198" cy="361"/>
            </a:xfrm>
            <a:prstGeom prst="rect">
              <a:avLst/>
            </a:prstGeom>
            <a:noFill/>
            <a:ln>
              <a:noFill/>
            </a:ln>
            <a:effectLst/>
          </p:spPr>
          <p:txBody>
            <a:bodyPr>
              <a:spAutoFit/>
            </a:bodyPr>
            <a:lstStyle/>
            <a:p>
              <a:pPr algn="ctr">
                <a:spcBef>
                  <a:spcPct val="50000"/>
                </a:spcBef>
                <a:defRPr/>
              </a:pPr>
              <a:r>
                <a:rPr kumimoji="1" lang="zh-CN" altLang="en-US" sz="2400" b="1">
                  <a:solidFill>
                    <a:srgbClr val="FFFFFF"/>
                  </a:solidFill>
                  <a:effectLst>
                    <a:outerShdw blurRad="38100" dist="38100" dir="2700000" algn="tl">
                      <a:srgbClr val="C0C0C0"/>
                    </a:outerShdw>
                  </a:effectLst>
                  <a:latin typeface="Times New Roman" panose="02020603050405020304" pitchFamily="18" charset="0"/>
                  <a:ea typeface="华文中宋" panose="02010600040101010101" pitchFamily="2" charset="-122"/>
                </a:rPr>
                <a:t>其它指令</a:t>
              </a:r>
              <a:endParaRPr kumimoji="1" lang="zh-CN" altLang="en-US" sz="2400" b="1">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endParaRPr>
            </a:p>
          </p:txBody>
        </p:sp>
      </p:grpSp>
      <p:sp>
        <p:nvSpPr>
          <p:cNvPr id="181284" name="Rectangle 36"/>
          <p:cNvSpPr>
            <a:spLocks noChangeArrowheads="1"/>
          </p:cNvSpPr>
          <p:nvPr/>
        </p:nvSpPr>
        <p:spPr bwMode="auto">
          <a:xfrm>
            <a:off x="677863" y="3408363"/>
            <a:ext cx="2209800" cy="1460500"/>
          </a:xfrm>
          <a:prstGeom prst="rect">
            <a:avLst/>
          </a:prstGeom>
          <a:solidFill>
            <a:srgbClr val="009900"/>
          </a:solidFill>
          <a:ln w="12700" cap="sq">
            <a:miter lim="800000"/>
            <a:headEnd type="none" w="sm" len="sm"/>
            <a:tailEnd type="none" w="sm" len="sm"/>
          </a:ln>
          <a:effectLst/>
          <a:scene3d>
            <a:camera prst="legacyObliqueTopRight"/>
            <a:lightRig rig="legacyFlat3" dir="b"/>
          </a:scene3d>
          <a:sp3d extrusionH="163500" prstMaterial="legacyMatte">
            <a:bevelT w="13500" h="13500" prst="angle"/>
            <a:bevelB w="13500" h="13500" prst="angle"/>
            <a:extrusionClr>
              <a:srgbClr val="009900"/>
            </a:extrusionClr>
          </a:sp3d>
        </p:spPr>
        <p:txBody>
          <a:bodyPr wrap="none" anchor="ctr">
            <a:flatTx/>
          </a:bodyPr>
          <a:lstStyle/>
          <a:p>
            <a:pPr algn="ctr">
              <a:defRPr/>
            </a:pPr>
            <a:endParaRPr kumimoji="1" lang="en-US" sz="2400" b="1">
              <a:effectLst>
                <a:outerShdw blurRad="38100" dist="38100" dir="2700000" algn="tl">
                  <a:srgbClr val="FFFFFF"/>
                </a:outerShdw>
              </a:effectLst>
              <a:latin typeface="Times New Roman" panose="02020603050405020304" pitchFamily="18" charset="0"/>
              <a:ea typeface="华文中宋" panose="02010600040101010101" pitchFamily="2" charset="-122"/>
            </a:endParaRPr>
          </a:p>
        </p:txBody>
      </p:sp>
      <p:sp>
        <p:nvSpPr>
          <p:cNvPr id="181285" name="Text Box 37"/>
          <p:cNvSpPr txBox="1">
            <a:spLocks noChangeArrowheads="1"/>
          </p:cNvSpPr>
          <p:nvPr/>
        </p:nvSpPr>
        <p:spPr bwMode="auto">
          <a:xfrm>
            <a:off x="817563" y="3878263"/>
            <a:ext cx="1905000" cy="457200"/>
          </a:xfrm>
          <a:prstGeom prst="rect">
            <a:avLst/>
          </a:prstGeom>
          <a:noFill/>
          <a:ln>
            <a:noFill/>
          </a:ln>
          <a:effectLst/>
        </p:spPr>
        <p:txBody>
          <a:bodyPr>
            <a:spAutoFit/>
          </a:bodyPr>
          <a:lstStyle/>
          <a:p>
            <a:pPr algn="ctr">
              <a:spcBef>
                <a:spcPct val="50000"/>
              </a:spcBef>
              <a:defRPr/>
            </a:pPr>
            <a:r>
              <a:rPr kumimoji="1" lang="zh-CN" altLang="en-US" sz="2400" b="1">
                <a:solidFill>
                  <a:srgbClr val="FFFFFF"/>
                </a:solidFill>
                <a:effectLst>
                  <a:outerShdw blurRad="38100" dist="38100" dir="2700000" algn="tl">
                    <a:srgbClr val="C0C0C0"/>
                  </a:outerShdw>
                </a:effectLst>
                <a:latin typeface="Times New Roman" panose="02020603050405020304" pitchFamily="18" charset="0"/>
                <a:ea typeface="华文中宋" panose="02010600040101010101" pitchFamily="2" charset="-122"/>
              </a:rPr>
              <a:t>其它指令</a:t>
            </a:r>
            <a:endParaRPr kumimoji="1" lang="zh-CN" altLang="en-US" sz="2400" b="1">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endParaRPr>
          </a:p>
        </p:txBody>
      </p:sp>
      <p:sp>
        <p:nvSpPr>
          <p:cNvPr id="2" name="日期占位符 1">
            <a:extLst>
              <a:ext uri="{FF2B5EF4-FFF2-40B4-BE49-F238E27FC236}">
                <a16:creationId xmlns:a16="http://schemas.microsoft.com/office/drawing/2014/main" id="{7E318C45-4B8F-3BEE-FA2C-E3155D529AD9}"/>
              </a:ext>
            </a:extLst>
          </p:cNvPr>
          <p:cNvSpPr>
            <a:spLocks noGrp="1"/>
          </p:cNvSpPr>
          <p:nvPr>
            <p:ph type="dt" sz="half" idx="10"/>
          </p:nvPr>
        </p:nvSpPr>
        <p:spPr>
          <a:xfrm>
            <a:off x="457200" y="6356350"/>
            <a:ext cx="2133600" cy="365125"/>
          </a:xfrm>
        </p:spPr>
        <p:txBody>
          <a:bodyPr/>
          <a:lstStyle/>
          <a:p>
            <a:pPr>
              <a:defRPr/>
            </a:pPr>
            <a:fld id="{4349BE7F-346D-41C2-AC16-4B645E86F7D0}" type="datetime1">
              <a:rPr lang="zh-CN" altLang="en-US" smtClean="0"/>
              <a:t>2025/9/16</a:t>
            </a:fld>
            <a:endParaRPr lang="en-US" altLang="zh-CN" dirty="0"/>
          </a:p>
        </p:txBody>
      </p:sp>
      <p:sp>
        <p:nvSpPr>
          <p:cNvPr id="3" name="页脚占位符 3">
            <a:extLst>
              <a:ext uri="{FF2B5EF4-FFF2-40B4-BE49-F238E27FC236}">
                <a16:creationId xmlns:a16="http://schemas.microsoft.com/office/drawing/2014/main" id="{2630F9FD-5D46-6231-13C5-5918A759977F}"/>
              </a:ext>
            </a:extLst>
          </p:cNvPr>
          <p:cNvSpPr>
            <a:spLocks noGrp="1"/>
          </p:cNvSpPr>
          <p:nvPr>
            <p:ph type="ftr" sz="quarter" idx="11"/>
          </p:nvPr>
        </p:nvSpPr>
        <p:spPr>
          <a:xfrm>
            <a:off x="3124200" y="6356350"/>
            <a:ext cx="2895600" cy="365125"/>
          </a:xfrm>
        </p:spPr>
        <p:txBody>
          <a:bodyPr/>
          <a:lstStyle/>
          <a:p>
            <a:pPr>
              <a:defRPr/>
            </a:pPr>
            <a:r>
              <a:rPr lang="zh-CN" altLang="en-US"/>
              <a:t>计算学部 刘宏伟</a:t>
            </a:r>
            <a:endParaRPr lang="en-US" altLang="zh-CN"/>
          </a:p>
        </p:txBody>
      </p:sp>
      <p:sp>
        <p:nvSpPr>
          <p:cNvPr id="4" name="灯片编号占位符 4">
            <a:extLst>
              <a:ext uri="{FF2B5EF4-FFF2-40B4-BE49-F238E27FC236}">
                <a16:creationId xmlns:a16="http://schemas.microsoft.com/office/drawing/2014/main" id="{F524489C-B50E-74B5-006B-9387F17E4FA6}"/>
              </a:ext>
            </a:extLst>
          </p:cNvPr>
          <p:cNvSpPr>
            <a:spLocks noGrp="1"/>
          </p:cNvSpPr>
          <p:nvPr>
            <p:ph type="sldNum" sz="quarter" idx="12"/>
          </p:nvPr>
        </p:nvSpPr>
        <p:spPr>
          <a:xfrm>
            <a:off x="6553200" y="6356350"/>
            <a:ext cx="2133600" cy="365125"/>
          </a:xfrm>
        </p:spPr>
        <p:txBody>
          <a:bodyPr/>
          <a:lstStyle/>
          <a:p>
            <a:pPr>
              <a:defRPr/>
            </a:pPr>
            <a:fld id="{8BCAC33D-D29A-48B3-BCD6-381D3D720D26}" type="slidenum">
              <a:rPr lang="zh-CN" altLang="en-US" smtClean="0"/>
              <a:t>18</a:t>
            </a:fld>
            <a:endParaRPr lang="en-US" altLang="zh-CN"/>
          </a:p>
        </p:txBody>
      </p:sp>
    </p:spTree>
    <p:extLst>
      <p:ext uri="{BB962C8B-B14F-4D97-AF65-F5344CB8AC3E}">
        <p14:creationId xmlns:p14="http://schemas.microsoft.com/office/powerpoint/2010/main" val="7304691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18"/>
          <p:cNvSpPr>
            <a:spLocks noGrp="1" noChangeArrowheads="1"/>
          </p:cNvSpPr>
          <p:nvPr>
            <p:ph type="title" idx="4294967295"/>
          </p:nvPr>
        </p:nvSpPr>
        <p:spPr/>
        <p:txBody>
          <a:bodyPr>
            <a:normAutofit/>
          </a:bodyPr>
          <a:lstStyle/>
          <a:p>
            <a:pPr eaLnBrk="1" hangingPunct="1"/>
            <a:r>
              <a:rPr kumimoji="1" lang="en-US" altLang="zh-CN" sz="3600" b="1" dirty="0">
                <a:latin typeface="Times New Roman" panose="02020603050405020304" pitchFamily="18" charset="0"/>
                <a:cs typeface="Times New Roman" panose="02020603050405020304" pitchFamily="18" charset="0"/>
              </a:rPr>
              <a:t>CPU</a:t>
            </a:r>
            <a:r>
              <a:rPr kumimoji="1" lang="zh-CN" altLang="en-US" sz="3600" b="1" dirty="0">
                <a:latin typeface="Times New Roman" panose="02020603050405020304" pitchFamily="18" charset="0"/>
                <a:cs typeface="Times New Roman" panose="02020603050405020304" pitchFamily="18" charset="0"/>
              </a:rPr>
              <a:t>性能公式</a:t>
            </a:r>
          </a:p>
        </p:txBody>
      </p:sp>
      <p:sp>
        <p:nvSpPr>
          <p:cNvPr id="182277" name="Rectangle 5"/>
          <p:cNvSpPr>
            <a:spLocks noChangeArrowheads="1"/>
          </p:cNvSpPr>
          <p:nvPr/>
        </p:nvSpPr>
        <p:spPr bwMode="auto">
          <a:xfrm>
            <a:off x="574675" y="1341438"/>
            <a:ext cx="7958138" cy="1582677"/>
          </a:xfrm>
          <a:prstGeom prst="rect">
            <a:avLst/>
          </a:prstGeom>
          <a:noFill/>
          <a:ln>
            <a:noFill/>
          </a:ln>
          <a:effectLst/>
        </p:spPr>
        <p:txBody>
          <a:bodyPr>
            <a:spAutoFit/>
          </a:bodyPr>
          <a:lstStyle/>
          <a:p>
            <a:pPr algn="just">
              <a:lnSpc>
                <a:spcPct val="140000"/>
              </a:lnSpc>
              <a:defRPr/>
            </a:pPr>
            <a:r>
              <a:rPr kumimoji="1" lang="en-US" altLang="zh-CN" sz="2400" b="1" dirty="0">
                <a:latin typeface="+mj-ea"/>
                <a:ea typeface="+mj-ea"/>
              </a:rPr>
              <a:t>    </a:t>
            </a:r>
            <a:r>
              <a:rPr kumimoji="1" lang="zh-CN" altLang="en-US" sz="2400" b="1" dirty="0">
                <a:latin typeface="Times New Roman" panose="02020603050405020304" pitchFamily="18" charset="0"/>
                <a:ea typeface="+mj-ea"/>
                <a:cs typeface="Times New Roman" panose="02020603050405020304" pitchFamily="18" charset="0"/>
              </a:rPr>
              <a:t>对于</a:t>
            </a:r>
            <a:r>
              <a:rPr kumimoji="1" lang="en-US" altLang="zh-CN" sz="2400" b="1" dirty="0">
                <a:latin typeface="Times New Roman" panose="02020603050405020304" pitchFamily="18" charset="0"/>
                <a:ea typeface="+mj-ea"/>
                <a:cs typeface="Times New Roman" panose="02020603050405020304" pitchFamily="18" charset="0"/>
              </a:rPr>
              <a:t>CPU</a:t>
            </a:r>
            <a:r>
              <a:rPr kumimoji="1" lang="en-US" altLang="zh-CN" sz="2400" b="1" baseline="-25000" dirty="0">
                <a:latin typeface="Times New Roman" panose="02020603050405020304" pitchFamily="18" charset="0"/>
                <a:ea typeface="+mj-ea"/>
                <a:cs typeface="Times New Roman" panose="02020603050405020304" pitchFamily="18" charset="0"/>
              </a:rPr>
              <a:t>A</a:t>
            </a:r>
            <a:r>
              <a:rPr kumimoji="1" lang="zh-CN" altLang="en-US" sz="2400" b="1" dirty="0">
                <a:latin typeface="Times New Roman" panose="02020603050405020304" pitchFamily="18" charset="0"/>
                <a:ea typeface="+mj-ea"/>
                <a:cs typeface="Times New Roman" panose="02020603050405020304" pitchFamily="18" charset="0"/>
              </a:rPr>
              <a:t>，执行的指令中分支指令占</a:t>
            </a:r>
            <a:r>
              <a:rPr kumimoji="1" lang="en-US" altLang="zh-CN" sz="2400" b="1" dirty="0">
                <a:latin typeface="Times New Roman" panose="02020603050405020304" pitchFamily="18" charset="0"/>
                <a:ea typeface="+mj-ea"/>
                <a:cs typeface="Times New Roman" panose="02020603050405020304" pitchFamily="18" charset="0"/>
              </a:rPr>
              <a:t>20%</a:t>
            </a:r>
            <a:r>
              <a:rPr kumimoji="1" lang="zh-CN" altLang="en-US" sz="2400" b="1" dirty="0">
                <a:latin typeface="Times New Roman" panose="02020603050405020304" pitchFamily="18" charset="0"/>
                <a:ea typeface="+mj-ea"/>
                <a:cs typeface="Times New Roman" panose="02020603050405020304" pitchFamily="18" charset="0"/>
              </a:rPr>
              <a:t>；由于每个分支指令之前都需要有比较指令，因此比较指令也占</a:t>
            </a:r>
            <a:r>
              <a:rPr kumimoji="1" lang="en-US" altLang="zh-CN" sz="2400" b="1" dirty="0">
                <a:latin typeface="Times New Roman" panose="02020603050405020304" pitchFamily="18" charset="0"/>
                <a:ea typeface="+mj-ea"/>
                <a:cs typeface="Times New Roman" panose="02020603050405020304" pitchFamily="18" charset="0"/>
              </a:rPr>
              <a:t>20%</a:t>
            </a:r>
            <a:r>
              <a:rPr kumimoji="1" lang="zh-CN" altLang="en-US" sz="2400" b="1" dirty="0">
                <a:latin typeface="Times New Roman" panose="02020603050405020304" pitchFamily="18" charset="0"/>
                <a:ea typeface="+mj-ea"/>
                <a:cs typeface="Times New Roman" panose="02020603050405020304" pitchFamily="18" charset="0"/>
              </a:rPr>
              <a:t>。</a:t>
            </a:r>
          </a:p>
        </p:txBody>
      </p:sp>
      <p:sp>
        <p:nvSpPr>
          <p:cNvPr id="182291" name="Text Box 19"/>
          <p:cNvSpPr txBox="1">
            <a:spLocks noChangeArrowheads="1"/>
          </p:cNvSpPr>
          <p:nvPr/>
        </p:nvSpPr>
        <p:spPr bwMode="auto">
          <a:xfrm>
            <a:off x="611188" y="5016500"/>
            <a:ext cx="2209800" cy="457200"/>
          </a:xfrm>
          <a:prstGeom prst="rect">
            <a:avLst/>
          </a:prstGeom>
          <a:solidFill>
            <a:srgbClr val="00FF00"/>
          </a:solidFill>
          <a:ln>
            <a:noFill/>
          </a:ln>
          <a:effectLst/>
          <a:scene3d>
            <a:camera prst="legacyObliqueTopRight"/>
            <a:lightRig rig="legacyFlat3" dir="b"/>
          </a:scene3d>
          <a:sp3d extrusionH="163500" prstMaterial="legacyMatte">
            <a:bevelT w="13500" h="13500" prst="angle"/>
            <a:bevelB w="13500" h="13500" prst="angle"/>
            <a:extrusionClr>
              <a:srgbClr val="00FF00"/>
            </a:extrusionClr>
          </a:sp3d>
        </p:spPr>
        <p:txBody>
          <a:bodyPr>
            <a:spAutoFit/>
            <a:flatTx/>
          </a:bodyPr>
          <a:lstStyle/>
          <a:p>
            <a:pPr algn="ctr">
              <a:spcBef>
                <a:spcPct val="50000"/>
              </a:spcBef>
              <a:defRPr/>
            </a:pPr>
            <a:r>
              <a:rPr kumimoji="1" lang="zh-CN" altLang="en-US" sz="2400" b="1">
                <a:effectLst>
                  <a:outerShdw blurRad="38100" dist="38100" dir="2700000" algn="tl">
                    <a:srgbClr val="FFFFFF"/>
                  </a:outerShdw>
                </a:effectLst>
                <a:latin typeface="Times New Roman" panose="02020603050405020304" pitchFamily="18" charset="0"/>
                <a:ea typeface="华文中宋" panose="02010600040101010101" pitchFamily="2" charset="-122"/>
              </a:rPr>
              <a:t>比较指令</a:t>
            </a:r>
            <a:r>
              <a:rPr kumimoji="1" lang="en-US" altLang="zh-CN" sz="2400" b="1">
                <a:effectLst>
                  <a:outerShdw blurRad="38100" dist="38100" dir="2700000" algn="tl">
                    <a:srgbClr val="FFFFFF"/>
                  </a:outerShdw>
                </a:effectLst>
                <a:latin typeface="Times New Roman" panose="02020603050405020304" pitchFamily="18" charset="0"/>
                <a:ea typeface="华文中宋" panose="02010600040101010101" pitchFamily="2" charset="-122"/>
              </a:rPr>
              <a:t>20%</a:t>
            </a:r>
          </a:p>
        </p:txBody>
      </p:sp>
      <p:sp>
        <p:nvSpPr>
          <p:cNvPr id="182292" name="Text Box 20"/>
          <p:cNvSpPr txBox="1">
            <a:spLocks noChangeArrowheads="1"/>
          </p:cNvSpPr>
          <p:nvPr/>
        </p:nvSpPr>
        <p:spPr bwMode="auto">
          <a:xfrm>
            <a:off x="611188" y="5564188"/>
            <a:ext cx="2209800" cy="457200"/>
          </a:xfrm>
          <a:prstGeom prst="rect">
            <a:avLst/>
          </a:prstGeom>
          <a:solidFill>
            <a:srgbClr val="00FF00"/>
          </a:solidFill>
          <a:ln>
            <a:noFill/>
          </a:ln>
          <a:effectLst/>
          <a:scene3d>
            <a:camera prst="legacyObliqueTopRight"/>
            <a:lightRig rig="legacyFlat3" dir="b"/>
          </a:scene3d>
          <a:sp3d extrusionH="163500" prstMaterial="legacyMatte">
            <a:bevelT w="13500" h="13500" prst="angle"/>
            <a:bevelB w="13500" h="13500" prst="angle"/>
            <a:extrusionClr>
              <a:srgbClr val="00FF00"/>
            </a:extrusionClr>
          </a:sp3d>
        </p:spPr>
        <p:txBody>
          <a:bodyPr>
            <a:spAutoFit/>
            <a:flatTx/>
          </a:bodyPr>
          <a:lstStyle/>
          <a:p>
            <a:pPr algn="ctr">
              <a:spcBef>
                <a:spcPct val="50000"/>
              </a:spcBef>
              <a:defRPr/>
            </a:pPr>
            <a:r>
              <a:rPr kumimoji="1" lang="zh-CN" altLang="en-US" sz="2400" b="1">
                <a:effectLst>
                  <a:outerShdw blurRad="38100" dist="38100" dir="2700000" algn="tl">
                    <a:srgbClr val="FFFFFF"/>
                  </a:outerShdw>
                </a:effectLst>
                <a:latin typeface="Times New Roman" panose="02020603050405020304" pitchFamily="18" charset="0"/>
                <a:ea typeface="华文中宋" panose="02010600040101010101" pitchFamily="2" charset="-122"/>
              </a:rPr>
              <a:t>测试分支</a:t>
            </a:r>
            <a:r>
              <a:rPr kumimoji="1" lang="en-US" altLang="zh-CN" sz="2400" b="1">
                <a:effectLst>
                  <a:outerShdw blurRad="38100" dist="38100" dir="2700000" algn="tl">
                    <a:srgbClr val="FFFFFF"/>
                  </a:outerShdw>
                </a:effectLst>
                <a:latin typeface="Times New Roman" panose="02020603050405020304" pitchFamily="18" charset="0"/>
                <a:ea typeface="华文中宋" panose="02010600040101010101" pitchFamily="2" charset="-122"/>
              </a:rPr>
              <a:t>20%</a:t>
            </a:r>
          </a:p>
        </p:txBody>
      </p:sp>
      <p:sp>
        <p:nvSpPr>
          <p:cNvPr id="6151" name="Text Box 21"/>
          <p:cNvSpPr txBox="1">
            <a:spLocks noChangeArrowheads="1"/>
          </p:cNvSpPr>
          <p:nvPr/>
        </p:nvSpPr>
        <p:spPr bwMode="auto">
          <a:xfrm>
            <a:off x="611188" y="2868613"/>
            <a:ext cx="25146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000">
                <a:solidFill>
                  <a:schemeClr val="tx1"/>
                </a:solidFill>
                <a:latin typeface="Verdana" panose="020B0604030504040204" pitchFamily="34" charset="0"/>
                <a:ea typeface="宋体" panose="02010600030101010101" pitchFamily="2" charset="-122"/>
              </a:defRPr>
            </a:lvl1pPr>
            <a:lvl2pPr marL="742950" indent="-285750" eaLnBrk="0" hangingPunct="0">
              <a:defRPr sz="2000">
                <a:solidFill>
                  <a:schemeClr val="tx1"/>
                </a:solidFill>
                <a:latin typeface="Verdana" panose="020B0604030504040204" pitchFamily="34" charset="0"/>
                <a:ea typeface="宋体" panose="02010600030101010101" pitchFamily="2" charset="-122"/>
              </a:defRPr>
            </a:lvl2pPr>
            <a:lvl3pPr marL="1143000" indent="-228600" eaLnBrk="0" hangingPunct="0">
              <a:defRPr sz="2000">
                <a:solidFill>
                  <a:schemeClr val="tx1"/>
                </a:solidFill>
                <a:latin typeface="Verdana" panose="020B0604030504040204" pitchFamily="34" charset="0"/>
                <a:ea typeface="宋体" panose="02010600030101010101" pitchFamily="2" charset="-122"/>
              </a:defRPr>
            </a:lvl3pPr>
            <a:lvl4pPr marL="1600200" indent="-228600" eaLnBrk="0" hangingPunct="0">
              <a:defRPr sz="2000">
                <a:solidFill>
                  <a:schemeClr val="tx1"/>
                </a:solidFill>
                <a:latin typeface="Verdana" panose="020B0604030504040204" pitchFamily="34" charset="0"/>
                <a:ea typeface="宋体" panose="02010600030101010101" pitchFamily="2" charset="-122"/>
              </a:defRPr>
            </a:lvl4pPr>
            <a:lvl5pPr marL="2057400" indent="-228600" eaLnBrk="0" hangingPunct="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50000"/>
              </a:spcBef>
            </a:pPr>
            <a:r>
              <a:rPr kumimoji="1" lang="en-US" altLang="zh-CN" sz="2800" b="1">
                <a:solidFill>
                  <a:srgbClr val="FF0000"/>
                </a:solidFill>
                <a:latin typeface="Times New Roman" panose="02020603050405020304" pitchFamily="18" charset="0"/>
                <a:ea typeface="文鼎CS大宋" charset="-122"/>
              </a:rPr>
              <a:t>CPU</a:t>
            </a:r>
            <a:r>
              <a:rPr kumimoji="1" lang="en-US" altLang="zh-CN" sz="2800" b="1" baseline="-25000">
                <a:solidFill>
                  <a:srgbClr val="FF0000"/>
                </a:solidFill>
                <a:latin typeface="Times New Roman" panose="02020603050405020304" pitchFamily="18" charset="0"/>
                <a:ea typeface="文鼎CS大宋" charset="-122"/>
              </a:rPr>
              <a:t>A</a:t>
            </a:r>
            <a:endParaRPr kumimoji="1" lang="en-US" altLang="zh-CN" sz="2800" b="1" baseline="-25000">
              <a:solidFill>
                <a:srgbClr val="000066"/>
              </a:solidFill>
              <a:latin typeface="Times New Roman" panose="02020603050405020304" pitchFamily="18" charset="0"/>
              <a:ea typeface="文鼎CS大宋" charset="-122"/>
            </a:endParaRPr>
          </a:p>
        </p:txBody>
      </p:sp>
      <p:sp>
        <p:nvSpPr>
          <p:cNvPr id="182294" name="Text Box 22"/>
          <p:cNvSpPr txBox="1">
            <a:spLocks noChangeArrowheads="1"/>
          </p:cNvSpPr>
          <p:nvPr/>
        </p:nvSpPr>
        <p:spPr bwMode="auto">
          <a:xfrm>
            <a:off x="2943225" y="5016500"/>
            <a:ext cx="2209800" cy="457200"/>
          </a:xfrm>
          <a:prstGeom prst="rect">
            <a:avLst/>
          </a:prstGeom>
          <a:solidFill>
            <a:srgbClr val="00FF00"/>
          </a:solidFill>
          <a:ln>
            <a:noFill/>
          </a:ln>
          <a:effectLst/>
          <a:scene3d>
            <a:camera prst="legacyObliqueTopRight"/>
            <a:lightRig rig="legacyFlat3" dir="b"/>
          </a:scene3d>
          <a:sp3d extrusionH="163500" prstMaterial="legacyMatte">
            <a:bevelT w="13500" h="13500" prst="angle"/>
            <a:bevelB w="13500" h="13500" prst="angle"/>
            <a:extrusionClr>
              <a:srgbClr val="00FF00"/>
            </a:extrusionClr>
          </a:sp3d>
        </p:spPr>
        <p:txBody>
          <a:bodyPr>
            <a:spAutoFit/>
            <a:flatTx/>
          </a:bodyPr>
          <a:lstStyle/>
          <a:p>
            <a:pPr algn="ctr">
              <a:spcBef>
                <a:spcPct val="50000"/>
              </a:spcBef>
              <a:defRPr/>
            </a:pPr>
            <a:r>
              <a:rPr kumimoji="1" lang="zh-CN" altLang="en-US" sz="2400" b="1" dirty="0">
                <a:effectLst>
                  <a:outerShdw blurRad="38100" dist="38100" dir="2700000" algn="tl">
                    <a:srgbClr val="FFFFFF"/>
                  </a:outerShdw>
                </a:effectLst>
                <a:latin typeface="Times New Roman" panose="02020603050405020304" pitchFamily="18" charset="0"/>
                <a:ea typeface="华文中宋" panose="02010600040101010101" pitchFamily="2" charset="-122"/>
              </a:rPr>
              <a:t>分支指令</a:t>
            </a:r>
          </a:p>
        </p:txBody>
      </p:sp>
      <p:sp>
        <p:nvSpPr>
          <p:cNvPr id="6153" name="Text Box 23"/>
          <p:cNvSpPr txBox="1">
            <a:spLocks noChangeArrowheads="1"/>
          </p:cNvSpPr>
          <p:nvPr/>
        </p:nvSpPr>
        <p:spPr bwMode="auto">
          <a:xfrm>
            <a:off x="3232150" y="2868613"/>
            <a:ext cx="19208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000">
                <a:solidFill>
                  <a:schemeClr val="tx1"/>
                </a:solidFill>
                <a:latin typeface="Verdana" panose="020B0604030504040204" pitchFamily="34" charset="0"/>
                <a:ea typeface="宋体" panose="02010600030101010101" pitchFamily="2" charset="-122"/>
              </a:defRPr>
            </a:lvl1pPr>
            <a:lvl2pPr marL="742950" indent="-285750" eaLnBrk="0" hangingPunct="0">
              <a:defRPr sz="2000">
                <a:solidFill>
                  <a:schemeClr val="tx1"/>
                </a:solidFill>
                <a:latin typeface="Verdana" panose="020B0604030504040204" pitchFamily="34" charset="0"/>
                <a:ea typeface="宋体" panose="02010600030101010101" pitchFamily="2" charset="-122"/>
              </a:defRPr>
            </a:lvl2pPr>
            <a:lvl3pPr marL="1143000" indent="-228600" eaLnBrk="0" hangingPunct="0">
              <a:defRPr sz="2000">
                <a:solidFill>
                  <a:schemeClr val="tx1"/>
                </a:solidFill>
                <a:latin typeface="Verdana" panose="020B0604030504040204" pitchFamily="34" charset="0"/>
                <a:ea typeface="宋体" panose="02010600030101010101" pitchFamily="2" charset="-122"/>
              </a:defRPr>
            </a:lvl3pPr>
            <a:lvl4pPr marL="1600200" indent="-228600" eaLnBrk="0" hangingPunct="0">
              <a:defRPr sz="2000">
                <a:solidFill>
                  <a:schemeClr val="tx1"/>
                </a:solidFill>
                <a:latin typeface="Verdana" panose="020B0604030504040204" pitchFamily="34" charset="0"/>
                <a:ea typeface="宋体" panose="02010600030101010101" pitchFamily="2" charset="-122"/>
              </a:defRPr>
            </a:lvl4pPr>
            <a:lvl5pPr marL="2057400" indent="-228600" eaLnBrk="0" hangingPunct="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50000"/>
              </a:spcBef>
            </a:pPr>
            <a:r>
              <a:rPr kumimoji="1" lang="en-US" altLang="zh-CN" sz="2800" b="1">
                <a:solidFill>
                  <a:srgbClr val="FF0000"/>
                </a:solidFill>
                <a:latin typeface="Times New Roman" panose="02020603050405020304" pitchFamily="18" charset="0"/>
                <a:ea typeface="文鼎CS大宋" charset="-122"/>
              </a:rPr>
              <a:t>CPU</a:t>
            </a:r>
            <a:r>
              <a:rPr kumimoji="1" lang="en-US" altLang="zh-CN" sz="2800" b="1" baseline="-25000">
                <a:solidFill>
                  <a:srgbClr val="FF0000"/>
                </a:solidFill>
                <a:latin typeface="Times New Roman" panose="02020603050405020304" pitchFamily="18" charset="0"/>
                <a:ea typeface="文鼎CS大宋" charset="-122"/>
              </a:rPr>
              <a:t>B</a:t>
            </a:r>
            <a:endParaRPr kumimoji="1" lang="en-US" altLang="zh-CN" sz="2800" b="1" baseline="-25000">
              <a:solidFill>
                <a:srgbClr val="000066"/>
              </a:solidFill>
              <a:latin typeface="Times New Roman" panose="02020603050405020304" pitchFamily="18" charset="0"/>
              <a:ea typeface="文鼎CS大宋" charset="-122"/>
            </a:endParaRPr>
          </a:p>
        </p:txBody>
      </p:sp>
      <p:grpSp>
        <p:nvGrpSpPr>
          <p:cNvPr id="6154" name="Group 24"/>
          <p:cNvGrpSpPr/>
          <p:nvPr/>
        </p:nvGrpSpPr>
        <p:grpSpPr bwMode="auto">
          <a:xfrm>
            <a:off x="2943225" y="3479800"/>
            <a:ext cx="2209800" cy="1460500"/>
            <a:chOff x="3120" y="2256"/>
            <a:chExt cx="1584" cy="1152"/>
          </a:xfrm>
        </p:grpSpPr>
        <p:sp>
          <p:nvSpPr>
            <p:cNvPr id="182297" name="Rectangle 25"/>
            <p:cNvSpPr>
              <a:spLocks noChangeArrowheads="1"/>
            </p:cNvSpPr>
            <p:nvPr/>
          </p:nvSpPr>
          <p:spPr bwMode="auto">
            <a:xfrm>
              <a:off x="3120" y="2256"/>
              <a:ext cx="1584" cy="1152"/>
            </a:xfrm>
            <a:prstGeom prst="rect">
              <a:avLst/>
            </a:prstGeom>
            <a:solidFill>
              <a:srgbClr val="009900"/>
            </a:solidFill>
            <a:ln w="12700" cap="sq">
              <a:miter lim="800000"/>
              <a:headEnd type="none" w="sm" len="sm"/>
              <a:tailEnd type="none" w="sm" len="sm"/>
            </a:ln>
            <a:effectLst/>
            <a:scene3d>
              <a:camera prst="legacyObliqueTopRight"/>
              <a:lightRig rig="legacyFlat3" dir="b"/>
            </a:scene3d>
            <a:sp3d extrusionH="163500" prstMaterial="legacyMatte">
              <a:bevelT w="13500" h="13500" prst="angle"/>
              <a:bevelB w="13500" h="13500" prst="angle"/>
              <a:extrusionClr>
                <a:srgbClr val="009900"/>
              </a:extrusionClr>
            </a:sp3d>
          </p:spPr>
          <p:txBody>
            <a:bodyPr wrap="none" anchor="ctr">
              <a:flatTx/>
            </a:bodyPr>
            <a:lstStyle/>
            <a:p>
              <a:pPr algn="ctr">
                <a:defRPr/>
              </a:pPr>
              <a:endParaRPr kumimoji="1" lang="en-US" sz="2400" b="1">
                <a:effectLst>
                  <a:outerShdw blurRad="38100" dist="38100" dir="2700000" algn="tl">
                    <a:srgbClr val="FFFFFF"/>
                  </a:outerShdw>
                </a:effectLst>
                <a:latin typeface="Times New Roman" panose="02020603050405020304" pitchFamily="18" charset="0"/>
                <a:ea typeface="华文中宋" panose="02010600040101010101" pitchFamily="2" charset="-122"/>
              </a:endParaRPr>
            </a:p>
          </p:txBody>
        </p:sp>
        <p:sp>
          <p:nvSpPr>
            <p:cNvPr id="182298" name="Text Box 26"/>
            <p:cNvSpPr txBox="1">
              <a:spLocks noChangeArrowheads="1"/>
            </p:cNvSpPr>
            <p:nvPr/>
          </p:nvSpPr>
          <p:spPr bwMode="auto">
            <a:xfrm>
              <a:off x="3312" y="2640"/>
              <a:ext cx="1198" cy="361"/>
            </a:xfrm>
            <a:prstGeom prst="rect">
              <a:avLst/>
            </a:prstGeom>
            <a:noFill/>
            <a:ln>
              <a:noFill/>
            </a:ln>
            <a:effectLst/>
          </p:spPr>
          <p:txBody>
            <a:bodyPr>
              <a:spAutoFit/>
            </a:bodyPr>
            <a:lstStyle/>
            <a:p>
              <a:pPr algn="ctr">
                <a:spcBef>
                  <a:spcPct val="50000"/>
                </a:spcBef>
                <a:defRPr/>
              </a:pPr>
              <a:r>
                <a:rPr kumimoji="1" lang="zh-CN" altLang="en-US" sz="2400" b="1">
                  <a:solidFill>
                    <a:srgbClr val="FFFFFF"/>
                  </a:solidFill>
                  <a:effectLst>
                    <a:outerShdw blurRad="38100" dist="38100" dir="2700000" algn="tl">
                      <a:srgbClr val="C0C0C0"/>
                    </a:outerShdw>
                  </a:effectLst>
                  <a:latin typeface="Times New Roman" panose="02020603050405020304" pitchFamily="18" charset="0"/>
                  <a:ea typeface="华文中宋" panose="02010600040101010101" pitchFamily="2" charset="-122"/>
                </a:rPr>
                <a:t>其它指令</a:t>
              </a:r>
              <a:endParaRPr kumimoji="1" lang="zh-CN" altLang="en-US" sz="2400" b="1">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endParaRPr>
            </a:p>
          </p:txBody>
        </p:sp>
      </p:grpSp>
      <p:sp>
        <p:nvSpPr>
          <p:cNvPr id="182299" name="Rectangle 27"/>
          <p:cNvSpPr>
            <a:spLocks noChangeArrowheads="1"/>
          </p:cNvSpPr>
          <p:nvPr/>
        </p:nvSpPr>
        <p:spPr bwMode="auto">
          <a:xfrm>
            <a:off x="611188" y="3479800"/>
            <a:ext cx="2209800" cy="1460500"/>
          </a:xfrm>
          <a:prstGeom prst="rect">
            <a:avLst/>
          </a:prstGeom>
          <a:solidFill>
            <a:srgbClr val="009900"/>
          </a:solidFill>
          <a:ln w="12700" cap="sq">
            <a:miter lim="800000"/>
            <a:headEnd type="none" w="sm" len="sm"/>
            <a:tailEnd type="none" w="sm" len="sm"/>
          </a:ln>
          <a:effectLst/>
          <a:scene3d>
            <a:camera prst="legacyObliqueTopRight"/>
            <a:lightRig rig="legacyFlat3" dir="b"/>
          </a:scene3d>
          <a:sp3d extrusionH="163500" prstMaterial="legacyMatte">
            <a:bevelT w="13500" h="13500" prst="angle"/>
            <a:bevelB w="13500" h="13500" prst="angle"/>
            <a:extrusionClr>
              <a:srgbClr val="009900"/>
            </a:extrusionClr>
          </a:sp3d>
        </p:spPr>
        <p:txBody>
          <a:bodyPr wrap="none" anchor="ctr">
            <a:flatTx/>
          </a:bodyPr>
          <a:lstStyle/>
          <a:p>
            <a:pPr algn="ctr">
              <a:defRPr/>
            </a:pPr>
            <a:endParaRPr kumimoji="1" lang="en-US" sz="2400" b="1">
              <a:effectLst>
                <a:outerShdw blurRad="38100" dist="38100" dir="2700000" algn="tl">
                  <a:srgbClr val="FFFFFF"/>
                </a:outerShdw>
              </a:effectLst>
              <a:latin typeface="Times New Roman" panose="02020603050405020304" pitchFamily="18" charset="0"/>
              <a:ea typeface="华文中宋" panose="02010600040101010101" pitchFamily="2" charset="-122"/>
            </a:endParaRPr>
          </a:p>
        </p:txBody>
      </p:sp>
      <p:sp>
        <p:nvSpPr>
          <p:cNvPr id="182300" name="Text Box 28"/>
          <p:cNvSpPr txBox="1">
            <a:spLocks noChangeArrowheads="1"/>
          </p:cNvSpPr>
          <p:nvPr/>
        </p:nvSpPr>
        <p:spPr bwMode="auto">
          <a:xfrm>
            <a:off x="750888" y="3949700"/>
            <a:ext cx="1905000" cy="822325"/>
          </a:xfrm>
          <a:prstGeom prst="rect">
            <a:avLst/>
          </a:prstGeom>
          <a:noFill/>
          <a:ln>
            <a:noFill/>
          </a:ln>
          <a:effectLst/>
        </p:spPr>
        <p:txBody>
          <a:bodyPr>
            <a:spAutoFit/>
          </a:bodyPr>
          <a:lstStyle/>
          <a:p>
            <a:pPr algn="ctr">
              <a:spcBef>
                <a:spcPct val="50000"/>
              </a:spcBef>
              <a:defRPr/>
            </a:pPr>
            <a:r>
              <a:rPr kumimoji="1" lang="zh-CN" altLang="en-US" sz="2400" b="1">
                <a:solidFill>
                  <a:srgbClr val="FFFFFF"/>
                </a:solidFill>
                <a:effectLst>
                  <a:outerShdw blurRad="38100" dist="38100" dir="2700000" algn="tl">
                    <a:srgbClr val="C0C0C0"/>
                  </a:outerShdw>
                </a:effectLst>
                <a:latin typeface="Times New Roman" panose="02020603050405020304" pitchFamily="18" charset="0"/>
                <a:ea typeface="华文中宋" panose="02010600040101010101" pitchFamily="2" charset="-122"/>
              </a:rPr>
              <a:t>其它指令</a:t>
            </a:r>
            <a:r>
              <a:rPr kumimoji="1" lang="en-US" altLang="zh-CN" sz="2400" b="1">
                <a:solidFill>
                  <a:srgbClr val="FFFFFF"/>
                </a:solidFill>
                <a:effectLst>
                  <a:outerShdw blurRad="38100" dist="38100" dir="2700000" algn="tl">
                    <a:srgbClr val="C0C0C0"/>
                  </a:outerShdw>
                </a:effectLst>
                <a:latin typeface="Times New Roman" panose="02020603050405020304" pitchFamily="18" charset="0"/>
                <a:ea typeface="华文中宋" panose="02010600040101010101" pitchFamily="2" charset="-122"/>
              </a:rPr>
              <a:t>60%</a:t>
            </a:r>
            <a:endParaRPr kumimoji="1" lang="en-US" altLang="zh-CN" sz="2400" b="1">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endParaRPr>
          </a:p>
        </p:txBody>
      </p:sp>
      <mc:AlternateContent xmlns:mc="http://schemas.openxmlformats.org/markup-compatibility/2006" xmlns:a14="http://schemas.microsoft.com/office/drawing/2010/main">
        <mc:Choice Requires="a14">
          <p:sp>
            <p:nvSpPr>
              <p:cNvPr id="2" name="TextBox 1"/>
              <p:cNvSpPr txBox="1"/>
              <p:nvPr/>
            </p:nvSpPr>
            <p:spPr>
              <a:xfrm>
                <a:off x="5738435" y="3387725"/>
                <a:ext cx="1764457" cy="47532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000" b="1" i="1" smtClean="0">
                              <a:latin typeface="Cambria Math" panose="02040503050406030204" pitchFamily="18" charset="0"/>
                            </a:rPr>
                          </m:ctrlPr>
                        </m:sSubPr>
                        <m:e>
                          <m:r>
                            <a:rPr lang="en-US" altLang="zh-CN" sz="2000" b="1" i="1" smtClean="0">
                              <a:latin typeface="Cambria Math"/>
                              <a:ea typeface="+mj-ea"/>
                            </a:rPr>
                            <m:t>𝑪𝑷𝑰</m:t>
                          </m:r>
                        </m:e>
                        <m:sub>
                          <m:r>
                            <a:rPr lang="zh-CN" altLang="en-US" sz="2000" i="1">
                              <a:latin typeface="Cambria Math"/>
                            </a:rPr>
                            <m:t>分支</m:t>
                          </m:r>
                        </m:sub>
                      </m:sSub>
                      <m:r>
                        <a:rPr lang="en-US" altLang="zh-CN" sz="2000" b="1" i="1" smtClean="0">
                          <a:latin typeface="Cambria Math"/>
                        </a:rPr>
                        <m:t>=</m:t>
                      </m:r>
                      <m:r>
                        <a:rPr lang="en-US" altLang="zh-CN" sz="2000" i="1">
                          <a:latin typeface="Cambria Math"/>
                        </a:rPr>
                        <m:t>2</m:t>
                      </m:r>
                    </m:oMath>
                  </m:oMathPara>
                </a14:m>
                <a:endParaRPr lang="en-US" altLang="zh-CN" sz="2000" dirty="0"/>
              </a:p>
            </p:txBody>
          </p:sp>
        </mc:Choice>
        <mc:Fallback xmlns="">
          <p:sp>
            <p:nvSpPr>
              <p:cNvPr id="2" name="TextBox 1"/>
              <p:cNvSpPr txBox="1">
                <a:spLocks noRot="1" noChangeAspect="1" noMove="1" noResize="1" noEditPoints="1" noAdjustHandles="1" noChangeArrowheads="1" noChangeShapeType="1" noTextEdit="1"/>
              </p:cNvSpPr>
              <p:nvPr/>
            </p:nvSpPr>
            <p:spPr>
              <a:xfrm>
                <a:off x="5738435" y="3387725"/>
                <a:ext cx="1764457" cy="475323"/>
              </a:xfrm>
              <a:prstGeom prst="rect">
                <a:avLst/>
              </a:prstGeom>
              <a:blipFill rotWithShape="1">
                <a:blip r:embed="rId2"/>
                <a:stretch>
                  <a:fillRect b="-1538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TextBox 15"/>
              <p:cNvSpPr txBox="1"/>
              <p:nvPr/>
            </p:nvSpPr>
            <p:spPr>
              <a:xfrm>
                <a:off x="5738435" y="4123200"/>
                <a:ext cx="1775679" cy="48128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000" b="1" i="1" smtClean="0">
                              <a:latin typeface="Cambria Math" panose="02040503050406030204" pitchFamily="18" charset="0"/>
                            </a:rPr>
                          </m:ctrlPr>
                        </m:sSubPr>
                        <m:e>
                          <m:r>
                            <a:rPr lang="en-US" altLang="zh-CN" sz="2000" b="1" i="1" smtClean="0">
                              <a:latin typeface="Cambria Math"/>
                              <a:ea typeface="+mj-ea"/>
                            </a:rPr>
                            <m:t>𝑪𝑷𝑰</m:t>
                          </m:r>
                        </m:e>
                        <m:sub>
                          <m:r>
                            <a:rPr lang="zh-CN" altLang="en-US" sz="2000" i="1">
                              <a:latin typeface="Cambria Math"/>
                            </a:rPr>
                            <m:t>其他</m:t>
                          </m:r>
                        </m:sub>
                      </m:sSub>
                      <m:r>
                        <a:rPr lang="en-US" altLang="zh-CN" sz="2000" b="1" i="1" smtClean="0">
                          <a:latin typeface="Cambria Math"/>
                        </a:rPr>
                        <m:t>=</m:t>
                      </m:r>
                      <m:r>
                        <a:rPr lang="en-US" altLang="zh-CN" sz="2000" b="1" i="1" smtClean="0">
                          <a:latin typeface="Cambria Math"/>
                        </a:rPr>
                        <m:t>𝟏</m:t>
                      </m:r>
                    </m:oMath>
                  </m:oMathPara>
                </a14:m>
                <a:endParaRPr lang="en-US" altLang="zh-CN" sz="2000" dirty="0"/>
              </a:p>
            </p:txBody>
          </p:sp>
        </mc:Choice>
        <mc:Fallback xmlns="">
          <p:sp>
            <p:nvSpPr>
              <p:cNvPr id="16" name="TextBox 15"/>
              <p:cNvSpPr txBox="1">
                <a:spLocks noRot="1" noChangeAspect="1" noMove="1" noResize="1" noEditPoints="1" noAdjustHandles="1" noChangeArrowheads="1" noChangeShapeType="1" noTextEdit="1"/>
              </p:cNvSpPr>
              <p:nvPr/>
            </p:nvSpPr>
            <p:spPr>
              <a:xfrm>
                <a:off x="5738435" y="4123200"/>
                <a:ext cx="1775679" cy="481286"/>
              </a:xfrm>
              <a:prstGeom prst="rect">
                <a:avLst/>
              </a:prstGeom>
              <a:blipFill rotWithShape="1">
                <a:blip r:embed="rId3"/>
                <a:stretch>
                  <a:fillRect b="-1645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TextBox 16"/>
              <p:cNvSpPr txBox="1"/>
              <p:nvPr/>
            </p:nvSpPr>
            <p:spPr>
              <a:xfrm>
                <a:off x="5747119" y="4653136"/>
                <a:ext cx="2892587"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000" b="1" i="1" smtClean="0">
                              <a:latin typeface="Cambria Math" panose="02040503050406030204" pitchFamily="18" charset="0"/>
                            </a:rPr>
                          </m:ctrlPr>
                        </m:sSubPr>
                        <m:e>
                          <m:r>
                            <m:rPr>
                              <m:sty m:val="p"/>
                            </m:rPr>
                            <a:rPr lang="en-US" altLang="zh-CN" sz="2000" i="1">
                              <a:latin typeface="Cambria Math"/>
                            </a:rPr>
                            <m:t>IC</m:t>
                          </m:r>
                        </m:e>
                        <m:sub>
                          <m:r>
                            <a:rPr lang="en-US" altLang="zh-CN" sz="2000" b="1" i="1" smtClean="0">
                              <a:latin typeface="Cambria Math"/>
                            </a:rPr>
                            <m:t>𝑩</m:t>
                          </m:r>
                        </m:sub>
                      </m:sSub>
                      <m:r>
                        <a:rPr lang="en-US" altLang="zh-CN" sz="2000" b="1" i="1" smtClean="0">
                          <a:latin typeface="Cambria Math"/>
                        </a:rPr>
                        <m:t>=</m:t>
                      </m:r>
                      <m:sSub>
                        <m:sSubPr>
                          <m:ctrlPr>
                            <a:rPr lang="en-US" altLang="zh-CN" sz="2000" b="1" i="1" smtClean="0">
                              <a:latin typeface="Cambria Math" panose="02040503050406030204" pitchFamily="18" charset="0"/>
                            </a:rPr>
                          </m:ctrlPr>
                        </m:sSubPr>
                        <m:e>
                          <m:r>
                            <a:rPr lang="zh-CN" altLang="en-US" sz="2000" i="1">
                              <a:latin typeface="Cambria Math"/>
                            </a:rPr>
                            <m:t>（</m:t>
                          </m:r>
                          <m:r>
                            <a:rPr lang="en-US" altLang="zh-CN" sz="2000" b="1" i="1" smtClean="0">
                              <a:latin typeface="Cambria Math"/>
                            </a:rPr>
                            <m:t>𝟏</m:t>
                          </m:r>
                          <m:r>
                            <a:rPr lang="en-US" altLang="zh-CN" sz="2000" b="1" i="1" smtClean="0">
                              <a:latin typeface="Cambria Math"/>
                            </a:rPr>
                            <m:t>−</m:t>
                          </m:r>
                          <m:r>
                            <a:rPr lang="en-US" altLang="zh-CN" sz="2000" b="1" i="1" smtClean="0">
                              <a:latin typeface="Cambria Math"/>
                            </a:rPr>
                            <m:t>𝟐𝟎</m:t>
                          </m:r>
                          <m:r>
                            <a:rPr lang="en-US" altLang="zh-CN" sz="2000" b="1" i="1" smtClean="0">
                              <a:latin typeface="Cambria Math"/>
                            </a:rPr>
                            <m:t>%</m:t>
                          </m:r>
                          <m:r>
                            <a:rPr lang="zh-CN" altLang="en-US" sz="2000" i="1">
                              <a:latin typeface="Cambria Math"/>
                            </a:rPr>
                            <m:t>）</m:t>
                          </m:r>
                          <m:r>
                            <m:rPr>
                              <m:sty m:val="p"/>
                            </m:rPr>
                            <a:rPr lang="en-US" altLang="zh-CN" sz="2000" i="1">
                              <a:latin typeface="Cambria Math"/>
                            </a:rPr>
                            <m:t>IC</m:t>
                          </m:r>
                        </m:e>
                        <m:sub>
                          <m:r>
                            <a:rPr lang="en-US" altLang="zh-CN" sz="2000" b="1" i="1" smtClean="0">
                              <a:latin typeface="Cambria Math"/>
                            </a:rPr>
                            <m:t>𝑨</m:t>
                          </m:r>
                        </m:sub>
                      </m:sSub>
                    </m:oMath>
                  </m:oMathPara>
                </a14:m>
                <a:endParaRPr lang="en-US" altLang="zh-CN" sz="2000" dirty="0"/>
              </a:p>
            </p:txBody>
          </p:sp>
        </mc:Choice>
        <mc:Fallback xmlns="">
          <p:sp>
            <p:nvSpPr>
              <p:cNvPr id="17" name="TextBox 16"/>
              <p:cNvSpPr txBox="1">
                <a:spLocks noRot="1" noChangeAspect="1" noMove="1" noResize="1" noEditPoints="1" noAdjustHandles="1" noChangeArrowheads="1" noChangeShapeType="1" noTextEdit="1"/>
              </p:cNvSpPr>
              <p:nvPr/>
            </p:nvSpPr>
            <p:spPr>
              <a:xfrm>
                <a:off x="5747119" y="4653136"/>
                <a:ext cx="2892587" cy="400110"/>
              </a:xfrm>
              <a:prstGeom prst="rect">
                <a:avLst/>
              </a:prstGeom>
              <a:blipFill rotWithShape="1">
                <a:blip r:embed="rId4"/>
                <a:stretch>
                  <a:fillRect b="-303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TextBox 17"/>
              <p:cNvSpPr txBox="1"/>
              <p:nvPr/>
            </p:nvSpPr>
            <p:spPr>
              <a:xfrm>
                <a:off x="5747119" y="5157192"/>
                <a:ext cx="2473498" cy="55329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000" b="1" i="1" smtClean="0">
                              <a:latin typeface="Cambria Math" panose="02040503050406030204" pitchFamily="18" charset="0"/>
                            </a:rPr>
                          </m:ctrlPr>
                        </m:sSubPr>
                        <m:e>
                          <m:r>
                            <m:rPr>
                              <m:sty m:val="p"/>
                            </m:rPr>
                            <a:rPr lang="en-US" altLang="zh-CN" sz="2000" i="1">
                              <a:latin typeface="Cambria Math"/>
                            </a:rPr>
                            <m:t>IC</m:t>
                          </m:r>
                        </m:e>
                        <m:sub>
                          <m:sSub>
                            <m:sSubPr>
                              <m:ctrlPr>
                                <a:rPr lang="en-US" altLang="zh-CN" sz="2000" b="1" i="1" smtClean="0">
                                  <a:latin typeface="Cambria Math" panose="02040503050406030204" pitchFamily="18" charset="0"/>
                                </a:rPr>
                              </m:ctrlPr>
                            </m:sSubPr>
                            <m:e>
                              <m:r>
                                <a:rPr lang="en-US" altLang="zh-CN" sz="2000" b="1" i="1" smtClean="0">
                                  <a:latin typeface="Cambria Math"/>
                                </a:rPr>
                                <m:t>𝑩</m:t>
                              </m:r>
                            </m:e>
                            <m:sub>
                              <m:r>
                                <a:rPr lang="zh-CN" altLang="en-US" sz="2000" i="1">
                                  <a:latin typeface="Cambria Math"/>
                                </a:rPr>
                                <m:t>分支</m:t>
                              </m:r>
                            </m:sub>
                          </m:sSub>
                        </m:sub>
                      </m:sSub>
                      <m:r>
                        <a:rPr lang="en-US" altLang="zh-CN" sz="2000" b="1" i="1" smtClean="0">
                          <a:latin typeface="Cambria Math"/>
                        </a:rPr>
                        <m:t>=</m:t>
                      </m:r>
                      <m:sSub>
                        <m:sSubPr>
                          <m:ctrlPr>
                            <a:rPr lang="en-US" altLang="zh-CN" sz="2000" i="1">
                              <a:latin typeface="Cambria Math" panose="02040503050406030204" pitchFamily="18" charset="0"/>
                            </a:rPr>
                          </m:ctrlPr>
                        </m:sSubPr>
                        <m:e>
                          <m:r>
                            <m:rPr>
                              <m:sty m:val="p"/>
                            </m:rPr>
                            <a:rPr lang="en-US" altLang="zh-CN" sz="2000" i="1">
                              <a:latin typeface="Cambria Math"/>
                            </a:rPr>
                            <m:t>IC</m:t>
                          </m:r>
                        </m:e>
                        <m:sub>
                          <m:sSub>
                            <m:sSubPr>
                              <m:ctrlPr>
                                <a:rPr lang="en-US" altLang="zh-CN" sz="2000" i="1">
                                  <a:latin typeface="Cambria Math" panose="02040503050406030204" pitchFamily="18" charset="0"/>
                                </a:rPr>
                              </m:ctrlPr>
                            </m:sSubPr>
                            <m:e>
                              <m:r>
                                <a:rPr lang="en-US" altLang="zh-CN" sz="2000" b="1" i="1" smtClean="0">
                                  <a:latin typeface="Cambria Math"/>
                                </a:rPr>
                                <m:t>𝑨</m:t>
                              </m:r>
                            </m:e>
                            <m:sub>
                              <m:r>
                                <a:rPr lang="zh-CN" altLang="en-US" sz="2000" i="1">
                                  <a:latin typeface="Cambria Math"/>
                                </a:rPr>
                                <m:t>分支</m:t>
                              </m:r>
                            </m:sub>
                          </m:sSub>
                        </m:sub>
                      </m:sSub>
                    </m:oMath>
                  </m:oMathPara>
                </a14:m>
                <a:endParaRPr lang="en-US" altLang="zh-CN" sz="2000" dirty="0"/>
              </a:p>
            </p:txBody>
          </p:sp>
        </mc:Choice>
        <mc:Fallback xmlns="">
          <p:sp>
            <p:nvSpPr>
              <p:cNvPr id="18" name="TextBox 17"/>
              <p:cNvSpPr txBox="1">
                <a:spLocks noRot="1" noChangeAspect="1" noMove="1" noResize="1" noEditPoints="1" noAdjustHandles="1" noChangeArrowheads="1" noChangeShapeType="1" noTextEdit="1"/>
              </p:cNvSpPr>
              <p:nvPr/>
            </p:nvSpPr>
            <p:spPr>
              <a:xfrm>
                <a:off x="5747119" y="5157192"/>
                <a:ext cx="2473498" cy="553293"/>
              </a:xfrm>
              <a:prstGeom prst="rect">
                <a:avLst/>
              </a:prstGeom>
              <a:blipFill rotWithShape="1">
                <a:blip r:embed="rId5"/>
                <a:stretch>
                  <a:fillRect b="-14286"/>
                </a:stretch>
              </a:blipFill>
            </p:spPr>
            <p:txBody>
              <a:bodyPr/>
              <a:lstStyle/>
              <a:p>
                <a:r>
                  <a:rPr lang="zh-CN" altLang="en-US">
                    <a:noFill/>
                  </a:rPr>
                  <a:t> </a:t>
                </a:r>
              </a:p>
            </p:txBody>
          </p:sp>
        </mc:Fallback>
      </mc:AlternateContent>
      <p:sp>
        <p:nvSpPr>
          <p:cNvPr id="3" name="日期占位符 1">
            <a:extLst>
              <a:ext uri="{FF2B5EF4-FFF2-40B4-BE49-F238E27FC236}">
                <a16:creationId xmlns:a16="http://schemas.microsoft.com/office/drawing/2014/main" id="{14073B6F-3DE3-C532-8B06-88CF329BF013}"/>
              </a:ext>
            </a:extLst>
          </p:cNvPr>
          <p:cNvSpPr>
            <a:spLocks noGrp="1"/>
          </p:cNvSpPr>
          <p:nvPr>
            <p:ph type="dt" sz="half" idx="10"/>
          </p:nvPr>
        </p:nvSpPr>
        <p:spPr>
          <a:xfrm>
            <a:off x="457200" y="6356350"/>
            <a:ext cx="2133600" cy="365125"/>
          </a:xfrm>
        </p:spPr>
        <p:txBody>
          <a:bodyPr/>
          <a:lstStyle/>
          <a:p>
            <a:pPr>
              <a:defRPr/>
            </a:pPr>
            <a:fld id="{4349BE7F-346D-41C2-AC16-4B645E86F7D0}" type="datetime1">
              <a:rPr lang="zh-CN" altLang="en-US" smtClean="0"/>
              <a:t>2025/9/16</a:t>
            </a:fld>
            <a:endParaRPr lang="en-US" altLang="zh-CN" dirty="0"/>
          </a:p>
        </p:txBody>
      </p:sp>
      <p:sp>
        <p:nvSpPr>
          <p:cNvPr id="4" name="页脚占位符 3">
            <a:extLst>
              <a:ext uri="{FF2B5EF4-FFF2-40B4-BE49-F238E27FC236}">
                <a16:creationId xmlns:a16="http://schemas.microsoft.com/office/drawing/2014/main" id="{328ADBB2-CEAE-5CCB-C368-68CDB70A149E}"/>
              </a:ext>
            </a:extLst>
          </p:cNvPr>
          <p:cNvSpPr>
            <a:spLocks noGrp="1"/>
          </p:cNvSpPr>
          <p:nvPr>
            <p:ph type="ftr" sz="quarter" idx="11"/>
          </p:nvPr>
        </p:nvSpPr>
        <p:spPr>
          <a:xfrm>
            <a:off x="3124200" y="6356350"/>
            <a:ext cx="2895600" cy="365125"/>
          </a:xfrm>
        </p:spPr>
        <p:txBody>
          <a:bodyPr/>
          <a:lstStyle/>
          <a:p>
            <a:pPr>
              <a:defRPr/>
            </a:pPr>
            <a:r>
              <a:rPr lang="zh-CN" altLang="en-US"/>
              <a:t>计算学部 刘宏伟</a:t>
            </a:r>
            <a:endParaRPr lang="en-US" altLang="zh-CN"/>
          </a:p>
        </p:txBody>
      </p:sp>
      <p:sp>
        <p:nvSpPr>
          <p:cNvPr id="5" name="灯片编号占位符 4">
            <a:extLst>
              <a:ext uri="{FF2B5EF4-FFF2-40B4-BE49-F238E27FC236}">
                <a16:creationId xmlns:a16="http://schemas.microsoft.com/office/drawing/2014/main" id="{4A6CBDF5-EEE5-AD78-3924-6ED295F8C72D}"/>
              </a:ext>
            </a:extLst>
          </p:cNvPr>
          <p:cNvSpPr>
            <a:spLocks noGrp="1"/>
          </p:cNvSpPr>
          <p:nvPr>
            <p:ph type="sldNum" sz="quarter" idx="12"/>
          </p:nvPr>
        </p:nvSpPr>
        <p:spPr>
          <a:xfrm>
            <a:off x="6553200" y="6356350"/>
            <a:ext cx="2133600" cy="365125"/>
          </a:xfrm>
        </p:spPr>
        <p:txBody>
          <a:bodyPr/>
          <a:lstStyle/>
          <a:p>
            <a:pPr>
              <a:defRPr/>
            </a:pPr>
            <a:fld id="{8BCAC33D-D29A-48B3-BCD6-381D3D720D26}" type="slidenum">
              <a:rPr lang="zh-CN" altLang="en-US" smtClean="0"/>
              <a:t>19</a:t>
            </a:fld>
            <a:endParaRPr lang="en-US" altLang="zh-CN"/>
          </a:p>
        </p:txBody>
      </p:sp>
    </p:spTree>
    <p:extLst>
      <p:ext uri="{BB962C8B-B14F-4D97-AF65-F5344CB8AC3E}">
        <p14:creationId xmlns:p14="http://schemas.microsoft.com/office/powerpoint/2010/main" val="35731779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2"/>
          <p:cNvSpPr>
            <a:spLocks noGrp="1" noChangeArrowheads="1"/>
          </p:cNvSpPr>
          <p:nvPr>
            <p:ph type="title" idx="4294967295"/>
          </p:nvPr>
        </p:nvSpPr>
        <p:spPr/>
        <p:txBody>
          <a:bodyPr/>
          <a:lstStyle/>
          <a:p>
            <a:pPr eaLnBrk="1" hangingPunct="1"/>
            <a:r>
              <a:rPr kumimoji="1" lang="en-US" altLang="zh-CN" sz="3600" b="1" dirty="0">
                <a:latin typeface="Times New Roman" panose="02020603050405020304" pitchFamily="18" charset="0"/>
                <a:cs typeface="Times New Roman" panose="02020603050405020304" pitchFamily="18" charset="0"/>
              </a:rPr>
              <a:t>CPU</a:t>
            </a:r>
            <a:r>
              <a:rPr kumimoji="1" lang="zh-CN" altLang="en-US" sz="3600" b="1" dirty="0">
                <a:latin typeface="Times New Roman" panose="02020603050405020304" pitchFamily="18" charset="0"/>
                <a:cs typeface="Times New Roman" panose="02020603050405020304" pitchFamily="18" charset="0"/>
              </a:rPr>
              <a:t>性能公式</a:t>
            </a:r>
            <a:endParaRPr lang="zh-CN" altLang="en-US" sz="3600" dirty="0">
              <a:latin typeface="Times New Roman" panose="02020603050405020304" pitchFamily="18" charset="0"/>
              <a:cs typeface="Times New Roman" panose="02020603050405020304" pitchFamily="18" charset="0"/>
            </a:endParaRPr>
          </a:p>
        </p:txBody>
      </p:sp>
      <p:sp>
        <p:nvSpPr>
          <p:cNvPr id="184324" name="Rectangle 4"/>
          <p:cNvSpPr>
            <a:spLocks noChangeArrowheads="1"/>
          </p:cNvSpPr>
          <p:nvPr/>
        </p:nvSpPr>
        <p:spPr bwMode="auto">
          <a:xfrm>
            <a:off x="574675" y="1295400"/>
            <a:ext cx="8029575" cy="1194879"/>
          </a:xfrm>
          <a:prstGeom prst="rect">
            <a:avLst/>
          </a:prstGeom>
          <a:noFill/>
          <a:ln>
            <a:noFill/>
          </a:ln>
          <a:effectLst/>
        </p:spPr>
        <p:txBody>
          <a:bodyPr>
            <a:spAutoFit/>
          </a:bodyPr>
          <a:lstStyle/>
          <a:p>
            <a:pPr algn="just">
              <a:lnSpc>
                <a:spcPct val="160000"/>
              </a:lnSpc>
              <a:defRPr/>
            </a:pPr>
            <a:r>
              <a:rPr kumimoji="1" lang="en-US" altLang="zh-CN" sz="2400" b="1" dirty="0">
                <a:latin typeface="Times New Roman" panose="02020603050405020304" pitchFamily="18" charset="0"/>
                <a:ea typeface="+mj-ea"/>
                <a:cs typeface="Times New Roman" panose="02020603050405020304" pitchFamily="18" charset="0"/>
              </a:rPr>
              <a:t>    </a:t>
            </a:r>
            <a:r>
              <a:rPr kumimoji="1" lang="zh-CN" altLang="en-US" sz="2400" b="1" dirty="0">
                <a:latin typeface="Times New Roman" panose="02020603050405020304" pitchFamily="18" charset="0"/>
                <a:ea typeface="+mj-ea"/>
                <a:cs typeface="Times New Roman" panose="02020603050405020304" pitchFamily="18" charset="0"/>
              </a:rPr>
              <a:t>由于</a:t>
            </a:r>
            <a:r>
              <a:rPr kumimoji="1" lang="en-US" altLang="zh-CN" sz="2400" b="1" dirty="0">
                <a:latin typeface="Times New Roman" panose="02020603050405020304" pitchFamily="18" charset="0"/>
                <a:ea typeface="+mj-ea"/>
                <a:cs typeface="Times New Roman" panose="02020603050405020304" pitchFamily="18" charset="0"/>
              </a:rPr>
              <a:t>CPU</a:t>
            </a:r>
            <a:r>
              <a:rPr kumimoji="1" lang="en-US" altLang="zh-CN" sz="2400" b="1" baseline="-25000" dirty="0">
                <a:latin typeface="Times New Roman" panose="02020603050405020304" pitchFamily="18" charset="0"/>
                <a:ea typeface="+mj-ea"/>
                <a:cs typeface="Times New Roman" panose="02020603050405020304" pitchFamily="18" charset="0"/>
              </a:rPr>
              <a:t>A</a:t>
            </a:r>
            <a:r>
              <a:rPr kumimoji="1" lang="zh-CN" altLang="en-US" sz="2400" b="1" dirty="0">
                <a:latin typeface="Times New Roman" panose="02020603050405020304" pitchFamily="18" charset="0"/>
                <a:ea typeface="+mj-ea"/>
                <a:cs typeface="Times New Roman" panose="02020603050405020304" pitchFamily="18" charset="0"/>
              </a:rPr>
              <a:t>在分支时不需要比较，假设它的时钟</a:t>
            </a:r>
            <a:r>
              <a:rPr lang="zh-CN" altLang="en-US" sz="2400" dirty="0">
                <a:latin typeface="Times New Roman" panose="02020603050405020304" pitchFamily="18" charset="0"/>
                <a:ea typeface="+mj-ea"/>
                <a:cs typeface="Times New Roman" panose="02020603050405020304" pitchFamily="18" charset="0"/>
              </a:rPr>
              <a:t>频率</a:t>
            </a:r>
            <a:r>
              <a:rPr kumimoji="1" lang="zh-CN" altLang="en-US" sz="2400" b="1" dirty="0">
                <a:latin typeface="Times New Roman" panose="02020603050405020304" pitchFamily="18" charset="0"/>
                <a:ea typeface="+mj-ea"/>
                <a:cs typeface="Times New Roman" panose="02020603050405020304" pitchFamily="18" charset="0"/>
              </a:rPr>
              <a:t>比</a:t>
            </a:r>
            <a:r>
              <a:rPr kumimoji="1" lang="en-US" altLang="zh-CN" sz="2400" b="1" dirty="0">
                <a:latin typeface="Times New Roman" panose="02020603050405020304" pitchFamily="18" charset="0"/>
                <a:ea typeface="+mj-ea"/>
                <a:cs typeface="Times New Roman" panose="02020603050405020304" pitchFamily="18" charset="0"/>
              </a:rPr>
              <a:t>CPU</a:t>
            </a:r>
            <a:r>
              <a:rPr kumimoji="1" lang="en-US" altLang="zh-CN" sz="2400" b="1" baseline="-25000" dirty="0">
                <a:latin typeface="Times New Roman" panose="02020603050405020304" pitchFamily="18" charset="0"/>
                <a:ea typeface="+mj-ea"/>
                <a:cs typeface="Times New Roman" panose="02020603050405020304" pitchFamily="18" charset="0"/>
              </a:rPr>
              <a:t>B</a:t>
            </a:r>
            <a:r>
              <a:rPr kumimoji="1" lang="zh-CN" altLang="en-US" sz="2400" b="1" dirty="0">
                <a:latin typeface="Times New Roman" panose="02020603050405020304" pitchFamily="18" charset="0"/>
                <a:ea typeface="+mj-ea"/>
                <a:cs typeface="Times New Roman" panose="02020603050405020304" pitchFamily="18" charset="0"/>
              </a:rPr>
              <a:t>快</a:t>
            </a:r>
            <a:r>
              <a:rPr kumimoji="1" lang="en-US" altLang="zh-CN" sz="2400" b="1" dirty="0">
                <a:latin typeface="Times New Roman" panose="02020603050405020304" pitchFamily="18" charset="0"/>
                <a:ea typeface="+mj-ea"/>
                <a:cs typeface="Times New Roman" panose="02020603050405020304" pitchFamily="18" charset="0"/>
              </a:rPr>
              <a:t>1.25</a:t>
            </a:r>
            <a:r>
              <a:rPr kumimoji="1" lang="zh-CN" altLang="en-US" sz="2400" b="1" dirty="0">
                <a:latin typeface="Times New Roman" panose="02020603050405020304" pitchFamily="18" charset="0"/>
                <a:ea typeface="+mj-ea"/>
                <a:cs typeface="Times New Roman" panose="02020603050405020304" pitchFamily="18" charset="0"/>
              </a:rPr>
              <a:t>倍。</a:t>
            </a:r>
          </a:p>
        </p:txBody>
      </p:sp>
      <p:sp>
        <p:nvSpPr>
          <p:cNvPr id="7181" name="Text Box 30"/>
          <p:cNvSpPr txBox="1">
            <a:spLocks noChangeArrowheads="1"/>
          </p:cNvSpPr>
          <p:nvPr/>
        </p:nvSpPr>
        <p:spPr bwMode="auto">
          <a:xfrm>
            <a:off x="6135688" y="5805488"/>
            <a:ext cx="184150" cy="36671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spAutoFit/>
          </a:bodyPr>
          <a:lstStyle>
            <a:lvl1pPr eaLnBrk="0" hangingPunct="0">
              <a:defRPr sz="2000">
                <a:solidFill>
                  <a:schemeClr val="tx1"/>
                </a:solidFill>
                <a:latin typeface="Verdana" panose="020B0604030504040204" pitchFamily="34" charset="0"/>
                <a:ea typeface="宋体" panose="02010600030101010101" pitchFamily="2" charset="-122"/>
              </a:defRPr>
            </a:lvl1pPr>
            <a:lvl2pPr marL="742950" indent="-285750" eaLnBrk="0" hangingPunct="0">
              <a:defRPr sz="2000">
                <a:solidFill>
                  <a:schemeClr val="tx1"/>
                </a:solidFill>
                <a:latin typeface="Verdana" panose="020B0604030504040204" pitchFamily="34" charset="0"/>
                <a:ea typeface="宋体" panose="02010600030101010101" pitchFamily="2" charset="-122"/>
              </a:defRPr>
            </a:lvl2pPr>
            <a:lvl3pPr marL="1143000" indent="-228600" eaLnBrk="0" hangingPunct="0">
              <a:defRPr sz="2000">
                <a:solidFill>
                  <a:schemeClr val="tx1"/>
                </a:solidFill>
                <a:latin typeface="Verdana" panose="020B0604030504040204" pitchFamily="34" charset="0"/>
                <a:ea typeface="宋体" panose="02010600030101010101" pitchFamily="2" charset="-122"/>
              </a:defRPr>
            </a:lvl3pPr>
            <a:lvl4pPr marL="1600200" indent="-228600" eaLnBrk="0" hangingPunct="0">
              <a:defRPr sz="2000">
                <a:solidFill>
                  <a:schemeClr val="tx1"/>
                </a:solidFill>
                <a:latin typeface="Verdana" panose="020B0604030504040204" pitchFamily="34" charset="0"/>
                <a:ea typeface="宋体" panose="02010600030101010101" pitchFamily="2" charset="-122"/>
              </a:defRPr>
            </a:lvl4pPr>
            <a:lvl5pPr marL="2057400" indent="-228600" eaLnBrk="0" hangingPunct="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pPr eaLnBrk="1" hangingPunct="1">
              <a:spcBef>
                <a:spcPct val="50000"/>
              </a:spcBef>
            </a:pPr>
            <a:endParaRPr lang="en-US" altLang="zh-CN" sz="1800" i="1" dirty="0"/>
          </a:p>
        </p:txBody>
      </p:sp>
      <p:sp>
        <p:nvSpPr>
          <p:cNvPr id="7182" name="Text Box 31"/>
          <p:cNvSpPr txBox="1">
            <a:spLocks noChangeArrowheads="1"/>
          </p:cNvSpPr>
          <p:nvPr/>
        </p:nvSpPr>
        <p:spPr bwMode="auto">
          <a:xfrm>
            <a:off x="8151813" y="5799138"/>
            <a:ext cx="184150" cy="36671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spAutoFit/>
          </a:bodyPr>
          <a:lstStyle>
            <a:lvl1pPr eaLnBrk="0" hangingPunct="0">
              <a:defRPr sz="2000">
                <a:solidFill>
                  <a:schemeClr val="tx1"/>
                </a:solidFill>
                <a:latin typeface="Verdana" panose="020B0604030504040204" pitchFamily="34" charset="0"/>
                <a:ea typeface="宋体" panose="02010600030101010101" pitchFamily="2" charset="-122"/>
              </a:defRPr>
            </a:lvl1pPr>
            <a:lvl2pPr marL="742950" indent="-285750" eaLnBrk="0" hangingPunct="0">
              <a:defRPr sz="2000">
                <a:solidFill>
                  <a:schemeClr val="tx1"/>
                </a:solidFill>
                <a:latin typeface="Verdana" panose="020B0604030504040204" pitchFamily="34" charset="0"/>
                <a:ea typeface="宋体" panose="02010600030101010101" pitchFamily="2" charset="-122"/>
              </a:defRPr>
            </a:lvl2pPr>
            <a:lvl3pPr marL="1143000" indent="-228600" eaLnBrk="0" hangingPunct="0">
              <a:defRPr sz="2000">
                <a:solidFill>
                  <a:schemeClr val="tx1"/>
                </a:solidFill>
                <a:latin typeface="Verdana" panose="020B0604030504040204" pitchFamily="34" charset="0"/>
                <a:ea typeface="宋体" panose="02010600030101010101" pitchFamily="2" charset="-122"/>
              </a:defRPr>
            </a:lvl3pPr>
            <a:lvl4pPr marL="1600200" indent="-228600" eaLnBrk="0" hangingPunct="0">
              <a:defRPr sz="2000">
                <a:solidFill>
                  <a:schemeClr val="tx1"/>
                </a:solidFill>
                <a:latin typeface="Verdana" panose="020B0604030504040204" pitchFamily="34" charset="0"/>
                <a:ea typeface="宋体" panose="02010600030101010101" pitchFamily="2" charset="-122"/>
              </a:defRPr>
            </a:lvl4pPr>
            <a:lvl5pPr marL="2057400" indent="-228600" eaLnBrk="0" hangingPunct="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pPr eaLnBrk="1" hangingPunct="1">
              <a:spcBef>
                <a:spcPct val="50000"/>
              </a:spcBef>
            </a:pPr>
            <a:endParaRPr lang="en-US" altLang="zh-CN" sz="1800" i="1" dirty="0"/>
          </a:p>
        </p:txBody>
      </p:sp>
      <mc:AlternateContent xmlns:mc="http://schemas.openxmlformats.org/markup-compatibility/2006" xmlns:a14="http://schemas.microsoft.com/office/drawing/2010/main">
        <mc:Choice Requires="a14">
          <p:sp>
            <p:nvSpPr>
              <p:cNvPr id="17" name="TextBox 16"/>
              <p:cNvSpPr txBox="1"/>
              <p:nvPr/>
            </p:nvSpPr>
            <p:spPr>
              <a:xfrm>
                <a:off x="5738435" y="3387725"/>
                <a:ext cx="1764457" cy="47532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000" b="1" i="1" smtClean="0">
                              <a:latin typeface="Cambria Math" panose="02040503050406030204" pitchFamily="18" charset="0"/>
                            </a:rPr>
                          </m:ctrlPr>
                        </m:sSubPr>
                        <m:e>
                          <m:r>
                            <a:rPr lang="en-US" altLang="zh-CN" sz="2000" b="1" i="1" smtClean="0">
                              <a:latin typeface="Cambria Math"/>
                              <a:ea typeface="+mj-ea"/>
                            </a:rPr>
                            <m:t>𝑪𝑷𝑰</m:t>
                          </m:r>
                        </m:e>
                        <m:sub>
                          <m:r>
                            <a:rPr lang="zh-CN" altLang="en-US" sz="2000" i="1">
                              <a:latin typeface="Cambria Math"/>
                            </a:rPr>
                            <m:t>分支</m:t>
                          </m:r>
                        </m:sub>
                      </m:sSub>
                      <m:r>
                        <a:rPr lang="en-US" altLang="zh-CN" sz="2000" b="1" i="1" smtClean="0">
                          <a:latin typeface="Cambria Math"/>
                        </a:rPr>
                        <m:t>=</m:t>
                      </m:r>
                      <m:r>
                        <a:rPr lang="en-US" altLang="zh-CN" sz="2000" i="1">
                          <a:latin typeface="Cambria Math"/>
                        </a:rPr>
                        <m:t>2</m:t>
                      </m:r>
                    </m:oMath>
                  </m:oMathPara>
                </a14:m>
                <a:endParaRPr lang="en-US" altLang="zh-CN" sz="2000" dirty="0"/>
              </a:p>
            </p:txBody>
          </p:sp>
        </mc:Choice>
        <mc:Fallback xmlns="">
          <p:sp>
            <p:nvSpPr>
              <p:cNvPr id="17" name="TextBox 16"/>
              <p:cNvSpPr txBox="1">
                <a:spLocks noRot="1" noChangeAspect="1" noMove="1" noResize="1" noEditPoints="1" noAdjustHandles="1" noChangeArrowheads="1" noChangeShapeType="1" noTextEdit="1"/>
              </p:cNvSpPr>
              <p:nvPr/>
            </p:nvSpPr>
            <p:spPr>
              <a:xfrm>
                <a:off x="5738435" y="3387725"/>
                <a:ext cx="1764457" cy="475323"/>
              </a:xfrm>
              <a:prstGeom prst="rect">
                <a:avLst/>
              </a:prstGeom>
              <a:blipFill rotWithShape="1">
                <a:blip r:embed="rId2"/>
                <a:stretch>
                  <a:fillRect b="-1538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TextBox 17"/>
              <p:cNvSpPr txBox="1"/>
              <p:nvPr/>
            </p:nvSpPr>
            <p:spPr>
              <a:xfrm>
                <a:off x="5738435" y="4123200"/>
                <a:ext cx="1775679" cy="48128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000" b="1" i="1" smtClean="0">
                              <a:latin typeface="Cambria Math" panose="02040503050406030204" pitchFamily="18" charset="0"/>
                            </a:rPr>
                          </m:ctrlPr>
                        </m:sSubPr>
                        <m:e>
                          <m:r>
                            <a:rPr lang="en-US" altLang="zh-CN" sz="2000" b="1" i="1" smtClean="0">
                              <a:latin typeface="Cambria Math"/>
                              <a:ea typeface="+mj-ea"/>
                            </a:rPr>
                            <m:t>𝑪𝑷𝑰</m:t>
                          </m:r>
                        </m:e>
                        <m:sub>
                          <m:r>
                            <a:rPr lang="zh-CN" altLang="en-US" sz="2000" i="1">
                              <a:latin typeface="Cambria Math"/>
                            </a:rPr>
                            <m:t>其他</m:t>
                          </m:r>
                        </m:sub>
                      </m:sSub>
                      <m:r>
                        <a:rPr lang="en-US" altLang="zh-CN" sz="2000" b="1" i="1" smtClean="0">
                          <a:latin typeface="Cambria Math"/>
                        </a:rPr>
                        <m:t>=</m:t>
                      </m:r>
                      <m:r>
                        <a:rPr lang="en-US" altLang="zh-CN" sz="2000" b="1" i="1" smtClean="0">
                          <a:latin typeface="Cambria Math"/>
                        </a:rPr>
                        <m:t>𝟏</m:t>
                      </m:r>
                    </m:oMath>
                  </m:oMathPara>
                </a14:m>
                <a:endParaRPr lang="en-US" altLang="zh-CN" sz="2000" dirty="0"/>
              </a:p>
            </p:txBody>
          </p:sp>
        </mc:Choice>
        <mc:Fallback xmlns="">
          <p:sp>
            <p:nvSpPr>
              <p:cNvPr id="18" name="TextBox 17"/>
              <p:cNvSpPr txBox="1">
                <a:spLocks noRot="1" noChangeAspect="1" noMove="1" noResize="1" noEditPoints="1" noAdjustHandles="1" noChangeArrowheads="1" noChangeShapeType="1" noTextEdit="1"/>
              </p:cNvSpPr>
              <p:nvPr/>
            </p:nvSpPr>
            <p:spPr>
              <a:xfrm>
                <a:off x="5738435" y="4123200"/>
                <a:ext cx="1775679" cy="481286"/>
              </a:xfrm>
              <a:prstGeom prst="rect">
                <a:avLst/>
              </a:prstGeom>
              <a:blipFill rotWithShape="1">
                <a:blip r:embed="rId3"/>
                <a:stretch>
                  <a:fillRect b="-1645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TextBox 18"/>
              <p:cNvSpPr txBox="1"/>
              <p:nvPr/>
            </p:nvSpPr>
            <p:spPr>
              <a:xfrm>
                <a:off x="5747119" y="4653136"/>
                <a:ext cx="2892587"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000" b="1" i="1" smtClean="0">
                              <a:latin typeface="Cambria Math" panose="02040503050406030204" pitchFamily="18" charset="0"/>
                            </a:rPr>
                          </m:ctrlPr>
                        </m:sSubPr>
                        <m:e>
                          <m:r>
                            <m:rPr>
                              <m:sty m:val="p"/>
                            </m:rPr>
                            <a:rPr lang="en-US" altLang="zh-CN" sz="2000" i="1">
                              <a:latin typeface="Cambria Math"/>
                            </a:rPr>
                            <m:t>IC</m:t>
                          </m:r>
                        </m:e>
                        <m:sub>
                          <m:r>
                            <a:rPr lang="en-US" altLang="zh-CN" sz="2000" b="1" i="1" smtClean="0">
                              <a:latin typeface="Cambria Math"/>
                            </a:rPr>
                            <m:t>𝑩</m:t>
                          </m:r>
                        </m:sub>
                      </m:sSub>
                      <m:r>
                        <a:rPr lang="en-US" altLang="zh-CN" sz="2000" b="1" i="1" smtClean="0">
                          <a:latin typeface="Cambria Math"/>
                        </a:rPr>
                        <m:t>=</m:t>
                      </m:r>
                      <m:sSub>
                        <m:sSubPr>
                          <m:ctrlPr>
                            <a:rPr lang="en-US" altLang="zh-CN" sz="2000" b="1" i="1" smtClean="0">
                              <a:latin typeface="Cambria Math" panose="02040503050406030204" pitchFamily="18" charset="0"/>
                            </a:rPr>
                          </m:ctrlPr>
                        </m:sSubPr>
                        <m:e>
                          <m:r>
                            <a:rPr lang="zh-CN" altLang="en-US" sz="2000" i="1">
                              <a:latin typeface="Cambria Math"/>
                            </a:rPr>
                            <m:t>（</m:t>
                          </m:r>
                          <m:r>
                            <a:rPr lang="en-US" altLang="zh-CN" sz="2000" b="1" i="1" smtClean="0">
                              <a:latin typeface="Cambria Math"/>
                            </a:rPr>
                            <m:t>𝟏</m:t>
                          </m:r>
                          <m:r>
                            <a:rPr lang="en-US" altLang="zh-CN" sz="2000" b="1" i="1" smtClean="0">
                              <a:latin typeface="Cambria Math"/>
                            </a:rPr>
                            <m:t>−</m:t>
                          </m:r>
                          <m:r>
                            <a:rPr lang="en-US" altLang="zh-CN" sz="2000" b="1" i="1" smtClean="0">
                              <a:latin typeface="Cambria Math"/>
                            </a:rPr>
                            <m:t>𝟐𝟎</m:t>
                          </m:r>
                          <m:r>
                            <a:rPr lang="en-US" altLang="zh-CN" sz="2000" b="1" i="1" smtClean="0">
                              <a:latin typeface="Cambria Math"/>
                            </a:rPr>
                            <m:t>%</m:t>
                          </m:r>
                          <m:r>
                            <a:rPr lang="zh-CN" altLang="en-US" sz="2000" i="1">
                              <a:latin typeface="Cambria Math"/>
                            </a:rPr>
                            <m:t>）</m:t>
                          </m:r>
                          <m:r>
                            <m:rPr>
                              <m:sty m:val="p"/>
                            </m:rPr>
                            <a:rPr lang="en-US" altLang="zh-CN" sz="2000" i="1">
                              <a:latin typeface="Cambria Math"/>
                            </a:rPr>
                            <m:t>IC</m:t>
                          </m:r>
                        </m:e>
                        <m:sub>
                          <m:r>
                            <a:rPr lang="en-US" altLang="zh-CN" sz="2000" b="1" i="1" smtClean="0">
                              <a:latin typeface="Cambria Math"/>
                            </a:rPr>
                            <m:t>𝑨</m:t>
                          </m:r>
                        </m:sub>
                      </m:sSub>
                    </m:oMath>
                  </m:oMathPara>
                </a14:m>
                <a:endParaRPr lang="en-US" altLang="zh-CN" sz="2000" dirty="0"/>
              </a:p>
            </p:txBody>
          </p:sp>
        </mc:Choice>
        <mc:Fallback xmlns="">
          <p:sp>
            <p:nvSpPr>
              <p:cNvPr id="19" name="TextBox 18"/>
              <p:cNvSpPr txBox="1">
                <a:spLocks noRot="1" noChangeAspect="1" noMove="1" noResize="1" noEditPoints="1" noAdjustHandles="1" noChangeArrowheads="1" noChangeShapeType="1" noTextEdit="1"/>
              </p:cNvSpPr>
              <p:nvPr/>
            </p:nvSpPr>
            <p:spPr>
              <a:xfrm>
                <a:off x="5747119" y="4653136"/>
                <a:ext cx="2892587" cy="400110"/>
              </a:xfrm>
              <a:prstGeom prst="rect">
                <a:avLst/>
              </a:prstGeom>
              <a:blipFill rotWithShape="1">
                <a:blip r:embed="rId4"/>
                <a:stretch>
                  <a:fillRect b="-303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TextBox 19"/>
              <p:cNvSpPr txBox="1"/>
              <p:nvPr/>
            </p:nvSpPr>
            <p:spPr>
              <a:xfrm>
                <a:off x="5747119" y="5157192"/>
                <a:ext cx="2473498" cy="55329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000" b="1" i="1" smtClean="0">
                              <a:latin typeface="Cambria Math" panose="02040503050406030204" pitchFamily="18" charset="0"/>
                            </a:rPr>
                          </m:ctrlPr>
                        </m:sSubPr>
                        <m:e>
                          <m:r>
                            <m:rPr>
                              <m:sty m:val="p"/>
                            </m:rPr>
                            <a:rPr lang="en-US" altLang="zh-CN" sz="2000" i="1">
                              <a:latin typeface="Cambria Math"/>
                            </a:rPr>
                            <m:t>IC</m:t>
                          </m:r>
                        </m:e>
                        <m:sub>
                          <m:sSub>
                            <m:sSubPr>
                              <m:ctrlPr>
                                <a:rPr lang="en-US" altLang="zh-CN" sz="2000" b="1" i="1" smtClean="0">
                                  <a:latin typeface="Cambria Math" panose="02040503050406030204" pitchFamily="18" charset="0"/>
                                </a:rPr>
                              </m:ctrlPr>
                            </m:sSubPr>
                            <m:e>
                              <m:r>
                                <a:rPr lang="en-US" altLang="zh-CN" sz="2000" b="1" i="1" smtClean="0">
                                  <a:latin typeface="Cambria Math"/>
                                </a:rPr>
                                <m:t>𝑩</m:t>
                              </m:r>
                            </m:e>
                            <m:sub>
                              <m:r>
                                <a:rPr lang="zh-CN" altLang="en-US" sz="2000" i="1">
                                  <a:latin typeface="Cambria Math"/>
                                </a:rPr>
                                <m:t>分支</m:t>
                              </m:r>
                            </m:sub>
                          </m:sSub>
                        </m:sub>
                      </m:sSub>
                      <m:r>
                        <a:rPr lang="en-US" altLang="zh-CN" sz="2000" b="1" i="1" smtClean="0">
                          <a:latin typeface="Cambria Math"/>
                        </a:rPr>
                        <m:t>=</m:t>
                      </m:r>
                      <m:sSub>
                        <m:sSubPr>
                          <m:ctrlPr>
                            <a:rPr lang="en-US" altLang="zh-CN" sz="2000" i="1">
                              <a:latin typeface="Cambria Math" panose="02040503050406030204" pitchFamily="18" charset="0"/>
                            </a:rPr>
                          </m:ctrlPr>
                        </m:sSubPr>
                        <m:e>
                          <m:r>
                            <m:rPr>
                              <m:sty m:val="p"/>
                            </m:rPr>
                            <a:rPr lang="en-US" altLang="zh-CN" sz="2000" i="1">
                              <a:latin typeface="Cambria Math"/>
                            </a:rPr>
                            <m:t>IC</m:t>
                          </m:r>
                        </m:e>
                        <m:sub>
                          <m:sSub>
                            <m:sSubPr>
                              <m:ctrlPr>
                                <a:rPr lang="en-US" altLang="zh-CN" sz="2000" i="1">
                                  <a:latin typeface="Cambria Math" panose="02040503050406030204" pitchFamily="18" charset="0"/>
                                </a:rPr>
                              </m:ctrlPr>
                            </m:sSubPr>
                            <m:e>
                              <m:r>
                                <a:rPr lang="en-US" altLang="zh-CN" sz="2000" b="1" i="1" smtClean="0">
                                  <a:latin typeface="Cambria Math"/>
                                </a:rPr>
                                <m:t>𝑨</m:t>
                              </m:r>
                            </m:e>
                            <m:sub>
                              <m:r>
                                <a:rPr lang="zh-CN" altLang="en-US" sz="2000" i="1">
                                  <a:latin typeface="Cambria Math"/>
                                </a:rPr>
                                <m:t>分支</m:t>
                              </m:r>
                            </m:sub>
                          </m:sSub>
                        </m:sub>
                      </m:sSub>
                    </m:oMath>
                  </m:oMathPara>
                </a14:m>
                <a:endParaRPr lang="en-US" altLang="zh-CN" sz="2000" dirty="0"/>
              </a:p>
            </p:txBody>
          </p:sp>
        </mc:Choice>
        <mc:Fallback xmlns="">
          <p:sp>
            <p:nvSpPr>
              <p:cNvPr id="20" name="TextBox 19"/>
              <p:cNvSpPr txBox="1">
                <a:spLocks noRot="1" noChangeAspect="1" noMove="1" noResize="1" noEditPoints="1" noAdjustHandles="1" noChangeArrowheads="1" noChangeShapeType="1" noTextEdit="1"/>
              </p:cNvSpPr>
              <p:nvPr/>
            </p:nvSpPr>
            <p:spPr>
              <a:xfrm>
                <a:off x="5747119" y="5157192"/>
                <a:ext cx="2473498" cy="553293"/>
              </a:xfrm>
              <a:prstGeom prst="rect">
                <a:avLst/>
              </a:prstGeom>
              <a:blipFill rotWithShape="1">
                <a:blip r:embed="rId5"/>
                <a:stretch>
                  <a:fillRect b="-1428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TextBox 21"/>
              <p:cNvSpPr txBox="1"/>
              <p:nvPr/>
            </p:nvSpPr>
            <p:spPr>
              <a:xfrm>
                <a:off x="5580112" y="5877272"/>
                <a:ext cx="2785321" cy="43851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000" i="1" smtClean="0">
                              <a:latin typeface="Cambria Math" panose="02040503050406030204" pitchFamily="18" charset="0"/>
                            </a:rPr>
                          </m:ctrlPr>
                        </m:sSubPr>
                        <m:e>
                          <m:r>
                            <a:rPr lang="en-US" altLang="zh-CN" sz="2000" i="1">
                              <a:latin typeface="Cambria Math"/>
                            </a:rPr>
                            <m:t>𝑻</m:t>
                          </m:r>
                        </m:e>
                        <m:sub>
                          <m:sSub>
                            <m:sSubPr>
                              <m:ctrlPr>
                                <a:rPr lang="en-US" altLang="zh-CN" sz="2000" i="1">
                                  <a:latin typeface="Cambria Math" panose="02040503050406030204" pitchFamily="18" charset="0"/>
                                </a:rPr>
                              </m:ctrlPr>
                            </m:sSubPr>
                            <m:e>
                              <m:r>
                                <m:rPr>
                                  <m:sty m:val="p"/>
                                </m:rPr>
                                <a:rPr lang="en-US" altLang="zh-CN" sz="2000" i="1">
                                  <a:latin typeface="Cambria Math"/>
                                </a:rPr>
                                <m:t>clk</m:t>
                              </m:r>
                            </m:e>
                            <m:sub>
                              <m:r>
                                <a:rPr lang="en-US" altLang="zh-CN" sz="2000" i="1">
                                  <a:latin typeface="Cambria Math"/>
                                </a:rPr>
                                <m:t>𝑩</m:t>
                              </m:r>
                            </m:sub>
                          </m:sSub>
                        </m:sub>
                      </m:sSub>
                      <m:r>
                        <a:rPr lang="en-US" altLang="zh-CN" sz="2000" i="1">
                          <a:latin typeface="Cambria Math"/>
                        </a:rPr>
                        <m:t>=</m:t>
                      </m:r>
                      <m:sSub>
                        <m:sSubPr>
                          <m:ctrlPr>
                            <a:rPr lang="en-US" altLang="zh-CN" sz="2000" i="1">
                              <a:latin typeface="Cambria Math" panose="02040503050406030204" pitchFamily="18" charset="0"/>
                            </a:rPr>
                          </m:ctrlPr>
                        </m:sSubPr>
                        <m:e>
                          <m:r>
                            <a:rPr lang="en-US" altLang="zh-CN" sz="2000" i="1">
                              <a:latin typeface="Cambria Math"/>
                            </a:rPr>
                            <m:t>𝟏</m:t>
                          </m:r>
                          <m:r>
                            <a:rPr lang="en-US" altLang="zh-CN" sz="2000" i="1">
                              <a:latin typeface="Cambria Math"/>
                            </a:rPr>
                            <m:t>.</m:t>
                          </m:r>
                          <m:r>
                            <a:rPr lang="en-US" altLang="zh-CN" sz="2000" b="1" i="1" smtClean="0">
                              <a:latin typeface="Cambria Math"/>
                            </a:rPr>
                            <m:t>𝟐𝟓</m:t>
                          </m:r>
                          <m:r>
                            <a:rPr lang="en-US" altLang="zh-CN" sz="2000" i="1">
                              <a:latin typeface="Cambria Math"/>
                            </a:rPr>
                            <m:t> </m:t>
                          </m:r>
                          <m:r>
                            <a:rPr lang="en-US" altLang="zh-CN" sz="2000" i="1">
                              <a:latin typeface="Cambria Math"/>
                            </a:rPr>
                            <m:t>𝑻</m:t>
                          </m:r>
                        </m:e>
                        <m:sub>
                          <m:sSub>
                            <m:sSubPr>
                              <m:ctrlPr>
                                <a:rPr lang="en-US" altLang="zh-CN" sz="2000" i="1">
                                  <a:latin typeface="Cambria Math" panose="02040503050406030204" pitchFamily="18" charset="0"/>
                                </a:rPr>
                              </m:ctrlPr>
                            </m:sSubPr>
                            <m:e>
                              <m:r>
                                <m:rPr>
                                  <m:sty m:val="p"/>
                                </m:rPr>
                                <a:rPr lang="en-US" altLang="zh-CN" sz="2000" i="1">
                                  <a:latin typeface="Cambria Math"/>
                                </a:rPr>
                                <m:t>clk</m:t>
                              </m:r>
                            </m:e>
                            <m:sub>
                              <m:r>
                                <a:rPr lang="en-US" altLang="zh-CN" sz="2000" i="1">
                                  <a:latin typeface="Cambria Math"/>
                                </a:rPr>
                                <m:t>𝑨</m:t>
                              </m:r>
                            </m:sub>
                          </m:sSub>
                        </m:sub>
                      </m:sSub>
                    </m:oMath>
                  </m:oMathPara>
                </a14:m>
                <a:endParaRPr lang="en-US" altLang="zh-CN" sz="2000" i="1" dirty="0">
                  <a:latin typeface="Cambria Math"/>
                </a:endParaRPr>
              </a:p>
            </p:txBody>
          </p:sp>
        </mc:Choice>
        <mc:Fallback xmlns="">
          <p:sp>
            <p:nvSpPr>
              <p:cNvPr id="22" name="TextBox 21"/>
              <p:cNvSpPr txBox="1">
                <a:spLocks noRot="1" noChangeAspect="1" noMove="1" noResize="1" noEditPoints="1" noAdjustHandles="1" noChangeArrowheads="1" noChangeShapeType="1" noTextEdit="1"/>
              </p:cNvSpPr>
              <p:nvPr/>
            </p:nvSpPr>
            <p:spPr>
              <a:xfrm>
                <a:off x="5580112" y="5877272"/>
                <a:ext cx="2785321" cy="438518"/>
              </a:xfrm>
              <a:prstGeom prst="rect">
                <a:avLst/>
              </a:prstGeom>
              <a:blipFill rotWithShape="1">
                <a:blip r:embed="rId6"/>
                <a:stretch>
                  <a:fillRect/>
                </a:stretch>
              </a:blipFill>
            </p:spPr>
            <p:txBody>
              <a:bodyPr/>
              <a:lstStyle/>
              <a:p>
                <a:r>
                  <a:rPr lang="zh-CN" altLang="en-US">
                    <a:noFill/>
                  </a:rPr>
                  <a:t> </a:t>
                </a:r>
              </a:p>
            </p:txBody>
          </p:sp>
        </mc:Fallback>
      </mc:AlternateContent>
      <p:sp>
        <p:nvSpPr>
          <p:cNvPr id="21" name="Text Box 19"/>
          <p:cNvSpPr txBox="1">
            <a:spLocks noChangeArrowheads="1"/>
          </p:cNvSpPr>
          <p:nvPr/>
        </p:nvSpPr>
        <p:spPr bwMode="auto">
          <a:xfrm>
            <a:off x="611188" y="5016500"/>
            <a:ext cx="2209800" cy="457200"/>
          </a:xfrm>
          <a:prstGeom prst="rect">
            <a:avLst/>
          </a:prstGeom>
          <a:solidFill>
            <a:srgbClr val="00FF00"/>
          </a:solidFill>
          <a:ln>
            <a:noFill/>
          </a:ln>
          <a:effectLst/>
          <a:scene3d>
            <a:camera prst="legacyObliqueTopRight"/>
            <a:lightRig rig="legacyFlat3" dir="b"/>
          </a:scene3d>
          <a:sp3d extrusionH="163500" prstMaterial="legacyMatte">
            <a:bevelT w="13500" h="13500" prst="angle"/>
            <a:bevelB w="13500" h="13500" prst="angle"/>
            <a:extrusionClr>
              <a:srgbClr val="00FF00"/>
            </a:extrusionClr>
          </a:sp3d>
        </p:spPr>
        <p:txBody>
          <a:bodyPr>
            <a:spAutoFit/>
            <a:flatTx/>
          </a:bodyPr>
          <a:lstStyle/>
          <a:p>
            <a:pPr algn="ctr">
              <a:spcBef>
                <a:spcPct val="50000"/>
              </a:spcBef>
              <a:defRPr/>
            </a:pPr>
            <a:r>
              <a:rPr kumimoji="1" lang="zh-CN" altLang="en-US" sz="2400" b="1">
                <a:effectLst>
                  <a:outerShdw blurRad="38100" dist="38100" dir="2700000" algn="tl">
                    <a:srgbClr val="FFFFFF"/>
                  </a:outerShdw>
                </a:effectLst>
                <a:latin typeface="Times New Roman" panose="02020603050405020304" pitchFamily="18" charset="0"/>
                <a:ea typeface="华文中宋" panose="02010600040101010101" pitchFamily="2" charset="-122"/>
              </a:rPr>
              <a:t>比较指令</a:t>
            </a:r>
            <a:r>
              <a:rPr kumimoji="1" lang="en-US" altLang="zh-CN" sz="2400" b="1">
                <a:effectLst>
                  <a:outerShdw blurRad="38100" dist="38100" dir="2700000" algn="tl">
                    <a:srgbClr val="FFFFFF"/>
                  </a:outerShdw>
                </a:effectLst>
                <a:latin typeface="Times New Roman" panose="02020603050405020304" pitchFamily="18" charset="0"/>
                <a:ea typeface="华文中宋" panose="02010600040101010101" pitchFamily="2" charset="-122"/>
              </a:rPr>
              <a:t>20%</a:t>
            </a:r>
          </a:p>
        </p:txBody>
      </p:sp>
      <p:sp>
        <p:nvSpPr>
          <p:cNvPr id="23" name="Text Box 20"/>
          <p:cNvSpPr txBox="1">
            <a:spLocks noChangeArrowheads="1"/>
          </p:cNvSpPr>
          <p:nvPr/>
        </p:nvSpPr>
        <p:spPr bwMode="auto">
          <a:xfrm>
            <a:off x="611188" y="5564188"/>
            <a:ext cx="2209800" cy="457200"/>
          </a:xfrm>
          <a:prstGeom prst="rect">
            <a:avLst/>
          </a:prstGeom>
          <a:solidFill>
            <a:srgbClr val="00FF00"/>
          </a:solidFill>
          <a:ln>
            <a:noFill/>
          </a:ln>
          <a:effectLst/>
          <a:scene3d>
            <a:camera prst="legacyObliqueTopRight"/>
            <a:lightRig rig="legacyFlat3" dir="b"/>
          </a:scene3d>
          <a:sp3d extrusionH="163500" prstMaterial="legacyMatte">
            <a:bevelT w="13500" h="13500" prst="angle"/>
            <a:bevelB w="13500" h="13500" prst="angle"/>
            <a:extrusionClr>
              <a:srgbClr val="00FF00"/>
            </a:extrusionClr>
          </a:sp3d>
        </p:spPr>
        <p:txBody>
          <a:bodyPr>
            <a:spAutoFit/>
            <a:flatTx/>
          </a:bodyPr>
          <a:lstStyle/>
          <a:p>
            <a:pPr algn="ctr">
              <a:spcBef>
                <a:spcPct val="50000"/>
              </a:spcBef>
              <a:defRPr/>
            </a:pPr>
            <a:r>
              <a:rPr kumimoji="1" lang="zh-CN" altLang="en-US" sz="2400" b="1">
                <a:effectLst>
                  <a:outerShdw blurRad="38100" dist="38100" dir="2700000" algn="tl">
                    <a:srgbClr val="FFFFFF"/>
                  </a:outerShdw>
                </a:effectLst>
                <a:latin typeface="Times New Roman" panose="02020603050405020304" pitchFamily="18" charset="0"/>
                <a:ea typeface="华文中宋" panose="02010600040101010101" pitchFamily="2" charset="-122"/>
              </a:rPr>
              <a:t>测试分支</a:t>
            </a:r>
            <a:r>
              <a:rPr kumimoji="1" lang="en-US" altLang="zh-CN" sz="2400" b="1">
                <a:effectLst>
                  <a:outerShdw blurRad="38100" dist="38100" dir="2700000" algn="tl">
                    <a:srgbClr val="FFFFFF"/>
                  </a:outerShdw>
                </a:effectLst>
                <a:latin typeface="Times New Roman" panose="02020603050405020304" pitchFamily="18" charset="0"/>
                <a:ea typeface="华文中宋" panose="02010600040101010101" pitchFamily="2" charset="-122"/>
              </a:rPr>
              <a:t>20%</a:t>
            </a:r>
          </a:p>
        </p:txBody>
      </p:sp>
      <p:sp>
        <p:nvSpPr>
          <p:cNvPr id="24" name="Text Box 21"/>
          <p:cNvSpPr txBox="1">
            <a:spLocks noChangeArrowheads="1"/>
          </p:cNvSpPr>
          <p:nvPr/>
        </p:nvSpPr>
        <p:spPr bwMode="auto">
          <a:xfrm>
            <a:off x="611188" y="2868613"/>
            <a:ext cx="25146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000">
                <a:solidFill>
                  <a:schemeClr val="tx1"/>
                </a:solidFill>
                <a:latin typeface="Verdana" panose="020B0604030504040204" pitchFamily="34" charset="0"/>
                <a:ea typeface="宋体" panose="02010600030101010101" pitchFamily="2" charset="-122"/>
              </a:defRPr>
            </a:lvl1pPr>
            <a:lvl2pPr marL="742950" indent="-285750" eaLnBrk="0" hangingPunct="0">
              <a:defRPr sz="2000">
                <a:solidFill>
                  <a:schemeClr val="tx1"/>
                </a:solidFill>
                <a:latin typeface="Verdana" panose="020B0604030504040204" pitchFamily="34" charset="0"/>
                <a:ea typeface="宋体" panose="02010600030101010101" pitchFamily="2" charset="-122"/>
              </a:defRPr>
            </a:lvl2pPr>
            <a:lvl3pPr marL="1143000" indent="-228600" eaLnBrk="0" hangingPunct="0">
              <a:defRPr sz="2000">
                <a:solidFill>
                  <a:schemeClr val="tx1"/>
                </a:solidFill>
                <a:latin typeface="Verdana" panose="020B0604030504040204" pitchFamily="34" charset="0"/>
                <a:ea typeface="宋体" panose="02010600030101010101" pitchFamily="2" charset="-122"/>
              </a:defRPr>
            </a:lvl3pPr>
            <a:lvl4pPr marL="1600200" indent="-228600" eaLnBrk="0" hangingPunct="0">
              <a:defRPr sz="2000">
                <a:solidFill>
                  <a:schemeClr val="tx1"/>
                </a:solidFill>
                <a:latin typeface="Verdana" panose="020B0604030504040204" pitchFamily="34" charset="0"/>
                <a:ea typeface="宋体" panose="02010600030101010101" pitchFamily="2" charset="-122"/>
              </a:defRPr>
            </a:lvl4pPr>
            <a:lvl5pPr marL="2057400" indent="-228600" eaLnBrk="0" hangingPunct="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50000"/>
              </a:spcBef>
            </a:pPr>
            <a:r>
              <a:rPr kumimoji="1" lang="en-US" altLang="zh-CN" sz="2800" b="1">
                <a:solidFill>
                  <a:srgbClr val="FF0000"/>
                </a:solidFill>
                <a:latin typeface="Times New Roman" panose="02020603050405020304" pitchFamily="18" charset="0"/>
                <a:ea typeface="文鼎CS大宋" charset="-122"/>
              </a:rPr>
              <a:t>CPU</a:t>
            </a:r>
            <a:r>
              <a:rPr kumimoji="1" lang="en-US" altLang="zh-CN" sz="2800" b="1" baseline="-25000">
                <a:solidFill>
                  <a:srgbClr val="FF0000"/>
                </a:solidFill>
                <a:latin typeface="Times New Roman" panose="02020603050405020304" pitchFamily="18" charset="0"/>
                <a:ea typeface="文鼎CS大宋" charset="-122"/>
              </a:rPr>
              <a:t>A</a:t>
            </a:r>
            <a:endParaRPr kumimoji="1" lang="en-US" altLang="zh-CN" sz="2800" b="1" baseline="-25000">
              <a:solidFill>
                <a:srgbClr val="000066"/>
              </a:solidFill>
              <a:latin typeface="Times New Roman" panose="02020603050405020304" pitchFamily="18" charset="0"/>
              <a:ea typeface="文鼎CS大宋" charset="-122"/>
            </a:endParaRPr>
          </a:p>
        </p:txBody>
      </p:sp>
      <p:sp>
        <p:nvSpPr>
          <p:cNvPr id="25" name="Text Box 22"/>
          <p:cNvSpPr txBox="1">
            <a:spLocks noChangeArrowheads="1"/>
          </p:cNvSpPr>
          <p:nvPr/>
        </p:nvSpPr>
        <p:spPr bwMode="auto">
          <a:xfrm>
            <a:off x="2943225" y="5016500"/>
            <a:ext cx="2209800" cy="457200"/>
          </a:xfrm>
          <a:prstGeom prst="rect">
            <a:avLst/>
          </a:prstGeom>
          <a:solidFill>
            <a:srgbClr val="00FF00"/>
          </a:solidFill>
          <a:ln>
            <a:noFill/>
          </a:ln>
          <a:effectLst/>
          <a:scene3d>
            <a:camera prst="legacyObliqueTopRight"/>
            <a:lightRig rig="legacyFlat3" dir="b"/>
          </a:scene3d>
          <a:sp3d extrusionH="163500" prstMaterial="legacyMatte">
            <a:bevelT w="13500" h="13500" prst="angle"/>
            <a:bevelB w="13500" h="13500" prst="angle"/>
            <a:extrusionClr>
              <a:srgbClr val="00FF00"/>
            </a:extrusionClr>
          </a:sp3d>
        </p:spPr>
        <p:txBody>
          <a:bodyPr>
            <a:spAutoFit/>
            <a:flatTx/>
          </a:bodyPr>
          <a:lstStyle/>
          <a:p>
            <a:pPr algn="ctr">
              <a:spcBef>
                <a:spcPct val="50000"/>
              </a:spcBef>
              <a:defRPr/>
            </a:pPr>
            <a:r>
              <a:rPr kumimoji="1" lang="zh-CN" altLang="en-US" sz="2400" b="1" dirty="0">
                <a:effectLst>
                  <a:outerShdw blurRad="38100" dist="38100" dir="2700000" algn="tl">
                    <a:srgbClr val="FFFFFF"/>
                  </a:outerShdw>
                </a:effectLst>
                <a:latin typeface="Times New Roman" panose="02020603050405020304" pitchFamily="18" charset="0"/>
                <a:ea typeface="华文中宋" panose="02010600040101010101" pitchFamily="2" charset="-122"/>
              </a:rPr>
              <a:t>分支指令</a:t>
            </a:r>
          </a:p>
        </p:txBody>
      </p:sp>
      <p:sp>
        <p:nvSpPr>
          <p:cNvPr id="26" name="Text Box 23"/>
          <p:cNvSpPr txBox="1">
            <a:spLocks noChangeArrowheads="1"/>
          </p:cNvSpPr>
          <p:nvPr/>
        </p:nvSpPr>
        <p:spPr bwMode="auto">
          <a:xfrm>
            <a:off x="3232150" y="2868613"/>
            <a:ext cx="19208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000">
                <a:solidFill>
                  <a:schemeClr val="tx1"/>
                </a:solidFill>
                <a:latin typeface="Verdana" panose="020B0604030504040204" pitchFamily="34" charset="0"/>
                <a:ea typeface="宋体" panose="02010600030101010101" pitchFamily="2" charset="-122"/>
              </a:defRPr>
            </a:lvl1pPr>
            <a:lvl2pPr marL="742950" indent="-285750" eaLnBrk="0" hangingPunct="0">
              <a:defRPr sz="2000">
                <a:solidFill>
                  <a:schemeClr val="tx1"/>
                </a:solidFill>
                <a:latin typeface="Verdana" panose="020B0604030504040204" pitchFamily="34" charset="0"/>
                <a:ea typeface="宋体" panose="02010600030101010101" pitchFamily="2" charset="-122"/>
              </a:defRPr>
            </a:lvl2pPr>
            <a:lvl3pPr marL="1143000" indent="-228600" eaLnBrk="0" hangingPunct="0">
              <a:defRPr sz="2000">
                <a:solidFill>
                  <a:schemeClr val="tx1"/>
                </a:solidFill>
                <a:latin typeface="Verdana" panose="020B0604030504040204" pitchFamily="34" charset="0"/>
                <a:ea typeface="宋体" panose="02010600030101010101" pitchFamily="2" charset="-122"/>
              </a:defRPr>
            </a:lvl3pPr>
            <a:lvl4pPr marL="1600200" indent="-228600" eaLnBrk="0" hangingPunct="0">
              <a:defRPr sz="2000">
                <a:solidFill>
                  <a:schemeClr val="tx1"/>
                </a:solidFill>
                <a:latin typeface="Verdana" panose="020B0604030504040204" pitchFamily="34" charset="0"/>
                <a:ea typeface="宋体" panose="02010600030101010101" pitchFamily="2" charset="-122"/>
              </a:defRPr>
            </a:lvl4pPr>
            <a:lvl5pPr marL="2057400" indent="-228600" eaLnBrk="0" hangingPunct="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50000"/>
              </a:spcBef>
            </a:pPr>
            <a:r>
              <a:rPr kumimoji="1" lang="en-US" altLang="zh-CN" sz="2800" b="1">
                <a:solidFill>
                  <a:srgbClr val="FF0000"/>
                </a:solidFill>
                <a:latin typeface="Times New Roman" panose="02020603050405020304" pitchFamily="18" charset="0"/>
                <a:ea typeface="文鼎CS大宋" charset="-122"/>
              </a:rPr>
              <a:t>CPU</a:t>
            </a:r>
            <a:r>
              <a:rPr kumimoji="1" lang="en-US" altLang="zh-CN" sz="2800" b="1" baseline="-25000">
                <a:solidFill>
                  <a:srgbClr val="FF0000"/>
                </a:solidFill>
                <a:latin typeface="Times New Roman" panose="02020603050405020304" pitchFamily="18" charset="0"/>
                <a:ea typeface="文鼎CS大宋" charset="-122"/>
              </a:rPr>
              <a:t>B</a:t>
            </a:r>
            <a:endParaRPr kumimoji="1" lang="en-US" altLang="zh-CN" sz="2800" b="1" baseline="-25000">
              <a:solidFill>
                <a:srgbClr val="000066"/>
              </a:solidFill>
              <a:latin typeface="Times New Roman" panose="02020603050405020304" pitchFamily="18" charset="0"/>
              <a:ea typeface="文鼎CS大宋" charset="-122"/>
            </a:endParaRPr>
          </a:p>
        </p:txBody>
      </p:sp>
      <p:grpSp>
        <p:nvGrpSpPr>
          <p:cNvPr id="27" name="Group 24"/>
          <p:cNvGrpSpPr/>
          <p:nvPr/>
        </p:nvGrpSpPr>
        <p:grpSpPr bwMode="auto">
          <a:xfrm>
            <a:off x="2943225" y="3479800"/>
            <a:ext cx="2209800" cy="1460500"/>
            <a:chOff x="3120" y="2256"/>
            <a:chExt cx="1584" cy="1152"/>
          </a:xfrm>
        </p:grpSpPr>
        <p:sp>
          <p:nvSpPr>
            <p:cNvPr id="28" name="Rectangle 25"/>
            <p:cNvSpPr>
              <a:spLocks noChangeArrowheads="1"/>
            </p:cNvSpPr>
            <p:nvPr/>
          </p:nvSpPr>
          <p:spPr bwMode="auto">
            <a:xfrm>
              <a:off x="3120" y="2256"/>
              <a:ext cx="1584" cy="1152"/>
            </a:xfrm>
            <a:prstGeom prst="rect">
              <a:avLst/>
            </a:prstGeom>
            <a:solidFill>
              <a:srgbClr val="009900"/>
            </a:solidFill>
            <a:ln w="12700" cap="sq">
              <a:miter lim="800000"/>
              <a:headEnd type="none" w="sm" len="sm"/>
              <a:tailEnd type="none" w="sm" len="sm"/>
            </a:ln>
            <a:effectLst/>
            <a:scene3d>
              <a:camera prst="legacyObliqueTopRight"/>
              <a:lightRig rig="legacyFlat3" dir="b"/>
            </a:scene3d>
            <a:sp3d extrusionH="163500" prstMaterial="legacyMatte">
              <a:bevelT w="13500" h="13500" prst="angle"/>
              <a:bevelB w="13500" h="13500" prst="angle"/>
              <a:extrusionClr>
                <a:srgbClr val="009900"/>
              </a:extrusionClr>
            </a:sp3d>
          </p:spPr>
          <p:txBody>
            <a:bodyPr wrap="none" anchor="ctr">
              <a:flatTx/>
            </a:bodyPr>
            <a:lstStyle/>
            <a:p>
              <a:pPr algn="ctr">
                <a:defRPr/>
              </a:pPr>
              <a:endParaRPr kumimoji="1" lang="en-US" sz="2400" b="1">
                <a:effectLst>
                  <a:outerShdw blurRad="38100" dist="38100" dir="2700000" algn="tl">
                    <a:srgbClr val="FFFFFF"/>
                  </a:outerShdw>
                </a:effectLst>
                <a:latin typeface="Times New Roman" panose="02020603050405020304" pitchFamily="18" charset="0"/>
                <a:ea typeface="华文中宋" panose="02010600040101010101" pitchFamily="2" charset="-122"/>
              </a:endParaRPr>
            </a:p>
          </p:txBody>
        </p:sp>
        <p:sp>
          <p:nvSpPr>
            <p:cNvPr id="29" name="Text Box 26"/>
            <p:cNvSpPr txBox="1">
              <a:spLocks noChangeArrowheads="1"/>
            </p:cNvSpPr>
            <p:nvPr/>
          </p:nvSpPr>
          <p:spPr bwMode="auto">
            <a:xfrm>
              <a:off x="3312" y="2640"/>
              <a:ext cx="1198" cy="361"/>
            </a:xfrm>
            <a:prstGeom prst="rect">
              <a:avLst/>
            </a:prstGeom>
            <a:noFill/>
            <a:ln>
              <a:noFill/>
            </a:ln>
            <a:effectLst/>
          </p:spPr>
          <p:txBody>
            <a:bodyPr>
              <a:spAutoFit/>
            </a:bodyPr>
            <a:lstStyle/>
            <a:p>
              <a:pPr algn="ctr">
                <a:spcBef>
                  <a:spcPct val="50000"/>
                </a:spcBef>
                <a:defRPr/>
              </a:pPr>
              <a:r>
                <a:rPr kumimoji="1" lang="zh-CN" altLang="en-US" sz="2400" b="1">
                  <a:solidFill>
                    <a:srgbClr val="FFFFFF"/>
                  </a:solidFill>
                  <a:effectLst>
                    <a:outerShdw blurRad="38100" dist="38100" dir="2700000" algn="tl">
                      <a:srgbClr val="C0C0C0"/>
                    </a:outerShdw>
                  </a:effectLst>
                  <a:latin typeface="Times New Roman" panose="02020603050405020304" pitchFamily="18" charset="0"/>
                  <a:ea typeface="华文中宋" panose="02010600040101010101" pitchFamily="2" charset="-122"/>
                </a:rPr>
                <a:t>其它指令</a:t>
              </a:r>
              <a:endParaRPr kumimoji="1" lang="zh-CN" altLang="en-US" sz="2400" b="1">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endParaRPr>
            </a:p>
          </p:txBody>
        </p:sp>
      </p:grpSp>
      <p:sp>
        <p:nvSpPr>
          <p:cNvPr id="30" name="Rectangle 27"/>
          <p:cNvSpPr>
            <a:spLocks noChangeArrowheads="1"/>
          </p:cNvSpPr>
          <p:nvPr/>
        </p:nvSpPr>
        <p:spPr bwMode="auto">
          <a:xfrm>
            <a:off x="611188" y="3479800"/>
            <a:ext cx="2209800" cy="1460500"/>
          </a:xfrm>
          <a:prstGeom prst="rect">
            <a:avLst/>
          </a:prstGeom>
          <a:solidFill>
            <a:srgbClr val="009900"/>
          </a:solidFill>
          <a:ln w="12700" cap="sq">
            <a:miter lim="800000"/>
            <a:headEnd type="none" w="sm" len="sm"/>
            <a:tailEnd type="none" w="sm" len="sm"/>
          </a:ln>
          <a:effectLst/>
          <a:scene3d>
            <a:camera prst="legacyObliqueTopRight"/>
            <a:lightRig rig="legacyFlat3" dir="b"/>
          </a:scene3d>
          <a:sp3d extrusionH="163500" prstMaterial="legacyMatte">
            <a:bevelT w="13500" h="13500" prst="angle"/>
            <a:bevelB w="13500" h="13500" prst="angle"/>
            <a:extrusionClr>
              <a:srgbClr val="009900"/>
            </a:extrusionClr>
          </a:sp3d>
        </p:spPr>
        <p:txBody>
          <a:bodyPr wrap="none" anchor="ctr">
            <a:flatTx/>
          </a:bodyPr>
          <a:lstStyle/>
          <a:p>
            <a:pPr algn="ctr">
              <a:defRPr/>
            </a:pPr>
            <a:endParaRPr kumimoji="1" lang="en-US" sz="2400" b="1">
              <a:effectLst>
                <a:outerShdw blurRad="38100" dist="38100" dir="2700000" algn="tl">
                  <a:srgbClr val="FFFFFF"/>
                </a:outerShdw>
              </a:effectLst>
              <a:latin typeface="Times New Roman" panose="02020603050405020304" pitchFamily="18" charset="0"/>
              <a:ea typeface="华文中宋" panose="02010600040101010101" pitchFamily="2" charset="-122"/>
            </a:endParaRPr>
          </a:p>
        </p:txBody>
      </p:sp>
      <p:sp>
        <p:nvSpPr>
          <p:cNvPr id="31" name="Text Box 28"/>
          <p:cNvSpPr txBox="1">
            <a:spLocks noChangeArrowheads="1"/>
          </p:cNvSpPr>
          <p:nvPr/>
        </p:nvSpPr>
        <p:spPr bwMode="auto">
          <a:xfrm>
            <a:off x="750888" y="3949700"/>
            <a:ext cx="1905000" cy="822325"/>
          </a:xfrm>
          <a:prstGeom prst="rect">
            <a:avLst/>
          </a:prstGeom>
          <a:noFill/>
          <a:ln>
            <a:noFill/>
          </a:ln>
          <a:effectLst/>
        </p:spPr>
        <p:txBody>
          <a:bodyPr>
            <a:spAutoFit/>
          </a:bodyPr>
          <a:lstStyle/>
          <a:p>
            <a:pPr algn="ctr">
              <a:spcBef>
                <a:spcPct val="50000"/>
              </a:spcBef>
              <a:defRPr/>
            </a:pPr>
            <a:r>
              <a:rPr kumimoji="1" lang="zh-CN" altLang="en-US" sz="2400" b="1">
                <a:solidFill>
                  <a:srgbClr val="FFFFFF"/>
                </a:solidFill>
                <a:effectLst>
                  <a:outerShdw blurRad="38100" dist="38100" dir="2700000" algn="tl">
                    <a:srgbClr val="C0C0C0"/>
                  </a:outerShdw>
                </a:effectLst>
                <a:latin typeface="Times New Roman" panose="02020603050405020304" pitchFamily="18" charset="0"/>
                <a:ea typeface="华文中宋" panose="02010600040101010101" pitchFamily="2" charset="-122"/>
              </a:rPr>
              <a:t>其它指令</a:t>
            </a:r>
            <a:r>
              <a:rPr kumimoji="1" lang="en-US" altLang="zh-CN" sz="2400" b="1">
                <a:solidFill>
                  <a:srgbClr val="FFFFFF"/>
                </a:solidFill>
                <a:effectLst>
                  <a:outerShdw blurRad="38100" dist="38100" dir="2700000" algn="tl">
                    <a:srgbClr val="C0C0C0"/>
                  </a:outerShdw>
                </a:effectLst>
                <a:latin typeface="Times New Roman" panose="02020603050405020304" pitchFamily="18" charset="0"/>
                <a:ea typeface="华文中宋" panose="02010600040101010101" pitchFamily="2" charset="-122"/>
              </a:rPr>
              <a:t>60%</a:t>
            </a:r>
            <a:endParaRPr kumimoji="1" lang="en-US" altLang="zh-CN" sz="2400" b="1">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endParaRPr>
          </a:p>
        </p:txBody>
      </p:sp>
      <p:sp>
        <p:nvSpPr>
          <p:cNvPr id="2" name="日期占位符 1">
            <a:extLst>
              <a:ext uri="{FF2B5EF4-FFF2-40B4-BE49-F238E27FC236}">
                <a16:creationId xmlns:a16="http://schemas.microsoft.com/office/drawing/2014/main" id="{F93327A8-566D-E066-D89C-6E6E84F1AB54}"/>
              </a:ext>
            </a:extLst>
          </p:cNvPr>
          <p:cNvSpPr>
            <a:spLocks noGrp="1"/>
          </p:cNvSpPr>
          <p:nvPr>
            <p:ph type="dt" sz="half" idx="10"/>
          </p:nvPr>
        </p:nvSpPr>
        <p:spPr>
          <a:xfrm>
            <a:off x="457200" y="6356350"/>
            <a:ext cx="2133600" cy="365125"/>
          </a:xfrm>
        </p:spPr>
        <p:txBody>
          <a:bodyPr/>
          <a:lstStyle/>
          <a:p>
            <a:pPr>
              <a:defRPr/>
            </a:pPr>
            <a:fld id="{4349BE7F-346D-41C2-AC16-4B645E86F7D0}" type="datetime1">
              <a:rPr lang="zh-CN" altLang="en-US" smtClean="0"/>
              <a:t>2025/9/16</a:t>
            </a:fld>
            <a:endParaRPr lang="en-US" altLang="zh-CN" dirty="0"/>
          </a:p>
        </p:txBody>
      </p:sp>
      <p:sp>
        <p:nvSpPr>
          <p:cNvPr id="3" name="页脚占位符 3">
            <a:extLst>
              <a:ext uri="{FF2B5EF4-FFF2-40B4-BE49-F238E27FC236}">
                <a16:creationId xmlns:a16="http://schemas.microsoft.com/office/drawing/2014/main" id="{B7AFAFC3-30A2-69B0-7D00-0A2B39CDE8BC}"/>
              </a:ext>
            </a:extLst>
          </p:cNvPr>
          <p:cNvSpPr>
            <a:spLocks noGrp="1"/>
          </p:cNvSpPr>
          <p:nvPr>
            <p:ph type="ftr" sz="quarter" idx="11"/>
          </p:nvPr>
        </p:nvSpPr>
        <p:spPr>
          <a:xfrm>
            <a:off x="3124200" y="6356350"/>
            <a:ext cx="2895600" cy="365125"/>
          </a:xfrm>
        </p:spPr>
        <p:txBody>
          <a:bodyPr/>
          <a:lstStyle/>
          <a:p>
            <a:pPr>
              <a:defRPr/>
            </a:pPr>
            <a:r>
              <a:rPr lang="zh-CN" altLang="en-US"/>
              <a:t>计算学部 刘宏伟</a:t>
            </a:r>
            <a:endParaRPr lang="en-US" altLang="zh-CN"/>
          </a:p>
        </p:txBody>
      </p:sp>
      <p:sp>
        <p:nvSpPr>
          <p:cNvPr id="4" name="灯片编号占位符 4">
            <a:extLst>
              <a:ext uri="{FF2B5EF4-FFF2-40B4-BE49-F238E27FC236}">
                <a16:creationId xmlns:a16="http://schemas.microsoft.com/office/drawing/2014/main" id="{4A5261FD-3E60-80EF-B74E-2D51C997E873}"/>
              </a:ext>
            </a:extLst>
          </p:cNvPr>
          <p:cNvSpPr>
            <a:spLocks noGrp="1"/>
          </p:cNvSpPr>
          <p:nvPr>
            <p:ph type="sldNum" sz="quarter" idx="12"/>
          </p:nvPr>
        </p:nvSpPr>
        <p:spPr>
          <a:xfrm>
            <a:off x="6553200" y="6356350"/>
            <a:ext cx="2133600" cy="365125"/>
          </a:xfrm>
        </p:spPr>
        <p:txBody>
          <a:bodyPr/>
          <a:lstStyle/>
          <a:p>
            <a:pPr>
              <a:defRPr/>
            </a:pPr>
            <a:fld id="{8BCAC33D-D29A-48B3-BCD6-381D3D720D26}" type="slidenum">
              <a:rPr lang="zh-CN" altLang="en-US" smtClean="0"/>
              <a:t>20</a:t>
            </a:fld>
            <a:endParaRPr lang="en-US" altLang="zh-CN"/>
          </a:p>
        </p:txBody>
      </p:sp>
    </p:spTree>
    <p:extLst>
      <p:ext uri="{BB962C8B-B14F-4D97-AF65-F5344CB8AC3E}">
        <p14:creationId xmlns:p14="http://schemas.microsoft.com/office/powerpoint/2010/main" val="24233026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Rectangle 20"/>
          <p:cNvSpPr>
            <a:spLocks noGrp="1" noChangeArrowheads="1"/>
          </p:cNvSpPr>
          <p:nvPr>
            <p:ph type="title" idx="4294967295"/>
          </p:nvPr>
        </p:nvSpPr>
        <p:spPr/>
        <p:txBody>
          <a:bodyPr>
            <a:normAutofit/>
          </a:bodyPr>
          <a:lstStyle/>
          <a:p>
            <a:pPr eaLnBrk="1" hangingPunct="1"/>
            <a:r>
              <a:rPr kumimoji="1" lang="en-US" altLang="zh-CN" sz="3600" b="1" dirty="0">
                <a:latin typeface="Times New Roman" panose="02020603050405020304" pitchFamily="18" charset="0"/>
                <a:cs typeface="Times New Roman" panose="02020603050405020304" pitchFamily="18" charset="0"/>
              </a:rPr>
              <a:t>CPU</a:t>
            </a:r>
            <a:r>
              <a:rPr kumimoji="1" lang="zh-CN" altLang="en-US" sz="3600" b="1" dirty="0">
                <a:latin typeface="Times New Roman" panose="02020603050405020304" pitchFamily="18" charset="0"/>
                <a:cs typeface="Times New Roman" panose="02020603050405020304" pitchFamily="18" charset="0"/>
              </a:rPr>
              <a:t>性能公式</a:t>
            </a:r>
          </a:p>
        </p:txBody>
      </p:sp>
      <p:graphicFrame>
        <p:nvGraphicFramePr>
          <p:cNvPr id="186384" name="Object 16"/>
          <p:cNvGraphicFramePr>
            <a:graphicFrameLocks noGrp="1" noChangeAspect="1"/>
          </p:cNvGraphicFramePr>
          <p:nvPr>
            <p:ph sz="half" idx="4294967295"/>
            <p:extLst>
              <p:ext uri="{D42A27DB-BD31-4B8C-83A1-F6EECF244321}">
                <p14:modId xmlns:p14="http://schemas.microsoft.com/office/powerpoint/2010/main" val="996178467"/>
              </p:ext>
            </p:extLst>
          </p:nvPr>
        </p:nvGraphicFramePr>
        <p:xfrm>
          <a:off x="651495" y="1715550"/>
          <a:ext cx="5000625" cy="648072"/>
        </p:xfrm>
        <a:graphic>
          <a:graphicData uri="http://schemas.openxmlformats.org/presentationml/2006/ole">
            <mc:AlternateContent xmlns:mc="http://schemas.openxmlformats.org/markup-compatibility/2006">
              <mc:Choice xmlns:v="urn:schemas-microsoft-com:vml" Requires="v">
                <p:oleObj name="Microsoft 公式 3.0" r:id="rId2" imgW="1739900" imgH="254000" progId="Equation.3">
                  <p:embed/>
                </p:oleObj>
              </mc:Choice>
              <mc:Fallback>
                <p:oleObj name="Microsoft 公式 3.0" r:id="rId2" imgW="1739900" imgH="25400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1495" y="1715550"/>
                        <a:ext cx="5000625" cy="648072"/>
                      </a:xfrm>
                      <a:prstGeom prst="rect">
                        <a:avLst/>
                      </a:prstGeom>
                      <a:noFill/>
                      <a:ln>
                        <a:noFill/>
                      </a:ln>
                      <a:effectLst/>
                    </p:spPr>
                  </p:pic>
                </p:oleObj>
              </mc:Fallback>
            </mc:AlternateContent>
          </a:graphicData>
        </a:graphic>
      </p:graphicFrame>
      <p:sp>
        <p:nvSpPr>
          <p:cNvPr id="8205" name="Text Box 31"/>
          <p:cNvSpPr txBox="1">
            <a:spLocks noChangeArrowheads="1"/>
          </p:cNvSpPr>
          <p:nvPr/>
        </p:nvSpPr>
        <p:spPr bwMode="auto">
          <a:xfrm>
            <a:off x="6227763" y="5740400"/>
            <a:ext cx="184150" cy="3667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spAutoFit/>
          </a:bodyPr>
          <a:lstStyle>
            <a:lvl1pPr eaLnBrk="0" hangingPunct="0">
              <a:defRPr sz="2000">
                <a:solidFill>
                  <a:schemeClr val="tx1"/>
                </a:solidFill>
                <a:latin typeface="Verdana" panose="020B0604030504040204" pitchFamily="34" charset="0"/>
                <a:ea typeface="宋体" panose="02010600030101010101" pitchFamily="2" charset="-122"/>
              </a:defRPr>
            </a:lvl1pPr>
            <a:lvl2pPr marL="742950" indent="-285750" eaLnBrk="0" hangingPunct="0">
              <a:defRPr sz="2000">
                <a:solidFill>
                  <a:schemeClr val="tx1"/>
                </a:solidFill>
                <a:latin typeface="Verdana" panose="020B0604030504040204" pitchFamily="34" charset="0"/>
                <a:ea typeface="宋体" panose="02010600030101010101" pitchFamily="2" charset="-122"/>
              </a:defRPr>
            </a:lvl2pPr>
            <a:lvl3pPr marL="1143000" indent="-228600" eaLnBrk="0" hangingPunct="0">
              <a:defRPr sz="2000">
                <a:solidFill>
                  <a:schemeClr val="tx1"/>
                </a:solidFill>
                <a:latin typeface="Verdana" panose="020B0604030504040204" pitchFamily="34" charset="0"/>
                <a:ea typeface="宋体" panose="02010600030101010101" pitchFamily="2" charset="-122"/>
              </a:defRPr>
            </a:lvl3pPr>
            <a:lvl4pPr marL="1600200" indent="-228600" eaLnBrk="0" hangingPunct="0">
              <a:defRPr sz="2000">
                <a:solidFill>
                  <a:schemeClr val="tx1"/>
                </a:solidFill>
                <a:latin typeface="Verdana" panose="020B0604030504040204" pitchFamily="34" charset="0"/>
                <a:ea typeface="宋体" panose="02010600030101010101" pitchFamily="2" charset="-122"/>
              </a:defRPr>
            </a:lvl4pPr>
            <a:lvl5pPr marL="2057400" indent="-228600" eaLnBrk="0" hangingPunct="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pPr eaLnBrk="1" hangingPunct="1">
              <a:spcBef>
                <a:spcPct val="50000"/>
              </a:spcBef>
            </a:pPr>
            <a:endParaRPr lang="en-US" altLang="zh-CN" sz="1800" i="1" dirty="0"/>
          </a:p>
        </p:txBody>
      </p:sp>
      <p:sp>
        <p:nvSpPr>
          <p:cNvPr id="8206" name="Text Box 32"/>
          <p:cNvSpPr txBox="1">
            <a:spLocks noChangeArrowheads="1"/>
          </p:cNvSpPr>
          <p:nvPr/>
        </p:nvSpPr>
        <p:spPr bwMode="auto">
          <a:xfrm>
            <a:off x="8101013" y="5734050"/>
            <a:ext cx="184150" cy="3667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spAutoFit/>
          </a:bodyPr>
          <a:lstStyle>
            <a:lvl1pPr eaLnBrk="0" hangingPunct="0">
              <a:defRPr sz="2000">
                <a:solidFill>
                  <a:schemeClr val="tx1"/>
                </a:solidFill>
                <a:latin typeface="Verdana" panose="020B0604030504040204" pitchFamily="34" charset="0"/>
                <a:ea typeface="宋体" panose="02010600030101010101" pitchFamily="2" charset="-122"/>
              </a:defRPr>
            </a:lvl1pPr>
            <a:lvl2pPr marL="742950" indent="-285750" eaLnBrk="0" hangingPunct="0">
              <a:defRPr sz="2000">
                <a:solidFill>
                  <a:schemeClr val="tx1"/>
                </a:solidFill>
                <a:latin typeface="Verdana" panose="020B0604030504040204" pitchFamily="34" charset="0"/>
                <a:ea typeface="宋体" panose="02010600030101010101" pitchFamily="2" charset="-122"/>
              </a:defRPr>
            </a:lvl2pPr>
            <a:lvl3pPr marL="1143000" indent="-228600" eaLnBrk="0" hangingPunct="0">
              <a:defRPr sz="2000">
                <a:solidFill>
                  <a:schemeClr val="tx1"/>
                </a:solidFill>
                <a:latin typeface="Verdana" panose="020B0604030504040204" pitchFamily="34" charset="0"/>
                <a:ea typeface="宋体" panose="02010600030101010101" pitchFamily="2" charset="-122"/>
              </a:defRPr>
            </a:lvl3pPr>
            <a:lvl4pPr marL="1600200" indent="-228600" eaLnBrk="0" hangingPunct="0">
              <a:defRPr sz="2000">
                <a:solidFill>
                  <a:schemeClr val="tx1"/>
                </a:solidFill>
                <a:latin typeface="Verdana" panose="020B0604030504040204" pitchFamily="34" charset="0"/>
                <a:ea typeface="宋体" panose="02010600030101010101" pitchFamily="2" charset="-122"/>
              </a:defRPr>
            </a:lvl4pPr>
            <a:lvl5pPr marL="2057400" indent="-228600" eaLnBrk="0" hangingPunct="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pPr eaLnBrk="1" hangingPunct="1">
              <a:spcBef>
                <a:spcPct val="50000"/>
              </a:spcBef>
            </a:pPr>
            <a:endParaRPr lang="en-US" altLang="zh-CN" sz="1800" i="1" dirty="0"/>
          </a:p>
        </p:txBody>
      </p:sp>
      <p:sp>
        <p:nvSpPr>
          <p:cNvPr id="17" name="Text Box 30"/>
          <p:cNvSpPr txBox="1">
            <a:spLocks noChangeArrowheads="1"/>
          </p:cNvSpPr>
          <p:nvPr/>
        </p:nvSpPr>
        <p:spPr bwMode="auto">
          <a:xfrm>
            <a:off x="6135688" y="5270699"/>
            <a:ext cx="184150" cy="36671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spAutoFit/>
          </a:bodyPr>
          <a:lstStyle>
            <a:lvl1pPr eaLnBrk="0" hangingPunct="0">
              <a:defRPr sz="2000">
                <a:solidFill>
                  <a:schemeClr val="tx1"/>
                </a:solidFill>
                <a:latin typeface="Verdana" panose="020B0604030504040204" pitchFamily="34" charset="0"/>
                <a:ea typeface="宋体" panose="02010600030101010101" pitchFamily="2" charset="-122"/>
              </a:defRPr>
            </a:lvl1pPr>
            <a:lvl2pPr marL="742950" indent="-285750" eaLnBrk="0" hangingPunct="0">
              <a:defRPr sz="2000">
                <a:solidFill>
                  <a:schemeClr val="tx1"/>
                </a:solidFill>
                <a:latin typeface="Verdana" panose="020B0604030504040204" pitchFamily="34" charset="0"/>
                <a:ea typeface="宋体" panose="02010600030101010101" pitchFamily="2" charset="-122"/>
              </a:defRPr>
            </a:lvl2pPr>
            <a:lvl3pPr marL="1143000" indent="-228600" eaLnBrk="0" hangingPunct="0">
              <a:defRPr sz="2000">
                <a:solidFill>
                  <a:schemeClr val="tx1"/>
                </a:solidFill>
                <a:latin typeface="Verdana" panose="020B0604030504040204" pitchFamily="34" charset="0"/>
                <a:ea typeface="宋体" panose="02010600030101010101" pitchFamily="2" charset="-122"/>
              </a:defRPr>
            </a:lvl3pPr>
            <a:lvl4pPr marL="1600200" indent="-228600" eaLnBrk="0" hangingPunct="0">
              <a:defRPr sz="2000">
                <a:solidFill>
                  <a:schemeClr val="tx1"/>
                </a:solidFill>
                <a:latin typeface="Verdana" panose="020B0604030504040204" pitchFamily="34" charset="0"/>
                <a:ea typeface="宋体" panose="02010600030101010101" pitchFamily="2" charset="-122"/>
              </a:defRPr>
            </a:lvl4pPr>
            <a:lvl5pPr marL="2057400" indent="-228600" eaLnBrk="0" hangingPunct="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pPr eaLnBrk="1" hangingPunct="1">
              <a:spcBef>
                <a:spcPct val="50000"/>
              </a:spcBef>
            </a:pPr>
            <a:endParaRPr lang="en-US" altLang="zh-CN" sz="1800" i="1" dirty="0"/>
          </a:p>
        </p:txBody>
      </p:sp>
      <p:sp>
        <p:nvSpPr>
          <p:cNvPr id="18" name="Text Box 31"/>
          <p:cNvSpPr txBox="1">
            <a:spLocks noChangeArrowheads="1"/>
          </p:cNvSpPr>
          <p:nvPr/>
        </p:nvSpPr>
        <p:spPr bwMode="auto">
          <a:xfrm>
            <a:off x="8151813" y="5264349"/>
            <a:ext cx="184150" cy="36671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spAutoFit/>
          </a:bodyPr>
          <a:lstStyle>
            <a:lvl1pPr eaLnBrk="0" hangingPunct="0">
              <a:defRPr sz="2000">
                <a:solidFill>
                  <a:schemeClr val="tx1"/>
                </a:solidFill>
                <a:latin typeface="Verdana" panose="020B0604030504040204" pitchFamily="34" charset="0"/>
                <a:ea typeface="宋体" panose="02010600030101010101" pitchFamily="2" charset="-122"/>
              </a:defRPr>
            </a:lvl1pPr>
            <a:lvl2pPr marL="742950" indent="-285750" eaLnBrk="0" hangingPunct="0">
              <a:defRPr sz="2000">
                <a:solidFill>
                  <a:schemeClr val="tx1"/>
                </a:solidFill>
                <a:latin typeface="Verdana" panose="020B0604030504040204" pitchFamily="34" charset="0"/>
                <a:ea typeface="宋体" panose="02010600030101010101" pitchFamily="2" charset="-122"/>
              </a:defRPr>
            </a:lvl2pPr>
            <a:lvl3pPr marL="1143000" indent="-228600" eaLnBrk="0" hangingPunct="0">
              <a:defRPr sz="2000">
                <a:solidFill>
                  <a:schemeClr val="tx1"/>
                </a:solidFill>
                <a:latin typeface="Verdana" panose="020B0604030504040204" pitchFamily="34" charset="0"/>
                <a:ea typeface="宋体" panose="02010600030101010101" pitchFamily="2" charset="-122"/>
              </a:defRPr>
            </a:lvl3pPr>
            <a:lvl4pPr marL="1600200" indent="-228600" eaLnBrk="0" hangingPunct="0">
              <a:defRPr sz="2000">
                <a:solidFill>
                  <a:schemeClr val="tx1"/>
                </a:solidFill>
                <a:latin typeface="Verdana" panose="020B0604030504040204" pitchFamily="34" charset="0"/>
                <a:ea typeface="宋体" panose="02010600030101010101" pitchFamily="2" charset="-122"/>
              </a:defRPr>
            </a:lvl4pPr>
            <a:lvl5pPr marL="2057400" indent="-228600" eaLnBrk="0" hangingPunct="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pPr eaLnBrk="1" hangingPunct="1">
              <a:spcBef>
                <a:spcPct val="50000"/>
              </a:spcBef>
            </a:pPr>
            <a:endParaRPr lang="en-US" altLang="zh-CN" sz="1800" i="1" dirty="0"/>
          </a:p>
        </p:txBody>
      </p:sp>
      <mc:AlternateContent xmlns:mc="http://schemas.openxmlformats.org/markup-compatibility/2006" xmlns:a14="http://schemas.microsoft.com/office/drawing/2010/main">
        <mc:Choice Requires="a14">
          <p:sp>
            <p:nvSpPr>
              <p:cNvPr id="19" name="TextBox 18"/>
              <p:cNvSpPr txBox="1"/>
              <p:nvPr/>
            </p:nvSpPr>
            <p:spPr>
              <a:xfrm>
                <a:off x="5738435" y="2852936"/>
                <a:ext cx="1764457" cy="47532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000" b="1" i="1" smtClean="0">
                              <a:latin typeface="Cambria Math" panose="02040503050406030204" pitchFamily="18" charset="0"/>
                            </a:rPr>
                          </m:ctrlPr>
                        </m:sSubPr>
                        <m:e>
                          <m:r>
                            <a:rPr lang="en-US" altLang="zh-CN" sz="2000" b="1" i="1" smtClean="0">
                              <a:latin typeface="Cambria Math"/>
                              <a:ea typeface="+mj-ea"/>
                            </a:rPr>
                            <m:t>𝑪𝑷𝑰</m:t>
                          </m:r>
                        </m:e>
                        <m:sub>
                          <m:r>
                            <a:rPr lang="zh-CN" altLang="en-US" sz="2000" i="1">
                              <a:latin typeface="Cambria Math"/>
                            </a:rPr>
                            <m:t>分支</m:t>
                          </m:r>
                        </m:sub>
                      </m:sSub>
                      <m:r>
                        <a:rPr lang="en-US" altLang="zh-CN" sz="2000" b="1" i="1" smtClean="0">
                          <a:latin typeface="Cambria Math"/>
                        </a:rPr>
                        <m:t>=</m:t>
                      </m:r>
                      <m:r>
                        <a:rPr lang="en-US" altLang="zh-CN" sz="2000" i="1">
                          <a:latin typeface="Cambria Math"/>
                        </a:rPr>
                        <m:t>2</m:t>
                      </m:r>
                    </m:oMath>
                  </m:oMathPara>
                </a14:m>
                <a:endParaRPr lang="en-US" altLang="zh-CN" sz="2000" dirty="0"/>
              </a:p>
            </p:txBody>
          </p:sp>
        </mc:Choice>
        <mc:Fallback xmlns="">
          <p:sp>
            <p:nvSpPr>
              <p:cNvPr id="19" name="TextBox 18"/>
              <p:cNvSpPr txBox="1">
                <a:spLocks noRot="1" noChangeAspect="1" noMove="1" noResize="1" noEditPoints="1" noAdjustHandles="1" noChangeArrowheads="1" noChangeShapeType="1" noTextEdit="1"/>
              </p:cNvSpPr>
              <p:nvPr/>
            </p:nvSpPr>
            <p:spPr>
              <a:xfrm>
                <a:off x="5738435" y="2852936"/>
                <a:ext cx="1764457" cy="475323"/>
              </a:xfrm>
              <a:prstGeom prst="rect">
                <a:avLst/>
              </a:prstGeom>
              <a:blipFill rotWithShape="1">
                <a:blip r:embed="rId5"/>
                <a:stretch>
                  <a:fillRect b="-1538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TextBox 19"/>
              <p:cNvSpPr txBox="1"/>
              <p:nvPr/>
            </p:nvSpPr>
            <p:spPr>
              <a:xfrm>
                <a:off x="5738435" y="3588411"/>
                <a:ext cx="1775679" cy="48128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000" b="1" i="1" smtClean="0">
                              <a:latin typeface="Cambria Math" panose="02040503050406030204" pitchFamily="18" charset="0"/>
                            </a:rPr>
                          </m:ctrlPr>
                        </m:sSubPr>
                        <m:e>
                          <m:r>
                            <a:rPr lang="en-US" altLang="zh-CN" sz="2000" b="1" i="1" smtClean="0">
                              <a:latin typeface="Cambria Math"/>
                              <a:ea typeface="+mj-ea"/>
                            </a:rPr>
                            <m:t>𝑪𝑷𝑰</m:t>
                          </m:r>
                        </m:e>
                        <m:sub>
                          <m:r>
                            <a:rPr lang="zh-CN" altLang="en-US" sz="2000" i="1">
                              <a:latin typeface="Cambria Math"/>
                            </a:rPr>
                            <m:t>其他</m:t>
                          </m:r>
                        </m:sub>
                      </m:sSub>
                      <m:r>
                        <a:rPr lang="en-US" altLang="zh-CN" sz="2000" b="1" i="1" smtClean="0">
                          <a:latin typeface="Cambria Math"/>
                        </a:rPr>
                        <m:t>=</m:t>
                      </m:r>
                      <m:r>
                        <a:rPr lang="en-US" altLang="zh-CN" sz="2000" b="1" i="1" smtClean="0">
                          <a:latin typeface="Cambria Math"/>
                        </a:rPr>
                        <m:t>𝟏</m:t>
                      </m:r>
                    </m:oMath>
                  </m:oMathPara>
                </a14:m>
                <a:endParaRPr lang="en-US" altLang="zh-CN" sz="2000" dirty="0"/>
              </a:p>
            </p:txBody>
          </p:sp>
        </mc:Choice>
        <mc:Fallback xmlns="">
          <p:sp>
            <p:nvSpPr>
              <p:cNvPr id="20" name="TextBox 19"/>
              <p:cNvSpPr txBox="1">
                <a:spLocks noRot="1" noChangeAspect="1" noMove="1" noResize="1" noEditPoints="1" noAdjustHandles="1" noChangeArrowheads="1" noChangeShapeType="1" noTextEdit="1"/>
              </p:cNvSpPr>
              <p:nvPr/>
            </p:nvSpPr>
            <p:spPr>
              <a:xfrm>
                <a:off x="5738435" y="3588411"/>
                <a:ext cx="1775679" cy="481286"/>
              </a:xfrm>
              <a:prstGeom prst="rect">
                <a:avLst/>
              </a:prstGeom>
              <a:blipFill rotWithShape="1">
                <a:blip r:embed="rId6"/>
                <a:stretch>
                  <a:fillRect b="-1645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TextBox 20"/>
              <p:cNvSpPr txBox="1"/>
              <p:nvPr/>
            </p:nvSpPr>
            <p:spPr>
              <a:xfrm>
                <a:off x="5747119" y="4118347"/>
                <a:ext cx="2892587"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000" b="1" i="1" smtClean="0">
                              <a:latin typeface="Cambria Math" panose="02040503050406030204" pitchFamily="18" charset="0"/>
                            </a:rPr>
                          </m:ctrlPr>
                        </m:sSubPr>
                        <m:e>
                          <m:r>
                            <m:rPr>
                              <m:sty m:val="p"/>
                            </m:rPr>
                            <a:rPr lang="en-US" altLang="zh-CN" sz="2000" i="1">
                              <a:latin typeface="Cambria Math"/>
                            </a:rPr>
                            <m:t>IC</m:t>
                          </m:r>
                        </m:e>
                        <m:sub>
                          <m:r>
                            <a:rPr lang="en-US" altLang="zh-CN" sz="2000" b="1" i="1" smtClean="0">
                              <a:latin typeface="Cambria Math"/>
                            </a:rPr>
                            <m:t>𝑩</m:t>
                          </m:r>
                        </m:sub>
                      </m:sSub>
                      <m:r>
                        <a:rPr lang="en-US" altLang="zh-CN" sz="2000" b="1" i="1" smtClean="0">
                          <a:latin typeface="Cambria Math"/>
                        </a:rPr>
                        <m:t>=</m:t>
                      </m:r>
                      <m:sSub>
                        <m:sSubPr>
                          <m:ctrlPr>
                            <a:rPr lang="en-US" altLang="zh-CN" sz="2000" b="1" i="1" smtClean="0">
                              <a:latin typeface="Cambria Math" panose="02040503050406030204" pitchFamily="18" charset="0"/>
                            </a:rPr>
                          </m:ctrlPr>
                        </m:sSubPr>
                        <m:e>
                          <m:r>
                            <a:rPr lang="zh-CN" altLang="en-US" sz="2000" i="1">
                              <a:latin typeface="Cambria Math"/>
                            </a:rPr>
                            <m:t>（</m:t>
                          </m:r>
                          <m:r>
                            <a:rPr lang="en-US" altLang="zh-CN" sz="2000" b="1" i="1" smtClean="0">
                              <a:latin typeface="Cambria Math"/>
                            </a:rPr>
                            <m:t>𝟏</m:t>
                          </m:r>
                          <m:r>
                            <a:rPr lang="en-US" altLang="zh-CN" sz="2000" b="1" i="1" smtClean="0">
                              <a:latin typeface="Cambria Math"/>
                            </a:rPr>
                            <m:t>−</m:t>
                          </m:r>
                          <m:r>
                            <a:rPr lang="en-US" altLang="zh-CN" sz="2000" b="1" i="1" smtClean="0">
                              <a:latin typeface="Cambria Math"/>
                            </a:rPr>
                            <m:t>𝟐𝟎</m:t>
                          </m:r>
                          <m:r>
                            <a:rPr lang="en-US" altLang="zh-CN" sz="2000" b="1" i="1" smtClean="0">
                              <a:latin typeface="Cambria Math"/>
                            </a:rPr>
                            <m:t>%</m:t>
                          </m:r>
                          <m:r>
                            <a:rPr lang="zh-CN" altLang="en-US" sz="2000" i="1">
                              <a:latin typeface="Cambria Math"/>
                            </a:rPr>
                            <m:t>）</m:t>
                          </m:r>
                          <m:r>
                            <m:rPr>
                              <m:sty m:val="p"/>
                            </m:rPr>
                            <a:rPr lang="en-US" altLang="zh-CN" sz="2000" i="1">
                              <a:latin typeface="Cambria Math"/>
                            </a:rPr>
                            <m:t>IC</m:t>
                          </m:r>
                        </m:e>
                        <m:sub>
                          <m:r>
                            <a:rPr lang="en-US" altLang="zh-CN" sz="2000" b="1" i="1" smtClean="0">
                              <a:latin typeface="Cambria Math"/>
                            </a:rPr>
                            <m:t>𝑨</m:t>
                          </m:r>
                        </m:sub>
                      </m:sSub>
                    </m:oMath>
                  </m:oMathPara>
                </a14:m>
                <a:endParaRPr lang="en-US" altLang="zh-CN" sz="2000" dirty="0"/>
              </a:p>
            </p:txBody>
          </p:sp>
        </mc:Choice>
        <mc:Fallback xmlns="">
          <p:sp>
            <p:nvSpPr>
              <p:cNvPr id="21" name="TextBox 20"/>
              <p:cNvSpPr txBox="1">
                <a:spLocks noRot="1" noChangeAspect="1" noMove="1" noResize="1" noEditPoints="1" noAdjustHandles="1" noChangeArrowheads="1" noChangeShapeType="1" noTextEdit="1"/>
              </p:cNvSpPr>
              <p:nvPr/>
            </p:nvSpPr>
            <p:spPr>
              <a:xfrm>
                <a:off x="5747119" y="4118347"/>
                <a:ext cx="2892587" cy="400110"/>
              </a:xfrm>
              <a:prstGeom prst="rect">
                <a:avLst/>
              </a:prstGeom>
              <a:blipFill rotWithShape="1">
                <a:blip r:embed="rId7"/>
                <a:stretch>
                  <a:fillRect b="-461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TextBox 21"/>
              <p:cNvSpPr txBox="1"/>
              <p:nvPr/>
            </p:nvSpPr>
            <p:spPr>
              <a:xfrm>
                <a:off x="5747119" y="4622403"/>
                <a:ext cx="2473498" cy="55329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000" b="1" i="1" smtClean="0">
                              <a:latin typeface="Cambria Math" panose="02040503050406030204" pitchFamily="18" charset="0"/>
                            </a:rPr>
                          </m:ctrlPr>
                        </m:sSubPr>
                        <m:e>
                          <m:r>
                            <m:rPr>
                              <m:sty m:val="p"/>
                            </m:rPr>
                            <a:rPr lang="en-US" altLang="zh-CN" sz="2000" i="1">
                              <a:latin typeface="Cambria Math"/>
                            </a:rPr>
                            <m:t>IC</m:t>
                          </m:r>
                        </m:e>
                        <m:sub>
                          <m:sSub>
                            <m:sSubPr>
                              <m:ctrlPr>
                                <a:rPr lang="en-US" altLang="zh-CN" sz="2000" b="1" i="1" smtClean="0">
                                  <a:latin typeface="Cambria Math" panose="02040503050406030204" pitchFamily="18" charset="0"/>
                                </a:rPr>
                              </m:ctrlPr>
                            </m:sSubPr>
                            <m:e>
                              <m:r>
                                <a:rPr lang="en-US" altLang="zh-CN" sz="2000" b="1" i="1" smtClean="0">
                                  <a:latin typeface="Cambria Math"/>
                                </a:rPr>
                                <m:t>𝑩</m:t>
                              </m:r>
                            </m:e>
                            <m:sub>
                              <m:r>
                                <a:rPr lang="zh-CN" altLang="en-US" sz="2000" i="1">
                                  <a:latin typeface="Cambria Math"/>
                                </a:rPr>
                                <m:t>分支</m:t>
                              </m:r>
                            </m:sub>
                          </m:sSub>
                        </m:sub>
                      </m:sSub>
                      <m:r>
                        <a:rPr lang="en-US" altLang="zh-CN" sz="2000" b="1" i="1" smtClean="0">
                          <a:latin typeface="Cambria Math"/>
                        </a:rPr>
                        <m:t>=</m:t>
                      </m:r>
                      <m:sSub>
                        <m:sSubPr>
                          <m:ctrlPr>
                            <a:rPr lang="en-US" altLang="zh-CN" sz="2000" i="1">
                              <a:latin typeface="Cambria Math" panose="02040503050406030204" pitchFamily="18" charset="0"/>
                            </a:rPr>
                          </m:ctrlPr>
                        </m:sSubPr>
                        <m:e>
                          <m:r>
                            <m:rPr>
                              <m:sty m:val="p"/>
                            </m:rPr>
                            <a:rPr lang="en-US" altLang="zh-CN" sz="2000" i="1">
                              <a:latin typeface="Cambria Math"/>
                            </a:rPr>
                            <m:t>IC</m:t>
                          </m:r>
                        </m:e>
                        <m:sub>
                          <m:sSub>
                            <m:sSubPr>
                              <m:ctrlPr>
                                <a:rPr lang="en-US" altLang="zh-CN" sz="2000" i="1">
                                  <a:latin typeface="Cambria Math" panose="02040503050406030204" pitchFamily="18" charset="0"/>
                                </a:rPr>
                              </m:ctrlPr>
                            </m:sSubPr>
                            <m:e>
                              <m:r>
                                <a:rPr lang="en-US" altLang="zh-CN" sz="2000" b="1" i="1" smtClean="0">
                                  <a:latin typeface="Cambria Math"/>
                                </a:rPr>
                                <m:t>𝑨</m:t>
                              </m:r>
                            </m:e>
                            <m:sub>
                              <m:r>
                                <a:rPr lang="zh-CN" altLang="en-US" sz="2000" i="1">
                                  <a:latin typeface="Cambria Math"/>
                                </a:rPr>
                                <m:t>分支</m:t>
                              </m:r>
                            </m:sub>
                          </m:sSub>
                        </m:sub>
                      </m:sSub>
                    </m:oMath>
                  </m:oMathPara>
                </a14:m>
                <a:endParaRPr lang="en-US" altLang="zh-CN" sz="2000" dirty="0"/>
              </a:p>
            </p:txBody>
          </p:sp>
        </mc:Choice>
        <mc:Fallback xmlns="">
          <p:sp>
            <p:nvSpPr>
              <p:cNvPr id="22" name="TextBox 21"/>
              <p:cNvSpPr txBox="1">
                <a:spLocks noRot="1" noChangeAspect="1" noMove="1" noResize="1" noEditPoints="1" noAdjustHandles="1" noChangeArrowheads="1" noChangeShapeType="1" noTextEdit="1"/>
              </p:cNvSpPr>
              <p:nvPr/>
            </p:nvSpPr>
            <p:spPr>
              <a:xfrm>
                <a:off x="5747119" y="4622403"/>
                <a:ext cx="2473498" cy="553293"/>
              </a:xfrm>
              <a:prstGeom prst="rect">
                <a:avLst/>
              </a:prstGeom>
              <a:blipFill rotWithShape="1">
                <a:blip r:embed="rId8"/>
                <a:stretch>
                  <a:fillRect b="-1428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TextBox 22"/>
              <p:cNvSpPr txBox="1"/>
              <p:nvPr/>
            </p:nvSpPr>
            <p:spPr>
              <a:xfrm>
                <a:off x="5652120" y="5264349"/>
                <a:ext cx="2785321" cy="43851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000" i="1" smtClean="0">
                              <a:latin typeface="Cambria Math" panose="02040503050406030204" pitchFamily="18" charset="0"/>
                            </a:rPr>
                          </m:ctrlPr>
                        </m:sSubPr>
                        <m:e>
                          <m:r>
                            <a:rPr lang="en-US" altLang="zh-CN" sz="2000" i="1">
                              <a:latin typeface="Cambria Math"/>
                            </a:rPr>
                            <m:t>𝑻</m:t>
                          </m:r>
                        </m:e>
                        <m:sub>
                          <m:sSub>
                            <m:sSubPr>
                              <m:ctrlPr>
                                <a:rPr lang="en-US" altLang="zh-CN" sz="2000" i="1">
                                  <a:latin typeface="Cambria Math" panose="02040503050406030204" pitchFamily="18" charset="0"/>
                                </a:rPr>
                              </m:ctrlPr>
                            </m:sSubPr>
                            <m:e>
                              <m:r>
                                <m:rPr>
                                  <m:sty m:val="p"/>
                                </m:rPr>
                                <a:rPr lang="en-US" altLang="zh-CN" sz="2000" i="1">
                                  <a:latin typeface="Cambria Math"/>
                                </a:rPr>
                                <m:t>clk</m:t>
                              </m:r>
                            </m:e>
                            <m:sub>
                              <m:r>
                                <a:rPr lang="en-US" altLang="zh-CN" sz="2000" i="1">
                                  <a:latin typeface="Cambria Math"/>
                                </a:rPr>
                                <m:t>𝑩</m:t>
                              </m:r>
                            </m:sub>
                          </m:sSub>
                        </m:sub>
                      </m:sSub>
                      <m:r>
                        <a:rPr lang="en-US" altLang="zh-CN" sz="2000" i="1">
                          <a:latin typeface="Cambria Math"/>
                        </a:rPr>
                        <m:t>=</m:t>
                      </m:r>
                      <m:sSub>
                        <m:sSubPr>
                          <m:ctrlPr>
                            <a:rPr lang="en-US" altLang="zh-CN" sz="2000" i="1">
                              <a:latin typeface="Cambria Math" panose="02040503050406030204" pitchFamily="18" charset="0"/>
                            </a:rPr>
                          </m:ctrlPr>
                        </m:sSubPr>
                        <m:e>
                          <m:r>
                            <a:rPr lang="en-US" altLang="zh-CN" sz="2000" i="1">
                              <a:latin typeface="Cambria Math"/>
                            </a:rPr>
                            <m:t>𝟏</m:t>
                          </m:r>
                          <m:r>
                            <a:rPr lang="en-US" altLang="zh-CN" sz="2000" i="1">
                              <a:latin typeface="Cambria Math"/>
                            </a:rPr>
                            <m:t>.</m:t>
                          </m:r>
                          <m:r>
                            <a:rPr lang="en-US" altLang="zh-CN" sz="2000" b="1" i="1" smtClean="0">
                              <a:latin typeface="Cambria Math"/>
                            </a:rPr>
                            <m:t>𝟐𝟓</m:t>
                          </m:r>
                          <m:r>
                            <a:rPr lang="en-US" altLang="zh-CN" sz="2000" i="1">
                              <a:latin typeface="Cambria Math"/>
                            </a:rPr>
                            <m:t> </m:t>
                          </m:r>
                          <m:r>
                            <a:rPr lang="en-US" altLang="zh-CN" sz="2000" i="1">
                              <a:latin typeface="Cambria Math"/>
                            </a:rPr>
                            <m:t>𝑻</m:t>
                          </m:r>
                        </m:e>
                        <m:sub>
                          <m:sSub>
                            <m:sSubPr>
                              <m:ctrlPr>
                                <a:rPr lang="en-US" altLang="zh-CN" sz="2000" i="1">
                                  <a:latin typeface="Cambria Math" panose="02040503050406030204" pitchFamily="18" charset="0"/>
                                </a:rPr>
                              </m:ctrlPr>
                            </m:sSubPr>
                            <m:e>
                              <m:r>
                                <m:rPr>
                                  <m:sty m:val="p"/>
                                </m:rPr>
                                <a:rPr lang="en-US" altLang="zh-CN" sz="2000" i="1">
                                  <a:latin typeface="Cambria Math"/>
                                </a:rPr>
                                <m:t>clk</m:t>
                              </m:r>
                            </m:e>
                            <m:sub>
                              <m:r>
                                <a:rPr lang="en-US" altLang="zh-CN" sz="2000" i="1">
                                  <a:latin typeface="Cambria Math"/>
                                </a:rPr>
                                <m:t>𝑨</m:t>
                              </m:r>
                            </m:sub>
                          </m:sSub>
                        </m:sub>
                      </m:sSub>
                    </m:oMath>
                  </m:oMathPara>
                </a14:m>
                <a:endParaRPr lang="en-US" altLang="zh-CN" sz="2000" i="1" dirty="0">
                  <a:latin typeface="Cambria Math"/>
                </a:endParaRPr>
              </a:p>
            </p:txBody>
          </p:sp>
        </mc:Choice>
        <mc:Fallback xmlns="">
          <p:sp>
            <p:nvSpPr>
              <p:cNvPr id="23" name="TextBox 22"/>
              <p:cNvSpPr txBox="1">
                <a:spLocks noRot="1" noChangeAspect="1" noMove="1" noResize="1" noEditPoints="1" noAdjustHandles="1" noChangeArrowheads="1" noChangeShapeType="1" noTextEdit="1"/>
              </p:cNvSpPr>
              <p:nvPr/>
            </p:nvSpPr>
            <p:spPr>
              <a:xfrm>
                <a:off x="5652120" y="5264349"/>
                <a:ext cx="2785321" cy="438518"/>
              </a:xfrm>
              <a:prstGeom prst="rect">
                <a:avLst/>
              </a:prstGeom>
              <a:blipFill rotWithShape="1">
                <a:blip r:embed="rId9"/>
                <a:stretch>
                  <a:fillRect/>
                </a:stretch>
              </a:blipFill>
            </p:spPr>
            <p:txBody>
              <a:bodyPr/>
              <a:lstStyle/>
              <a:p>
                <a:r>
                  <a:rPr lang="zh-CN" altLang="en-US">
                    <a:noFill/>
                  </a:rPr>
                  <a:t> </a:t>
                </a:r>
              </a:p>
            </p:txBody>
          </p:sp>
        </mc:Fallback>
      </mc:AlternateContent>
      <p:sp>
        <p:nvSpPr>
          <p:cNvPr id="24" name="Text Box 19"/>
          <p:cNvSpPr txBox="1">
            <a:spLocks noChangeArrowheads="1"/>
          </p:cNvSpPr>
          <p:nvPr/>
        </p:nvSpPr>
        <p:spPr bwMode="auto">
          <a:xfrm>
            <a:off x="611188" y="4784799"/>
            <a:ext cx="2209800" cy="457200"/>
          </a:xfrm>
          <a:prstGeom prst="rect">
            <a:avLst/>
          </a:prstGeom>
          <a:solidFill>
            <a:srgbClr val="00FF00"/>
          </a:solidFill>
          <a:ln>
            <a:noFill/>
          </a:ln>
          <a:effectLst/>
          <a:scene3d>
            <a:camera prst="legacyObliqueTopRight"/>
            <a:lightRig rig="legacyFlat3" dir="b"/>
          </a:scene3d>
          <a:sp3d extrusionH="163500" prstMaterial="legacyMatte">
            <a:bevelT w="13500" h="13500" prst="angle"/>
            <a:bevelB w="13500" h="13500" prst="angle"/>
            <a:extrusionClr>
              <a:srgbClr val="00FF00"/>
            </a:extrusionClr>
          </a:sp3d>
        </p:spPr>
        <p:txBody>
          <a:bodyPr>
            <a:spAutoFit/>
            <a:flatTx/>
          </a:bodyPr>
          <a:lstStyle/>
          <a:p>
            <a:pPr algn="ctr">
              <a:spcBef>
                <a:spcPct val="50000"/>
              </a:spcBef>
              <a:defRPr/>
            </a:pPr>
            <a:r>
              <a:rPr kumimoji="1" lang="zh-CN" altLang="en-US" sz="2400" b="1">
                <a:effectLst>
                  <a:outerShdw blurRad="38100" dist="38100" dir="2700000" algn="tl">
                    <a:srgbClr val="FFFFFF"/>
                  </a:outerShdw>
                </a:effectLst>
                <a:latin typeface="Times New Roman" panose="02020603050405020304" pitchFamily="18" charset="0"/>
                <a:ea typeface="华文中宋" panose="02010600040101010101" pitchFamily="2" charset="-122"/>
              </a:rPr>
              <a:t>比较指令</a:t>
            </a:r>
            <a:r>
              <a:rPr kumimoji="1" lang="en-US" altLang="zh-CN" sz="2400" b="1">
                <a:effectLst>
                  <a:outerShdw blurRad="38100" dist="38100" dir="2700000" algn="tl">
                    <a:srgbClr val="FFFFFF"/>
                  </a:outerShdw>
                </a:effectLst>
                <a:latin typeface="Times New Roman" panose="02020603050405020304" pitchFamily="18" charset="0"/>
                <a:ea typeface="华文中宋" panose="02010600040101010101" pitchFamily="2" charset="-122"/>
              </a:rPr>
              <a:t>20%</a:t>
            </a:r>
          </a:p>
        </p:txBody>
      </p:sp>
      <p:sp>
        <p:nvSpPr>
          <p:cNvPr id="25" name="Text Box 20"/>
          <p:cNvSpPr txBox="1">
            <a:spLocks noChangeArrowheads="1"/>
          </p:cNvSpPr>
          <p:nvPr/>
        </p:nvSpPr>
        <p:spPr bwMode="auto">
          <a:xfrm>
            <a:off x="611188" y="5332487"/>
            <a:ext cx="2209800" cy="457200"/>
          </a:xfrm>
          <a:prstGeom prst="rect">
            <a:avLst/>
          </a:prstGeom>
          <a:solidFill>
            <a:srgbClr val="00FF00"/>
          </a:solidFill>
          <a:ln>
            <a:noFill/>
          </a:ln>
          <a:effectLst/>
          <a:scene3d>
            <a:camera prst="legacyObliqueTopRight"/>
            <a:lightRig rig="legacyFlat3" dir="b"/>
          </a:scene3d>
          <a:sp3d extrusionH="163500" prstMaterial="legacyMatte">
            <a:bevelT w="13500" h="13500" prst="angle"/>
            <a:bevelB w="13500" h="13500" prst="angle"/>
            <a:extrusionClr>
              <a:srgbClr val="00FF00"/>
            </a:extrusionClr>
          </a:sp3d>
        </p:spPr>
        <p:txBody>
          <a:bodyPr>
            <a:spAutoFit/>
            <a:flatTx/>
          </a:bodyPr>
          <a:lstStyle/>
          <a:p>
            <a:pPr algn="ctr">
              <a:spcBef>
                <a:spcPct val="50000"/>
              </a:spcBef>
              <a:defRPr/>
            </a:pPr>
            <a:r>
              <a:rPr kumimoji="1" lang="zh-CN" altLang="en-US" sz="2400" b="1">
                <a:effectLst>
                  <a:outerShdw blurRad="38100" dist="38100" dir="2700000" algn="tl">
                    <a:srgbClr val="FFFFFF"/>
                  </a:outerShdw>
                </a:effectLst>
                <a:latin typeface="Times New Roman" panose="02020603050405020304" pitchFamily="18" charset="0"/>
                <a:ea typeface="华文中宋" panose="02010600040101010101" pitchFamily="2" charset="-122"/>
              </a:rPr>
              <a:t>测试分支</a:t>
            </a:r>
            <a:r>
              <a:rPr kumimoji="1" lang="en-US" altLang="zh-CN" sz="2400" b="1">
                <a:effectLst>
                  <a:outerShdw blurRad="38100" dist="38100" dir="2700000" algn="tl">
                    <a:srgbClr val="FFFFFF"/>
                  </a:outerShdw>
                </a:effectLst>
                <a:latin typeface="Times New Roman" panose="02020603050405020304" pitchFamily="18" charset="0"/>
                <a:ea typeface="华文中宋" panose="02010600040101010101" pitchFamily="2" charset="-122"/>
              </a:rPr>
              <a:t>20%</a:t>
            </a:r>
          </a:p>
        </p:txBody>
      </p:sp>
      <p:sp>
        <p:nvSpPr>
          <p:cNvPr id="26" name="Text Box 21"/>
          <p:cNvSpPr txBox="1">
            <a:spLocks noChangeArrowheads="1"/>
          </p:cNvSpPr>
          <p:nvPr/>
        </p:nvSpPr>
        <p:spPr bwMode="auto">
          <a:xfrm>
            <a:off x="611188" y="2636912"/>
            <a:ext cx="25146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000">
                <a:solidFill>
                  <a:schemeClr val="tx1"/>
                </a:solidFill>
                <a:latin typeface="Verdana" panose="020B0604030504040204" pitchFamily="34" charset="0"/>
                <a:ea typeface="宋体" panose="02010600030101010101" pitchFamily="2" charset="-122"/>
              </a:defRPr>
            </a:lvl1pPr>
            <a:lvl2pPr marL="742950" indent="-285750" eaLnBrk="0" hangingPunct="0">
              <a:defRPr sz="2000">
                <a:solidFill>
                  <a:schemeClr val="tx1"/>
                </a:solidFill>
                <a:latin typeface="Verdana" panose="020B0604030504040204" pitchFamily="34" charset="0"/>
                <a:ea typeface="宋体" panose="02010600030101010101" pitchFamily="2" charset="-122"/>
              </a:defRPr>
            </a:lvl2pPr>
            <a:lvl3pPr marL="1143000" indent="-228600" eaLnBrk="0" hangingPunct="0">
              <a:defRPr sz="2000">
                <a:solidFill>
                  <a:schemeClr val="tx1"/>
                </a:solidFill>
                <a:latin typeface="Verdana" panose="020B0604030504040204" pitchFamily="34" charset="0"/>
                <a:ea typeface="宋体" panose="02010600030101010101" pitchFamily="2" charset="-122"/>
              </a:defRPr>
            </a:lvl3pPr>
            <a:lvl4pPr marL="1600200" indent="-228600" eaLnBrk="0" hangingPunct="0">
              <a:defRPr sz="2000">
                <a:solidFill>
                  <a:schemeClr val="tx1"/>
                </a:solidFill>
                <a:latin typeface="Verdana" panose="020B0604030504040204" pitchFamily="34" charset="0"/>
                <a:ea typeface="宋体" panose="02010600030101010101" pitchFamily="2" charset="-122"/>
              </a:defRPr>
            </a:lvl4pPr>
            <a:lvl5pPr marL="2057400" indent="-228600" eaLnBrk="0" hangingPunct="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50000"/>
              </a:spcBef>
            </a:pPr>
            <a:r>
              <a:rPr kumimoji="1" lang="en-US" altLang="zh-CN" sz="2800" b="1">
                <a:solidFill>
                  <a:srgbClr val="FF0000"/>
                </a:solidFill>
                <a:latin typeface="Times New Roman" panose="02020603050405020304" pitchFamily="18" charset="0"/>
                <a:ea typeface="文鼎CS大宋" charset="-122"/>
              </a:rPr>
              <a:t>CPU</a:t>
            </a:r>
            <a:r>
              <a:rPr kumimoji="1" lang="en-US" altLang="zh-CN" sz="2800" b="1" baseline="-25000">
                <a:solidFill>
                  <a:srgbClr val="FF0000"/>
                </a:solidFill>
                <a:latin typeface="Times New Roman" panose="02020603050405020304" pitchFamily="18" charset="0"/>
                <a:ea typeface="文鼎CS大宋" charset="-122"/>
              </a:rPr>
              <a:t>A</a:t>
            </a:r>
            <a:endParaRPr kumimoji="1" lang="en-US" altLang="zh-CN" sz="2800" b="1" baseline="-25000">
              <a:solidFill>
                <a:srgbClr val="000066"/>
              </a:solidFill>
              <a:latin typeface="Times New Roman" panose="02020603050405020304" pitchFamily="18" charset="0"/>
              <a:ea typeface="文鼎CS大宋" charset="-122"/>
            </a:endParaRPr>
          </a:p>
        </p:txBody>
      </p:sp>
      <p:sp>
        <p:nvSpPr>
          <p:cNvPr id="27" name="Text Box 22"/>
          <p:cNvSpPr txBox="1">
            <a:spLocks noChangeArrowheads="1"/>
          </p:cNvSpPr>
          <p:nvPr/>
        </p:nvSpPr>
        <p:spPr bwMode="auto">
          <a:xfrm>
            <a:off x="2943225" y="4784799"/>
            <a:ext cx="2209800" cy="457200"/>
          </a:xfrm>
          <a:prstGeom prst="rect">
            <a:avLst/>
          </a:prstGeom>
          <a:solidFill>
            <a:srgbClr val="00FF00"/>
          </a:solidFill>
          <a:ln>
            <a:noFill/>
          </a:ln>
          <a:effectLst/>
          <a:scene3d>
            <a:camera prst="legacyObliqueTopRight"/>
            <a:lightRig rig="legacyFlat3" dir="b"/>
          </a:scene3d>
          <a:sp3d extrusionH="163500" prstMaterial="legacyMatte">
            <a:bevelT w="13500" h="13500" prst="angle"/>
            <a:bevelB w="13500" h="13500" prst="angle"/>
            <a:extrusionClr>
              <a:srgbClr val="00FF00"/>
            </a:extrusionClr>
          </a:sp3d>
        </p:spPr>
        <p:txBody>
          <a:bodyPr>
            <a:spAutoFit/>
            <a:flatTx/>
          </a:bodyPr>
          <a:lstStyle/>
          <a:p>
            <a:pPr algn="ctr">
              <a:spcBef>
                <a:spcPct val="50000"/>
              </a:spcBef>
              <a:defRPr/>
            </a:pPr>
            <a:r>
              <a:rPr kumimoji="1" lang="zh-CN" altLang="en-US" sz="2400" b="1" dirty="0">
                <a:effectLst>
                  <a:outerShdw blurRad="38100" dist="38100" dir="2700000" algn="tl">
                    <a:srgbClr val="FFFFFF"/>
                  </a:outerShdw>
                </a:effectLst>
                <a:latin typeface="Times New Roman" panose="02020603050405020304" pitchFamily="18" charset="0"/>
                <a:ea typeface="华文中宋" panose="02010600040101010101" pitchFamily="2" charset="-122"/>
              </a:rPr>
              <a:t>分支指令</a:t>
            </a:r>
          </a:p>
        </p:txBody>
      </p:sp>
      <p:sp>
        <p:nvSpPr>
          <p:cNvPr id="28" name="Text Box 23"/>
          <p:cNvSpPr txBox="1">
            <a:spLocks noChangeArrowheads="1"/>
          </p:cNvSpPr>
          <p:nvPr/>
        </p:nvSpPr>
        <p:spPr bwMode="auto">
          <a:xfrm>
            <a:off x="3232150" y="2636912"/>
            <a:ext cx="19208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000">
                <a:solidFill>
                  <a:schemeClr val="tx1"/>
                </a:solidFill>
                <a:latin typeface="Verdana" panose="020B0604030504040204" pitchFamily="34" charset="0"/>
                <a:ea typeface="宋体" panose="02010600030101010101" pitchFamily="2" charset="-122"/>
              </a:defRPr>
            </a:lvl1pPr>
            <a:lvl2pPr marL="742950" indent="-285750" eaLnBrk="0" hangingPunct="0">
              <a:defRPr sz="2000">
                <a:solidFill>
                  <a:schemeClr val="tx1"/>
                </a:solidFill>
                <a:latin typeface="Verdana" panose="020B0604030504040204" pitchFamily="34" charset="0"/>
                <a:ea typeface="宋体" panose="02010600030101010101" pitchFamily="2" charset="-122"/>
              </a:defRPr>
            </a:lvl2pPr>
            <a:lvl3pPr marL="1143000" indent="-228600" eaLnBrk="0" hangingPunct="0">
              <a:defRPr sz="2000">
                <a:solidFill>
                  <a:schemeClr val="tx1"/>
                </a:solidFill>
                <a:latin typeface="Verdana" panose="020B0604030504040204" pitchFamily="34" charset="0"/>
                <a:ea typeface="宋体" panose="02010600030101010101" pitchFamily="2" charset="-122"/>
              </a:defRPr>
            </a:lvl3pPr>
            <a:lvl4pPr marL="1600200" indent="-228600" eaLnBrk="0" hangingPunct="0">
              <a:defRPr sz="2000">
                <a:solidFill>
                  <a:schemeClr val="tx1"/>
                </a:solidFill>
                <a:latin typeface="Verdana" panose="020B0604030504040204" pitchFamily="34" charset="0"/>
                <a:ea typeface="宋体" panose="02010600030101010101" pitchFamily="2" charset="-122"/>
              </a:defRPr>
            </a:lvl4pPr>
            <a:lvl5pPr marL="2057400" indent="-228600" eaLnBrk="0" hangingPunct="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50000"/>
              </a:spcBef>
            </a:pPr>
            <a:r>
              <a:rPr kumimoji="1" lang="en-US" altLang="zh-CN" sz="2800" b="1">
                <a:solidFill>
                  <a:srgbClr val="FF0000"/>
                </a:solidFill>
                <a:latin typeface="Times New Roman" panose="02020603050405020304" pitchFamily="18" charset="0"/>
                <a:ea typeface="文鼎CS大宋" charset="-122"/>
              </a:rPr>
              <a:t>CPU</a:t>
            </a:r>
            <a:r>
              <a:rPr kumimoji="1" lang="en-US" altLang="zh-CN" sz="2800" b="1" baseline="-25000">
                <a:solidFill>
                  <a:srgbClr val="FF0000"/>
                </a:solidFill>
                <a:latin typeface="Times New Roman" panose="02020603050405020304" pitchFamily="18" charset="0"/>
                <a:ea typeface="文鼎CS大宋" charset="-122"/>
              </a:rPr>
              <a:t>B</a:t>
            </a:r>
            <a:endParaRPr kumimoji="1" lang="en-US" altLang="zh-CN" sz="2800" b="1" baseline="-25000">
              <a:solidFill>
                <a:srgbClr val="000066"/>
              </a:solidFill>
              <a:latin typeface="Times New Roman" panose="02020603050405020304" pitchFamily="18" charset="0"/>
              <a:ea typeface="文鼎CS大宋" charset="-122"/>
            </a:endParaRPr>
          </a:p>
        </p:txBody>
      </p:sp>
      <p:grpSp>
        <p:nvGrpSpPr>
          <p:cNvPr id="29" name="Group 24"/>
          <p:cNvGrpSpPr/>
          <p:nvPr/>
        </p:nvGrpSpPr>
        <p:grpSpPr bwMode="auto">
          <a:xfrm>
            <a:off x="2943225" y="3248099"/>
            <a:ext cx="2209800" cy="1460500"/>
            <a:chOff x="3120" y="2256"/>
            <a:chExt cx="1584" cy="1152"/>
          </a:xfrm>
        </p:grpSpPr>
        <p:sp>
          <p:nvSpPr>
            <p:cNvPr id="30" name="Rectangle 25"/>
            <p:cNvSpPr>
              <a:spLocks noChangeArrowheads="1"/>
            </p:cNvSpPr>
            <p:nvPr/>
          </p:nvSpPr>
          <p:spPr bwMode="auto">
            <a:xfrm>
              <a:off x="3120" y="2256"/>
              <a:ext cx="1584" cy="1152"/>
            </a:xfrm>
            <a:prstGeom prst="rect">
              <a:avLst/>
            </a:prstGeom>
            <a:solidFill>
              <a:srgbClr val="009900"/>
            </a:solidFill>
            <a:ln w="12700" cap="sq">
              <a:miter lim="800000"/>
              <a:headEnd type="none" w="sm" len="sm"/>
              <a:tailEnd type="none" w="sm" len="sm"/>
            </a:ln>
            <a:effectLst/>
            <a:scene3d>
              <a:camera prst="legacyObliqueTopRight"/>
              <a:lightRig rig="legacyFlat3" dir="b"/>
            </a:scene3d>
            <a:sp3d extrusionH="163500" prstMaterial="legacyMatte">
              <a:bevelT w="13500" h="13500" prst="angle"/>
              <a:bevelB w="13500" h="13500" prst="angle"/>
              <a:extrusionClr>
                <a:srgbClr val="009900"/>
              </a:extrusionClr>
            </a:sp3d>
          </p:spPr>
          <p:txBody>
            <a:bodyPr wrap="none" anchor="ctr">
              <a:flatTx/>
            </a:bodyPr>
            <a:lstStyle/>
            <a:p>
              <a:pPr algn="ctr">
                <a:defRPr/>
              </a:pPr>
              <a:endParaRPr kumimoji="1" lang="en-US" sz="2400" b="1">
                <a:effectLst>
                  <a:outerShdw blurRad="38100" dist="38100" dir="2700000" algn="tl">
                    <a:srgbClr val="FFFFFF"/>
                  </a:outerShdw>
                </a:effectLst>
                <a:latin typeface="Times New Roman" panose="02020603050405020304" pitchFamily="18" charset="0"/>
                <a:ea typeface="华文中宋" panose="02010600040101010101" pitchFamily="2" charset="-122"/>
              </a:endParaRPr>
            </a:p>
          </p:txBody>
        </p:sp>
        <p:sp>
          <p:nvSpPr>
            <p:cNvPr id="31" name="Text Box 26"/>
            <p:cNvSpPr txBox="1">
              <a:spLocks noChangeArrowheads="1"/>
            </p:cNvSpPr>
            <p:nvPr/>
          </p:nvSpPr>
          <p:spPr bwMode="auto">
            <a:xfrm>
              <a:off x="3312" y="2640"/>
              <a:ext cx="1198" cy="361"/>
            </a:xfrm>
            <a:prstGeom prst="rect">
              <a:avLst/>
            </a:prstGeom>
            <a:noFill/>
            <a:ln>
              <a:noFill/>
            </a:ln>
            <a:effectLst/>
          </p:spPr>
          <p:txBody>
            <a:bodyPr>
              <a:spAutoFit/>
            </a:bodyPr>
            <a:lstStyle/>
            <a:p>
              <a:pPr algn="ctr">
                <a:spcBef>
                  <a:spcPct val="50000"/>
                </a:spcBef>
                <a:defRPr/>
              </a:pPr>
              <a:r>
                <a:rPr kumimoji="1" lang="zh-CN" altLang="en-US" sz="2400" b="1">
                  <a:solidFill>
                    <a:srgbClr val="FFFFFF"/>
                  </a:solidFill>
                  <a:effectLst>
                    <a:outerShdw blurRad="38100" dist="38100" dir="2700000" algn="tl">
                      <a:srgbClr val="C0C0C0"/>
                    </a:outerShdw>
                  </a:effectLst>
                  <a:latin typeface="Times New Roman" panose="02020603050405020304" pitchFamily="18" charset="0"/>
                  <a:ea typeface="华文中宋" panose="02010600040101010101" pitchFamily="2" charset="-122"/>
                </a:rPr>
                <a:t>其它指令</a:t>
              </a:r>
              <a:endParaRPr kumimoji="1" lang="zh-CN" altLang="en-US" sz="2400" b="1">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endParaRPr>
            </a:p>
          </p:txBody>
        </p:sp>
      </p:grpSp>
      <p:sp>
        <p:nvSpPr>
          <p:cNvPr id="32" name="Rectangle 27"/>
          <p:cNvSpPr>
            <a:spLocks noChangeArrowheads="1"/>
          </p:cNvSpPr>
          <p:nvPr/>
        </p:nvSpPr>
        <p:spPr bwMode="auto">
          <a:xfrm>
            <a:off x="611188" y="3248099"/>
            <a:ext cx="2209800" cy="1460500"/>
          </a:xfrm>
          <a:prstGeom prst="rect">
            <a:avLst/>
          </a:prstGeom>
          <a:solidFill>
            <a:srgbClr val="009900"/>
          </a:solidFill>
          <a:ln w="12700" cap="sq">
            <a:miter lim="800000"/>
            <a:headEnd type="none" w="sm" len="sm"/>
            <a:tailEnd type="none" w="sm" len="sm"/>
          </a:ln>
          <a:effectLst/>
          <a:scene3d>
            <a:camera prst="legacyObliqueTopRight"/>
            <a:lightRig rig="legacyFlat3" dir="b"/>
          </a:scene3d>
          <a:sp3d extrusionH="163500" prstMaterial="legacyMatte">
            <a:bevelT w="13500" h="13500" prst="angle"/>
            <a:bevelB w="13500" h="13500" prst="angle"/>
            <a:extrusionClr>
              <a:srgbClr val="009900"/>
            </a:extrusionClr>
          </a:sp3d>
        </p:spPr>
        <p:txBody>
          <a:bodyPr wrap="none" anchor="ctr">
            <a:flatTx/>
          </a:bodyPr>
          <a:lstStyle/>
          <a:p>
            <a:pPr algn="ctr">
              <a:defRPr/>
            </a:pPr>
            <a:endParaRPr kumimoji="1" lang="en-US" sz="2400" b="1">
              <a:effectLst>
                <a:outerShdw blurRad="38100" dist="38100" dir="2700000" algn="tl">
                  <a:srgbClr val="FFFFFF"/>
                </a:outerShdw>
              </a:effectLst>
              <a:latin typeface="Times New Roman" panose="02020603050405020304" pitchFamily="18" charset="0"/>
              <a:ea typeface="华文中宋" panose="02010600040101010101" pitchFamily="2" charset="-122"/>
            </a:endParaRPr>
          </a:p>
        </p:txBody>
      </p:sp>
      <p:sp>
        <p:nvSpPr>
          <p:cNvPr id="33" name="Text Box 28"/>
          <p:cNvSpPr txBox="1">
            <a:spLocks noChangeArrowheads="1"/>
          </p:cNvSpPr>
          <p:nvPr/>
        </p:nvSpPr>
        <p:spPr bwMode="auto">
          <a:xfrm>
            <a:off x="750888" y="3717999"/>
            <a:ext cx="1905000" cy="822325"/>
          </a:xfrm>
          <a:prstGeom prst="rect">
            <a:avLst/>
          </a:prstGeom>
          <a:noFill/>
          <a:ln>
            <a:noFill/>
          </a:ln>
          <a:effectLst/>
        </p:spPr>
        <p:txBody>
          <a:bodyPr>
            <a:spAutoFit/>
          </a:bodyPr>
          <a:lstStyle/>
          <a:p>
            <a:pPr algn="ctr">
              <a:spcBef>
                <a:spcPct val="50000"/>
              </a:spcBef>
              <a:defRPr/>
            </a:pPr>
            <a:r>
              <a:rPr kumimoji="1" lang="zh-CN" altLang="en-US" sz="2400" b="1">
                <a:solidFill>
                  <a:srgbClr val="FFFFFF"/>
                </a:solidFill>
                <a:effectLst>
                  <a:outerShdw blurRad="38100" dist="38100" dir="2700000" algn="tl">
                    <a:srgbClr val="C0C0C0"/>
                  </a:outerShdw>
                </a:effectLst>
                <a:latin typeface="Times New Roman" panose="02020603050405020304" pitchFamily="18" charset="0"/>
                <a:ea typeface="华文中宋" panose="02010600040101010101" pitchFamily="2" charset="-122"/>
              </a:rPr>
              <a:t>其它指令</a:t>
            </a:r>
            <a:r>
              <a:rPr kumimoji="1" lang="en-US" altLang="zh-CN" sz="2400" b="1">
                <a:solidFill>
                  <a:srgbClr val="FFFFFF"/>
                </a:solidFill>
                <a:effectLst>
                  <a:outerShdw blurRad="38100" dist="38100" dir="2700000" algn="tl">
                    <a:srgbClr val="C0C0C0"/>
                  </a:outerShdw>
                </a:effectLst>
                <a:latin typeface="Times New Roman" panose="02020603050405020304" pitchFamily="18" charset="0"/>
                <a:ea typeface="华文中宋" panose="02010600040101010101" pitchFamily="2" charset="-122"/>
              </a:rPr>
              <a:t>60%</a:t>
            </a:r>
            <a:endParaRPr kumimoji="1" lang="en-US" altLang="zh-CN" sz="2400" b="1">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endParaRPr>
          </a:p>
        </p:txBody>
      </p:sp>
      <p:sp>
        <p:nvSpPr>
          <p:cNvPr id="2" name="日期占位符 1">
            <a:extLst>
              <a:ext uri="{FF2B5EF4-FFF2-40B4-BE49-F238E27FC236}">
                <a16:creationId xmlns:a16="http://schemas.microsoft.com/office/drawing/2014/main" id="{9BD0B862-20CD-B375-7BFD-D91D07B90E19}"/>
              </a:ext>
            </a:extLst>
          </p:cNvPr>
          <p:cNvSpPr>
            <a:spLocks noGrp="1"/>
          </p:cNvSpPr>
          <p:nvPr>
            <p:ph type="dt" sz="half" idx="10"/>
          </p:nvPr>
        </p:nvSpPr>
        <p:spPr>
          <a:xfrm>
            <a:off x="457200" y="6356350"/>
            <a:ext cx="2133600" cy="365125"/>
          </a:xfrm>
        </p:spPr>
        <p:txBody>
          <a:bodyPr/>
          <a:lstStyle/>
          <a:p>
            <a:pPr>
              <a:defRPr/>
            </a:pPr>
            <a:fld id="{4349BE7F-346D-41C2-AC16-4B645E86F7D0}" type="datetime1">
              <a:rPr lang="zh-CN" altLang="en-US" smtClean="0"/>
              <a:t>2025/9/16</a:t>
            </a:fld>
            <a:endParaRPr lang="en-US" altLang="zh-CN" dirty="0"/>
          </a:p>
        </p:txBody>
      </p:sp>
      <p:sp>
        <p:nvSpPr>
          <p:cNvPr id="3" name="页脚占位符 3">
            <a:extLst>
              <a:ext uri="{FF2B5EF4-FFF2-40B4-BE49-F238E27FC236}">
                <a16:creationId xmlns:a16="http://schemas.microsoft.com/office/drawing/2014/main" id="{0D87C3C4-13AA-8679-F1A3-44382D9A7D4D}"/>
              </a:ext>
            </a:extLst>
          </p:cNvPr>
          <p:cNvSpPr>
            <a:spLocks noGrp="1"/>
          </p:cNvSpPr>
          <p:nvPr>
            <p:ph type="ftr" sz="quarter" idx="11"/>
          </p:nvPr>
        </p:nvSpPr>
        <p:spPr>
          <a:xfrm>
            <a:off x="3124200" y="6356350"/>
            <a:ext cx="2895600" cy="365125"/>
          </a:xfrm>
        </p:spPr>
        <p:txBody>
          <a:bodyPr/>
          <a:lstStyle/>
          <a:p>
            <a:pPr>
              <a:defRPr/>
            </a:pPr>
            <a:r>
              <a:rPr lang="zh-CN" altLang="en-US"/>
              <a:t>计算学部 刘宏伟</a:t>
            </a:r>
            <a:endParaRPr lang="en-US" altLang="zh-CN"/>
          </a:p>
        </p:txBody>
      </p:sp>
      <p:sp>
        <p:nvSpPr>
          <p:cNvPr id="4" name="灯片编号占位符 4">
            <a:extLst>
              <a:ext uri="{FF2B5EF4-FFF2-40B4-BE49-F238E27FC236}">
                <a16:creationId xmlns:a16="http://schemas.microsoft.com/office/drawing/2014/main" id="{3804643E-098F-A1F3-E37A-05FEC5634715}"/>
              </a:ext>
            </a:extLst>
          </p:cNvPr>
          <p:cNvSpPr>
            <a:spLocks noGrp="1"/>
          </p:cNvSpPr>
          <p:nvPr>
            <p:ph type="sldNum" sz="quarter" idx="12"/>
          </p:nvPr>
        </p:nvSpPr>
        <p:spPr>
          <a:xfrm>
            <a:off x="6553200" y="6356350"/>
            <a:ext cx="2133600" cy="365125"/>
          </a:xfrm>
        </p:spPr>
        <p:txBody>
          <a:bodyPr/>
          <a:lstStyle/>
          <a:p>
            <a:pPr>
              <a:defRPr/>
            </a:pPr>
            <a:fld id="{8BCAC33D-D29A-48B3-BCD6-381D3D720D26}" type="slidenum">
              <a:rPr lang="zh-CN" altLang="en-US" smtClean="0"/>
              <a:t>21</a:t>
            </a:fld>
            <a:endParaRPr lang="en-US" altLang="zh-CN"/>
          </a:p>
        </p:txBody>
      </p:sp>
    </p:spTree>
    <p:extLst>
      <p:ext uri="{BB962C8B-B14F-4D97-AF65-F5344CB8AC3E}">
        <p14:creationId xmlns:p14="http://schemas.microsoft.com/office/powerpoint/2010/main" val="5765611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0" name="Rectangle 2"/>
          <p:cNvSpPr>
            <a:spLocks noGrp="1" noChangeArrowheads="1"/>
          </p:cNvSpPr>
          <p:nvPr>
            <p:ph type="title" idx="4294967295"/>
          </p:nvPr>
        </p:nvSpPr>
        <p:spPr>
          <a:xfrm>
            <a:off x="448351" y="-99392"/>
            <a:ext cx="8229600" cy="1143000"/>
          </a:xfrm>
        </p:spPr>
        <p:txBody>
          <a:bodyPr>
            <a:normAutofit/>
          </a:bodyPr>
          <a:lstStyle/>
          <a:p>
            <a:r>
              <a:rPr kumimoji="1" lang="en-US" altLang="zh-CN" sz="3600" b="1" dirty="0">
                <a:latin typeface="Times New Roman" panose="02020603050405020304" pitchFamily="18" charset="0"/>
                <a:cs typeface="Times New Roman" panose="02020603050405020304" pitchFamily="18" charset="0"/>
              </a:rPr>
              <a:t>CPU</a:t>
            </a:r>
            <a:r>
              <a:rPr kumimoji="1" lang="zh-CN" altLang="en-US" sz="3600" b="1" dirty="0">
                <a:latin typeface="Times New Roman" panose="02020603050405020304" pitchFamily="18" charset="0"/>
                <a:cs typeface="Times New Roman" panose="02020603050405020304" pitchFamily="18" charset="0"/>
              </a:rPr>
              <a:t>性能公式</a:t>
            </a:r>
          </a:p>
        </p:txBody>
      </p:sp>
      <p:sp>
        <p:nvSpPr>
          <p:cNvPr id="9221" name="Text Box 21"/>
          <p:cNvSpPr txBox="1">
            <a:spLocks noChangeArrowheads="1"/>
          </p:cNvSpPr>
          <p:nvPr/>
        </p:nvSpPr>
        <p:spPr bwMode="auto">
          <a:xfrm>
            <a:off x="1939925" y="3877590"/>
            <a:ext cx="184150" cy="3667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spAutoFit/>
          </a:bodyPr>
          <a:lstStyle>
            <a:lvl1pPr eaLnBrk="0" hangingPunct="0">
              <a:defRPr sz="2000">
                <a:solidFill>
                  <a:schemeClr val="tx1"/>
                </a:solidFill>
                <a:latin typeface="Verdana" panose="020B0604030504040204" pitchFamily="34" charset="0"/>
                <a:ea typeface="宋体" panose="02010600030101010101" pitchFamily="2" charset="-122"/>
              </a:defRPr>
            </a:lvl1pPr>
            <a:lvl2pPr marL="742950" indent="-285750" eaLnBrk="0" hangingPunct="0">
              <a:defRPr sz="2000">
                <a:solidFill>
                  <a:schemeClr val="tx1"/>
                </a:solidFill>
                <a:latin typeface="Verdana" panose="020B0604030504040204" pitchFamily="34" charset="0"/>
                <a:ea typeface="宋体" panose="02010600030101010101" pitchFamily="2" charset="-122"/>
              </a:defRPr>
            </a:lvl2pPr>
            <a:lvl3pPr marL="1143000" indent="-228600" eaLnBrk="0" hangingPunct="0">
              <a:defRPr sz="2000">
                <a:solidFill>
                  <a:schemeClr val="tx1"/>
                </a:solidFill>
                <a:latin typeface="Verdana" panose="020B0604030504040204" pitchFamily="34" charset="0"/>
                <a:ea typeface="宋体" panose="02010600030101010101" pitchFamily="2" charset="-122"/>
              </a:defRPr>
            </a:lvl3pPr>
            <a:lvl4pPr marL="1600200" indent="-228600" eaLnBrk="0" hangingPunct="0">
              <a:defRPr sz="2000">
                <a:solidFill>
                  <a:schemeClr val="tx1"/>
                </a:solidFill>
                <a:latin typeface="Verdana" panose="020B0604030504040204" pitchFamily="34" charset="0"/>
                <a:ea typeface="宋体" panose="02010600030101010101" pitchFamily="2" charset="-122"/>
              </a:defRPr>
            </a:lvl4pPr>
            <a:lvl5pPr marL="2057400" indent="-228600" eaLnBrk="0" hangingPunct="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pPr eaLnBrk="1" hangingPunct="1">
              <a:spcBef>
                <a:spcPct val="50000"/>
              </a:spcBef>
            </a:pPr>
            <a:endParaRPr lang="en-US" altLang="zh-CN" sz="1800" i="1" dirty="0"/>
          </a:p>
        </p:txBody>
      </p:sp>
      <p:sp>
        <p:nvSpPr>
          <p:cNvPr id="9222" name="Text Box 22"/>
          <p:cNvSpPr txBox="1">
            <a:spLocks noChangeArrowheads="1"/>
          </p:cNvSpPr>
          <p:nvPr/>
        </p:nvSpPr>
        <p:spPr bwMode="auto">
          <a:xfrm>
            <a:off x="4019550" y="3853778"/>
            <a:ext cx="184150" cy="36671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spAutoFit/>
          </a:bodyPr>
          <a:lstStyle>
            <a:lvl1pPr eaLnBrk="0" hangingPunct="0">
              <a:defRPr sz="2000">
                <a:solidFill>
                  <a:schemeClr val="tx1"/>
                </a:solidFill>
                <a:latin typeface="Verdana" panose="020B0604030504040204" pitchFamily="34" charset="0"/>
                <a:ea typeface="宋体" panose="02010600030101010101" pitchFamily="2" charset="-122"/>
              </a:defRPr>
            </a:lvl1pPr>
            <a:lvl2pPr marL="742950" indent="-285750" eaLnBrk="0" hangingPunct="0">
              <a:defRPr sz="2000">
                <a:solidFill>
                  <a:schemeClr val="tx1"/>
                </a:solidFill>
                <a:latin typeface="Verdana" panose="020B0604030504040204" pitchFamily="34" charset="0"/>
                <a:ea typeface="宋体" panose="02010600030101010101" pitchFamily="2" charset="-122"/>
              </a:defRPr>
            </a:lvl2pPr>
            <a:lvl3pPr marL="1143000" indent="-228600" eaLnBrk="0" hangingPunct="0">
              <a:defRPr sz="2000">
                <a:solidFill>
                  <a:schemeClr val="tx1"/>
                </a:solidFill>
                <a:latin typeface="Verdana" panose="020B0604030504040204" pitchFamily="34" charset="0"/>
                <a:ea typeface="宋体" panose="02010600030101010101" pitchFamily="2" charset="-122"/>
              </a:defRPr>
            </a:lvl3pPr>
            <a:lvl4pPr marL="1600200" indent="-228600" eaLnBrk="0" hangingPunct="0">
              <a:defRPr sz="2000">
                <a:solidFill>
                  <a:schemeClr val="tx1"/>
                </a:solidFill>
                <a:latin typeface="Verdana" panose="020B0604030504040204" pitchFamily="34" charset="0"/>
                <a:ea typeface="宋体" panose="02010600030101010101" pitchFamily="2" charset="-122"/>
              </a:defRPr>
            </a:lvl4pPr>
            <a:lvl5pPr marL="2057400" indent="-228600" eaLnBrk="0" hangingPunct="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pPr eaLnBrk="1" hangingPunct="1">
              <a:spcBef>
                <a:spcPct val="50000"/>
              </a:spcBef>
            </a:pPr>
            <a:endParaRPr lang="en-US" altLang="zh-CN" sz="1800" i="1" dirty="0"/>
          </a:p>
        </p:txBody>
      </p:sp>
      <p:sp>
        <p:nvSpPr>
          <p:cNvPr id="7" name="Text Box 30"/>
          <p:cNvSpPr txBox="1">
            <a:spLocks noChangeArrowheads="1"/>
          </p:cNvSpPr>
          <p:nvPr/>
        </p:nvSpPr>
        <p:spPr bwMode="auto">
          <a:xfrm>
            <a:off x="1656885" y="4469328"/>
            <a:ext cx="184150" cy="36671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spAutoFit/>
          </a:bodyPr>
          <a:lstStyle>
            <a:lvl1pPr eaLnBrk="0" hangingPunct="0">
              <a:defRPr sz="2000">
                <a:solidFill>
                  <a:schemeClr val="tx1"/>
                </a:solidFill>
                <a:latin typeface="Verdana" panose="020B0604030504040204" pitchFamily="34" charset="0"/>
                <a:ea typeface="宋体" panose="02010600030101010101" pitchFamily="2" charset="-122"/>
              </a:defRPr>
            </a:lvl1pPr>
            <a:lvl2pPr marL="742950" indent="-285750" eaLnBrk="0" hangingPunct="0">
              <a:defRPr sz="2000">
                <a:solidFill>
                  <a:schemeClr val="tx1"/>
                </a:solidFill>
                <a:latin typeface="Verdana" panose="020B0604030504040204" pitchFamily="34" charset="0"/>
                <a:ea typeface="宋体" panose="02010600030101010101" pitchFamily="2" charset="-122"/>
              </a:defRPr>
            </a:lvl2pPr>
            <a:lvl3pPr marL="1143000" indent="-228600" eaLnBrk="0" hangingPunct="0">
              <a:defRPr sz="2000">
                <a:solidFill>
                  <a:schemeClr val="tx1"/>
                </a:solidFill>
                <a:latin typeface="Verdana" panose="020B0604030504040204" pitchFamily="34" charset="0"/>
                <a:ea typeface="宋体" panose="02010600030101010101" pitchFamily="2" charset="-122"/>
              </a:defRPr>
            </a:lvl3pPr>
            <a:lvl4pPr marL="1600200" indent="-228600" eaLnBrk="0" hangingPunct="0">
              <a:defRPr sz="2000">
                <a:solidFill>
                  <a:schemeClr val="tx1"/>
                </a:solidFill>
                <a:latin typeface="Verdana" panose="020B0604030504040204" pitchFamily="34" charset="0"/>
                <a:ea typeface="宋体" panose="02010600030101010101" pitchFamily="2" charset="-122"/>
              </a:defRPr>
            </a:lvl4pPr>
            <a:lvl5pPr marL="2057400" indent="-228600" eaLnBrk="0" hangingPunct="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pPr eaLnBrk="1" hangingPunct="1">
              <a:spcBef>
                <a:spcPct val="50000"/>
              </a:spcBef>
            </a:pPr>
            <a:endParaRPr lang="en-US" altLang="zh-CN" sz="1800" i="1" dirty="0"/>
          </a:p>
        </p:txBody>
      </p:sp>
      <p:sp>
        <p:nvSpPr>
          <p:cNvPr id="8" name="Text Box 31"/>
          <p:cNvSpPr txBox="1">
            <a:spLocks noChangeArrowheads="1"/>
          </p:cNvSpPr>
          <p:nvPr/>
        </p:nvSpPr>
        <p:spPr bwMode="auto">
          <a:xfrm>
            <a:off x="3673010" y="4462978"/>
            <a:ext cx="184150" cy="36671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spAutoFit/>
          </a:bodyPr>
          <a:lstStyle>
            <a:lvl1pPr eaLnBrk="0" hangingPunct="0">
              <a:defRPr sz="2000">
                <a:solidFill>
                  <a:schemeClr val="tx1"/>
                </a:solidFill>
                <a:latin typeface="Verdana" panose="020B0604030504040204" pitchFamily="34" charset="0"/>
                <a:ea typeface="宋体" panose="02010600030101010101" pitchFamily="2" charset="-122"/>
              </a:defRPr>
            </a:lvl1pPr>
            <a:lvl2pPr marL="742950" indent="-285750" eaLnBrk="0" hangingPunct="0">
              <a:defRPr sz="2000">
                <a:solidFill>
                  <a:schemeClr val="tx1"/>
                </a:solidFill>
                <a:latin typeface="Verdana" panose="020B0604030504040204" pitchFamily="34" charset="0"/>
                <a:ea typeface="宋体" panose="02010600030101010101" pitchFamily="2" charset="-122"/>
              </a:defRPr>
            </a:lvl2pPr>
            <a:lvl3pPr marL="1143000" indent="-228600" eaLnBrk="0" hangingPunct="0">
              <a:defRPr sz="2000">
                <a:solidFill>
                  <a:schemeClr val="tx1"/>
                </a:solidFill>
                <a:latin typeface="Verdana" panose="020B0604030504040204" pitchFamily="34" charset="0"/>
                <a:ea typeface="宋体" panose="02010600030101010101" pitchFamily="2" charset="-122"/>
              </a:defRPr>
            </a:lvl3pPr>
            <a:lvl4pPr marL="1600200" indent="-228600" eaLnBrk="0" hangingPunct="0">
              <a:defRPr sz="2000">
                <a:solidFill>
                  <a:schemeClr val="tx1"/>
                </a:solidFill>
                <a:latin typeface="Verdana" panose="020B0604030504040204" pitchFamily="34" charset="0"/>
                <a:ea typeface="宋体" panose="02010600030101010101" pitchFamily="2" charset="-122"/>
              </a:defRPr>
            </a:lvl4pPr>
            <a:lvl5pPr marL="2057400" indent="-228600" eaLnBrk="0" hangingPunct="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pPr eaLnBrk="1" hangingPunct="1">
              <a:spcBef>
                <a:spcPct val="50000"/>
              </a:spcBef>
            </a:pPr>
            <a:endParaRPr lang="en-US" altLang="zh-CN" sz="1800" i="1" dirty="0"/>
          </a:p>
        </p:txBody>
      </p:sp>
      <mc:AlternateContent xmlns:mc="http://schemas.openxmlformats.org/markup-compatibility/2006" xmlns:a14="http://schemas.microsoft.com/office/drawing/2010/main">
        <mc:Choice Requires="a14">
          <p:sp>
            <p:nvSpPr>
              <p:cNvPr id="9" name="TextBox 8"/>
              <p:cNvSpPr txBox="1"/>
              <p:nvPr/>
            </p:nvSpPr>
            <p:spPr>
              <a:xfrm>
                <a:off x="1331640" y="2247664"/>
                <a:ext cx="1764457" cy="47532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000" b="1" i="1" smtClean="0">
                              <a:latin typeface="Cambria Math" panose="02040503050406030204" pitchFamily="18" charset="0"/>
                            </a:rPr>
                          </m:ctrlPr>
                        </m:sSubPr>
                        <m:e>
                          <m:r>
                            <a:rPr lang="en-US" altLang="zh-CN" sz="2000" b="1" i="1" smtClean="0">
                              <a:latin typeface="Cambria Math"/>
                              <a:ea typeface="+mj-ea"/>
                            </a:rPr>
                            <m:t>𝑪𝑷𝑰</m:t>
                          </m:r>
                        </m:e>
                        <m:sub>
                          <m:r>
                            <a:rPr lang="zh-CN" altLang="en-US" sz="2000" i="1">
                              <a:latin typeface="Cambria Math"/>
                            </a:rPr>
                            <m:t>分支</m:t>
                          </m:r>
                        </m:sub>
                      </m:sSub>
                      <m:r>
                        <a:rPr lang="en-US" altLang="zh-CN" sz="2000" b="1" i="1" smtClean="0">
                          <a:latin typeface="Cambria Math"/>
                        </a:rPr>
                        <m:t>=</m:t>
                      </m:r>
                      <m:r>
                        <a:rPr lang="en-US" altLang="zh-CN" sz="2000" i="1">
                          <a:latin typeface="Cambria Math"/>
                        </a:rPr>
                        <m:t>2</m:t>
                      </m:r>
                    </m:oMath>
                  </m:oMathPara>
                </a14:m>
                <a:endParaRPr lang="en-US" altLang="zh-CN" sz="2000" dirty="0"/>
              </a:p>
            </p:txBody>
          </p:sp>
        </mc:Choice>
        <mc:Fallback xmlns="">
          <p:sp>
            <p:nvSpPr>
              <p:cNvPr id="9" name="TextBox 8"/>
              <p:cNvSpPr txBox="1">
                <a:spLocks noRot="1" noChangeAspect="1" noMove="1" noResize="1" noEditPoints="1" noAdjustHandles="1" noChangeArrowheads="1" noChangeShapeType="1" noTextEdit="1"/>
              </p:cNvSpPr>
              <p:nvPr/>
            </p:nvSpPr>
            <p:spPr>
              <a:xfrm>
                <a:off x="1331640" y="2247664"/>
                <a:ext cx="1764457" cy="475323"/>
              </a:xfrm>
              <a:prstGeom prst="rect">
                <a:avLst/>
              </a:prstGeom>
              <a:blipFill rotWithShape="1">
                <a:blip r:embed="rId3"/>
                <a:stretch>
                  <a:fillRect b="-1538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3563888" y="2237200"/>
                <a:ext cx="1775679" cy="48128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000" b="1" i="1" smtClean="0">
                              <a:latin typeface="Cambria Math" panose="02040503050406030204" pitchFamily="18" charset="0"/>
                            </a:rPr>
                          </m:ctrlPr>
                        </m:sSubPr>
                        <m:e>
                          <m:r>
                            <a:rPr lang="en-US" altLang="zh-CN" sz="2000" b="1" i="1" smtClean="0">
                              <a:latin typeface="Cambria Math"/>
                              <a:ea typeface="+mj-ea"/>
                            </a:rPr>
                            <m:t>𝑪𝑷𝑰</m:t>
                          </m:r>
                        </m:e>
                        <m:sub>
                          <m:r>
                            <a:rPr lang="zh-CN" altLang="en-US" sz="2000" i="1">
                              <a:latin typeface="Cambria Math"/>
                            </a:rPr>
                            <m:t>其他</m:t>
                          </m:r>
                        </m:sub>
                      </m:sSub>
                      <m:r>
                        <a:rPr lang="en-US" altLang="zh-CN" sz="2000" b="1" i="1" smtClean="0">
                          <a:latin typeface="Cambria Math"/>
                        </a:rPr>
                        <m:t>=</m:t>
                      </m:r>
                      <m:r>
                        <a:rPr lang="en-US" altLang="zh-CN" sz="2000" b="1" i="1" smtClean="0">
                          <a:latin typeface="Cambria Math"/>
                        </a:rPr>
                        <m:t>𝟏</m:t>
                      </m:r>
                    </m:oMath>
                  </m:oMathPara>
                </a14:m>
                <a:endParaRPr lang="en-US" altLang="zh-CN" sz="2000" dirty="0"/>
              </a:p>
            </p:txBody>
          </p:sp>
        </mc:Choice>
        <mc:Fallback xmlns="">
          <p:sp>
            <p:nvSpPr>
              <p:cNvPr id="10" name="TextBox 9"/>
              <p:cNvSpPr txBox="1">
                <a:spLocks noRot="1" noChangeAspect="1" noMove="1" noResize="1" noEditPoints="1" noAdjustHandles="1" noChangeArrowheads="1" noChangeShapeType="1" noTextEdit="1"/>
              </p:cNvSpPr>
              <p:nvPr/>
            </p:nvSpPr>
            <p:spPr>
              <a:xfrm>
                <a:off x="3563888" y="2237200"/>
                <a:ext cx="1775679" cy="481286"/>
              </a:xfrm>
              <a:prstGeom prst="rect">
                <a:avLst/>
              </a:prstGeom>
              <a:blipFill rotWithShape="1">
                <a:blip r:embed="rId4"/>
                <a:stretch>
                  <a:fillRect b="-1645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TextBox 10"/>
              <p:cNvSpPr txBox="1"/>
              <p:nvPr/>
            </p:nvSpPr>
            <p:spPr>
              <a:xfrm>
                <a:off x="1315339" y="3004862"/>
                <a:ext cx="2892587"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000" b="1" i="1" smtClean="0">
                              <a:latin typeface="Cambria Math" panose="02040503050406030204" pitchFamily="18" charset="0"/>
                            </a:rPr>
                          </m:ctrlPr>
                        </m:sSubPr>
                        <m:e>
                          <m:r>
                            <m:rPr>
                              <m:sty m:val="p"/>
                            </m:rPr>
                            <a:rPr lang="en-US" altLang="zh-CN" sz="2000" i="1">
                              <a:latin typeface="Cambria Math"/>
                            </a:rPr>
                            <m:t>IC</m:t>
                          </m:r>
                        </m:e>
                        <m:sub>
                          <m:r>
                            <a:rPr lang="en-US" altLang="zh-CN" sz="2000" b="1" i="1" smtClean="0">
                              <a:latin typeface="Cambria Math"/>
                            </a:rPr>
                            <m:t>𝑩</m:t>
                          </m:r>
                        </m:sub>
                      </m:sSub>
                      <m:r>
                        <a:rPr lang="en-US" altLang="zh-CN" sz="2000" b="1" i="1" smtClean="0">
                          <a:latin typeface="Cambria Math"/>
                        </a:rPr>
                        <m:t>=</m:t>
                      </m:r>
                      <m:sSub>
                        <m:sSubPr>
                          <m:ctrlPr>
                            <a:rPr lang="en-US" altLang="zh-CN" sz="2000" b="1" i="1" smtClean="0">
                              <a:latin typeface="Cambria Math" panose="02040503050406030204" pitchFamily="18" charset="0"/>
                            </a:rPr>
                          </m:ctrlPr>
                        </m:sSubPr>
                        <m:e>
                          <m:r>
                            <a:rPr lang="zh-CN" altLang="en-US" sz="2000" i="1">
                              <a:latin typeface="Cambria Math"/>
                            </a:rPr>
                            <m:t>（</m:t>
                          </m:r>
                          <m:r>
                            <a:rPr lang="en-US" altLang="zh-CN" sz="2000" b="1" i="1" smtClean="0">
                              <a:latin typeface="Cambria Math"/>
                            </a:rPr>
                            <m:t>𝟏</m:t>
                          </m:r>
                          <m:r>
                            <a:rPr lang="en-US" altLang="zh-CN" sz="2000" b="1" i="1" smtClean="0">
                              <a:latin typeface="Cambria Math"/>
                            </a:rPr>
                            <m:t>−</m:t>
                          </m:r>
                          <m:r>
                            <a:rPr lang="en-US" altLang="zh-CN" sz="2000" b="1" i="1" smtClean="0">
                              <a:latin typeface="Cambria Math"/>
                            </a:rPr>
                            <m:t>𝟐𝟎</m:t>
                          </m:r>
                          <m:r>
                            <a:rPr lang="en-US" altLang="zh-CN" sz="2000" b="1" i="1" smtClean="0">
                              <a:latin typeface="Cambria Math"/>
                            </a:rPr>
                            <m:t>%</m:t>
                          </m:r>
                          <m:r>
                            <a:rPr lang="zh-CN" altLang="en-US" sz="2000" i="1">
                              <a:latin typeface="Cambria Math"/>
                            </a:rPr>
                            <m:t>）</m:t>
                          </m:r>
                          <m:r>
                            <m:rPr>
                              <m:sty m:val="p"/>
                            </m:rPr>
                            <a:rPr lang="en-US" altLang="zh-CN" sz="2000" i="1">
                              <a:latin typeface="Cambria Math"/>
                            </a:rPr>
                            <m:t>IC</m:t>
                          </m:r>
                        </m:e>
                        <m:sub>
                          <m:r>
                            <a:rPr lang="en-US" altLang="zh-CN" sz="2000" b="1" i="1" smtClean="0">
                              <a:latin typeface="Cambria Math"/>
                            </a:rPr>
                            <m:t>𝑨</m:t>
                          </m:r>
                        </m:sub>
                      </m:sSub>
                    </m:oMath>
                  </m:oMathPara>
                </a14:m>
                <a:endParaRPr lang="en-US" altLang="zh-CN" sz="2000" dirty="0"/>
              </a:p>
            </p:txBody>
          </p:sp>
        </mc:Choice>
        <mc:Fallback xmlns="">
          <p:sp>
            <p:nvSpPr>
              <p:cNvPr id="11" name="TextBox 10"/>
              <p:cNvSpPr txBox="1">
                <a:spLocks noRot="1" noChangeAspect="1" noMove="1" noResize="1" noEditPoints="1" noAdjustHandles="1" noChangeArrowheads="1" noChangeShapeType="1" noTextEdit="1"/>
              </p:cNvSpPr>
              <p:nvPr/>
            </p:nvSpPr>
            <p:spPr>
              <a:xfrm>
                <a:off x="1315339" y="3004862"/>
                <a:ext cx="2892587" cy="400110"/>
              </a:xfrm>
              <a:prstGeom prst="rect">
                <a:avLst/>
              </a:prstGeom>
              <a:blipFill rotWithShape="1">
                <a:blip r:embed="rId5"/>
                <a:stretch>
                  <a:fillRect b="-303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TextBox 11"/>
              <p:cNvSpPr txBox="1"/>
              <p:nvPr/>
            </p:nvSpPr>
            <p:spPr>
              <a:xfrm>
                <a:off x="4451727" y="2928270"/>
                <a:ext cx="2473498" cy="55329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000" b="1" i="1" smtClean="0">
                              <a:latin typeface="Cambria Math" panose="02040503050406030204" pitchFamily="18" charset="0"/>
                            </a:rPr>
                          </m:ctrlPr>
                        </m:sSubPr>
                        <m:e>
                          <m:r>
                            <m:rPr>
                              <m:sty m:val="p"/>
                            </m:rPr>
                            <a:rPr lang="en-US" altLang="zh-CN" sz="2000" i="1">
                              <a:latin typeface="Cambria Math"/>
                            </a:rPr>
                            <m:t>IC</m:t>
                          </m:r>
                        </m:e>
                        <m:sub>
                          <m:sSub>
                            <m:sSubPr>
                              <m:ctrlPr>
                                <a:rPr lang="en-US" altLang="zh-CN" sz="2000" b="1" i="1" smtClean="0">
                                  <a:latin typeface="Cambria Math" panose="02040503050406030204" pitchFamily="18" charset="0"/>
                                </a:rPr>
                              </m:ctrlPr>
                            </m:sSubPr>
                            <m:e>
                              <m:r>
                                <a:rPr lang="en-US" altLang="zh-CN" sz="2000" b="1" i="1" smtClean="0">
                                  <a:latin typeface="Cambria Math"/>
                                </a:rPr>
                                <m:t>𝑩</m:t>
                              </m:r>
                            </m:e>
                            <m:sub>
                              <m:r>
                                <a:rPr lang="zh-CN" altLang="en-US" sz="2000" i="1">
                                  <a:latin typeface="Cambria Math"/>
                                </a:rPr>
                                <m:t>分支</m:t>
                              </m:r>
                            </m:sub>
                          </m:sSub>
                        </m:sub>
                      </m:sSub>
                      <m:r>
                        <a:rPr lang="en-US" altLang="zh-CN" sz="2000" b="1" i="1" smtClean="0">
                          <a:latin typeface="Cambria Math"/>
                        </a:rPr>
                        <m:t>=</m:t>
                      </m:r>
                      <m:sSub>
                        <m:sSubPr>
                          <m:ctrlPr>
                            <a:rPr lang="en-US" altLang="zh-CN" sz="2000" i="1">
                              <a:latin typeface="Cambria Math" panose="02040503050406030204" pitchFamily="18" charset="0"/>
                            </a:rPr>
                          </m:ctrlPr>
                        </m:sSubPr>
                        <m:e>
                          <m:r>
                            <m:rPr>
                              <m:sty m:val="p"/>
                            </m:rPr>
                            <a:rPr lang="en-US" altLang="zh-CN" sz="2000" i="1">
                              <a:latin typeface="Cambria Math"/>
                            </a:rPr>
                            <m:t>IC</m:t>
                          </m:r>
                        </m:e>
                        <m:sub>
                          <m:sSub>
                            <m:sSubPr>
                              <m:ctrlPr>
                                <a:rPr lang="en-US" altLang="zh-CN" sz="2000" i="1">
                                  <a:latin typeface="Cambria Math" panose="02040503050406030204" pitchFamily="18" charset="0"/>
                                </a:rPr>
                              </m:ctrlPr>
                            </m:sSubPr>
                            <m:e>
                              <m:r>
                                <a:rPr lang="en-US" altLang="zh-CN" sz="2000" b="1" i="1" smtClean="0">
                                  <a:latin typeface="Cambria Math"/>
                                </a:rPr>
                                <m:t>𝑨</m:t>
                              </m:r>
                            </m:e>
                            <m:sub>
                              <m:r>
                                <a:rPr lang="zh-CN" altLang="en-US" sz="2000" i="1">
                                  <a:latin typeface="Cambria Math"/>
                                </a:rPr>
                                <m:t>分支</m:t>
                              </m:r>
                            </m:sub>
                          </m:sSub>
                        </m:sub>
                      </m:sSub>
                    </m:oMath>
                  </m:oMathPara>
                </a14:m>
                <a:endParaRPr lang="en-US" altLang="zh-CN" sz="2000" dirty="0"/>
              </a:p>
            </p:txBody>
          </p:sp>
        </mc:Choice>
        <mc:Fallback xmlns="">
          <p:sp>
            <p:nvSpPr>
              <p:cNvPr id="12" name="TextBox 11"/>
              <p:cNvSpPr txBox="1">
                <a:spLocks noRot="1" noChangeAspect="1" noMove="1" noResize="1" noEditPoints="1" noAdjustHandles="1" noChangeArrowheads="1" noChangeShapeType="1" noTextEdit="1"/>
              </p:cNvSpPr>
              <p:nvPr/>
            </p:nvSpPr>
            <p:spPr>
              <a:xfrm>
                <a:off x="4451727" y="2928270"/>
                <a:ext cx="2473498" cy="553293"/>
              </a:xfrm>
              <a:prstGeom prst="rect">
                <a:avLst/>
              </a:prstGeom>
              <a:blipFill rotWithShape="1">
                <a:blip r:embed="rId6"/>
                <a:stretch>
                  <a:fillRect b="-1428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TextBox 12"/>
              <p:cNvSpPr txBox="1"/>
              <p:nvPr/>
            </p:nvSpPr>
            <p:spPr>
              <a:xfrm>
                <a:off x="1043608" y="3805785"/>
                <a:ext cx="3024336" cy="42652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000" b="1" i="1" smtClean="0">
                              <a:latin typeface="Cambria Math" panose="02040503050406030204" pitchFamily="18" charset="0"/>
                            </a:rPr>
                          </m:ctrlPr>
                        </m:sSubPr>
                        <m:e>
                          <m:r>
                            <a:rPr lang="en-US" altLang="zh-CN" sz="2000" b="1" i="1" smtClean="0">
                              <a:latin typeface="Cambria Math"/>
                            </a:rPr>
                            <m:t>𝑻</m:t>
                          </m:r>
                        </m:e>
                        <m:sub>
                          <m:sSub>
                            <m:sSubPr>
                              <m:ctrlPr>
                                <a:rPr lang="en-US" altLang="zh-CN" sz="2000" b="1" i="1" smtClean="0">
                                  <a:latin typeface="Cambria Math" panose="02040503050406030204" pitchFamily="18" charset="0"/>
                                </a:rPr>
                              </m:ctrlPr>
                            </m:sSubPr>
                            <m:e>
                              <m:r>
                                <m:rPr>
                                  <m:sty m:val="p"/>
                                </m:rPr>
                                <a:rPr lang="en-US" altLang="zh-CN" sz="2000" i="1">
                                  <a:latin typeface="Cambria Math"/>
                                </a:rPr>
                                <m:t>clk</m:t>
                              </m:r>
                            </m:e>
                            <m:sub>
                              <m:r>
                                <a:rPr lang="en-US" altLang="zh-CN" sz="2000" b="1" i="1" smtClean="0">
                                  <a:latin typeface="Cambria Math"/>
                                </a:rPr>
                                <m:t>𝑩</m:t>
                              </m:r>
                            </m:sub>
                          </m:sSub>
                        </m:sub>
                      </m:sSub>
                      <m:r>
                        <a:rPr lang="en-US" altLang="zh-CN" sz="2000" b="1" i="1" smtClean="0">
                          <a:latin typeface="Cambria Math"/>
                        </a:rPr>
                        <m:t>=</m:t>
                      </m:r>
                      <m:sSub>
                        <m:sSubPr>
                          <m:ctrlPr>
                            <a:rPr lang="en-US" altLang="zh-CN" sz="2000" i="1">
                              <a:latin typeface="Cambria Math" panose="02040503050406030204" pitchFamily="18" charset="0"/>
                            </a:rPr>
                          </m:ctrlPr>
                        </m:sSubPr>
                        <m:e>
                          <m:r>
                            <a:rPr lang="en-US" altLang="zh-CN" sz="2000" b="1" i="1" smtClean="0">
                              <a:latin typeface="Cambria Math"/>
                            </a:rPr>
                            <m:t>𝟏</m:t>
                          </m:r>
                          <m:r>
                            <a:rPr lang="en-US" altLang="zh-CN" sz="2000" i="1">
                              <a:latin typeface="Cambria Math"/>
                            </a:rPr>
                            <m:t>.</m:t>
                          </m:r>
                          <m:r>
                            <a:rPr lang="en-US" altLang="zh-CN" sz="2000" b="1" i="1" smtClean="0">
                              <a:latin typeface="Cambria Math"/>
                            </a:rPr>
                            <m:t>𝟐𝟓</m:t>
                          </m:r>
                          <m:r>
                            <a:rPr lang="en-US" altLang="zh-CN" sz="2000" i="1">
                              <a:latin typeface="Cambria Math"/>
                            </a:rPr>
                            <m:t>𝑻</m:t>
                          </m:r>
                        </m:e>
                        <m:sub>
                          <m:sSub>
                            <m:sSubPr>
                              <m:ctrlPr>
                                <a:rPr lang="en-US" altLang="zh-CN" sz="2000" i="1">
                                  <a:latin typeface="Cambria Math" panose="02040503050406030204" pitchFamily="18" charset="0"/>
                                </a:rPr>
                              </m:ctrlPr>
                            </m:sSubPr>
                            <m:e>
                              <m:r>
                                <m:rPr>
                                  <m:sty m:val="p"/>
                                </m:rPr>
                                <a:rPr lang="en-US" altLang="zh-CN" sz="2000" i="1">
                                  <a:latin typeface="Cambria Math"/>
                                </a:rPr>
                                <m:t>clk</m:t>
                              </m:r>
                            </m:e>
                            <m:sub>
                              <m:r>
                                <a:rPr lang="en-US" altLang="zh-CN" sz="2000" b="1" i="1" smtClean="0">
                                  <a:latin typeface="Cambria Math"/>
                                </a:rPr>
                                <m:t>𝑨</m:t>
                              </m:r>
                            </m:sub>
                          </m:sSub>
                        </m:sub>
                      </m:sSub>
                    </m:oMath>
                  </m:oMathPara>
                </a14:m>
                <a:endParaRPr lang="en-US" altLang="zh-CN" sz="2000" dirty="0"/>
              </a:p>
            </p:txBody>
          </p:sp>
        </mc:Choice>
        <mc:Fallback xmlns="">
          <p:sp>
            <p:nvSpPr>
              <p:cNvPr id="13" name="TextBox 12"/>
              <p:cNvSpPr txBox="1">
                <a:spLocks noRot="1" noChangeAspect="1" noMove="1" noResize="1" noEditPoints="1" noAdjustHandles="1" noChangeArrowheads="1" noChangeShapeType="1" noTextEdit="1"/>
              </p:cNvSpPr>
              <p:nvPr/>
            </p:nvSpPr>
            <p:spPr>
              <a:xfrm>
                <a:off x="1043608" y="3805785"/>
                <a:ext cx="3024336" cy="426527"/>
              </a:xfrm>
              <a:prstGeom prst="rect">
                <a:avLst/>
              </a:prstGeom>
              <a:blipFill rotWithShape="1">
                <a:blip r:embed="rId7"/>
                <a:stretch>
                  <a:fillRect b="-1429"/>
                </a:stretch>
              </a:blipFill>
            </p:spPr>
            <p:txBody>
              <a:bodyPr/>
              <a:lstStyle/>
              <a:p>
                <a:r>
                  <a:rPr lang="zh-CN" altLang="en-US">
                    <a:noFill/>
                  </a:rPr>
                  <a:t> </a:t>
                </a:r>
              </a:p>
            </p:txBody>
          </p:sp>
        </mc:Fallback>
      </mc:AlternateContent>
      <p:sp>
        <p:nvSpPr>
          <p:cNvPr id="4" name="TextBox 3"/>
          <p:cNvSpPr txBox="1"/>
          <p:nvPr/>
        </p:nvSpPr>
        <p:spPr>
          <a:xfrm>
            <a:off x="544080" y="1718335"/>
            <a:ext cx="1112805" cy="461665"/>
          </a:xfrm>
          <a:prstGeom prst="rect">
            <a:avLst/>
          </a:prstGeom>
          <a:noFill/>
        </p:spPr>
        <p:txBody>
          <a:bodyPr wrap="none" rtlCol="0">
            <a:spAutoFit/>
          </a:bodyPr>
          <a:lstStyle/>
          <a:p>
            <a:r>
              <a:rPr lang="zh-CN" altLang="en-US" sz="2400" dirty="0"/>
              <a:t>条件：</a:t>
            </a:r>
          </a:p>
        </p:txBody>
      </p:sp>
      <p:sp>
        <p:nvSpPr>
          <p:cNvPr id="17" name="TextBox 16"/>
          <p:cNvSpPr txBox="1"/>
          <p:nvPr/>
        </p:nvSpPr>
        <p:spPr>
          <a:xfrm>
            <a:off x="506867" y="4291927"/>
            <a:ext cx="3230372" cy="461665"/>
          </a:xfrm>
          <a:prstGeom prst="rect">
            <a:avLst/>
          </a:prstGeom>
          <a:noFill/>
        </p:spPr>
        <p:txBody>
          <a:bodyPr wrap="none" rtlCol="0">
            <a:spAutoFit/>
          </a:bodyPr>
          <a:lstStyle/>
          <a:p>
            <a:r>
              <a:rPr lang="zh-CN" altLang="en-US" sz="2400" dirty="0"/>
              <a:t>求解</a:t>
            </a:r>
            <a:r>
              <a:rPr lang="en-US" altLang="zh-CN" sz="2400" dirty="0"/>
              <a:t>CPU</a:t>
            </a:r>
            <a:r>
              <a:rPr lang="en-US" altLang="zh-CN" sz="2400" baseline="-25000" dirty="0"/>
              <a:t>A</a:t>
            </a:r>
            <a:r>
              <a:rPr lang="zh-CN" altLang="en-US" sz="2400" dirty="0"/>
              <a:t>的执行时间：</a:t>
            </a:r>
          </a:p>
        </p:txBody>
      </p:sp>
      <mc:AlternateContent xmlns:mc="http://schemas.openxmlformats.org/markup-compatibility/2006" xmlns:a14="http://schemas.microsoft.com/office/drawing/2010/main">
        <mc:Choice Requires="a14">
          <p:sp>
            <p:nvSpPr>
              <p:cNvPr id="18" name="TextBox 17"/>
              <p:cNvSpPr txBox="1"/>
              <p:nvPr/>
            </p:nvSpPr>
            <p:spPr>
              <a:xfrm>
                <a:off x="710723" y="4973504"/>
                <a:ext cx="7704856" cy="1263808"/>
              </a:xfrm>
              <a:prstGeom prst="rect">
                <a:avLst/>
              </a:prstGeom>
              <a:noFill/>
            </p:spPr>
            <p:txBody>
              <a:bodyPr wrap="square" rtlCol="0">
                <a:spAutoFit/>
              </a:bodyPr>
              <a:lstStyle/>
              <a:p>
                <a:r>
                  <a:rPr lang="en-US" altLang="zh-CN" sz="2400" b="1" dirty="0">
                    <a:ea typeface="+mj-ea"/>
                  </a:rPr>
                  <a:t>   </a:t>
                </a:r>
                <a14:m>
                  <m:oMath xmlns:m="http://schemas.openxmlformats.org/officeDocument/2006/math">
                    <m:sSub>
                      <m:sSubPr>
                        <m:ctrlPr>
                          <a:rPr lang="en-US" altLang="zh-CN" sz="2400" b="1" i="1" smtClean="0">
                            <a:latin typeface="Cambria Math" panose="02040503050406030204" pitchFamily="18" charset="0"/>
                            <a:ea typeface="+mj-ea"/>
                          </a:rPr>
                        </m:ctrlPr>
                      </m:sSubPr>
                      <m:e>
                        <m:r>
                          <a:rPr lang="en-US" altLang="zh-CN" sz="2400" b="1" i="1" smtClean="0">
                            <a:latin typeface="Cambria Math"/>
                            <a:ea typeface="+mj-ea"/>
                          </a:rPr>
                          <m:t>𝑻</m:t>
                        </m:r>
                      </m:e>
                      <m:sub>
                        <m:sSub>
                          <m:sSubPr>
                            <m:ctrlPr>
                              <a:rPr lang="en-US" altLang="zh-CN" sz="2400" b="1" i="1" smtClean="0">
                                <a:latin typeface="Cambria Math" panose="02040503050406030204" pitchFamily="18" charset="0"/>
                                <a:ea typeface="+mj-ea"/>
                              </a:rPr>
                            </m:ctrlPr>
                          </m:sSubPr>
                          <m:e>
                            <m:r>
                              <a:rPr lang="en-US" altLang="zh-CN" sz="2400" b="1" i="1" smtClean="0">
                                <a:latin typeface="Cambria Math"/>
                                <a:ea typeface="+mj-ea"/>
                              </a:rPr>
                              <m:t>𝑪𝑷𝑼</m:t>
                            </m:r>
                          </m:e>
                          <m:sub>
                            <m:r>
                              <a:rPr lang="en-US" altLang="zh-CN" sz="2400" b="1" i="1" smtClean="0">
                                <a:latin typeface="Cambria Math"/>
                                <a:ea typeface="+mj-ea"/>
                              </a:rPr>
                              <m:t>𝑨</m:t>
                            </m:r>
                          </m:sub>
                        </m:sSub>
                      </m:sub>
                    </m:sSub>
                    <m:r>
                      <a:rPr lang="pt-BR" altLang="zh-CN" sz="2400" i="1" smtClean="0">
                        <a:latin typeface="Cambria Math"/>
                        <a:ea typeface="+mj-ea"/>
                      </a:rPr>
                      <m:t>=</m:t>
                    </m:r>
                    <m:d>
                      <m:dPr>
                        <m:ctrlPr>
                          <a:rPr lang="en-US" altLang="zh-CN" sz="2400" b="1" i="1" smtClean="0">
                            <a:latin typeface="Cambria Math" panose="02040503050406030204" pitchFamily="18" charset="0"/>
                            <a:ea typeface="+mj-ea"/>
                          </a:rPr>
                        </m:ctrlPr>
                      </m:dPr>
                      <m:e>
                        <m:r>
                          <a:rPr lang="en-US" altLang="zh-CN" sz="2400" b="1" i="1" smtClean="0">
                            <a:latin typeface="Cambria Math"/>
                            <a:ea typeface="+mj-ea"/>
                          </a:rPr>
                          <m:t>𝟖𝟎</m:t>
                        </m:r>
                        <m:r>
                          <a:rPr lang="en-US" altLang="zh-CN" sz="2400" b="1" i="1" smtClean="0">
                            <a:latin typeface="Cambria Math"/>
                            <a:ea typeface="+mj-ea"/>
                          </a:rPr>
                          <m:t>%×</m:t>
                        </m:r>
                        <m:r>
                          <a:rPr lang="en-US" altLang="zh-CN" sz="2400" b="1" i="1" smtClean="0">
                            <a:latin typeface="Cambria Math"/>
                            <a:ea typeface="Cambria Math"/>
                          </a:rPr>
                          <m:t>𝟏</m:t>
                        </m:r>
                        <m:r>
                          <a:rPr lang="en-US" altLang="zh-CN" sz="2400" b="1" i="1" smtClean="0">
                            <a:latin typeface="Cambria Math"/>
                            <a:ea typeface="Cambria Math"/>
                          </a:rPr>
                          <m:t>+</m:t>
                        </m:r>
                        <m:r>
                          <a:rPr lang="en-US" altLang="zh-CN" sz="2400" b="1" i="1" smtClean="0">
                            <a:latin typeface="Cambria Math"/>
                            <a:ea typeface="Cambria Math"/>
                          </a:rPr>
                          <m:t>𝟐𝟎</m:t>
                        </m:r>
                        <m:r>
                          <a:rPr lang="en-US" altLang="zh-CN" sz="2400" b="1" i="1" smtClean="0">
                            <a:latin typeface="Cambria Math"/>
                            <a:ea typeface="Cambria Math"/>
                          </a:rPr>
                          <m:t>%×</m:t>
                        </m:r>
                        <m:r>
                          <a:rPr lang="en-US" altLang="zh-CN" sz="2400" b="1" i="1" smtClean="0">
                            <a:latin typeface="Cambria Math"/>
                            <a:ea typeface="Cambria Math"/>
                          </a:rPr>
                          <m:t>𝟐</m:t>
                        </m:r>
                      </m:e>
                    </m:d>
                    <m:sSub>
                      <m:sSubPr>
                        <m:ctrlPr>
                          <a:rPr lang="en-US" altLang="zh-CN" sz="2400" b="1" i="1" smtClean="0">
                            <a:latin typeface="Cambria Math" panose="02040503050406030204" pitchFamily="18" charset="0"/>
                            <a:ea typeface="+mj-ea"/>
                          </a:rPr>
                        </m:ctrlPr>
                      </m:sSubPr>
                      <m:e>
                        <m:r>
                          <a:rPr lang="en-US" altLang="zh-CN" sz="2400" i="1">
                            <a:latin typeface="Cambria Math"/>
                            <a:ea typeface="Cambria Math"/>
                          </a:rPr>
                          <m:t>×</m:t>
                        </m:r>
                        <m:r>
                          <a:rPr lang="en-US" altLang="zh-CN" sz="2400" b="1" i="1" smtClean="0">
                            <a:latin typeface="Cambria Math"/>
                            <a:ea typeface="+mj-ea"/>
                          </a:rPr>
                          <m:t>𝑰𝑪</m:t>
                        </m:r>
                      </m:e>
                      <m:sub>
                        <m:r>
                          <a:rPr lang="en-US" altLang="zh-CN" sz="2400" b="1" i="1" smtClean="0">
                            <a:latin typeface="Cambria Math"/>
                            <a:ea typeface="+mj-ea"/>
                          </a:rPr>
                          <m:t>𝑨</m:t>
                        </m:r>
                      </m:sub>
                    </m:sSub>
                    <m:r>
                      <a:rPr lang="en-US" altLang="zh-CN" sz="2400" b="1" i="1" smtClean="0">
                        <a:latin typeface="Cambria Math"/>
                        <a:ea typeface="Cambria Math"/>
                      </a:rPr>
                      <m:t>×</m:t>
                    </m:r>
                    <m:sSub>
                      <m:sSubPr>
                        <m:ctrlPr>
                          <a:rPr lang="en-US" altLang="zh-CN" sz="2400" b="1" i="1" smtClean="0">
                            <a:latin typeface="Cambria Math" panose="02040503050406030204" pitchFamily="18" charset="0"/>
                            <a:ea typeface="Cambria Math"/>
                          </a:rPr>
                        </m:ctrlPr>
                      </m:sSubPr>
                      <m:e>
                        <m:r>
                          <a:rPr lang="en-US" altLang="zh-CN" sz="2400" b="1" i="1" smtClean="0">
                            <a:latin typeface="Cambria Math"/>
                            <a:ea typeface="Cambria Math"/>
                          </a:rPr>
                          <m:t>𝑻</m:t>
                        </m:r>
                      </m:e>
                      <m:sub>
                        <m:sSub>
                          <m:sSubPr>
                            <m:ctrlPr>
                              <a:rPr lang="en-US" altLang="zh-CN" sz="2400" b="1" i="1" smtClean="0">
                                <a:latin typeface="Cambria Math" panose="02040503050406030204" pitchFamily="18" charset="0"/>
                                <a:ea typeface="Cambria Math"/>
                              </a:rPr>
                            </m:ctrlPr>
                          </m:sSubPr>
                          <m:e>
                            <m:r>
                              <a:rPr lang="en-US" altLang="zh-CN" sz="2400" b="1" i="1" smtClean="0">
                                <a:latin typeface="Cambria Math"/>
                                <a:ea typeface="Cambria Math"/>
                              </a:rPr>
                              <m:t>𝑪𝑳𝑲</m:t>
                            </m:r>
                          </m:e>
                          <m:sub>
                            <m:r>
                              <a:rPr lang="en-US" altLang="zh-CN" sz="2400" b="1" i="1" smtClean="0">
                                <a:latin typeface="Cambria Math"/>
                                <a:ea typeface="Cambria Math"/>
                              </a:rPr>
                              <m:t>𝑨</m:t>
                            </m:r>
                          </m:sub>
                        </m:sSub>
                      </m:sub>
                    </m:sSub>
                  </m:oMath>
                </a14:m>
                <a:endParaRPr lang="en-US" altLang="zh-CN" sz="2400" dirty="0">
                  <a:latin typeface="Times New Roman" panose="02020603050405020304" pitchFamily="18" charset="0"/>
                  <a:ea typeface="+mj-ea"/>
                  <a:cs typeface="Times New Roman" panose="02020603050405020304" pitchFamily="18" charset="0"/>
                </a:endParaRPr>
              </a:p>
              <a:p>
                <a:r>
                  <a:rPr lang="en-US" altLang="zh-CN" sz="2400" dirty="0">
                    <a:latin typeface="Times New Roman" panose="02020603050405020304" pitchFamily="18" charset="0"/>
                    <a:ea typeface="+mj-ea"/>
                    <a:cs typeface="Times New Roman" panose="02020603050405020304" pitchFamily="18" charset="0"/>
                  </a:rPr>
                  <a:t>             </a:t>
                </a:r>
              </a:p>
              <a:p>
                <a:r>
                  <a:rPr lang="en-US" altLang="zh-CN" sz="2400" dirty="0">
                    <a:latin typeface="Times New Roman" panose="02020603050405020304" pitchFamily="18" charset="0"/>
                    <a:ea typeface="+mj-ea"/>
                    <a:cs typeface="Times New Roman" panose="02020603050405020304" pitchFamily="18" charset="0"/>
                  </a:rPr>
                  <a:t>                 </a:t>
                </a:r>
                <a14:m>
                  <m:oMath xmlns:m="http://schemas.openxmlformats.org/officeDocument/2006/math">
                    <m:r>
                      <a:rPr lang="en-US" altLang="zh-CN" sz="2400" i="1" smtClean="0">
                        <a:latin typeface="Cambria Math"/>
                        <a:ea typeface="+mj-ea"/>
                        <a:cs typeface="Times New Roman" panose="02020603050405020304" pitchFamily="18" charset="0"/>
                      </a:rPr>
                      <m:t>=</m:t>
                    </m:r>
                    <m:sSub>
                      <m:sSubPr>
                        <m:ctrlPr>
                          <a:rPr lang="en-US" altLang="zh-CN" sz="2400" i="1">
                            <a:latin typeface="Cambria Math" panose="02040503050406030204" pitchFamily="18" charset="0"/>
                          </a:rPr>
                        </m:ctrlPr>
                      </m:sSubPr>
                      <m:e>
                        <m:r>
                          <a:rPr lang="en-US" altLang="zh-CN" sz="2400" i="1">
                            <a:latin typeface="Cambria Math"/>
                          </a:rPr>
                          <m:t>𝑰𝑪</m:t>
                        </m:r>
                      </m:e>
                      <m:sub>
                        <m:r>
                          <a:rPr lang="en-US" altLang="zh-CN" sz="2400" i="1">
                            <a:latin typeface="Cambria Math"/>
                          </a:rPr>
                          <m:t>𝑨</m:t>
                        </m:r>
                      </m:sub>
                    </m:sSub>
                    <m:r>
                      <a:rPr lang="en-US" altLang="zh-CN" sz="2400" i="1">
                        <a:latin typeface="Cambria Math"/>
                        <a:ea typeface="Cambria Math"/>
                        <a:cs typeface="Times New Roman" panose="02020603050405020304" pitchFamily="18" charset="0"/>
                      </a:rPr>
                      <m:t>×</m:t>
                    </m:r>
                    <m:r>
                      <a:rPr lang="en-US" altLang="zh-CN" sz="2400" i="1">
                        <a:latin typeface="Cambria Math"/>
                        <a:ea typeface="Cambria Math"/>
                      </a:rPr>
                      <m:t>𝟏</m:t>
                    </m:r>
                    <m:r>
                      <a:rPr lang="en-US" altLang="zh-CN" sz="2400" i="1">
                        <a:latin typeface="Cambria Math"/>
                        <a:ea typeface="Cambria Math"/>
                      </a:rPr>
                      <m:t>.</m:t>
                    </m:r>
                    <m:r>
                      <a:rPr lang="en-US" altLang="zh-CN" sz="2400" i="1">
                        <a:latin typeface="Cambria Math"/>
                        <a:ea typeface="Cambria Math"/>
                      </a:rPr>
                      <m:t>𝟐</m:t>
                    </m:r>
                    <m:r>
                      <a:rPr lang="en-US" altLang="zh-CN" sz="2400" i="1">
                        <a:latin typeface="Cambria Math"/>
                        <a:ea typeface="Cambria Math"/>
                      </a:rPr>
                      <m:t>×</m:t>
                    </m:r>
                    <m:sSub>
                      <m:sSubPr>
                        <m:ctrlPr>
                          <a:rPr lang="en-US" altLang="zh-CN" sz="2400" i="1">
                            <a:latin typeface="Cambria Math" panose="02040503050406030204" pitchFamily="18" charset="0"/>
                            <a:ea typeface="Cambria Math"/>
                          </a:rPr>
                        </m:ctrlPr>
                      </m:sSubPr>
                      <m:e>
                        <m:r>
                          <a:rPr lang="en-US" altLang="zh-CN" sz="2400" i="1">
                            <a:latin typeface="Cambria Math"/>
                            <a:ea typeface="Cambria Math"/>
                          </a:rPr>
                          <m:t>𝑻</m:t>
                        </m:r>
                      </m:e>
                      <m:sub>
                        <m:sSub>
                          <m:sSubPr>
                            <m:ctrlPr>
                              <a:rPr lang="en-US" altLang="zh-CN" sz="2400" i="1">
                                <a:latin typeface="Cambria Math" panose="02040503050406030204" pitchFamily="18" charset="0"/>
                                <a:ea typeface="Cambria Math"/>
                              </a:rPr>
                            </m:ctrlPr>
                          </m:sSubPr>
                          <m:e>
                            <m:r>
                              <a:rPr lang="en-US" altLang="zh-CN" sz="2400" i="1">
                                <a:latin typeface="Cambria Math"/>
                                <a:ea typeface="Cambria Math"/>
                              </a:rPr>
                              <m:t>𝑪𝑳𝑲</m:t>
                            </m:r>
                          </m:e>
                          <m:sub>
                            <m:r>
                              <a:rPr lang="en-US" altLang="zh-CN" sz="2400" i="1">
                                <a:latin typeface="Cambria Math"/>
                                <a:ea typeface="Cambria Math"/>
                              </a:rPr>
                              <m:t>𝑨</m:t>
                            </m:r>
                          </m:sub>
                        </m:sSub>
                      </m:sub>
                    </m:sSub>
                  </m:oMath>
                </a14:m>
                <a:endParaRPr lang="zh-CN" altLang="en-US" sz="2400" dirty="0">
                  <a:latin typeface="Times New Roman" panose="02020603050405020304" pitchFamily="18" charset="0"/>
                  <a:ea typeface="+mj-ea"/>
                  <a:cs typeface="Times New Roman" panose="02020603050405020304" pitchFamily="18" charset="0"/>
                </a:endParaRPr>
              </a:p>
            </p:txBody>
          </p:sp>
        </mc:Choice>
        <mc:Fallback xmlns="">
          <p:sp>
            <p:nvSpPr>
              <p:cNvPr id="18" name="TextBox 17"/>
              <p:cNvSpPr txBox="1">
                <a:spLocks noRot="1" noChangeAspect="1" noMove="1" noResize="1" noEditPoints="1" noAdjustHandles="1" noChangeArrowheads="1" noChangeShapeType="1" noTextEdit="1"/>
              </p:cNvSpPr>
              <p:nvPr/>
            </p:nvSpPr>
            <p:spPr>
              <a:xfrm>
                <a:off x="710723" y="4973504"/>
                <a:ext cx="7704856" cy="1263808"/>
              </a:xfrm>
              <a:prstGeom prst="rect">
                <a:avLst/>
              </a:prstGeom>
              <a:blipFill rotWithShape="1">
                <a:blip r:embed="rId8"/>
                <a:stretch>
                  <a:fillRect b="-483"/>
                </a:stretch>
              </a:blipFill>
            </p:spPr>
            <p:txBody>
              <a:bodyPr/>
              <a:lstStyle/>
              <a:p>
                <a:r>
                  <a:rPr lang="zh-CN" altLang="en-US">
                    <a:noFill/>
                  </a:rPr>
                  <a:t> </a:t>
                </a:r>
              </a:p>
            </p:txBody>
          </p:sp>
        </mc:Fallback>
      </mc:AlternateContent>
      <p:graphicFrame>
        <p:nvGraphicFramePr>
          <p:cNvPr id="2" name="对象 1"/>
          <p:cNvGraphicFramePr>
            <a:graphicFrameLocks noGrp="1" noChangeAspect="1"/>
          </p:cNvGraphicFramePr>
          <p:nvPr>
            <p:extLst>
              <p:ext uri="{D42A27DB-BD31-4B8C-83A1-F6EECF244321}">
                <p14:modId xmlns:p14="http://schemas.microsoft.com/office/powerpoint/2010/main" val="4272020532"/>
              </p:ext>
            </p:extLst>
          </p:nvPr>
        </p:nvGraphicFramePr>
        <p:xfrm>
          <a:off x="2183602" y="980728"/>
          <a:ext cx="5000625" cy="647700"/>
        </p:xfrm>
        <a:graphic>
          <a:graphicData uri="http://schemas.openxmlformats.org/presentationml/2006/ole">
            <mc:AlternateContent xmlns:mc="http://schemas.openxmlformats.org/markup-compatibility/2006">
              <mc:Choice xmlns:v="urn:schemas-microsoft-com:vml" Requires="v">
                <p:oleObj name="Microsoft 公式 3.0" r:id="rId9" imgW="1739900" imgH="254000" progId="Equation.3">
                  <p:embed/>
                </p:oleObj>
              </mc:Choice>
              <mc:Fallback>
                <p:oleObj name="Microsoft 公式 3.0" r:id="rId9" imgW="1739900" imgH="254000" progId="Equation.3">
                  <p:embed/>
                  <p:pic>
                    <p:nvPicPr>
                      <p:cNvPr id="0" name="Object 16"/>
                      <p:cNvPicPr>
                        <a:picLocks noGrp="1"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183602" y="980728"/>
                        <a:ext cx="500062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 name="日期占位符 1">
            <a:extLst>
              <a:ext uri="{FF2B5EF4-FFF2-40B4-BE49-F238E27FC236}">
                <a16:creationId xmlns:a16="http://schemas.microsoft.com/office/drawing/2014/main" id="{3A5DD4C9-A489-5E8F-8DC3-E3901E9B9003}"/>
              </a:ext>
            </a:extLst>
          </p:cNvPr>
          <p:cNvSpPr>
            <a:spLocks noGrp="1"/>
          </p:cNvSpPr>
          <p:nvPr>
            <p:ph type="dt" sz="half" idx="10"/>
          </p:nvPr>
        </p:nvSpPr>
        <p:spPr>
          <a:xfrm>
            <a:off x="457200" y="6356350"/>
            <a:ext cx="2133600" cy="365125"/>
          </a:xfrm>
        </p:spPr>
        <p:txBody>
          <a:bodyPr/>
          <a:lstStyle/>
          <a:p>
            <a:pPr>
              <a:defRPr/>
            </a:pPr>
            <a:fld id="{4349BE7F-346D-41C2-AC16-4B645E86F7D0}" type="datetime1">
              <a:rPr lang="zh-CN" altLang="en-US" smtClean="0"/>
              <a:t>2025/9/16</a:t>
            </a:fld>
            <a:endParaRPr lang="en-US" altLang="zh-CN" dirty="0"/>
          </a:p>
        </p:txBody>
      </p:sp>
      <p:sp>
        <p:nvSpPr>
          <p:cNvPr id="5" name="页脚占位符 3">
            <a:extLst>
              <a:ext uri="{FF2B5EF4-FFF2-40B4-BE49-F238E27FC236}">
                <a16:creationId xmlns:a16="http://schemas.microsoft.com/office/drawing/2014/main" id="{F0268FEC-CEF6-81A8-AB80-FD6EB5CA65ED}"/>
              </a:ext>
            </a:extLst>
          </p:cNvPr>
          <p:cNvSpPr>
            <a:spLocks noGrp="1"/>
          </p:cNvSpPr>
          <p:nvPr>
            <p:ph type="ftr" sz="quarter" idx="11"/>
          </p:nvPr>
        </p:nvSpPr>
        <p:spPr>
          <a:xfrm>
            <a:off x="3124200" y="6356350"/>
            <a:ext cx="2895600" cy="365125"/>
          </a:xfrm>
        </p:spPr>
        <p:txBody>
          <a:bodyPr/>
          <a:lstStyle/>
          <a:p>
            <a:pPr>
              <a:defRPr/>
            </a:pPr>
            <a:r>
              <a:rPr lang="zh-CN" altLang="en-US"/>
              <a:t>计算学部 刘宏伟</a:t>
            </a:r>
            <a:endParaRPr lang="en-US" altLang="zh-CN"/>
          </a:p>
        </p:txBody>
      </p:sp>
      <p:sp>
        <p:nvSpPr>
          <p:cNvPr id="6" name="灯片编号占位符 4">
            <a:extLst>
              <a:ext uri="{FF2B5EF4-FFF2-40B4-BE49-F238E27FC236}">
                <a16:creationId xmlns:a16="http://schemas.microsoft.com/office/drawing/2014/main" id="{A7ECC91C-F1F5-4126-0A09-8964C2F047A4}"/>
              </a:ext>
            </a:extLst>
          </p:cNvPr>
          <p:cNvSpPr>
            <a:spLocks noGrp="1"/>
          </p:cNvSpPr>
          <p:nvPr>
            <p:ph type="sldNum" sz="quarter" idx="12"/>
          </p:nvPr>
        </p:nvSpPr>
        <p:spPr>
          <a:xfrm>
            <a:off x="6553200" y="6356350"/>
            <a:ext cx="2133600" cy="365125"/>
          </a:xfrm>
        </p:spPr>
        <p:txBody>
          <a:bodyPr/>
          <a:lstStyle/>
          <a:p>
            <a:pPr>
              <a:defRPr/>
            </a:pPr>
            <a:fld id="{8BCAC33D-D29A-48B3-BCD6-381D3D720D26}" type="slidenum">
              <a:rPr lang="zh-CN" altLang="en-US" smtClean="0"/>
              <a:t>22</a:t>
            </a:fld>
            <a:endParaRPr lang="en-US" altLang="zh-CN"/>
          </a:p>
        </p:txBody>
      </p:sp>
    </p:spTree>
    <p:extLst>
      <p:ext uri="{BB962C8B-B14F-4D97-AF65-F5344CB8AC3E}">
        <p14:creationId xmlns:p14="http://schemas.microsoft.com/office/powerpoint/2010/main" val="26099366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Rectangle 2"/>
          <p:cNvSpPr>
            <a:spLocks noGrp="1" noChangeArrowheads="1"/>
          </p:cNvSpPr>
          <p:nvPr>
            <p:ph type="title" idx="4294967295"/>
          </p:nvPr>
        </p:nvSpPr>
        <p:spPr>
          <a:xfrm>
            <a:off x="457200" y="-27384"/>
            <a:ext cx="8229600" cy="1143000"/>
          </a:xfrm>
        </p:spPr>
        <p:txBody>
          <a:bodyPr>
            <a:normAutofit/>
          </a:bodyPr>
          <a:lstStyle/>
          <a:p>
            <a:r>
              <a:rPr kumimoji="1" lang="en-US" altLang="zh-CN" sz="3600" b="1" dirty="0">
                <a:latin typeface="Times New Roman" panose="02020603050405020304" pitchFamily="18" charset="0"/>
                <a:cs typeface="Times New Roman" panose="02020603050405020304" pitchFamily="18" charset="0"/>
              </a:rPr>
              <a:t>CPU</a:t>
            </a:r>
            <a:r>
              <a:rPr kumimoji="1" lang="zh-CN" altLang="en-US" sz="3600" b="1" dirty="0">
                <a:latin typeface="Times New Roman" panose="02020603050405020304" pitchFamily="18" charset="0"/>
                <a:cs typeface="Times New Roman" panose="02020603050405020304" pitchFamily="18" charset="0"/>
              </a:rPr>
              <a:t>性能公式</a:t>
            </a:r>
          </a:p>
        </p:txBody>
      </p:sp>
      <p:sp>
        <p:nvSpPr>
          <p:cNvPr id="10245" name="Text Box 10"/>
          <p:cNvSpPr txBox="1">
            <a:spLocks noChangeArrowheads="1"/>
          </p:cNvSpPr>
          <p:nvPr/>
        </p:nvSpPr>
        <p:spPr bwMode="auto">
          <a:xfrm>
            <a:off x="1851025" y="3678039"/>
            <a:ext cx="184150" cy="3667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spAutoFit/>
          </a:bodyPr>
          <a:lstStyle>
            <a:lvl1pPr eaLnBrk="0" hangingPunct="0">
              <a:defRPr sz="2000">
                <a:solidFill>
                  <a:schemeClr val="tx1"/>
                </a:solidFill>
                <a:latin typeface="Verdana" panose="020B0604030504040204" pitchFamily="34" charset="0"/>
                <a:ea typeface="宋体" panose="02010600030101010101" pitchFamily="2" charset="-122"/>
              </a:defRPr>
            </a:lvl1pPr>
            <a:lvl2pPr marL="742950" indent="-285750" eaLnBrk="0" hangingPunct="0">
              <a:defRPr sz="2000">
                <a:solidFill>
                  <a:schemeClr val="tx1"/>
                </a:solidFill>
                <a:latin typeface="Verdana" panose="020B0604030504040204" pitchFamily="34" charset="0"/>
                <a:ea typeface="宋体" panose="02010600030101010101" pitchFamily="2" charset="-122"/>
              </a:defRPr>
            </a:lvl2pPr>
            <a:lvl3pPr marL="1143000" indent="-228600" eaLnBrk="0" hangingPunct="0">
              <a:defRPr sz="2000">
                <a:solidFill>
                  <a:schemeClr val="tx1"/>
                </a:solidFill>
                <a:latin typeface="Verdana" panose="020B0604030504040204" pitchFamily="34" charset="0"/>
                <a:ea typeface="宋体" panose="02010600030101010101" pitchFamily="2" charset="-122"/>
              </a:defRPr>
            </a:lvl3pPr>
            <a:lvl4pPr marL="1600200" indent="-228600" eaLnBrk="0" hangingPunct="0">
              <a:defRPr sz="2000">
                <a:solidFill>
                  <a:schemeClr val="tx1"/>
                </a:solidFill>
                <a:latin typeface="Verdana" panose="020B0604030504040204" pitchFamily="34" charset="0"/>
                <a:ea typeface="宋体" panose="02010600030101010101" pitchFamily="2" charset="-122"/>
              </a:defRPr>
            </a:lvl4pPr>
            <a:lvl5pPr marL="2057400" indent="-228600" eaLnBrk="0" hangingPunct="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pPr eaLnBrk="1" hangingPunct="1">
              <a:spcBef>
                <a:spcPct val="50000"/>
              </a:spcBef>
            </a:pPr>
            <a:endParaRPr lang="en-US" altLang="zh-CN" sz="1800" i="1" dirty="0"/>
          </a:p>
        </p:txBody>
      </p:sp>
      <p:sp>
        <p:nvSpPr>
          <p:cNvPr id="10246" name="Text Box 11"/>
          <p:cNvSpPr txBox="1">
            <a:spLocks noChangeArrowheads="1"/>
          </p:cNvSpPr>
          <p:nvPr/>
        </p:nvSpPr>
        <p:spPr bwMode="auto">
          <a:xfrm>
            <a:off x="3867150" y="3671689"/>
            <a:ext cx="184150" cy="3667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spAutoFit/>
          </a:bodyPr>
          <a:lstStyle>
            <a:lvl1pPr eaLnBrk="0" hangingPunct="0">
              <a:defRPr sz="2000">
                <a:solidFill>
                  <a:schemeClr val="tx1"/>
                </a:solidFill>
                <a:latin typeface="Verdana" panose="020B0604030504040204" pitchFamily="34" charset="0"/>
                <a:ea typeface="宋体" panose="02010600030101010101" pitchFamily="2" charset="-122"/>
              </a:defRPr>
            </a:lvl1pPr>
            <a:lvl2pPr marL="742950" indent="-285750" eaLnBrk="0" hangingPunct="0">
              <a:defRPr sz="2000">
                <a:solidFill>
                  <a:schemeClr val="tx1"/>
                </a:solidFill>
                <a:latin typeface="Verdana" panose="020B0604030504040204" pitchFamily="34" charset="0"/>
                <a:ea typeface="宋体" panose="02010600030101010101" pitchFamily="2" charset="-122"/>
              </a:defRPr>
            </a:lvl2pPr>
            <a:lvl3pPr marL="1143000" indent="-228600" eaLnBrk="0" hangingPunct="0">
              <a:defRPr sz="2000">
                <a:solidFill>
                  <a:schemeClr val="tx1"/>
                </a:solidFill>
                <a:latin typeface="Verdana" panose="020B0604030504040204" pitchFamily="34" charset="0"/>
                <a:ea typeface="宋体" panose="02010600030101010101" pitchFamily="2" charset="-122"/>
              </a:defRPr>
            </a:lvl3pPr>
            <a:lvl4pPr marL="1600200" indent="-228600" eaLnBrk="0" hangingPunct="0">
              <a:defRPr sz="2000">
                <a:solidFill>
                  <a:schemeClr val="tx1"/>
                </a:solidFill>
                <a:latin typeface="Verdana" panose="020B0604030504040204" pitchFamily="34" charset="0"/>
                <a:ea typeface="宋体" panose="02010600030101010101" pitchFamily="2" charset="-122"/>
              </a:defRPr>
            </a:lvl4pPr>
            <a:lvl5pPr marL="2057400" indent="-228600" eaLnBrk="0" hangingPunct="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pPr eaLnBrk="1" hangingPunct="1">
              <a:spcBef>
                <a:spcPct val="50000"/>
              </a:spcBef>
            </a:pPr>
            <a:endParaRPr lang="en-US" altLang="zh-CN" sz="1800" i="1" dirty="0"/>
          </a:p>
        </p:txBody>
      </p:sp>
      <mc:AlternateContent xmlns:mc="http://schemas.openxmlformats.org/markup-compatibility/2006" xmlns:a14="http://schemas.microsoft.com/office/drawing/2010/main">
        <mc:Choice Requires="a14">
          <p:sp>
            <p:nvSpPr>
              <p:cNvPr id="2" name="TextBox 1"/>
              <p:cNvSpPr txBox="1"/>
              <p:nvPr/>
            </p:nvSpPr>
            <p:spPr>
              <a:xfrm>
                <a:off x="710723" y="5157192"/>
                <a:ext cx="7704856" cy="1295547"/>
              </a:xfrm>
              <a:prstGeom prst="rect">
                <a:avLst/>
              </a:prstGeom>
              <a:noFill/>
            </p:spPr>
            <p:txBody>
              <a:bodyPr wrap="square" rtlCol="0">
                <a:spAutoFit/>
              </a:bodyPr>
              <a:lstStyle/>
              <a:p>
                <a:r>
                  <a:rPr lang="en-US" altLang="zh-CN" sz="2400" b="1" dirty="0">
                    <a:ea typeface="+mj-ea"/>
                  </a:rPr>
                  <a:t>   </a:t>
                </a:r>
                <a14:m>
                  <m:oMath xmlns:m="http://schemas.openxmlformats.org/officeDocument/2006/math">
                    <m:sSub>
                      <m:sSubPr>
                        <m:ctrlPr>
                          <a:rPr lang="en-US" altLang="zh-CN" sz="2400" b="1" i="1" smtClean="0">
                            <a:latin typeface="Cambria Math" panose="02040503050406030204" pitchFamily="18" charset="0"/>
                            <a:ea typeface="+mj-ea"/>
                          </a:rPr>
                        </m:ctrlPr>
                      </m:sSubPr>
                      <m:e>
                        <m:r>
                          <a:rPr lang="en-US" altLang="zh-CN" sz="2400" b="1" i="1" smtClean="0">
                            <a:latin typeface="Cambria Math"/>
                            <a:ea typeface="+mj-ea"/>
                          </a:rPr>
                          <m:t>𝑻</m:t>
                        </m:r>
                      </m:e>
                      <m:sub>
                        <m:sSub>
                          <m:sSubPr>
                            <m:ctrlPr>
                              <a:rPr lang="en-US" altLang="zh-CN" sz="2400" b="1" i="1" smtClean="0">
                                <a:latin typeface="Cambria Math" panose="02040503050406030204" pitchFamily="18" charset="0"/>
                                <a:ea typeface="+mj-ea"/>
                              </a:rPr>
                            </m:ctrlPr>
                          </m:sSubPr>
                          <m:e>
                            <m:r>
                              <a:rPr lang="en-US" altLang="zh-CN" sz="2400" b="1" i="1" smtClean="0">
                                <a:latin typeface="Cambria Math"/>
                                <a:ea typeface="+mj-ea"/>
                              </a:rPr>
                              <m:t>𝑪𝑷𝑼</m:t>
                            </m:r>
                          </m:e>
                          <m:sub>
                            <m:r>
                              <a:rPr lang="en-US" altLang="zh-CN" sz="2400" b="1" i="1" smtClean="0">
                                <a:latin typeface="Cambria Math"/>
                                <a:ea typeface="+mj-ea"/>
                              </a:rPr>
                              <m:t>𝑩</m:t>
                            </m:r>
                          </m:sub>
                        </m:sSub>
                      </m:sub>
                    </m:sSub>
                    <m:r>
                      <a:rPr lang="pt-BR" altLang="zh-CN" sz="2400" i="1" smtClean="0">
                        <a:latin typeface="Cambria Math"/>
                        <a:ea typeface="+mj-ea"/>
                      </a:rPr>
                      <m:t>=</m:t>
                    </m:r>
                    <m:d>
                      <m:dPr>
                        <m:ctrlPr>
                          <a:rPr lang="en-US" altLang="zh-CN" sz="2400" b="1" i="1" smtClean="0">
                            <a:latin typeface="Cambria Math" panose="02040503050406030204" pitchFamily="18" charset="0"/>
                            <a:ea typeface="+mj-ea"/>
                          </a:rPr>
                        </m:ctrlPr>
                      </m:dPr>
                      <m:e>
                        <m:r>
                          <a:rPr lang="en-US" altLang="zh-CN" sz="2400" b="1" i="1" smtClean="0">
                            <a:latin typeface="Cambria Math"/>
                            <a:ea typeface="+mj-ea"/>
                          </a:rPr>
                          <m:t>𝟕𝟓</m:t>
                        </m:r>
                        <m:r>
                          <a:rPr lang="en-US" altLang="zh-CN" sz="2400" b="1" i="1" smtClean="0">
                            <a:latin typeface="Cambria Math"/>
                            <a:ea typeface="+mj-ea"/>
                          </a:rPr>
                          <m:t>%×</m:t>
                        </m:r>
                        <m:r>
                          <a:rPr lang="en-US" altLang="zh-CN" sz="2400" b="1" i="1" smtClean="0">
                            <a:latin typeface="Cambria Math"/>
                            <a:ea typeface="Cambria Math"/>
                          </a:rPr>
                          <m:t>𝟏</m:t>
                        </m:r>
                        <m:r>
                          <a:rPr lang="en-US" altLang="zh-CN" sz="2400" b="1" i="1" smtClean="0">
                            <a:latin typeface="Cambria Math"/>
                            <a:ea typeface="Cambria Math"/>
                          </a:rPr>
                          <m:t>+</m:t>
                        </m:r>
                        <m:r>
                          <a:rPr lang="en-US" altLang="zh-CN" sz="2400" b="1" i="1" smtClean="0">
                            <a:latin typeface="Cambria Math"/>
                            <a:ea typeface="Cambria Math"/>
                          </a:rPr>
                          <m:t>𝟐𝟓</m:t>
                        </m:r>
                        <m:r>
                          <a:rPr lang="en-US" altLang="zh-CN" sz="2400" b="1" i="1" smtClean="0">
                            <a:latin typeface="Cambria Math"/>
                            <a:ea typeface="Cambria Math"/>
                          </a:rPr>
                          <m:t>%×</m:t>
                        </m:r>
                        <m:r>
                          <a:rPr lang="en-US" altLang="zh-CN" sz="2400" b="1" i="1" smtClean="0">
                            <a:latin typeface="Cambria Math"/>
                            <a:ea typeface="Cambria Math"/>
                          </a:rPr>
                          <m:t>𝟐</m:t>
                        </m:r>
                      </m:e>
                    </m:d>
                    <m:sSub>
                      <m:sSubPr>
                        <m:ctrlPr>
                          <a:rPr lang="en-US" altLang="zh-CN" sz="2400" b="1" i="1" smtClean="0">
                            <a:latin typeface="Cambria Math" panose="02040503050406030204" pitchFamily="18" charset="0"/>
                            <a:ea typeface="+mj-ea"/>
                          </a:rPr>
                        </m:ctrlPr>
                      </m:sSubPr>
                      <m:e>
                        <m:r>
                          <a:rPr lang="en-US" altLang="zh-CN" sz="2400" i="1">
                            <a:latin typeface="Cambria Math"/>
                            <a:ea typeface="Cambria Math"/>
                          </a:rPr>
                          <m:t>×</m:t>
                        </m:r>
                        <m:r>
                          <a:rPr lang="en-US" altLang="zh-CN" sz="2400" b="1" i="1" smtClean="0">
                            <a:latin typeface="Cambria Math"/>
                            <a:ea typeface="+mj-ea"/>
                          </a:rPr>
                          <m:t>𝑰𝑪</m:t>
                        </m:r>
                      </m:e>
                      <m:sub>
                        <m:r>
                          <a:rPr lang="en-US" altLang="zh-CN" sz="2400" b="1" i="1" smtClean="0">
                            <a:latin typeface="Cambria Math"/>
                            <a:ea typeface="+mj-ea"/>
                          </a:rPr>
                          <m:t>𝑩</m:t>
                        </m:r>
                      </m:sub>
                    </m:sSub>
                    <m:r>
                      <a:rPr lang="en-US" altLang="zh-CN" sz="2400" b="1" i="1" smtClean="0">
                        <a:latin typeface="Cambria Math"/>
                        <a:ea typeface="Cambria Math"/>
                      </a:rPr>
                      <m:t>×</m:t>
                    </m:r>
                    <m:sSub>
                      <m:sSubPr>
                        <m:ctrlPr>
                          <a:rPr lang="en-US" altLang="zh-CN" sz="2400" b="1" i="1" smtClean="0">
                            <a:latin typeface="Cambria Math" panose="02040503050406030204" pitchFamily="18" charset="0"/>
                            <a:ea typeface="Cambria Math"/>
                          </a:rPr>
                        </m:ctrlPr>
                      </m:sSubPr>
                      <m:e>
                        <m:r>
                          <a:rPr lang="en-US" altLang="zh-CN" sz="2400" b="1" i="1" smtClean="0">
                            <a:latin typeface="Cambria Math"/>
                            <a:ea typeface="Cambria Math"/>
                          </a:rPr>
                          <m:t>𝑻</m:t>
                        </m:r>
                      </m:e>
                      <m:sub>
                        <m:sSub>
                          <m:sSubPr>
                            <m:ctrlPr>
                              <a:rPr lang="en-US" altLang="zh-CN" sz="2400" b="1" i="1" smtClean="0">
                                <a:latin typeface="Cambria Math" panose="02040503050406030204" pitchFamily="18" charset="0"/>
                                <a:ea typeface="Cambria Math"/>
                              </a:rPr>
                            </m:ctrlPr>
                          </m:sSubPr>
                          <m:e>
                            <m:r>
                              <a:rPr lang="en-US" altLang="zh-CN" sz="2400" b="1" i="1" smtClean="0">
                                <a:latin typeface="Cambria Math"/>
                                <a:ea typeface="Cambria Math"/>
                              </a:rPr>
                              <m:t>𝑪𝑳𝑲</m:t>
                            </m:r>
                          </m:e>
                          <m:sub>
                            <m:r>
                              <a:rPr lang="en-US" altLang="zh-CN" sz="2400" b="1" i="1" smtClean="0">
                                <a:latin typeface="Cambria Math"/>
                                <a:ea typeface="Cambria Math"/>
                              </a:rPr>
                              <m:t>𝑩</m:t>
                            </m:r>
                          </m:sub>
                        </m:sSub>
                      </m:sub>
                    </m:sSub>
                  </m:oMath>
                </a14:m>
                <a:endParaRPr lang="en-US" altLang="zh-CN" sz="2400" dirty="0">
                  <a:latin typeface="Times New Roman" panose="02020603050405020304" pitchFamily="18" charset="0"/>
                  <a:ea typeface="+mj-ea"/>
                  <a:cs typeface="Times New Roman" panose="02020603050405020304" pitchFamily="18" charset="0"/>
                </a:endParaRPr>
              </a:p>
              <a:p>
                <a:r>
                  <a:rPr lang="en-US" altLang="zh-CN" sz="2400" dirty="0">
                    <a:latin typeface="Times New Roman" panose="02020603050405020304" pitchFamily="18" charset="0"/>
                    <a:ea typeface="+mj-ea"/>
                    <a:cs typeface="Times New Roman" panose="02020603050405020304" pitchFamily="18" charset="0"/>
                  </a:rPr>
                  <a:t>             </a:t>
                </a:r>
                <a14:m>
                  <m:oMath xmlns:m="http://schemas.openxmlformats.org/officeDocument/2006/math">
                    <m:r>
                      <a:rPr lang="en-US" altLang="zh-CN" sz="2400" b="1" i="0" smtClean="0">
                        <a:latin typeface="Cambria Math"/>
                        <a:ea typeface="+mj-ea"/>
                        <a:cs typeface="Times New Roman" panose="02020603050405020304" pitchFamily="18" charset="0"/>
                      </a:rPr>
                      <m:t>     </m:t>
                    </m:r>
                    <m:r>
                      <a:rPr lang="en-US" altLang="zh-CN" sz="2400" i="1" smtClean="0">
                        <a:latin typeface="Cambria Math"/>
                        <a:ea typeface="+mj-ea"/>
                        <a:cs typeface="Times New Roman" panose="02020603050405020304" pitchFamily="18" charset="0"/>
                      </a:rPr>
                      <m:t>=</m:t>
                    </m:r>
                    <m:sSub>
                      <m:sSubPr>
                        <m:ctrlPr>
                          <a:rPr lang="en-US" altLang="zh-CN" sz="2400" i="1" smtClean="0">
                            <a:latin typeface="Cambria Math" panose="02040503050406030204" pitchFamily="18" charset="0"/>
                          </a:rPr>
                        </m:ctrlPr>
                      </m:sSubPr>
                      <m:e>
                        <m:r>
                          <a:rPr lang="en-US" altLang="zh-CN" sz="2400" b="1" i="1" smtClean="0">
                            <a:latin typeface="Cambria Math"/>
                          </a:rPr>
                          <m:t>𝟏</m:t>
                        </m:r>
                        <m:r>
                          <a:rPr lang="en-US" altLang="zh-CN" sz="2400" i="1">
                            <a:latin typeface="Cambria Math"/>
                          </a:rPr>
                          <m:t>.</m:t>
                        </m:r>
                        <m:r>
                          <a:rPr lang="en-US" altLang="zh-CN" sz="2400" b="1" i="1" smtClean="0">
                            <a:latin typeface="Cambria Math"/>
                          </a:rPr>
                          <m:t>𝟐𝟓</m:t>
                        </m:r>
                        <m:r>
                          <a:rPr lang="en-US" altLang="zh-CN" sz="2400" i="1">
                            <a:latin typeface="Cambria Math"/>
                          </a:rPr>
                          <m:t>×</m:t>
                        </m:r>
                        <m:r>
                          <a:rPr lang="en-US" altLang="zh-CN" sz="2400" b="1" i="1" smtClean="0">
                            <a:latin typeface="Cambria Math"/>
                          </a:rPr>
                          <m:t>𝟎</m:t>
                        </m:r>
                        <m:r>
                          <a:rPr lang="en-US" altLang="zh-CN" sz="2400" b="1" i="1" smtClean="0">
                            <a:latin typeface="Cambria Math"/>
                          </a:rPr>
                          <m:t>.</m:t>
                        </m:r>
                        <m:r>
                          <a:rPr lang="en-US" altLang="zh-CN" sz="2400" b="1" i="1" smtClean="0">
                            <a:latin typeface="Cambria Math"/>
                          </a:rPr>
                          <m:t>𝟖</m:t>
                        </m:r>
                        <m:r>
                          <a:rPr lang="en-US" altLang="zh-CN" sz="2400" i="1">
                            <a:latin typeface="Cambria Math"/>
                          </a:rPr>
                          <m:t>×</m:t>
                        </m:r>
                        <m:r>
                          <a:rPr lang="en-US" altLang="zh-CN" sz="2400" i="1">
                            <a:latin typeface="Cambria Math"/>
                          </a:rPr>
                          <m:t>𝑰𝑪</m:t>
                        </m:r>
                      </m:e>
                      <m:sub>
                        <m:r>
                          <a:rPr lang="en-US" altLang="zh-CN" sz="2400" b="1" i="1" smtClean="0">
                            <a:latin typeface="Cambria Math"/>
                          </a:rPr>
                          <m:t>𝑨</m:t>
                        </m:r>
                      </m:sub>
                    </m:sSub>
                    <m:r>
                      <a:rPr lang="en-US" altLang="zh-CN" sz="2400" i="1">
                        <a:latin typeface="Cambria Math"/>
                        <a:ea typeface="Cambria Math"/>
                      </a:rPr>
                      <m:t>×</m:t>
                    </m:r>
                    <m:r>
                      <a:rPr lang="en-US" altLang="zh-CN" sz="2400" b="1" i="1" smtClean="0">
                        <a:latin typeface="Cambria Math"/>
                        <a:ea typeface="Cambria Math"/>
                      </a:rPr>
                      <m:t>𝟏</m:t>
                    </m:r>
                    <m:r>
                      <a:rPr lang="en-US" altLang="zh-CN" sz="2400" b="1" i="1" smtClean="0">
                        <a:latin typeface="Cambria Math"/>
                        <a:ea typeface="Cambria Math"/>
                      </a:rPr>
                      <m:t>.</m:t>
                    </m:r>
                    <m:r>
                      <a:rPr lang="en-US" altLang="zh-CN" sz="2400" b="1" i="1" smtClean="0">
                        <a:latin typeface="Cambria Math"/>
                        <a:ea typeface="Cambria Math"/>
                      </a:rPr>
                      <m:t>𝟐𝟓</m:t>
                    </m:r>
                    <m:r>
                      <a:rPr lang="en-US" altLang="zh-CN" sz="2400" i="1">
                        <a:latin typeface="Cambria Math"/>
                        <a:ea typeface="Cambria Math"/>
                        <a:cs typeface="Times New Roman" panose="02020603050405020304" pitchFamily="18" charset="0"/>
                      </a:rPr>
                      <m:t>×</m:t>
                    </m:r>
                    <m:sSub>
                      <m:sSubPr>
                        <m:ctrlPr>
                          <a:rPr lang="en-US" altLang="zh-CN" sz="2400" i="1">
                            <a:latin typeface="Cambria Math" panose="02040503050406030204" pitchFamily="18" charset="0"/>
                            <a:ea typeface="Cambria Math"/>
                          </a:rPr>
                        </m:ctrlPr>
                      </m:sSubPr>
                      <m:e>
                        <m:r>
                          <a:rPr lang="en-US" altLang="zh-CN" sz="2400" i="1">
                            <a:latin typeface="Cambria Math"/>
                            <a:ea typeface="Cambria Math"/>
                          </a:rPr>
                          <m:t>𝑻</m:t>
                        </m:r>
                      </m:e>
                      <m:sub>
                        <m:sSub>
                          <m:sSubPr>
                            <m:ctrlPr>
                              <a:rPr lang="en-US" altLang="zh-CN" sz="2400" i="1">
                                <a:latin typeface="Cambria Math" panose="02040503050406030204" pitchFamily="18" charset="0"/>
                                <a:ea typeface="Cambria Math"/>
                              </a:rPr>
                            </m:ctrlPr>
                          </m:sSubPr>
                          <m:e>
                            <m:r>
                              <a:rPr lang="en-US" altLang="zh-CN" sz="2400" i="1">
                                <a:latin typeface="Cambria Math"/>
                                <a:ea typeface="Cambria Math"/>
                              </a:rPr>
                              <m:t>𝑪𝑳𝑲</m:t>
                            </m:r>
                          </m:e>
                          <m:sub>
                            <m:r>
                              <a:rPr lang="en-US" altLang="zh-CN" sz="2400" b="1" i="1" smtClean="0">
                                <a:latin typeface="Cambria Math"/>
                                <a:ea typeface="Cambria Math"/>
                              </a:rPr>
                              <m:t>𝑨</m:t>
                            </m:r>
                          </m:sub>
                        </m:sSub>
                      </m:sub>
                    </m:sSub>
                  </m:oMath>
                </a14:m>
                <a:endParaRPr lang="en-US" altLang="zh-CN" sz="2400" dirty="0">
                  <a:latin typeface="Times New Roman" panose="02020603050405020304" pitchFamily="18" charset="0"/>
                  <a:ea typeface="+mj-ea"/>
                  <a:cs typeface="Times New Roman" panose="02020603050405020304" pitchFamily="18" charset="0"/>
                </a:endParaRPr>
              </a:p>
              <a:p>
                <a:r>
                  <a:rPr lang="en-US" altLang="zh-CN" sz="2400" dirty="0">
                    <a:latin typeface="Times New Roman" panose="02020603050405020304" pitchFamily="18" charset="0"/>
                    <a:ea typeface="+mj-ea"/>
                    <a:cs typeface="Times New Roman" panose="02020603050405020304" pitchFamily="18" charset="0"/>
                  </a:rPr>
                  <a:t>                 </a:t>
                </a:r>
                <a14:m>
                  <m:oMath xmlns:m="http://schemas.openxmlformats.org/officeDocument/2006/math">
                    <m:r>
                      <a:rPr lang="en-US" altLang="zh-CN" sz="2400" i="1" smtClean="0">
                        <a:latin typeface="Cambria Math"/>
                        <a:ea typeface="+mj-ea"/>
                        <a:cs typeface="Times New Roman" panose="02020603050405020304" pitchFamily="18" charset="0"/>
                      </a:rPr>
                      <m:t>=</m:t>
                    </m:r>
                    <m:sSub>
                      <m:sSubPr>
                        <m:ctrlPr>
                          <a:rPr lang="en-US" altLang="zh-CN" sz="2400" i="1">
                            <a:latin typeface="Cambria Math" panose="02040503050406030204" pitchFamily="18" charset="0"/>
                          </a:rPr>
                        </m:ctrlPr>
                      </m:sSubPr>
                      <m:e>
                        <m:r>
                          <a:rPr lang="en-US" altLang="zh-CN" sz="2400" i="1">
                            <a:latin typeface="Cambria Math"/>
                          </a:rPr>
                          <m:t>𝑰𝑪</m:t>
                        </m:r>
                      </m:e>
                      <m:sub>
                        <m:r>
                          <a:rPr lang="en-US" altLang="zh-CN" sz="2400" i="1">
                            <a:latin typeface="Cambria Math"/>
                          </a:rPr>
                          <m:t>𝑨</m:t>
                        </m:r>
                      </m:sub>
                    </m:sSub>
                    <m:r>
                      <a:rPr lang="en-US" altLang="zh-CN" sz="2400" i="1">
                        <a:latin typeface="Cambria Math"/>
                        <a:ea typeface="Cambria Math"/>
                        <a:cs typeface="Times New Roman" panose="02020603050405020304" pitchFamily="18" charset="0"/>
                      </a:rPr>
                      <m:t>×</m:t>
                    </m:r>
                    <m:r>
                      <a:rPr lang="en-US" altLang="zh-CN" sz="2400" i="1">
                        <a:latin typeface="Cambria Math"/>
                        <a:ea typeface="Cambria Math"/>
                      </a:rPr>
                      <m:t>𝟏</m:t>
                    </m:r>
                    <m:r>
                      <a:rPr lang="en-US" altLang="zh-CN" sz="2400" i="1">
                        <a:latin typeface="Cambria Math"/>
                        <a:ea typeface="Cambria Math"/>
                      </a:rPr>
                      <m:t>.</m:t>
                    </m:r>
                    <m:r>
                      <a:rPr lang="en-US" altLang="zh-CN" sz="2400" i="1">
                        <a:latin typeface="Cambria Math"/>
                        <a:ea typeface="Cambria Math"/>
                      </a:rPr>
                      <m:t>𝟐𝟓</m:t>
                    </m:r>
                    <m:r>
                      <a:rPr lang="en-US" altLang="zh-CN" sz="2400" i="1">
                        <a:latin typeface="Cambria Math"/>
                        <a:ea typeface="Cambria Math"/>
                      </a:rPr>
                      <m:t>×</m:t>
                    </m:r>
                    <m:sSub>
                      <m:sSubPr>
                        <m:ctrlPr>
                          <a:rPr lang="en-US" altLang="zh-CN" sz="2400" i="1">
                            <a:latin typeface="Cambria Math" panose="02040503050406030204" pitchFamily="18" charset="0"/>
                            <a:ea typeface="Cambria Math"/>
                          </a:rPr>
                        </m:ctrlPr>
                      </m:sSubPr>
                      <m:e>
                        <m:r>
                          <a:rPr lang="en-US" altLang="zh-CN" sz="2400" i="1">
                            <a:latin typeface="Cambria Math"/>
                            <a:ea typeface="Cambria Math"/>
                          </a:rPr>
                          <m:t>𝑻</m:t>
                        </m:r>
                      </m:e>
                      <m:sub>
                        <m:sSub>
                          <m:sSubPr>
                            <m:ctrlPr>
                              <a:rPr lang="en-US" altLang="zh-CN" sz="2400" i="1">
                                <a:latin typeface="Cambria Math" panose="02040503050406030204" pitchFamily="18" charset="0"/>
                                <a:ea typeface="Cambria Math"/>
                              </a:rPr>
                            </m:ctrlPr>
                          </m:sSubPr>
                          <m:e>
                            <m:r>
                              <a:rPr lang="en-US" altLang="zh-CN" sz="2400" i="1">
                                <a:latin typeface="Cambria Math"/>
                                <a:ea typeface="Cambria Math"/>
                              </a:rPr>
                              <m:t>𝑪𝑳𝑲</m:t>
                            </m:r>
                          </m:e>
                          <m:sub>
                            <m:r>
                              <a:rPr lang="en-US" altLang="zh-CN" sz="2400" i="1">
                                <a:latin typeface="Cambria Math"/>
                                <a:ea typeface="Cambria Math"/>
                              </a:rPr>
                              <m:t>𝑨</m:t>
                            </m:r>
                          </m:sub>
                        </m:sSub>
                      </m:sub>
                    </m:sSub>
                  </m:oMath>
                </a14:m>
                <a:endParaRPr lang="zh-CN" altLang="en-US" sz="2400" dirty="0">
                  <a:latin typeface="Times New Roman" panose="02020603050405020304" pitchFamily="18" charset="0"/>
                  <a:ea typeface="+mj-ea"/>
                  <a:cs typeface="Times New Roman" panose="02020603050405020304" pitchFamily="18" charset="0"/>
                </a:endParaRPr>
              </a:p>
            </p:txBody>
          </p:sp>
        </mc:Choice>
        <mc:Fallback xmlns="">
          <p:sp>
            <p:nvSpPr>
              <p:cNvPr id="2" name="TextBox 1"/>
              <p:cNvSpPr txBox="1">
                <a:spLocks noRot="1" noChangeAspect="1" noMove="1" noResize="1" noEditPoints="1" noAdjustHandles="1" noChangeArrowheads="1" noChangeShapeType="1" noTextEdit="1"/>
              </p:cNvSpPr>
              <p:nvPr/>
            </p:nvSpPr>
            <p:spPr>
              <a:xfrm>
                <a:off x="710723" y="5157192"/>
                <a:ext cx="7704856" cy="1295547"/>
              </a:xfrm>
              <a:prstGeom prst="rect">
                <a:avLst/>
              </a:prstGeom>
              <a:blipFill rotWithShape="1">
                <a:blip r:embed="rId3"/>
                <a:stretch>
                  <a:fillRect/>
                </a:stretch>
              </a:blipFill>
            </p:spPr>
            <p:txBody>
              <a:bodyPr/>
              <a:lstStyle/>
              <a:p>
                <a:r>
                  <a:rPr lang="zh-CN" altLang="en-US">
                    <a:noFill/>
                  </a:rPr>
                  <a:t> </a:t>
                </a:r>
              </a:p>
            </p:txBody>
          </p:sp>
        </mc:Fallback>
      </mc:AlternateContent>
      <p:sp>
        <p:nvSpPr>
          <p:cNvPr id="7" name="Text Box 21"/>
          <p:cNvSpPr txBox="1">
            <a:spLocks noChangeArrowheads="1"/>
          </p:cNvSpPr>
          <p:nvPr/>
        </p:nvSpPr>
        <p:spPr bwMode="auto">
          <a:xfrm>
            <a:off x="1939925" y="3917262"/>
            <a:ext cx="184150" cy="3667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spAutoFit/>
          </a:bodyPr>
          <a:lstStyle>
            <a:lvl1pPr eaLnBrk="0" hangingPunct="0">
              <a:defRPr sz="2000">
                <a:solidFill>
                  <a:schemeClr val="tx1"/>
                </a:solidFill>
                <a:latin typeface="Verdana" panose="020B0604030504040204" pitchFamily="34" charset="0"/>
                <a:ea typeface="宋体" panose="02010600030101010101" pitchFamily="2" charset="-122"/>
              </a:defRPr>
            </a:lvl1pPr>
            <a:lvl2pPr marL="742950" indent="-285750" eaLnBrk="0" hangingPunct="0">
              <a:defRPr sz="2000">
                <a:solidFill>
                  <a:schemeClr val="tx1"/>
                </a:solidFill>
                <a:latin typeface="Verdana" panose="020B0604030504040204" pitchFamily="34" charset="0"/>
                <a:ea typeface="宋体" panose="02010600030101010101" pitchFamily="2" charset="-122"/>
              </a:defRPr>
            </a:lvl2pPr>
            <a:lvl3pPr marL="1143000" indent="-228600" eaLnBrk="0" hangingPunct="0">
              <a:defRPr sz="2000">
                <a:solidFill>
                  <a:schemeClr val="tx1"/>
                </a:solidFill>
                <a:latin typeface="Verdana" panose="020B0604030504040204" pitchFamily="34" charset="0"/>
                <a:ea typeface="宋体" panose="02010600030101010101" pitchFamily="2" charset="-122"/>
              </a:defRPr>
            </a:lvl3pPr>
            <a:lvl4pPr marL="1600200" indent="-228600" eaLnBrk="0" hangingPunct="0">
              <a:defRPr sz="2000">
                <a:solidFill>
                  <a:schemeClr val="tx1"/>
                </a:solidFill>
                <a:latin typeface="Verdana" panose="020B0604030504040204" pitchFamily="34" charset="0"/>
                <a:ea typeface="宋体" panose="02010600030101010101" pitchFamily="2" charset="-122"/>
              </a:defRPr>
            </a:lvl4pPr>
            <a:lvl5pPr marL="2057400" indent="-228600" eaLnBrk="0" hangingPunct="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pPr eaLnBrk="1" hangingPunct="1">
              <a:spcBef>
                <a:spcPct val="50000"/>
              </a:spcBef>
            </a:pPr>
            <a:endParaRPr lang="en-US" altLang="zh-CN" sz="1800" i="1" dirty="0"/>
          </a:p>
        </p:txBody>
      </p:sp>
      <p:sp>
        <p:nvSpPr>
          <p:cNvPr id="8" name="Text Box 22"/>
          <p:cNvSpPr txBox="1">
            <a:spLocks noChangeArrowheads="1"/>
          </p:cNvSpPr>
          <p:nvPr/>
        </p:nvSpPr>
        <p:spPr bwMode="auto">
          <a:xfrm>
            <a:off x="4019550" y="3893450"/>
            <a:ext cx="184150" cy="36671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spAutoFit/>
          </a:bodyPr>
          <a:lstStyle>
            <a:lvl1pPr eaLnBrk="0" hangingPunct="0">
              <a:defRPr sz="2000">
                <a:solidFill>
                  <a:schemeClr val="tx1"/>
                </a:solidFill>
                <a:latin typeface="Verdana" panose="020B0604030504040204" pitchFamily="34" charset="0"/>
                <a:ea typeface="宋体" panose="02010600030101010101" pitchFamily="2" charset="-122"/>
              </a:defRPr>
            </a:lvl1pPr>
            <a:lvl2pPr marL="742950" indent="-285750" eaLnBrk="0" hangingPunct="0">
              <a:defRPr sz="2000">
                <a:solidFill>
                  <a:schemeClr val="tx1"/>
                </a:solidFill>
                <a:latin typeface="Verdana" panose="020B0604030504040204" pitchFamily="34" charset="0"/>
                <a:ea typeface="宋体" panose="02010600030101010101" pitchFamily="2" charset="-122"/>
              </a:defRPr>
            </a:lvl2pPr>
            <a:lvl3pPr marL="1143000" indent="-228600" eaLnBrk="0" hangingPunct="0">
              <a:defRPr sz="2000">
                <a:solidFill>
                  <a:schemeClr val="tx1"/>
                </a:solidFill>
                <a:latin typeface="Verdana" panose="020B0604030504040204" pitchFamily="34" charset="0"/>
                <a:ea typeface="宋体" panose="02010600030101010101" pitchFamily="2" charset="-122"/>
              </a:defRPr>
            </a:lvl3pPr>
            <a:lvl4pPr marL="1600200" indent="-228600" eaLnBrk="0" hangingPunct="0">
              <a:defRPr sz="2000">
                <a:solidFill>
                  <a:schemeClr val="tx1"/>
                </a:solidFill>
                <a:latin typeface="Verdana" panose="020B0604030504040204" pitchFamily="34" charset="0"/>
                <a:ea typeface="宋体" panose="02010600030101010101" pitchFamily="2" charset="-122"/>
              </a:defRPr>
            </a:lvl4pPr>
            <a:lvl5pPr marL="2057400" indent="-228600" eaLnBrk="0" hangingPunct="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pPr eaLnBrk="1" hangingPunct="1">
              <a:spcBef>
                <a:spcPct val="50000"/>
              </a:spcBef>
            </a:pPr>
            <a:endParaRPr lang="en-US" altLang="zh-CN" sz="1800" i="1" dirty="0"/>
          </a:p>
        </p:txBody>
      </p:sp>
      <mc:AlternateContent xmlns:mc="http://schemas.openxmlformats.org/markup-compatibility/2006" xmlns:a14="http://schemas.microsoft.com/office/drawing/2010/main">
        <mc:Choice Requires="a14">
          <p:sp>
            <p:nvSpPr>
              <p:cNvPr id="9" name="TextBox 8"/>
              <p:cNvSpPr txBox="1"/>
              <p:nvPr/>
            </p:nvSpPr>
            <p:spPr>
              <a:xfrm>
                <a:off x="1331640" y="2287336"/>
                <a:ext cx="1764457" cy="47532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000" b="1" i="1" smtClean="0">
                              <a:latin typeface="Cambria Math" panose="02040503050406030204" pitchFamily="18" charset="0"/>
                            </a:rPr>
                          </m:ctrlPr>
                        </m:sSubPr>
                        <m:e>
                          <m:r>
                            <a:rPr lang="en-US" altLang="zh-CN" sz="2000" b="1" i="1" smtClean="0">
                              <a:latin typeface="Cambria Math"/>
                              <a:ea typeface="+mj-ea"/>
                            </a:rPr>
                            <m:t>𝑪𝑷𝑰</m:t>
                          </m:r>
                        </m:e>
                        <m:sub>
                          <m:r>
                            <a:rPr lang="zh-CN" altLang="en-US" sz="2000" i="1">
                              <a:latin typeface="Cambria Math"/>
                            </a:rPr>
                            <m:t>分支</m:t>
                          </m:r>
                        </m:sub>
                      </m:sSub>
                      <m:r>
                        <a:rPr lang="en-US" altLang="zh-CN" sz="2000" b="1" i="1" smtClean="0">
                          <a:latin typeface="Cambria Math"/>
                        </a:rPr>
                        <m:t>=</m:t>
                      </m:r>
                      <m:r>
                        <a:rPr lang="en-US" altLang="zh-CN" sz="2000" i="1">
                          <a:latin typeface="Cambria Math"/>
                        </a:rPr>
                        <m:t>2</m:t>
                      </m:r>
                    </m:oMath>
                  </m:oMathPara>
                </a14:m>
                <a:endParaRPr lang="en-US" altLang="zh-CN" sz="2000" dirty="0"/>
              </a:p>
            </p:txBody>
          </p:sp>
        </mc:Choice>
        <mc:Fallback xmlns="">
          <p:sp>
            <p:nvSpPr>
              <p:cNvPr id="9" name="TextBox 8"/>
              <p:cNvSpPr txBox="1">
                <a:spLocks noRot="1" noChangeAspect="1" noMove="1" noResize="1" noEditPoints="1" noAdjustHandles="1" noChangeArrowheads="1" noChangeShapeType="1" noTextEdit="1"/>
              </p:cNvSpPr>
              <p:nvPr/>
            </p:nvSpPr>
            <p:spPr>
              <a:xfrm>
                <a:off x="1331640" y="2287336"/>
                <a:ext cx="1764457" cy="475323"/>
              </a:xfrm>
              <a:prstGeom prst="rect">
                <a:avLst/>
              </a:prstGeom>
              <a:blipFill rotWithShape="1">
                <a:blip r:embed="rId4"/>
                <a:stretch>
                  <a:fillRect b="-1538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3563888" y="2276872"/>
                <a:ext cx="1775679" cy="48128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000" b="1" i="1" smtClean="0">
                              <a:latin typeface="Cambria Math" panose="02040503050406030204" pitchFamily="18" charset="0"/>
                            </a:rPr>
                          </m:ctrlPr>
                        </m:sSubPr>
                        <m:e>
                          <m:r>
                            <a:rPr lang="en-US" altLang="zh-CN" sz="2000" b="1" i="1" smtClean="0">
                              <a:latin typeface="Cambria Math"/>
                              <a:ea typeface="+mj-ea"/>
                            </a:rPr>
                            <m:t>𝑪𝑷𝑰</m:t>
                          </m:r>
                        </m:e>
                        <m:sub>
                          <m:r>
                            <a:rPr lang="zh-CN" altLang="en-US" sz="2000" i="1">
                              <a:latin typeface="Cambria Math"/>
                            </a:rPr>
                            <m:t>其他</m:t>
                          </m:r>
                        </m:sub>
                      </m:sSub>
                      <m:r>
                        <a:rPr lang="en-US" altLang="zh-CN" sz="2000" b="1" i="1" smtClean="0">
                          <a:latin typeface="Cambria Math"/>
                        </a:rPr>
                        <m:t>=</m:t>
                      </m:r>
                      <m:r>
                        <a:rPr lang="en-US" altLang="zh-CN" sz="2000" b="1" i="1" smtClean="0">
                          <a:latin typeface="Cambria Math"/>
                        </a:rPr>
                        <m:t>𝟏</m:t>
                      </m:r>
                    </m:oMath>
                  </m:oMathPara>
                </a14:m>
                <a:endParaRPr lang="en-US" altLang="zh-CN" sz="2000" dirty="0"/>
              </a:p>
            </p:txBody>
          </p:sp>
        </mc:Choice>
        <mc:Fallback xmlns="">
          <p:sp>
            <p:nvSpPr>
              <p:cNvPr id="10" name="TextBox 9"/>
              <p:cNvSpPr txBox="1">
                <a:spLocks noRot="1" noChangeAspect="1" noMove="1" noResize="1" noEditPoints="1" noAdjustHandles="1" noChangeArrowheads="1" noChangeShapeType="1" noTextEdit="1"/>
              </p:cNvSpPr>
              <p:nvPr/>
            </p:nvSpPr>
            <p:spPr>
              <a:xfrm>
                <a:off x="3563888" y="2276872"/>
                <a:ext cx="1775679" cy="481286"/>
              </a:xfrm>
              <a:prstGeom prst="rect">
                <a:avLst/>
              </a:prstGeom>
              <a:blipFill rotWithShape="1">
                <a:blip r:embed="rId5"/>
                <a:stretch>
                  <a:fillRect b="-1794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TextBox 10"/>
              <p:cNvSpPr txBox="1"/>
              <p:nvPr/>
            </p:nvSpPr>
            <p:spPr>
              <a:xfrm>
                <a:off x="1315339" y="3044534"/>
                <a:ext cx="2892587"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000" b="1" i="1" smtClean="0">
                              <a:latin typeface="Cambria Math" panose="02040503050406030204" pitchFamily="18" charset="0"/>
                            </a:rPr>
                          </m:ctrlPr>
                        </m:sSubPr>
                        <m:e>
                          <m:r>
                            <m:rPr>
                              <m:sty m:val="p"/>
                            </m:rPr>
                            <a:rPr lang="en-US" altLang="zh-CN" sz="2000" i="1">
                              <a:latin typeface="Cambria Math"/>
                            </a:rPr>
                            <m:t>IC</m:t>
                          </m:r>
                        </m:e>
                        <m:sub>
                          <m:r>
                            <a:rPr lang="en-US" altLang="zh-CN" sz="2000" b="1" i="1" smtClean="0">
                              <a:latin typeface="Cambria Math"/>
                            </a:rPr>
                            <m:t>𝑩</m:t>
                          </m:r>
                        </m:sub>
                      </m:sSub>
                      <m:r>
                        <a:rPr lang="en-US" altLang="zh-CN" sz="2000" b="1" i="1" smtClean="0">
                          <a:latin typeface="Cambria Math"/>
                        </a:rPr>
                        <m:t>=</m:t>
                      </m:r>
                      <m:sSub>
                        <m:sSubPr>
                          <m:ctrlPr>
                            <a:rPr lang="en-US" altLang="zh-CN" sz="2000" b="1" i="1" smtClean="0">
                              <a:latin typeface="Cambria Math" panose="02040503050406030204" pitchFamily="18" charset="0"/>
                            </a:rPr>
                          </m:ctrlPr>
                        </m:sSubPr>
                        <m:e>
                          <m:r>
                            <a:rPr lang="zh-CN" altLang="en-US" sz="2000" i="1">
                              <a:latin typeface="Cambria Math"/>
                            </a:rPr>
                            <m:t>（</m:t>
                          </m:r>
                          <m:r>
                            <a:rPr lang="en-US" altLang="zh-CN" sz="2000" b="1" i="1" smtClean="0">
                              <a:latin typeface="Cambria Math"/>
                            </a:rPr>
                            <m:t>𝟏</m:t>
                          </m:r>
                          <m:r>
                            <a:rPr lang="en-US" altLang="zh-CN" sz="2000" b="1" i="1" smtClean="0">
                              <a:latin typeface="Cambria Math"/>
                            </a:rPr>
                            <m:t>−</m:t>
                          </m:r>
                          <m:r>
                            <a:rPr lang="en-US" altLang="zh-CN" sz="2000" b="1" i="1" smtClean="0">
                              <a:latin typeface="Cambria Math"/>
                            </a:rPr>
                            <m:t>𝟐𝟎</m:t>
                          </m:r>
                          <m:r>
                            <a:rPr lang="en-US" altLang="zh-CN" sz="2000" b="1" i="1" smtClean="0">
                              <a:latin typeface="Cambria Math"/>
                            </a:rPr>
                            <m:t>%</m:t>
                          </m:r>
                          <m:r>
                            <a:rPr lang="zh-CN" altLang="en-US" sz="2000" i="1">
                              <a:latin typeface="Cambria Math"/>
                            </a:rPr>
                            <m:t>）</m:t>
                          </m:r>
                          <m:r>
                            <m:rPr>
                              <m:sty m:val="p"/>
                            </m:rPr>
                            <a:rPr lang="en-US" altLang="zh-CN" sz="2000" i="1">
                              <a:latin typeface="Cambria Math"/>
                            </a:rPr>
                            <m:t>IC</m:t>
                          </m:r>
                        </m:e>
                        <m:sub>
                          <m:r>
                            <a:rPr lang="en-US" altLang="zh-CN" sz="2000" b="1" i="1" smtClean="0">
                              <a:latin typeface="Cambria Math"/>
                            </a:rPr>
                            <m:t>𝑨</m:t>
                          </m:r>
                        </m:sub>
                      </m:sSub>
                    </m:oMath>
                  </m:oMathPara>
                </a14:m>
                <a:endParaRPr lang="en-US" altLang="zh-CN" sz="2000" dirty="0"/>
              </a:p>
            </p:txBody>
          </p:sp>
        </mc:Choice>
        <mc:Fallback xmlns="">
          <p:sp>
            <p:nvSpPr>
              <p:cNvPr id="11" name="TextBox 10"/>
              <p:cNvSpPr txBox="1">
                <a:spLocks noRot="1" noChangeAspect="1" noMove="1" noResize="1" noEditPoints="1" noAdjustHandles="1" noChangeArrowheads="1" noChangeShapeType="1" noTextEdit="1"/>
              </p:cNvSpPr>
              <p:nvPr/>
            </p:nvSpPr>
            <p:spPr>
              <a:xfrm>
                <a:off x="1315339" y="3044534"/>
                <a:ext cx="2892587" cy="400110"/>
              </a:xfrm>
              <a:prstGeom prst="rect">
                <a:avLst/>
              </a:prstGeom>
              <a:blipFill rotWithShape="1">
                <a:blip r:embed="rId6"/>
                <a:stretch>
                  <a:fillRect b="-303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TextBox 11"/>
              <p:cNvSpPr txBox="1"/>
              <p:nvPr/>
            </p:nvSpPr>
            <p:spPr>
              <a:xfrm>
                <a:off x="4451727" y="2967942"/>
                <a:ext cx="2473498" cy="55329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000" b="1" i="1" smtClean="0">
                              <a:latin typeface="Cambria Math" panose="02040503050406030204" pitchFamily="18" charset="0"/>
                            </a:rPr>
                          </m:ctrlPr>
                        </m:sSubPr>
                        <m:e>
                          <m:r>
                            <m:rPr>
                              <m:sty m:val="p"/>
                            </m:rPr>
                            <a:rPr lang="en-US" altLang="zh-CN" sz="2000" i="1">
                              <a:latin typeface="Cambria Math"/>
                            </a:rPr>
                            <m:t>IC</m:t>
                          </m:r>
                        </m:e>
                        <m:sub>
                          <m:sSub>
                            <m:sSubPr>
                              <m:ctrlPr>
                                <a:rPr lang="en-US" altLang="zh-CN" sz="2000" b="1" i="1" smtClean="0">
                                  <a:latin typeface="Cambria Math" panose="02040503050406030204" pitchFamily="18" charset="0"/>
                                </a:rPr>
                              </m:ctrlPr>
                            </m:sSubPr>
                            <m:e>
                              <m:r>
                                <a:rPr lang="en-US" altLang="zh-CN" sz="2000" b="1" i="1" smtClean="0">
                                  <a:latin typeface="Cambria Math"/>
                                </a:rPr>
                                <m:t>𝑩</m:t>
                              </m:r>
                            </m:e>
                            <m:sub>
                              <m:r>
                                <a:rPr lang="zh-CN" altLang="en-US" sz="2000" i="1">
                                  <a:latin typeface="Cambria Math"/>
                                </a:rPr>
                                <m:t>分支</m:t>
                              </m:r>
                            </m:sub>
                          </m:sSub>
                        </m:sub>
                      </m:sSub>
                      <m:r>
                        <a:rPr lang="en-US" altLang="zh-CN" sz="2000" b="1" i="1" smtClean="0">
                          <a:latin typeface="Cambria Math"/>
                        </a:rPr>
                        <m:t>=</m:t>
                      </m:r>
                      <m:sSub>
                        <m:sSubPr>
                          <m:ctrlPr>
                            <a:rPr lang="en-US" altLang="zh-CN" sz="2000" i="1">
                              <a:latin typeface="Cambria Math" panose="02040503050406030204" pitchFamily="18" charset="0"/>
                            </a:rPr>
                          </m:ctrlPr>
                        </m:sSubPr>
                        <m:e>
                          <m:r>
                            <m:rPr>
                              <m:sty m:val="p"/>
                            </m:rPr>
                            <a:rPr lang="en-US" altLang="zh-CN" sz="2000" i="1">
                              <a:latin typeface="Cambria Math"/>
                            </a:rPr>
                            <m:t>IC</m:t>
                          </m:r>
                        </m:e>
                        <m:sub>
                          <m:sSub>
                            <m:sSubPr>
                              <m:ctrlPr>
                                <a:rPr lang="en-US" altLang="zh-CN" sz="2000" i="1">
                                  <a:latin typeface="Cambria Math" panose="02040503050406030204" pitchFamily="18" charset="0"/>
                                </a:rPr>
                              </m:ctrlPr>
                            </m:sSubPr>
                            <m:e>
                              <m:r>
                                <a:rPr lang="en-US" altLang="zh-CN" sz="2000" b="1" i="1" smtClean="0">
                                  <a:latin typeface="Cambria Math"/>
                                </a:rPr>
                                <m:t>𝑨</m:t>
                              </m:r>
                            </m:e>
                            <m:sub>
                              <m:r>
                                <a:rPr lang="zh-CN" altLang="en-US" sz="2000" i="1">
                                  <a:latin typeface="Cambria Math"/>
                                </a:rPr>
                                <m:t>分支</m:t>
                              </m:r>
                            </m:sub>
                          </m:sSub>
                        </m:sub>
                      </m:sSub>
                    </m:oMath>
                  </m:oMathPara>
                </a14:m>
                <a:endParaRPr lang="en-US" altLang="zh-CN" sz="2000" dirty="0"/>
              </a:p>
            </p:txBody>
          </p:sp>
        </mc:Choice>
        <mc:Fallback xmlns="">
          <p:sp>
            <p:nvSpPr>
              <p:cNvPr id="12" name="TextBox 11"/>
              <p:cNvSpPr txBox="1">
                <a:spLocks noRot="1" noChangeAspect="1" noMove="1" noResize="1" noEditPoints="1" noAdjustHandles="1" noChangeArrowheads="1" noChangeShapeType="1" noTextEdit="1"/>
              </p:cNvSpPr>
              <p:nvPr/>
            </p:nvSpPr>
            <p:spPr>
              <a:xfrm>
                <a:off x="4451727" y="2967942"/>
                <a:ext cx="2473498" cy="553293"/>
              </a:xfrm>
              <a:prstGeom prst="rect">
                <a:avLst/>
              </a:prstGeom>
              <a:blipFill rotWithShape="1">
                <a:blip r:embed="rId7"/>
                <a:stretch>
                  <a:fillRect b="-1428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TextBox 12"/>
              <p:cNvSpPr txBox="1"/>
              <p:nvPr/>
            </p:nvSpPr>
            <p:spPr>
              <a:xfrm>
                <a:off x="1043608" y="3845457"/>
                <a:ext cx="3024336" cy="42652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000" b="1" i="1" smtClean="0">
                              <a:latin typeface="Cambria Math" panose="02040503050406030204" pitchFamily="18" charset="0"/>
                            </a:rPr>
                          </m:ctrlPr>
                        </m:sSubPr>
                        <m:e>
                          <m:r>
                            <a:rPr lang="en-US" altLang="zh-CN" sz="2000" b="1" i="1" smtClean="0">
                              <a:latin typeface="Cambria Math"/>
                            </a:rPr>
                            <m:t>𝑻</m:t>
                          </m:r>
                        </m:e>
                        <m:sub>
                          <m:sSub>
                            <m:sSubPr>
                              <m:ctrlPr>
                                <a:rPr lang="en-US" altLang="zh-CN" sz="2000" b="1" i="1" smtClean="0">
                                  <a:latin typeface="Cambria Math" panose="02040503050406030204" pitchFamily="18" charset="0"/>
                                </a:rPr>
                              </m:ctrlPr>
                            </m:sSubPr>
                            <m:e>
                              <m:r>
                                <m:rPr>
                                  <m:sty m:val="p"/>
                                </m:rPr>
                                <a:rPr lang="en-US" altLang="zh-CN" sz="2000" i="1">
                                  <a:latin typeface="Cambria Math"/>
                                </a:rPr>
                                <m:t>clk</m:t>
                              </m:r>
                            </m:e>
                            <m:sub>
                              <m:r>
                                <a:rPr lang="en-US" altLang="zh-CN" sz="2000" b="1" i="1" smtClean="0">
                                  <a:latin typeface="Cambria Math"/>
                                </a:rPr>
                                <m:t>𝑩</m:t>
                              </m:r>
                            </m:sub>
                          </m:sSub>
                        </m:sub>
                      </m:sSub>
                      <m:r>
                        <a:rPr lang="en-US" altLang="zh-CN" sz="2000" b="1" i="1" smtClean="0">
                          <a:latin typeface="Cambria Math"/>
                        </a:rPr>
                        <m:t>=</m:t>
                      </m:r>
                      <m:sSub>
                        <m:sSubPr>
                          <m:ctrlPr>
                            <a:rPr lang="en-US" altLang="zh-CN" sz="2000" i="1">
                              <a:latin typeface="Cambria Math" panose="02040503050406030204" pitchFamily="18" charset="0"/>
                            </a:rPr>
                          </m:ctrlPr>
                        </m:sSubPr>
                        <m:e>
                          <m:r>
                            <a:rPr lang="en-US" altLang="zh-CN" sz="2000" b="1" i="1" smtClean="0">
                              <a:latin typeface="Cambria Math"/>
                            </a:rPr>
                            <m:t>𝟏</m:t>
                          </m:r>
                          <m:r>
                            <a:rPr lang="en-US" altLang="zh-CN" sz="2000" i="1">
                              <a:latin typeface="Cambria Math"/>
                            </a:rPr>
                            <m:t>.</m:t>
                          </m:r>
                          <m:r>
                            <a:rPr lang="en-US" altLang="zh-CN" sz="2000" b="1" i="1" smtClean="0">
                              <a:latin typeface="Cambria Math"/>
                            </a:rPr>
                            <m:t>𝟐𝟓</m:t>
                          </m:r>
                          <m:r>
                            <a:rPr lang="en-US" altLang="zh-CN" sz="2000" i="1">
                              <a:latin typeface="Cambria Math"/>
                            </a:rPr>
                            <m:t>𝑻</m:t>
                          </m:r>
                        </m:e>
                        <m:sub>
                          <m:sSub>
                            <m:sSubPr>
                              <m:ctrlPr>
                                <a:rPr lang="en-US" altLang="zh-CN" sz="2000" i="1">
                                  <a:latin typeface="Cambria Math" panose="02040503050406030204" pitchFamily="18" charset="0"/>
                                </a:rPr>
                              </m:ctrlPr>
                            </m:sSubPr>
                            <m:e>
                              <m:r>
                                <m:rPr>
                                  <m:sty m:val="p"/>
                                </m:rPr>
                                <a:rPr lang="en-US" altLang="zh-CN" sz="2000" i="1">
                                  <a:latin typeface="Cambria Math"/>
                                </a:rPr>
                                <m:t>clk</m:t>
                              </m:r>
                            </m:e>
                            <m:sub>
                              <m:r>
                                <a:rPr lang="en-US" altLang="zh-CN" sz="2000" b="1" i="1" smtClean="0">
                                  <a:latin typeface="Cambria Math"/>
                                </a:rPr>
                                <m:t>𝑨</m:t>
                              </m:r>
                            </m:sub>
                          </m:sSub>
                        </m:sub>
                      </m:sSub>
                    </m:oMath>
                  </m:oMathPara>
                </a14:m>
                <a:endParaRPr lang="en-US" altLang="zh-CN" sz="2000" dirty="0"/>
              </a:p>
            </p:txBody>
          </p:sp>
        </mc:Choice>
        <mc:Fallback xmlns="">
          <p:sp>
            <p:nvSpPr>
              <p:cNvPr id="13" name="TextBox 12"/>
              <p:cNvSpPr txBox="1">
                <a:spLocks noRot="1" noChangeAspect="1" noMove="1" noResize="1" noEditPoints="1" noAdjustHandles="1" noChangeArrowheads="1" noChangeShapeType="1" noTextEdit="1"/>
              </p:cNvSpPr>
              <p:nvPr/>
            </p:nvSpPr>
            <p:spPr>
              <a:xfrm>
                <a:off x="1043608" y="3845457"/>
                <a:ext cx="3024336" cy="426527"/>
              </a:xfrm>
              <a:prstGeom prst="rect">
                <a:avLst/>
              </a:prstGeom>
              <a:blipFill rotWithShape="1">
                <a:blip r:embed="rId8"/>
                <a:stretch>
                  <a:fillRect b="-1429"/>
                </a:stretch>
              </a:blipFill>
            </p:spPr>
            <p:txBody>
              <a:bodyPr/>
              <a:lstStyle/>
              <a:p>
                <a:r>
                  <a:rPr lang="zh-CN" altLang="en-US">
                    <a:noFill/>
                  </a:rPr>
                  <a:t> </a:t>
                </a:r>
              </a:p>
            </p:txBody>
          </p:sp>
        </mc:Fallback>
      </mc:AlternateContent>
      <p:sp>
        <p:nvSpPr>
          <p:cNvPr id="14" name="TextBox 13"/>
          <p:cNvSpPr txBox="1"/>
          <p:nvPr/>
        </p:nvSpPr>
        <p:spPr>
          <a:xfrm>
            <a:off x="544080" y="1758007"/>
            <a:ext cx="1112805" cy="461665"/>
          </a:xfrm>
          <a:prstGeom prst="rect">
            <a:avLst/>
          </a:prstGeom>
          <a:noFill/>
        </p:spPr>
        <p:txBody>
          <a:bodyPr wrap="none" rtlCol="0">
            <a:spAutoFit/>
          </a:bodyPr>
          <a:lstStyle/>
          <a:p>
            <a:r>
              <a:rPr lang="zh-CN" altLang="en-US" sz="2400" dirty="0"/>
              <a:t>条件：</a:t>
            </a:r>
          </a:p>
        </p:txBody>
      </p:sp>
      <p:sp>
        <p:nvSpPr>
          <p:cNvPr id="15" name="TextBox 14"/>
          <p:cNvSpPr txBox="1"/>
          <p:nvPr/>
        </p:nvSpPr>
        <p:spPr>
          <a:xfrm>
            <a:off x="506867" y="4551511"/>
            <a:ext cx="3281668" cy="461665"/>
          </a:xfrm>
          <a:prstGeom prst="rect">
            <a:avLst/>
          </a:prstGeom>
          <a:noFill/>
        </p:spPr>
        <p:txBody>
          <a:bodyPr wrap="none" rtlCol="0">
            <a:spAutoFit/>
          </a:bodyPr>
          <a:lstStyle/>
          <a:p>
            <a:r>
              <a:rPr lang="zh-CN" altLang="en-US" sz="2400" dirty="0"/>
              <a:t>求解</a:t>
            </a:r>
            <a:r>
              <a:rPr lang="en-US" altLang="zh-CN" sz="2400" dirty="0"/>
              <a:t>CPU</a:t>
            </a:r>
            <a:r>
              <a:rPr lang="en-US" altLang="zh-CN" sz="2400" baseline="-25000" dirty="0"/>
              <a:t>B</a:t>
            </a:r>
            <a:r>
              <a:rPr lang="zh-CN" altLang="en-US" sz="2400" dirty="0"/>
              <a:t>的执行时间：</a:t>
            </a:r>
          </a:p>
        </p:txBody>
      </p:sp>
      <p:graphicFrame>
        <p:nvGraphicFramePr>
          <p:cNvPr id="3" name="对象 2"/>
          <p:cNvGraphicFramePr>
            <a:graphicFrameLocks noGrp="1" noChangeAspect="1"/>
          </p:cNvGraphicFramePr>
          <p:nvPr>
            <p:extLst>
              <p:ext uri="{D42A27DB-BD31-4B8C-83A1-F6EECF244321}">
                <p14:modId xmlns:p14="http://schemas.microsoft.com/office/powerpoint/2010/main" val="1330237028"/>
              </p:ext>
            </p:extLst>
          </p:nvPr>
        </p:nvGraphicFramePr>
        <p:xfrm>
          <a:off x="2147701" y="1084038"/>
          <a:ext cx="5000625" cy="647700"/>
        </p:xfrm>
        <a:graphic>
          <a:graphicData uri="http://schemas.openxmlformats.org/presentationml/2006/ole">
            <mc:AlternateContent xmlns:mc="http://schemas.openxmlformats.org/markup-compatibility/2006">
              <mc:Choice xmlns:v="urn:schemas-microsoft-com:vml" Requires="v">
                <p:oleObj name="Microsoft 公式 3.0" r:id="rId9" imgW="1739900" imgH="254000" progId="Equation.3">
                  <p:embed/>
                </p:oleObj>
              </mc:Choice>
              <mc:Fallback>
                <p:oleObj name="Microsoft 公式 3.0" r:id="rId9" imgW="1739900" imgH="254000" progId="Equation.3">
                  <p:embed/>
                  <p:pic>
                    <p:nvPicPr>
                      <p:cNvPr id="0" name="对象 1"/>
                      <p:cNvPicPr>
                        <a:picLocks noGrp="1"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147701" y="1084038"/>
                        <a:ext cx="500062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 name="日期占位符 1">
            <a:extLst>
              <a:ext uri="{FF2B5EF4-FFF2-40B4-BE49-F238E27FC236}">
                <a16:creationId xmlns:a16="http://schemas.microsoft.com/office/drawing/2014/main" id="{6BCB5552-0604-10FB-981E-E5D7FAC10C16}"/>
              </a:ext>
            </a:extLst>
          </p:cNvPr>
          <p:cNvSpPr>
            <a:spLocks noGrp="1"/>
          </p:cNvSpPr>
          <p:nvPr>
            <p:ph type="dt" sz="half" idx="10"/>
          </p:nvPr>
        </p:nvSpPr>
        <p:spPr>
          <a:xfrm>
            <a:off x="457200" y="6356350"/>
            <a:ext cx="2133600" cy="365125"/>
          </a:xfrm>
        </p:spPr>
        <p:txBody>
          <a:bodyPr/>
          <a:lstStyle/>
          <a:p>
            <a:pPr>
              <a:defRPr/>
            </a:pPr>
            <a:fld id="{4349BE7F-346D-41C2-AC16-4B645E86F7D0}" type="datetime1">
              <a:rPr lang="zh-CN" altLang="en-US" smtClean="0"/>
              <a:t>2025/9/16</a:t>
            </a:fld>
            <a:endParaRPr lang="en-US" altLang="zh-CN" dirty="0"/>
          </a:p>
        </p:txBody>
      </p:sp>
      <p:sp>
        <p:nvSpPr>
          <p:cNvPr id="5" name="页脚占位符 3">
            <a:extLst>
              <a:ext uri="{FF2B5EF4-FFF2-40B4-BE49-F238E27FC236}">
                <a16:creationId xmlns:a16="http://schemas.microsoft.com/office/drawing/2014/main" id="{4557F863-0825-436E-80BD-E1135D96AB0D}"/>
              </a:ext>
            </a:extLst>
          </p:cNvPr>
          <p:cNvSpPr>
            <a:spLocks noGrp="1"/>
          </p:cNvSpPr>
          <p:nvPr>
            <p:ph type="ftr" sz="quarter" idx="11"/>
          </p:nvPr>
        </p:nvSpPr>
        <p:spPr>
          <a:xfrm>
            <a:off x="3124200" y="6356350"/>
            <a:ext cx="2895600" cy="365125"/>
          </a:xfrm>
        </p:spPr>
        <p:txBody>
          <a:bodyPr/>
          <a:lstStyle/>
          <a:p>
            <a:pPr>
              <a:defRPr/>
            </a:pPr>
            <a:r>
              <a:rPr lang="zh-CN" altLang="en-US"/>
              <a:t>计算学部 刘宏伟</a:t>
            </a:r>
            <a:endParaRPr lang="en-US" altLang="zh-CN"/>
          </a:p>
        </p:txBody>
      </p:sp>
      <p:sp>
        <p:nvSpPr>
          <p:cNvPr id="6" name="灯片编号占位符 4">
            <a:extLst>
              <a:ext uri="{FF2B5EF4-FFF2-40B4-BE49-F238E27FC236}">
                <a16:creationId xmlns:a16="http://schemas.microsoft.com/office/drawing/2014/main" id="{9589166D-B3AB-D33F-1721-B74C904E8335}"/>
              </a:ext>
            </a:extLst>
          </p:cNvPr>
          <p:cNvSpPr>
            <a:spLocks noGrp="1"/>
          </p:cNvSpPr>
          <p:nvPr>
            <p:ph type="sldNum" sz="quarter" idx="12"/>
          </p:nvPr>
        </p:nvSpPr>
        <p:spPr>
          <a:xfrm>
            <a:off x="6553200" y="6356350"/>
            <a:ext cx="2133600" cy="365125"/>
          </a:xfrm>
        </p:spPr>
        <p:txBody>
          <a:bodyPr/>
          <a:lstStyle/>
          <a:p>
            <a:pPr>
              <a:defRPr/>
            </a:pPr>
            <a:fld id="{8BCAC33D-D29A-48B3-BCD6-381D3D720D26}" type="slidenum">
              <a:rPr lang="zh-CN" altLang="en-US" smtClean="0"/>
              <a:t>23</a:t>
            </a:fld>
            <a:endParaRPr lang="en-US" altLang="zh-CN"/>
          </a:p>
        </p:txBody>
      </p:sp>
    </p:spTree>
    <p:extLst>
      <p:ext uri="{BB962C8B-B14F-4D97-AF65-F5344CB8AC3E}">
        <p14:creationId xmlns:p14="http://schemas.microsoft.com/office/powerpoint/2010/main" val="24382150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8" name="Rectangle 21"/>
          <p:cNvSpPr>
            <a:spLocks noGrp="1" noChangeArrowheads="1"/>
          </p:cNvSpPr>
          <p:nvPr>
            <p:ph type="title" idx="4294967295"/>
          </p:nvPr>
        </p:nvSpPr>
        <p:spPr/>
        <p:txBody>
          <a:bodyPr/>
          <a:lstStyle/>
          <a:p>
            <a:pPr eaLnBrk="1" hangingPunct="1"/>
            <a:r>
              <a:rPr kumimoji="1" lang="en-US" altLang="zh-CN" sz="3600" b="1" dirty="0">
                <a:latin typeface="Times New Roman" panose="02020603050405020304" pitchFamily="18" charset="0"/>
                <a:cs typeface="Times New Roman" panose="02020603050405020304" pitchFamily="18" charset="0"/>
              </a:rPr>
              <a:t>CPU</a:t>
            </a:r>
            <a:r>
              <a:rPr kumimoji="1" lang="zh-CN" altLang="en-US" sz="3600" b="1" dirty="0">
                <a:latin typeface="Times New Roman" panose="02020603050405020304" pitchFamily="18" charset="0"/>
                <a:cs typeface="Times New Roman" panose="02020603050405020304" pitchFamily="18" charset="0"/>
              </a:rPr>
              <a:t>性能公式</a:t>
            </a:r>
            <a:endParaRPr lang="zh-CN" altLang="en-US" sz="3600" dirty="0">
              <a:latin typeface="Times New Roman" panose="02020603050405020304" pitchFamily="18" charset="0"/>
              <a:cs typeface="Times New Roman" panose="02020603050405020304" pitchFamily="18" charset="0"/>
            </a:endParaRPr>
          </a:p>
        </p:txBody>
      </p:sp>
      <p:graphicFrame>
        <p:nvGraphicFramePr>
          <p:cNvPr id="11266" name="Object 17"/>
          <p:cNvGraphicFramePr>
            <a:graphicFrameLocks noGrp="1" noChangeAspect="1"/>
          </p:cNvGraphicFramePr>
          <p:nvPr>
            <p:ph sz="half" idx="4294967295"/>
          </p:nvPr>
        </p:nvGraphicFramePr>
        <p:xfrm>
          <a:off x="5364163" y="2549525"/>
          <a:ext cx="3529012" cy="577850"/>
        </p:xfrm>
        <a:graphic>
          <a:graphicData uri="http://schemas.openxmlformats.org/presentationml/2006/ole">
            <mc:AlternateContent xmlns:mc="http://schemas.openxmlformats.org/markup-compatibility/2006">
              <mc:Choice xmlns:v="urn:schemas-microsoft-com:vml" Requires="v">
                <p:oleObj name="公式" r:id="rId2" imgW="1473200" imgH="241300" progId="Equation.3">
                  <p:embed/>
                </p:oleObj>
              </mc:Choice>
              <mc:Fallback>
                <p:oleObj name="公式" r:id="rId2" imgW="1473200" imgH="24130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64163" y="2549525"/>
                        <a:ext cx="3529012" cy="577850"/>
                      </a:xfrm>
                      <a:prstGeom prst="rect">
                        <a:avLst/>
                      </a:prstGeom>
                      <a:noFill/>
                      <a:ln>
                        <a:noFill/>
                      </a:ln>
                      <a:effectLst/>
                      <a:extLst>
                        <a:ext uri="{909E8E84-426E-40DD-AFC4-6F175D3DCCD1}">
                          <a14:hiddenFill xmlns:a14="http://schemas.microsoft.com/office/drawing/2010/main">
                            <a:solidFill>
                              <a:srgbClr val="00FF80"/>
                            </a:solidFill>
                          </a14:hiddenFill>
                        </a:ext>
                        <a:ext uri="{91240B29-F687-4F45-9708-019B960494DF}">
                          <a14:hiddenLine xmlns:a14="http://schemas.microsoft.com/office/drawing/2010/main" w="9525">
                            <a:solidFill>
                              <a:schemeClr val="tx1"/>
                            </a:solidFill>
                            <a:prstDash val="solid"/>
                            <a:miter lim="800000"/>
                            <a:headEnd type="none" w="sm" len="sm"/>
                            <a:tailEnd type="none" w="sm" len="sm"/>
                          </a14:hiddenLine>
                        </a:ext>
                        <a:ext uri="{AF507438-7753-43E0-B8FC-AC1667EBCBE1}">
                          <a14:hiddenEffects xmlns:a14="http://schemas.microsoft.com/office/drawing/2010/main">
                            <a:effectLst>
                              <a:outerShdw dist="38099" dir="2700000" algn="ctr" rotWithShape="0">
                                <a:schemeClr val="bg2">
                                  <a:alpha val="74997"/>
                                </a:schemeClr>
                              </a:outerShdw>
                            </a:effectLst>
                          </a14:hiddenEffects>
                        </a:ext>
                      </a:extLst>
                    </p:spPr>
                  </p:pic>
                </p:oleObj>
              </mc:Fallback>
            </mc:AlternateContent>
          </a:graphicData>
        </a:graphic>
      </p:graphicFrame>
      <p:sp>
        <p:nvSpPr>
          <p:cNvPr id="189456" name="Text Box 16"/>
          <p:cNvSpPr txBox="1">
            <a:spLocks noChangeArrowheads="1"/>
          </p:cNvSpPr>
          <p:nvPr/>
        </p:nvSpPr>
        <p:spPr bwMode="auto">
          <a:xfrm>
            <a:off x="1371600" y="5229225"/>
            <a:ext cx="6705600" cy="457200"/>
          </a:xfrm>
          <a:prstGeom prst="rect">
            <a:avLst/>
          </a:prstGeom>
          <a:noFill/>
          <a:ln>
            <a:noFill/>
          </a:ln>
          <a:effectLst/>
        </p:spPr>
        <p:txBody>
          <a:bodyPr>
            <a:spAutoFit/>
          </a:bodyPr>
          <a:lstStyle/>
          <a:p>
            <a:pPr>
              <a:spcBef>
                <a:spcPct val="50000"/>
              </a:spcBef>
              <a:defRPr/>
            </a:pPr>
            <a:r>
              <a:rPr kumimoji="1" lang="en-US" altLang="zh-CN" sz="2400" b="1" dirty="0">
                <a:solidFill>
                  <a:srgbClr val="FF0000"/>
                </a:solidFill>
                <a:latin typeface="华文中宋" panose="02010600040101010101" pitchFamily="2" charset="-122"/>
                <a:ea typeface="华文中宋" panose="02010600040101010101" pitchFamily="2" charset="-122"/>
              </a:rPr>
              <a:t>CPU</a:t>
            </a:r>
            <a:r>
              <a:rPr kumimoji="1" lang="en-US" altLang="zh-CN" sz="2400" b="1" baseline="-25000" dirty="0">
                <a:solidFill>
                  <a:srgbClr val="FF0000"/>
                </a:solidFill>
                <a:latin typeface="华文中宋" panose="02010600040101010101" pitchFamily="2" charset="-122"/>
                <a:ea typeface="华文中宋" panose="02010600040101010101" pitchFamily="2" charset="-122"/>
              </a:rPr>
              <a:t>A</a:t>
            </a:r>
            <a:r>
              <a:rPr kumimoji="1" lang="zh-CN" altLang="en-US" sz="2400" b="1" dirty="0">
                <a:solidFill>
                  <a:srgbClr val="FF0000"/>
                </a:solidFill>
                <a:latin typeface="华文中宋" panose="02010600040101010101" pitchFamily="2" charset="-122"/>
                <a:ea typeface="华文中宋" panose="02010600040101010101" pitchFamily="2" charset="-122"/>
              </a:rPr>
              <a:t>快，即使其执行的指令数较</a:t>
            </a:r>
            <a:r>
              <a:rPr kumimoji="1" lang="en-US" altLang="zh-CN" sz="2400" b="1" dirty="0">
                <a:solidFill>
                  <a:srgbClr val="FF0000"/>
                </a:solidFill>
                <a:latin typeface="华文中宋" panose="02010600040101010101" pitchFamily="2" charset="-122"/>
                <a:ea typeface="华文中宋" panose="02010600040101010101" pitchFamily="2" charset="-122"/>
              </a:rPr>
              <a:t>CPU</a:t>
            </a:r>
            <a:r>
              <a:rPr kumimoji="1" lang="en-US" altLang="zh-CN" sz="2400" b="1" baseline="-25000" dirty="0">
                <a:solidFill>
                  <a:srgbClr val="FF0000"/>
                </a:solidFill>
                <a:latin typeface="华文中宋" panose="02010600040101010101" pitchFamily="2" charset="-122"/>
                <a:ea typeface="华文中宋" panose="02010600040101010101" pitchFamily="2" charset="-122"/>
              </a:rPr>
              <a:t>B</a:t>
            </a:r>
            <a:r>
              <a:rPr kumimoji="1" lang="zh-CN" altLang="en-US" sz="2400" b="1" dirty="0">
                <a:solidFill>
                  <a:srgbClr val="FF0000"/>
                </a:solidFill>
                <a:latin typeface="华文中宋" panose="02010600040101010101" pitchFamily="2" charset="-122"/>
                <a:ea typeface="华文中宋" panose="02010600040101010101" pitchFamily="2" charset="-122"/>
              </a:rPr>
              <a:t>多。</a:t>
            </a:r>
          </a:p>
        </p:txBody>
      </p:sp>
      <p:graphicFrame>
        <p:nvGraphicFramePr>
          <p:cNvPr id="11267" name="Object 19"/>
          <p:cNvGraphicFramePr>
            <a:graphicFrameLocks noGrp="1" noChangeAspect="1"/>
          </p:cNvGraphicFramePr>
          <p:nvPr>
            <p:ph sz="half" idx="4294967295"/>
          </p:nvPr>
        </p:nvGraphicFramePr>
        <p:xfrm>
          <a:off x="5364163" y="3424238"/>
          <a:ext cx="3779837" cy="588962"/>
        </p:xfrm>
        <a:graphic>
          <a:graphicData uri="http://schemas.openxmlformats.org/presentationml/2006/ole">
            <mc:AlternateContent xmlns:mc="http://schemas.openxmlformats.org/markup-compatibility/2006">
              <mc:Choice xmlns:v="urn:schemas-microsoft-com:vml" Requires="v">
                <p:oleObj name="公式" r:id="rId2" imgW="1548765" imgH="241300" progId="Equation.3">
                  <p:embed/>
                </p:oleObj>
              </mc:Choice>
              <mc:Fallback>
                <p:oleObj name="公式" r:id="rId2" imgW="1548765" imgH="2413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64163" y="3424238"/>
                        <a:ext cx="3779837" cy="588962"/>
                      </a:xfrm>
                      <a:prstGeom prst="rect">
                        <a:avLst/>
                      </a:prstGeom>
                      <a:noFill/>
                      <a:ln>
                        <a:noFill/>
                      </a:ln>
                      <a:effectLst/>
                      <a:extLst>
                        <a:ext uri="{909E8E84-426E-40DD-AFC4-6F175D3DCCD1}">
                          <a14:hiddenFill xmlns:a14="http://schemas.microsoft.com/office/drawing/2010/main">
                            <a:solidFill>
                              <a:srgbClr val="00FF80"/>
                            </a:solidFill>
                          </a14:hiddenFill>
                        </a:ext>
                        <a:ext uri="{91240B29-F687-4F45-9708-019B960494DF}">
                          <a14:hiddenLine xmlns:a14="http://schemas.microsoft.com/office/drawing/2010/main" w="9525">
                            <a:solidFill>
                              <a:schemeClr val="tx1"/>
                            </a:solidFill>
                            <a:prstDash val="solid"/>
                            <a:miter lim="800000"/>
                            <a:headEnd type="none" w="sm" len="sm"/>
                            <a:tailEnd type="none" w="sm" len="sm"/>
                          </a14:hiddenLine>
                        </a:ext>
                        <a:ext uri="{AF507438-7753-43E0-B8FC-AC1667EBCBE1}">
                          <a14:hiddenEffects xmlns:a14="http://schemas.microsoft.com/office/drawing/2010/main">
                            <a:effectLst>
                              <a:outerShdw dist="38099" dir="2700000" algn="ctr" rotWithShape="0">
                                <a:schemeClr val="bg2">
                                  <a:alpha val="74997"/>
                                </a:schemeClr>
                              </a:outerShdw>
                            </a:effectLst>
                          </a14:hiddenEffects>
                        </a:ext>
                      </a:extLst>
                    </p:spPr>
                  </p:pic>
                </p:oleObj>
              </mc:Fallback>
            </mc:AlternateContent>
          </a:graphicData>
        </a:graphic>
      </p:graphicFrame>
      <p:sp>
        <p:nvSpPr>
          <p:cNvPr id="189462" name="Text Box 22"/>
          <p:cNvSpPr txBox="1">
            <a:spLocks noChangeArrowheads="1"/>
          </p:cNvSpPr>
          <p:nvPr/>
        </p:nvSpPr>
        <p:spPr bwMode="auto">
          <a:xfrm>
            <a:off x="511175" y="3719513"/>
            <a:ext cx="2209800" cy="457200"/>
          </a:xfrm>
          <a:prstGeom prst="rect">
            <a:avLst/>
          </a:prstGeom>
          <a:solidFill>
            <a:srgbClr val="00FF00"/>
          </a:solidFill>
          <a:ln>
            <a:noFill/>
          </a:ln>
          <a:effectLst/>
          <a:scene3d>
            <a:camera prst="legacyObliqueTopRight"/>
            <a:lightRig rig="legacyFlat3" dir="b"/>
          </a:scene3d>
          <a:sp3d extrusionH="163500" prstMaterial="legacyMatte">
            <a:bevelT w="13500" h="13500" prst="angle"/>
            <a:bevelB w="13500" h="13500" prst="angle"/>
            <a:extrusionClr>
              <a:srgbClr val="00FF00"/>
            </a:extrusionClr>
          </a:sp3d>
        </p:spPr>
        <p:txBody>
          <a:bodyPr>
            <a:spAutoFit/>
            <a:flatTx/>
          </a:bodyPr>
          <a:lstStyle/>
          <a:p>
            <a:pPr algn="ctr">
              <a:spcBef>
                <a:spcPct val="50000"/>
              </a:spcBef>
              <a:defRPr/>
            </a:pPr>
            <a:r>
              <a:rPr kumimoji="1" lang="zh-CN" altLang="en-US" sz="2400" b="1">
                <a:effectLst>
                  <a:outerShdw blurRad="38100" dist="38100" dir="2700000" algn="tl">
                    <a:srgbClr val="FFFFFF"/>
                  </a:outerShdw>
                </a:effectLst>
                <a:latin typeface="Times New Roman" panose="02020603050405020304" pitchFamily="18" charset="0"/>
                <a:ea typeface="华文中宋" panose="02010600040101010101" pitchFamily="2" charset="-122"/>
              </a:rPr>
              <a:t>比较指令</a:t>
            </a:r>
          </a:p>
        </p:txBody>
      </p:sp>
      <p:sp>
        <p:nvSpPr>
          <p:cNvPr id="189463" name="Text Box 23"/>
          <p:cNvSpPr txBox="1">
            <a:spLocks noChangeArrowheads="1"/>
          </p:cNvSpPr>
          <p:nvPr/>
        </p:nvSpPr>
        <p:spPr bwMode="auto">
          <a:xfrm>
            <a:off x="511175" y="4267200"/>
            <a:ext cx="2209800" cy="457200"/>
          </a:xfrm>
          <a:prstGeom prst="rect">
            <a:avLst/>
          </a:prstGeom>
          <a:solidFill>
            <a:srgbClr val="00FF00"/>
          </a:solidFill>
          <a:ln>
            <a:noFill/>
          </a:ln>
          <a:effectLst/>
          <a:scene3d>
            <a:camera prst="legacyObliqueTopRight"/>
            <a:lightRig rig="legacyFlat3" dir="b"/>
          </a:scene3d>
          <a:sp3d extrusionH="163500" prstMaterial="legacyMatte">
            <a:bevelT w="13500" h="13500" prst="angle"/>
            <a:bevelB w="13500" h="13500" prst="angle"/>
            <a:extrusionClr>
              <a:srgbClr val="00FF00"/>
            </a:extrusionClr>
          </a:sp3d>
        </p:spPr>
        <p:txBody>
          <a:bodyPr>
            <a:spAutoFit/>
            <a:flatTx/>
          </a:bodyPr>
          <a:lstStyle/>
          <a:p>
            <a:pPr algn="ctr">
              <a:spcBef>
                <a:spcPct val="50000"/>
              </a:spcBef>
              <a:defRPr/>
            </a:pPr>
            <a:r>
              <a:rPr kumimoji="1" lang="zh-CN" altLang="en-US" sz="2400" b="1">
                <a:effectLst>
                  <a:outerShdw blurRad="38100" dist="38100" dir="2700000" algn="tl">
                    <a:srgbClr val="FFFFFF"/>
                  </a:outerShdw>
                </a:effectLst>
                <a:latin typeface="Times New Roman" panose="02020603050405020304" pitchFamily="18" charset="0"/>
                <a:ea typeface="华文中宋" panose="02010600040101010101" pitchFamily="2" charset="-122"/>
              </a:rPr>
              <a:t>测试分支</a:t>
            </a:r>
          </a:p>
        </p:txBody>
      </p:sp>
      <p:sp>
        <p:nvSpPr>
          <p:cNvPr id="11272" name="Text Box 24"/>
          <p:cNvSpPr txBox="1">
            <a:spLocks noChangeArrowheads="1"/>
          </p:cNvSpPr>
          <p:nvPr/>
        </p:nvSpPr>
        <p:spPr bwMode="auto">
          <a:xfrm>
            <a:off x="511175" y="1571625"/>
            <a:ext cx="2514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000">
                <a:solidFill>
                  <a:schemeClr val="tx1"/>
                </a:solidFill>
                <a:latin typeface="Verdana" panose="020B0604030504040204" pitchFamily="34" charset="0"/>
                <a:ea typeface="宋体" panose="02010600030101010101" pitchFamily="2" charset="-122"/>
              </a:defRPr>
            </a:lvl1pPr>
            <a:lvl2pPr marL="742950" indent="-285750" eaLnBrk="0" hangingPunct="0">
              <a:defRPr sz="2000">
                <a:solidFill>
                  <a:schemeClr val="tx1"/>
                </a:solidFill>
                <a:latin typeface="Verdana" panose="020B0604030504040204" pitchFamily="34" charset="0"/>
                <a:ea typeface="宋体" panose="02010600030101010101" pitchFamily="2" charset="-122"/>
              </a:defRPr>
            </a:lvl2pPr>
            <a:lvl3pPr marL="1143000" indent="-228600" eaLnBrk="0" hangingPunct="0">
              <a:defRPr sz="2000">
                <a:solidFill>
                  <a:schemeClr val="tx1"/>
                </a:solidFill>
                <a:latin typeface="Verdana" panose="020B0604030504040204" pitchFamily="34" charset="0"/>
                <a:ea typeface="宋体" panose="02010600030101010101" pitchFamily="2" charset="-122"/>
              </a:defRPr>
            </a:lvl3pPr>
            <a:lvl4pPr marL="1600200" indent="-228600" eaLnBrk="0" hangingPunct="0">
              <a:defRPr sz="2000">
                <a:solidFill>
                  <a:schemeClr val="tx1"/>
                </a:solidFill>
                <a:latin typeface="Verdana" panose="020B0604030504040204" pitchFamily="34" charset="0"/>
                <a:ea typeface="宋体" panose="02010600030101010101" pitchFamily="2" charset="-122"/>
              </a:defRPr>
            </a:lvl4pPr>
            <a:lvl5pPr marL="2057400" indent="-228600" eaLnBrk="0" hangingPunct="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50000"/>
              </a:spcBef>
            </a:pPr>
            <a:r>
              <a:rPr kumimoji="1" lang="en-US" altLang="zh-CN" sz="2800" b="1">
                <a:solidFill>
                  <a:srgbClr val="FF0000"/>
                </a:solidFill>
                <a:latin typeface="Times New Roman" panose="02020603050405020304" pitchFamily="18" charset="0"/>
                <a:ea typeface="文鼎CS大宋" charset="-122"/>
              </a:rPr>
              <a:t>CPU</a:t>
            </a:r>
            <a:r>
              <a:rPr kumimoji="1" lang="en-US" altLang="zh-CN" sz="2800" b="1" baseline="-25000">
                <a:solidFill>
                  <a:srgbClr val="FF0000"/>
                </a:solidFill>
                <a:latin typeface="Times New Roman" panose="02020603050405020304" pitchFamily="18" charset="0"/>
                <a:ea typeface="文鼎CS大宋" charset="-122"/>
              </a:rPr>
              <a:t>A</a:t>
            </a:r>
            <a:endParaRPr kumimoji="1" lang="en-US" altLang="zh-CN" sz="2800" b="1" baseline="-25000">
              <a:solidFill>
                <a:srgbClr val="000066"/>
              </a:solidFill>
              <a:latin typeface="Times New Roman" panose="02020603050405020304" pitchFamily="18" charset="0"/>
              <a:ea typeface="文鼎CS大宋" charset="-122"/>
            </a:endParaRPr>
          </a:p>
        </p:txBody>
      </p:sp>
      <p:sp>
        <p:nvSpPr>
          <p:cNvPr id="189465" name="Text Box 25"/>
          <p:cNvSpPr txBox="1">
            <a:spLocks noChangeArrowheads="1"/>
          </p:cNvSpPr>
          <p:nvPr/>
        </p:nvSpPr>
        <p:spPr bwMode="auto">
          <a:xfrm>
            <a:off x="2843213" y="3719513"/>
            <a:ext cx="2209800" cy="457200"/>
          </a:xfrm>
          <a:prstGeom prst="rect">
            <a:avLst/>
          </a:prstGeom>
          <a:solidFill>
            <a:srgbClr val="00FF00"/>
          </a:solidFill>
          <a:ln>
            <a:noFill/>
          </a:ln>
          <a:effectLst/>
          <a:scene3d>
            <a:camera prst="legacyObliqueTopRight"/>
            <a:lightRig rig="legacyFlat3" dir="b"/>
          </a:scene3d>
          <a:sp3d extrusionH="163500" prstMaterial="legacyMatte">
            <a:bevelT w="13500" h="13500" prst="angle"/>
            <a:bevelB w="13500" h="13500" prst="angle"/>
            <a:extrusionClr>
              <a:srgbClr val="00FF00"/>
            </a:extrusionClr>
          </a:sp3d>
        </p:spPr>
        <p:txBody>
          <a:bodyPr>
            <a:spAutoFit/>
            <a:flatTx/>
          </a:bodyPr>
          <a:lstStyle/>
          <a:p>
            <a:pPr algn="ctr">
              <a:spcBef>
                <a:spcPct val="50000"/>
              </a:spcBef>
              <a:defRPr/>
            </a:pPr>
            <a:r>
              <a:rPr kumimoji="1" lang="zh-CN" altLang="en-US" sz="2400" b="1">
                <a:effectLst>
                  <a:outerShdw blurRad="38100" dist="38100" dir="2700000" algn="tl">
                    <a:srgbClr val="FFFFFF"/>
                  </a:outerShdw>
                </a:effectLst>
                <a:latin typeface="Times New Roman" panose="02020603050405020304" pitchFamily="18" charset="0"/>
                <a:ea typeface="华文中宋" panose="02010600040101010101" pitchFamily="2" charset="-122"/>
              </a:rPr>
              <a:t>分支指令</a:t>
            </a:r>
          </a:p>
        </p:txBody>
      </p:sp>
      <p:sp>
        <p:nvSpPr>
          <p:cNvPr id="11274" name="Text Box 26"/>
          <p:cNvSpPr txBox="1">
            <a:spLocks noChangeArrowheads="1"/>
          </p:cNvSpPr>
          <p:nvPr/>
        </p:nvSpPr>
        <p:spPr bwMode="auto">
          <a:xfrm>
            <a:off x="3132138" y="1571625"/>
            <a:ext cx="19208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000">
                <a:solidFill>
                  <a:schemeClr val="tx1"/>
                </a:solidFill>
                <a:latin typeface="Verdana" panose="020B0604030504040204" pitchFamily="34" charset="0"/>
                <a:ea typeface="宋体" panose="02010600030101010101" pitchFamily="2" charset="-122"/>
              </a:defRPr>
            </a:lvl1pPr>
            <a:lvl2pPr marL="742950" indent="-285750" eaLnBrk="0" hangingPunct="0">
              <a:defRPr sz="2000">
                <a:solidFill>
                  <a:schemeClr val="tx1"/>
                </a:solidFill>
                <a:latin typeface="Verdana" panose="020B0604030504040204" pitchFamily="34" charset="0"/>
                <a:ea typeface="宋体" panose="02010600030101010101" pitchFamily="2" charset="-122"/>
              </a:defRPr>
            </a:lvl2pPr>
            <a:lvl3pPr marL="1143000" indent="-228600" eaLnBrk="0" hangingPunct="0">
              <a:defRPr sz="2000">
                <a:solidFill>
                  <a:schemeClr val="tx1"/>
                </a:solidFill>
                <a:latin typeface="Verdana" panose="020B0604030504040204" pitchFamily="34" charset="0"/>
                <a:ea typeface="宋体" panose="02010600030101010101" pitchFamily="2" charset="-122"/>
              </a:defRPr>
            </a:lvl3pPr>
            <a:lvl4pPr marL="1600200" indent="-228600" eaLnBrk="0" hangingPunct="0">
              <a:defRPr sz="2000">
                <a:solidFill>
                  <a:schemeClr val="tx1"/>
                </a:solidFill>
                <a:latin typeface="Verdana" panose="020B0604030504040204" pitchFamily="34" charset="0"/>
                <a:ea typeface="宋体" panose="02010600030101010101" pitchFamily="2" charset="-122"/>
              </a:defRPr>
            </a:lvl4pPr>
            <a:lvl5pPr marL="2057400" indent="-228600" eaLnBrk="0" hangingPunct="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50000"/>
              </a:spcBef>
            </a:pPr>
            <a:r>
              <a:rPr kumimoji="1" lang="en-US" altLang="zh-CN" sz="2800" b="1">
                <a:solidFill>
                  <a:srgbClr val="FF0000"/>
                </a:solidFill>
                <a:latin typeface="Times New Roman" panose="02020603050405020304" pitchFamily="18" charset="0"/>
                <a:ea typeface="文鼎CS大宋" charset="-122"/>
              </a:rPr>
              <a:t>CPU</a:t>
            </a:r>
            <a:r>
              <a:rPr kumimoji="1" lang="en-US" altLang="zh-CN" sz="2800" b="1" baseline="-25000">
                <a:solidFill>
                  <a:srgbClr val="FF0000"/>
                </a:solidFill>
                <a:latin typeface="Times New Roman" panose="02020603050405020304" pitchFamily="18" charset="0"/>
                <a:ea typeface="文鼎CS大宋" charset="-122"/>
              </a:rPr>
              <a:t>B</a:t>
            </a:r>
            <a:endParaRPr kumimoji="1" lang="en-US" altLang="zh-CN" sz="2800" b="1" baseline="-25000">
              <a:solidFill>
                <a:srgbClr val="000066"/>
              </a:solidFill>
              <a:latin typeface="Times New Roman" panose="02020603050405020304" pitchFamily="18" charset="0"/>
              <a:ea typeface="文鼎CS大宋" charset="-122"/>
            </a:endParaRPr>
          </a:p>
        </p:txBody>
      </p:sp>
      <p:grpSp>
        <p:nvGrpSpPr>
          <p:cNvPr id="11275" name="Group 27"/>
          <p:cNvGrpSpPr/>
          <p:nvPr/>
        </p:nvGrpSpPr>
        <p:grpSpPr bwMode="auto">
          <a:xfrm>
            <a:off x="2843213" y="2182813"/>
            <a:ext cx="2209800" cy="1460500"/>
            <a:chOff x="3120" y="2256"/>
            <a:chExt cx="1584" cy="1152"/>
          </a:xfrm>
        </p:grpSpPr>
        <p:sp>
          <p:nvSpPr>
            <p:cNvPr id="189468" name="Rectangle 28"/>
            <p:cNvSpPr>
              <a:spLocks noChangeArrowheads="1"/>
            </p:cNvSpPr>
            <p:nvPr/>
          </p:nvSpPr>
          <p:spPr bwMode="auto">
            <a:xfrm>
              <a:off x="3120" y="2256"/>
              <a:ext cx="1584" cy="1152"/>
            </a:xfrm>
            <a:prstGeom prst="rect">
              <a:avLst/>
            </a:prstGeom>
            <a:solidFill>
              <a:srgbClr val="009900"/>
            </a:solidFill>
            <a:ln w="12700" cap="sq">
              <a:miter lim="800000"/>
              <a:headEnd type="none" w="sm" len="sm"/>
              <a:tailEnd type="none" w="sm" len="sm"/>
            </a:ln>
            <a:effectLst/>
            <a:scene3d>
              <a:camera prst="legacyObliqueTopRight"/>
              <a:lightRig rig="legacyFlat3" dir="b"/>
            </a:scene3d>
            <a:sp3d extrusionH="163500" prstMaterial="legacyMatte">
              <a:bevelT w="13500" h="13500" prst="angle"/>
              <a:bevelB w="13500" h="13500" prst="angle"/>
              <a:extrusionClr>
                <a:srgbClr val="009900"/>
              </a:extrusionClr>
            </a:sp3d>
          </p:spPr>
          <p:txBody>
            <a:bodyPr wrap="none" anchor="ctr">
              <a:flatTx/>
            </a:bodyPr>
            <a:lstStyle/>
            <a:p>
              <a:pPr algn="ctr">
                <a:defRPr/>
              </a:pPr>
              <a:endParaRPr kumimoji="1" lang="en-US" sz="2400" b="1">
                <a:effectLst>
                  <a:outerShdw blurRad="38100" dist="38100" dir="2700000" algn="tl">
                    <a:srgbClr val="FFFFFF"/>
                  </a:outerShdw>
                </a:effectLst>
                <a:latin typeface="Times New Roman" panose="02020603050405020304" pitchFamily="18" charset="0"/>
                <a:ea typeface="华文中宋" panose="02010600040101010101" pitchFamily="2" charset="-122"/>
              </a:endParaRPr>
            </a:p>
          </p:txBody>
        </p:sp>
        <p:sp>
          <p:nvSpPr>
            <p:cNvPr id="189469" name="Text Box 29"/>
            <p:cNvSpPr txBox="1">
              <a:spLocks noChangeArrowheads="1"/>
            </p:cNvSpPr>
            <p:nvPr/>
          </p:nvSpPr>
          <p:spPr bwMode="auto">
            <a:xfrm>
              <a:off x="3312" y="2640"/>
              <a:ext cx="1198" cy="361"/>
            </a:xfrm>
            <a:prstGeom prst="rect">
              <a:avLst/>
            </a:prstGeom>
            <a:noFill/>
            <a:ln>
              <a:noFill/>
            </a:ln>
            <a:effectLst/>
          </p:spPr>
          <p:txBody>
            <a:bodyPr>
              <a:spAutoFit/>
            </a:bodyPr>
            <a:lstStyle/>
            <a:p>
              <a:pPr algn="ctr">
                <a:spcBef>
                  <a:spcPct val="50000"/>
                </a:spcBef>
                <a:defRPr/>
              </a:pPr>
              <a:r>
                <a:rPr kumimoji="1" lang="zh-CN" altLang="en-US" sz="2400" b="1">
                  <a:solidFill>
                    <a:srgbClr val="FFFFFF"/>
                  </a:solidFill>
                  <a:effectLst>
                    <a:outerShdw blurRad="38100" dist="38100" dir="2700000" algn="tl">
                      <a:srgbClr val="C0C0C0"/>
                    </a:outerShdw>
                  </a:effectLst>
                  <a:latin typeface="Times New Roman" panose="02020603050405020304" pitchFamily="18" charset="0"/>
                  <a:ea typeface="华文中宋" panose="02010600040101010101" pitchFamily="2" charset="-122"/>
                </a:rPr>
                <a:t>其它指令</a:t>
              </a:r>
              <a:endParaRPr kumimoji="1" lang="zh-CN" altLang="en-US" sz="2400" b="1">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endParaRPr>
            </a:p>
          </p:txBody>
        </p:sp>
      </p:grpSp>
      <p:sp>
        <p:nvSpPr>
          <p:cNvPr id="189470" name="Rectangle 30"/>
          <p:cNvSpPr>
            <a:spLocks noChangeArrowheads="1"/>
          </p:cNvSpPr>
          <p:nvPr/>
        </p:nvSpPr>
        <p:spPr bwMode="auto">
          <a:xfrm>
            <a:off x="511175" y="2182813"/>
            <a:ext cx="2209800" cy="1460500"/>
          </a:xfrm>
          <a:prstGeom prst="rect">
            <a:avLst/>
          </a:prstGeom>
          <a:solidFill>
            <a:srgbClr val="009900"/>
          </a:solidFill>
          <a:ln w="12700" cap="sq">
            <a:miter lim="800000"/>
            <a:headEnd type="none" w="sm" len="sm"/>
            <a:tailEnd type="none" w="sm" len="sm"/>
          </a:ln>
          <a:effectLst/>
          <a:scene3d>
            <a:camera prst="legacyObliqueTopRight"/>
            <a:lightRig rig="legacyFlat3" dir="b"/>
          </a:scene3d>
          <a:sp3d extrusionH="163500" prstMaterial="legacyMatte">
            <a:bevelT w="13500" h="13500" prst="angle"/>
            <a:bevelB w="13500" h="13500" prst="angle"/>
            <a:extrusionClr>
              <a:srgbClr val="009900"/>
            </a:extrusionClr>
          </a:sp3d>
        </p:spPr>
        <p:txBody>
          <a:bodyPr wrap="none" anchor="ctr">
            <a:flatTx/>
          </a:bodyPr>
          <a:lstStyle/>
          <a:p>
            <a:pPr algn="ctr">
              <a:defRPr/>
            </a:pPr>
            <a:endParaRPr kumimoji="1" lang="en-US" sz="2400" b="1">
              <a:effectLst>
                <a:outerShdw blurRad="38100" dist="38100" dir="2700000" algn="tl">
                  <a:srgbClr val="FFFFFF"/>
                </a:outerShdw>
              </a:effectLst>
              <a:latin typeface="Times New Roman" panose="02020603050405020304" pitchFamily="18" charset="0"/>
              <a:ea typeface="华文中宋" panose="02010600040101010101" pitchFamily="2" charset="-122"/>
            </a:endParaRPr>
          </a:p>
        </p:txBody>
      </p:sp>
      <p:sp>
        <p:nvSpPr>
          <p:cNvPr id="189471" name="Text Box 31"/>
          <p:cNvSpPr txBox="1">
            <a:spLocks noChangeArrowheads="1"/>
          </p:cNvSpPr>
          <p:nvPr/>
        </p:nvSpPr>
        <p:spPr bwMode="auto">
          <a:xfrm>
            <a:off x="650875" y="2670175"/>
            <a:ext cx="1905000" cy="457200"/>
          </a:xfrm>
          <a:prstGeom prst="rect">
            <a:avLst/>
          </a:prstGeom>
          <a:noFill/>
          <a:ln>
            <a:noFill/>
          </a:ln>
          <a:effectLst/>
        </p:spPr>
        <p:txBody>
          <a:bodyPr>
            <a:spAutoFit/>
          </a:bodyPr>
          <a:lstStyle/>
          <a:p>
            <a:pPr algn="ctr">
              <a:spcBef>
                <a:spcPct val="50000"/>
              </a:spcBef>
              <a:defRPr/>
            </a:pPr>
            <a:r>
              <a:rPr kumimoji="1" lang="zh-CN" altLang="en-US" sz="2400" b="1">
                <a:solidFill>
                  <a:srgbClr val="FFFFFF"/>
                </a:solidFill>
                <a:effectLst>
                  <a:outerShdw blurRad="38100" dist="38100" dir="2700000" algn="tl">
                    <a:srgbClr val="C0C0C0"/>
                  </a:outerShdw>
                </a:effectLst>
                <a:latin typeface="Times New Roman" panose="02020603050405020304" pitchFamily="18" charset="0"/>
                <a:ea typeface="华文中宋" panose="02010600040101010101" pitchFamily="2" charset="-122"/>
              </a:rPr>
              <a:t>其它指令</a:t>
            </a:r>
            <a:endParaRPr kumimoji="1" lang="zh-CN" altLang="en-US" sz="2400" b="1">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endParaRPr>
          </a:p>
        </p:txBody>
      </p:sp>
      <p:sp>
        <p:nvSpPr>
          <p:cNvPr id="2" name="日期占位符 1">
            <a:extLst>
              <a:ext uri="{FF2B5EF4-FFF2-40B4-BE49-F238E27FC236}">
                <a16:creationId xmlns:a16="http://schemas.microsoft.com/office/drawing/2014/main" id="{A8DA755D-CD6A-3F0C-2C58-8D01BA6D1C93}"/>
              </a:ext>
            </a:extLst>
          </p:cNvPr>
          <p:cNvSpPr>
            <a:spLocks noGrp="1"/>
          </p:cNvSpPr>
          <p:nvPr>
            <p:ph type="dt" sz="half" idx="10"/>
          </p:nvPr>
        </p:nvSpPr>
        <p:spPr>
          <a:xfrm>
            <a:off x="457200" y="6356350"/>
            <a:ext cx="2133600" cy="365125"/>
          </a:xfrm>
        </p:spPr>
        <p:txBody>
          <a:bodyPr/>
          <a:lstStyle/>
          <a:p>
            <a:pPr>
              <a:defRPr/>
            </a:pPr>
            <a:fld id="{4349BE7F-346D-41C2-AC16-4B645E86F7D0}" type="datetime1">
              <a:rPr lang="zh-CN" altLang="en-US" smtClean="0"/>
              <a:t>2025/9/16</a:t>
            </a:fld>
            <a:endParaRPr lang="en-US" altLang="zh-CN" dirty="0"/>
          </a:p>
        </p:txBody>
      </p:sp>
      <p:sp>
        <p:nvSpPr>
          <p:cNvPr id="3" name="页脚占位符 3">
            <a:extLst>
              <a:ext uri="{FF2B5EF4-FFF2-40B4-BE49-F238E27FC236}">
                <a16:creationId xmlns:a16="http://schemas.microsoft.com/office/drawing/2014/main" id="{DB166576-1BED-83B3-F8C9-724A6A68FC37}"/>
              </a:ext>
            </a:extLst>
          </p:cNvPr>
          <p:cNvSpPr>
            <a:spLocks noGrp="1"/>
          </p:cNvSpPr>
          <p:nvPr>
            <p:ph type="ftr" sz="quarter" idx="11"/>
          </p:nvPr>
        </p:nvSpPr>
        <p:spPr>
          <a:xfrm>
            <a:off x="3124200" y="6356350"/>
            <a:ext cx="2895600" cy="365125"/>
          </a:xfrm>
        </p:spPr>
        <p:txBody>
          <a:bodyPr/>
          <a:lstStyle/>
          <a:p>
            <a:pPr>
              <a:defRPr/>
            </a:pPr>
            <a:r>
              <a:rPr lang="zh-CN" altLang="en-US"/>
              <a:t>计算学部 刘宏伟</a:t>
            </a:r>
            <a:endParaRPr lang="en-US" altLang="zh-CN"/>
          </a:p>
        </p:txBody>
      </p:sp>
      <p:sp>
        <p:nvSpPr>
          <p:cNvPr id="4" name="灯片编号占位符 4">
            <a:extLst>
              <a:ext uri="{FF2B5EF4-FFF2-40B4-BE49-F238E27FC236}">
                <a16:creationId xmlns:a16="http://schemas.microsoft.com/office/drawing/2014/main" id="{F16C9272-5D77-B8B9-B386-00B0E9BD3E29}"/>
              </a:ext>
            </a:extLst>
          </p:cNvPr>
          <p:cNvSpPr>
            <a:spLocks noGrp="1"/>
          </p:cNvSpPr>
          <p:nvPr>
            <p:ph type="sldNum" sz="quarter" idx="12"/>
          </p:nvPr>
        </p:nvSpPr>
        <p:spPr>
          <a:xfrm>
            <a:off x="6553200" y="6356350"/>
            <a:ext cx="2133600" cy="365125"/>
          </a:xfrm>
        </p:spPr>
        <p:txBody>
          <a:bodyPr/>
          <a:lstStyle/>
          <a:p>
            <a:pPr>
              <a:defRPr/>
            </a:pPr>
            <a:fld id="{8BCAC33D-D29A-48B3-BCD6-381D3D720D26}" type="slidenum">
              <a:rPr lang="zh-CN" altLang="en-US" smtClean="0"/>
              <a:t>24</a:t>
            </a:fld>
            <a:endParaRPr lang="en-US" altLang="zh-CN"/>
          </a:p>
        </p:txBody>
      </p:sp>
    </p:spTree>
    <p:extLst>
      <p:ext uri="{BB962C8B-B14F-4D97-AF65-F5344CB8AC3E}">
        <p14:creationId xmlns:p14="http://schemas.microsoft.com/office/powerpoint/2010/main" val="5188598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2"/>
          <p:cNvSpPr>
            <a:spLocks noGrp="1" noChangeArrowheads="1"/>
          </p:cNvSpPr>
          <p:nvPr>
            <p:ph type="title" idx="4294967295"/>
          </p:nvPr>
        </p:nvSpPr>
        <p:spPr>
          <a:xfrm>
            <a:off x="457200" y="44624"/>
            <a:ext cx="8229600" cy="1143000"/>
          </a:xfrm>
        </p:spPr>
        <p:txBody>
          <a:bodyPr>
            <a:normAutofit/>
          </a:bodyPr>
          <a:lstStyle/>
          <a:p>
            <a:pPr eaLnBrk="1" hangingPunct="1"/>
            <a:r>
              <a:rPr kumimoji="1" lang="en-US" altLang="zh-CN" sz="3600" b="1" dirty="0">
                <a:latin typeface="Times New Roman" panose="02020603050405020304" pitchFamily="18" charset="0"/>
                <a:cs typeface="Times New Roman" panose="02020603050405020304" pitchFamily="18" charset="0"/>
              </a:rPr>
              <a:t>CPU</a:t>
            </a:r>
            <a:r>
              <a:rPr kumimoji="1" lang="zh-CN" altLang="en-US" sz="3600" b="1" dirty="0">
                <a:latin typeface="Times New Roman" panose="02020603050405020304" pitchFamily="18" charset="0"/>
                <a:cs typeface="Times New Roman" panose="02020603050405020304" pitchFamily="18" charset="0"/>
              </a:rPr>
              <a:t>性能公式</a:t>
            </a:r>
          </a:p>
        </p:txBody>
      </p:sp>
      <p:graphicFrame>
        <p:nvGraphicFramePr>
          <p:cNvPr id="12290" name="Object 16"/>
          <p:cNvGraphicFramePr>
            <a:graphicFrameLocks noGrp="1" noChangeAspect="1"/>
          </p:cNvGraphicFramePr>
          <p:nvPr>
            <p:ph sz="half" idx="4294967295"/>
          </p:nvPr>
        </p:nvGraphicFramePr>
        <p:xfrm>
          <a:off x="5219700" y="3646488"/>
          <a:ext cx="3817938" cy="619125"/>
        </p:xfrm>
        <a:graphic>
          <a:graphicData uri="http://schemas.openxmlformats.org/presentationml/2006/ole">
            <mc:AlternateContent xmlns:mc="http://schemas.openxmlformats.org/markup-compatibility/2006">
              <mc:Choice xmlns:v="urn:schemas-microsoft-com:vml" Requires="v">
                <p:oleObj name="公式" r:id="rId2" imgW="1473200" imgH="241300" progId="Equation.3">
                  <p:embed/>
                </p:oleObj>
              </mc:Choice>
              <mc:Fallback>
                <p:oleObj name="公式" r:id="rId2" imgW="1473200" imgH="24130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19700" y="3646488"/>
                        <a:ext cx="3817938" cy="619125"/>
                      </a:xfrm>
                      <a:prstGeom prst="rect">
                        <a:avLst/>
                      </a:prstGeom>
                      <a:noFill/>
                      <a:ln>
                        <a:noFill/>
                      </a:ln>
                      <a:effectLst/>
                      <a:extLst>
                        <a:ext uri="{909E8E84-426E-40DD-AFC4-6F175D3DCCD1}">
                          <a14:hiddenFill xmlns:a14="http://schemas.microsoft.com/office/drawing/2010/main">
                            <a:solidFill>
                              <a:srgbClr val="00FF80"/>
                            </a:solidFill>
                          </a14:hiddenFill>
                        </a:ext>
                        <a:ext uri="{91240B29-F687-4F45-9708-019B960494DF}">
                          <a14:hiddenLine xmlns:a14="http://schemas.microsoft.com/office/drawing/2010/main" w="9525">
                            <a:solidFill>
                              <a:schemeClr val="tx1"/>
                            </a:solidFill>
                            <a:prstDash val="solid"/>
                            <a:miter lim="800000"/>
                            <a:headEnd type="none" w="sm" len="sm"/>
                            <a:tailEnd type="none" w="sm" len="sm"/>
                          </a14:hiddenLine>
                        </a:ext>
                        <a:ext uri="{AF507438-7753-43E0-B8FC-AC1667EBCBE1}">
                          <a14:hiddenEffects xmlns:a14="http://schemas.microsoft.com/office/drawing/2010/main">
                            <a:effectLst>
                              <a:outerShdw dist="38099" dir="2700000" algn="ctr" rotWithShape="0">
                                <a:schemeClr val="bg2">
                                  <a:alpha val="74997"/>
                                </a:schemeClr>
                              </a:outerShdw>
                            </a:effectLst>
                          </a14:hiddenEffects>
                        </a:ext>
                      </a:extLst>
                    </p:spPr>
                  </p:pic>
                </p:oleObj>
              </mc:Fallback>
            </mc:AlternateContent>
          </a:graphicData>
        </a:graphic>
      </p:graphicFrame>
      <p:sp>
        <p:nvSpPr>
          <p:cNvPr id="185347" name="Rectangle 3"/>
          <p:cNvSpPr>
            <a:spLocks noGrp="1" noChangeArrowheads="1"/>
          </p:cNvSpPr>
          <p:nvPr>
            <p:ph type="body" idx="4294967295"/>
          </p:nvPr>
        </p:nvSpPr>
        <p:spPr>
          <a:xfrm>
            <a:off x="511175" y="1268760"/>
            <a:ext cx="7901632" cy="1303337"/>
          </a:xfrm>
        </p:spPr>
        <p:txBody>
          <a:bodyPr/>
          <a:lstStyle/>
          <a:p>
            <a:pPr algn="just" eaLnBrk="1" hangingPunct="1">
              <a:lnSpc>
                <a:spcPct val="150000"/>
              </a:lnSpc>
              <a:defRPr/>
            </a:pPr>
            <a:r>
              <a:rPr kumimoji="1" lang="zh-CN" altLang="en-US" sz="2600" dirty="0">
                <a:latin typeface="华文中宋" panose="02010600040101010101" pitchFamily="2" charset="-122"/>
                <a:ea typeface="华文中宋" panose="02010600040101010101" pitchFamily="2" charset="-122"/>
              </a:rPr>
              <a:t>如果</a:t>
            </a:r>
            <a:r>
              <a:rPr kumimoji="1" lang="en-US" altLang="zh-CN" sz="2600" dirty="0">
                <a:latin typeface="华文中宋" panose="02010600040101010101" pitchFamily="2" charset="-122"/>
                <a:ea typeface="华文中宋" panose="02010600040101010101" pitchFamily="2" charset="-122"/>
              </a:rPr>
              <a:t>CPUA</a:t>
            </a:r>
            <a:r>
              <a:rPr kumimoji="1" lang="zh-CN" altLang="en-US" sz="2600" dirty="0">
                <a:latin typeface="华文中宋" panose="02010600040101010101" pitchFamily="2" charset="-122"/>
                <a:ea typeface="华文中宋" panose="02010600040101010101" pitchFamily="2" charset="-122"/>
              </a:rPr>
              <a:t>的时钟周期时间仅仅比</a:t>
            </a:r>
            <a:r>
              <a:rPr kumimoji="1" lang="en-US" altLang="zh-CN" sz="2600" dirty="0">
                <a:latin typeface="华文中宋" panose="02010600040101010101" pitchFamily="2" charset="-122"/>
                <a:ea typeface="华文中宋" panose="02010600040101010101" pitchFamily="2" charset="-122"/>
              </a:rPr>
              <a:t>CPUB</a:t>
            </a:r>
            <a:r>
              <a:rPr kumimoji="1" lang="zh-CN" altLang="en-US" sz="2600" dirty="0">
                <a:latin typeface="华文中宋" panose="02010600040101010101" pitchFamily="2" charset="-122"/>
                <a:ea typeface="华文中宋" panose="02010600040101010101" pitchFamily="2" charset="-122"/>
              </a:rPr>
              <a:t>快</a:t>
            </a:r>
            <a:r>
              <a:rPr kumimoji="1" lang="en-US" altLang="zh-CN" sz="2600" dirty="0">
                <a:latin typeface="华文中宋" panose="02010600040101010101" pitchFamily="2" charset="-122"/>
                <a:ea typeface="华文中宋" panose="02010600040101010101" pitchFamily="2" charset="-122"/>
              </a:rPr>
              <a:t>1.1</a:t>
            </a:r>
            <a:r>
              <a:rPr kumimoji="1" lang="zh-CN" altLang="en-US" sz="2600" dirty="0">
                <a:latin typeface="华文中宋" panose="02010600040101010101" pitchFamily="2" charset="-122"/>
                <a:ea typeface="华文中宋" panose="02010600040101010101" pitchFamily="2" charset="-122"/>
              </a:rPr>
              <a:t>倍，哪一个</a:t>
            </a:r>
            <a:r>
              <a:rPr kumimoji="1" lang="en-US" altLang="zh-CN" sz="2600" dirty="0">
                <a:latin typeface="华文中宋" panose="02010600040101010101" pitchFamily="2" charset="-122"/>
                <a:ea typeface="华文中宋" panose="02010600040101010101" pitchFamily="2" charset="-122"/>
              </a:rPr>
              <a:t>CPU</a:t>
            </a:r>
            <a:r>
              <a:rPr kumimoji="1" lang="zh-CN" altLang="en-US" sz="2600" dirty="0">
                <a:latin typeface="华文中宋" panose="02010600040101010101" pitchFamily="2" charset="-122"/>
                <a:ea typeface="华文中宋" panose="02010600040101010101" pitchFamily="2" charset="-122"/>
              </a:rPr>
              <a:t>更快呢？</a:t>
            </a:r>
          </a:p>
        </p:txBody>
      </p:sp>
      <p:graphicFrame>
        <p:nvGraphicFramePr>
          <p:cNvPr id="12291" name="Object 18"/>
          <p:cNvGraphicFramePr>
            <a:graphicFrameLocks noGrp="1" noChangeAspect="1"/>
          </p:cNvGraphicFramePr>
          <p:nvPr>
            <p:ph sz="half" idx="4294967295"/>
          </p:nvPr>
        </p:nvGraphicFramePr>
        <p:xfrm>
          <a:off x="5219700" y="4384675"/>
          <a:ext cx="3817938" cy="625475"/>
        </p:xfrm>
        <a:graphic>
          <a:graphicData uri="http://schemas.openxmlformats.org/presentationml/2006/ole">
            <mc:AlternateContent xmlns:mc="http://schemas.openxmlformats.org/markup-compatibility/2006">
              <mc:Choice xmlns:v="urn:schemas-microsoft-com:vml" Requires="v">
                <p:oleObj name="公式" r:id="rId2" imgW="1459865" imgH="241300" progId="Equation.3">
                  <p:embed/>
                </p:oleObj>
              </mc:Choice>
              <mc:Fallback>
                <p:oleObj name="公式" r:id="rId2" imgW="1459865" imgH="2413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19700" y="4384675"/>
                        <a:ext cx="3817938" cy="625475"/>
                      </a:xfrm>
                      <a:prstGeom prst="rect">
                        <a:avLst/>
                      </a:prstGeom>
                      <a:noFill/>
                      <a:ln>
                        <a:noFill/>
                      </a:ln>
                      <a:effectLst/>
                      <a:extLst>
                        <a:ext uri="{909E8E84-426E-40DD-AFC4-6F175D3DCCD1}">
                          <a14:hiddenFill xmlns:a14="http://schemas.microsoft.com/office/drawing/2010/main">
                            <a:solidFill>
                              <a:srgbClr val="00FF80"/>
                            </a:solidFill>
                          </a14:hiddenFill>
                        </a:ext>
                        <a:ext uri="{91240B29-F687-4F45-9708-019B960494DF}">
                          <a14:hiddenLine xmlns:a14="http://schemas.microsoft.com/office/drawing/2010/main" w="9525">
                            <a:solidFill>
                              <a:schemeClr val="tx1"/>
                            </a:solidFill>
                            <a:prstDash val="solid"/>
                            <a:miter lim="800000"/>
                            <a:headEnd type="none" w="sm" len="sm"/>
                            <a:tailEnd type="none" w="sm" len="sm"/>
                          </a14:hiddenLine>
                        </a:ext>
                        <a:ext uri="{AF507438-7753-43E0-B8FC-AC1667EBCBE1}">
                          <a14:hiddenEffects xmlns:a14="http://schemas.microsoft.com/office/drawing/2010/main">
                            <a:effectLst>
                              <a:outerShdw dist="38099" dir="2700000" algn="ctr" rotWithShape="0">
                                <a:schemeClr val="bg2">
                                  <a:alpha val="74997"/>
                                </a:schemeClr>
                              </a:outerShdw>
                            </a:effectLst>
                          </a14:hiddenEffects>
                        </a:ext>
                      </a:extLst>
                    </p:spPr>
                  </p:pic>
                </p:oleObj>
              </mc:Fallback>
            </mc:AlternateContent>
          </a:graphicData>
        </a:graphic>
      </p:graphicFrame>
      <p:sp>
        <p:nvSpPr>
          <p:cNvPr id="185364" name="Text Box 20"/>
          <p:cNvSpPr txBox="1">
            <a:spLocks noChangeArrowheads="1"/>
          </p:cNvSpPr>
          <p:nvPr/>
        </p:nvSpPr>
        <p:spPr bwMode="auto">
          <a:xfrm>
            <a:off x="511175" y="4856163"/>
            <a:ext cx="2209800" cy="457200"/>
          </a:xfrm>
          <a:prstGeom prst="rect">
            <a:avLst/>
          </a:prstGeom>
          <a:solidFill>
            <a:srgbClr val="00FF00"/>
          </a:solidFill>
          <a:ln>
            <a:noFill/>
          </a:ln>
          <a:effectLst/>
          <a:scene3d>
            <a:camera prst="legacyObliqueTopRight"/>
            <a:lightRig rig="legacyFlat3" dir="b"/>
          </a:scene3d>
          <a:sp3d extrusionH="163500" prstMaterial="legacyMatte">
            <a:bevelT w="13500" h="13500" prst="angle"/>
            <a:bevelB w="13500" h="13500" prst="angle"/>
            <a:extrusionClr>
              <a:srgbClr val="00FF00"/>
            </a:extrusionClr>
          </a:sp3d>
        </p:spPr>
        <p:txBody>
          <a:bodyPr>
            <a:spAutoFit/>
            <a:flatTx/>
          </a:bodyPr>
          <a:lstStyle/>
          <a:p>
            <a:pPr algn="ctr">
              <a:spcBef>
                <a:spcPct val="50000"/>
              </a:spcBef>
              <a:defRPr/>
            </a:pPr>
            <a:r>
              <a:rPr kumimoji="1" lang="zh-CN" altLang="en-US" sz="2400" b="1">
                <a:effectLst>
                  <a:outerShdw blurRad="38100" dist="38100" dir="2700000" algn="tl">
                    <a:srgbClr val="FFFFFF"/>
                  </a:outerShdw>
                </a:effectLst>
                <a:latin typeface="Times New Roman" panose="02020603050405020304" pitchFamily="18" charset="0"/>
                <a:ea typeface="华文中宋" panose="02010600040101010101" pitchFamily="2" charset="-122"/>
              </a:rPr>
              <a:t>比较指令</a:t>
            </a:r>
          </a:p>
        </p:txBody>
      </p:sp>
      <p:sp>
        <p:nvSpPr>
          <p:cNvPr id="185365" name="Text Box 21"/>
          <p:cNvSpPr txBox="1">
            <a:spLocks noChangeArrowheads="1"/>
          </p:cNvSpPr>
          <p:nvPr/>
        </p:nvSpPr>
        <p:spPr bwMode="auto">
          <a:xfrm>
            <a:off x="511175" y="5403850"/>
            <a:ext cx="2209800" cy="457200"/>
          </a:xfrm>
          <a:prstGeom prst="rect">
            <a:avLst/>
          </a:prstGeom>
          <a:solidFill>
            <a:srgbClr val="00FF00"/>
          </a:solidFill>
          <a:ln>
            <a:noFill/>
          </a:ln>
          <a:effectLst/>
          <a:scene3d>
            <a:camera prst="legacyObliqueTopRight"/>
            <a:lightRig rig="legacyFlat3" dir="b"/>
          </a:scene3d>
          <a:sp3d extrusionH="163500" prstMaterial="legacyMatte">
            <a:bevelT w="13500" h="13500" prst="angle"/>
            <a:bevelB w="13500" h="13500" prst="angle"/>
            <a:extrusionClr>
              <a:srgbClr val="00FF00"/>
            </a:extrusionClr>
          </a:sp3d>
        </p:spPr>
        <p:txBody>
          <a:bodyPr>
            <a:spAutoFit/>
            <a:flatTx/>
          </a:bodyPr>
          <a:lstStyle/>
          <a:p>
            <a:pPr algn="ctr">
              <a:spcBef>
                <a:spcPct val="50000"/>
              </a:spcBef>
              <a:defRPr/>
            </a:pPr>
            <a:r>
              <a:rPr kumimoji="1" lang="zh-CN" altLang="en-US" sz="2400" b="1">
                <a:effectLst>
                  <a:outerShdw blurRad="38100" dist="38100" dir="2700000" algn="tl">
                    <a:srgbClr val="FFFFFF"/>
                  </a:outerShdw>
                </a:effectLst>
                <a:latin typeface="Times New Roman" panose="02020603050405020304" pitchFamily="18" charset="0"/>
                <a:ea typeface="华文中宋" panose="02010600040101010101" pitchFamily="2" charset="-122"/>
              </a:rPr>
              <a:t>测试分支</a:t>
            </a:r>
          </a:p>
        </p:txBody>
      </p:sp>
      <p:sp>
        <p:nvSpPr>
          <p:cNvPr id="12296" name="Text Box 22"/>
          <p:cNvSpPr txBox="1">
            <a:spLocks noChangeArrowheads="1"/>
          </p:cNvSpPr>
          <p:nvPr/>
        </p:nvSpPr>
        <p:spPr bwMode="auto">
          <a:xfrm>
            <a:off x="511175" y="2708275"/>
            <a:ext cx="2514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000">
                <a:solidFill>
                  <a:schemeClr val="tx1"/>
                </a:solidFill>
                <a:latin typeface="Verdana" panose="020B0604030504040204" pitchFamily="34" charset="0"/>
                <a:ea typeface="宋体" panose="02010600030101010101" pitchFamily="2" charset="-122"/>
              </a:defRPr>
            </a:lvl1pPr>
            <a:lvl2pPr marL="742950" indent="-285750" eaLnBrk="0" hangingPunct="0">
              <a:defRPr sz="2000">
                <a:solidFill>
                  <a:schemeClr val="tx1"/>
                </a:solidFill>
                <a:latin typeface="Verdana" panose="020B0604030504040204" pitchFamily="34" charset="0"/>
                <a:ea typeface="宋体" panose="02010600030101010101" pitchFamily="2" charset="-122"/>
              </a:defRPr>
            </a:lvl2pPr>
            <a:lvl3pPr marL="1143000" indent="-228600" eaLnBrk="0" hangingPunct="0">
              <a:defRPr sz="2000">
                <a:solidFill>
                  <a:schemeClr val="tx1"/>
                </a:solidFill>
                <a:latin typeface="Verdana" panose="020B0604030504040204" pitchFamily="34" charset="0"/>
                <a:ea typeface="宋体" panose="02010600030101010101" pitchFamily="2" charset="-122"/>
              </a:defRPr>
            </a:lvl3pPr>
            <a:lvl4pPr marL="1600200" indent="-228600" eaLnBrk="0" hangingPunct="0">
              <a:defRPr sz="2000">
                <a:solidFill>
                  <a:schemeClr val="tx1"/>
                </a:solidFill>
                <a:latin typeface="Verdana" panose="020B0604030504040204" pitchFamily="34" charset="0"/>
                <a:ea typeface="宋体" panose="02010600030101010101" pitchFamily="2" charset="-122"/>
              </a:defRPr>
            </a:lvl4pPr>
            <a:lvl5pPr marL="2057400" indent="-228600" eaLnBrk="0" hangingPunct="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50000"/>
              </a:spcBef>
            </a:pPr>
            <a:r>
              <a:rPr kumimoji="1" lang="en-US" altLang="zh-CN" sz="2800" b="1">
                <a:solidFill>
                  <a:srgbClr val="FF0000"/>
                </a:solidFill>
                <a:latin typeface="Times New Roman" panose="02020603050405020304" pitchFamily="18" charset="0"/>
                <a:ea typeface="文鼎CS大宋" charset="-122"/>
              </a:rPr>
              <a:t>CPU</a:t>
            </a:r>
            <a:r>
              <a:rPr kumimoji="1" lang="en-US" altLang="zh-CN" sz="2800" b="1" baseline="-25000">
                <a:solidFill>
                  <a:srgbClr val="FF0000"/>
                </a:solidFill>
                <a:latin typeface="Times New Roman" panose="02020603050405020304" pitchFamily="18" charset="0"/>
                <a:ea typeface="文鼎CS大宋" charset="-122"/>
              </a:rPr>
              <a:t>A</a:t>
            </a:r>
            <a:endParaRPr kumimoji="1" lang="en-US" altLang="zh-CN" sz="2800" b="1" baseline="-25000">
              <a:solidFill>
                <a:srgbClr val="000066"/>
              </a:solidFill>
              <a:latin typeface="Times New Roman" panose="02020603050405020304" pitchFamily="18" charset="0"/>
              <a:ea typeface="文鼎CS大宋" charset="-122"/>
            </a:endParaRPr>
          </a:p>
        </p:txBody>
      </p:sp>
      <p:sp>
        <p:nvSpPr>
          <p:cNvPr id="185367" name="Text Box 23"/>
          <p:cNvSpPr txBox="1">
            <a:spLocks noChangeArrowheads="1"/>
          </p:cNvSpPr>
          <p:nvPr/>
        </p:nvSpPr>
        <p:spPr bwMode="auto">
          <a:xfrm>
            <a:off x="2843213" y="4856163"/>
            <a:ext cx="2209800" cy="457200"/>
          </a:xfrm>
          <a:prstGeom prst="rect">
            <a:avLst/>
          </a:prstGeom>
          <a:solidFill>
            <a:srgbClr val="00FF00"/>
          </a:solidFill>
          <a:ln>
            <a:noFill/>
          </a:ln>
          <a:effectLst/>
          <a:scene3d>
            <a:camera prst="legacyObliqueTopRight"/>
            <a:lightRig rig="legacyFlat3" dir="b"/>
          </a:scene3d>
          <a:sp3d extrusionH="163500" prstMaterial="legacyMatte">
            <a:bevelT w="13500" h="13500" prst="angle"/>
            <a:bevelB w="13500" h="13500" prst="angle"/>
            <a:extrusionClr>
              <a:srgbClr val="00FF00"/>
            </a:extrusionClr>
          </a:sp3d>
        </p:spPr>
        <p:txBody>
          <a:bodyPr>
            <a:spAutoFit/>
            <a:flatTx/>
          </a:bodyPr>
          <a:lstStyle/>
          <a:p>
            <a:pPr algn="ctr">
              <a:spcBef>
                <a:spcPct val="50000"/>
              </a:spcBef>
              <a:defRPr/>
            </a:pPr>
            <a:r>
              <a:rPr kumimoji="1" lang="zh-CN" altLang="en-US" sz="2400" b="1">
                <a:effectLst>
                  <a:outerShdw blurRad="38100" dist="38100" dir="2700000" algn="tl">
                    <a:srgbClr val="FFFFFF"/>
                  </a:outerShdw>
                </a:effectLst>
                <a:latin typeface="Times New Roman" panose="02020603050405020304" pitchFamily="18" charset="0"/>
                <a:ea typeface="华文中宋" panose="02010600040101010101" pitchFamily="2" charset="-122"/>
              </a:rPr>
              <a:t>分支指令</a:t>
            </a:r>
          </a:p>
        </p:txBody>
      </p:sp>
      <p:sp>
        <p:nvSpPr>
          <p:cNvPr id="12298" name="Text Box 24"/>
          <p:cNvSpPr txBox="1">
            <a:spLocks noChangeArrowheads="1"/>
          </p:cNvSpPr>
          <p:nvPr/>
        </p:nvSpPr>
        <p:spPr bwMode="auto">
          <a:xfrm>
            <a:off x="3132138" y="2708275"/>
            <a:ext cx="19208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000">
                <a:solidFill>
                  <a:schemeClr val="tx1"/>
                </a:solidFill>
                <a:latin typeface="Verdana" panose="020B0604030504040204" pitchFamily="34" charset="0"/>
                <a:ea typeface="宋体" panose="02010600030101010101" pitchFamily="2" charset="-122"/>
              </a:defRPr>
            </a:lvl1pPr>
            <a:lvl2pPr marL="742950" indent="-285750" eaLnBrk="0" hangingPunct="0">
              <a:defRPr sz="2000">
                <a:solidFill>
                  <a:schemeClr val="tx1"/>
                </a:solidFill>
                <a:latin typeface="Verdana" panose="020B0604030504040204" pitchFamily="34" charset="0"/>
                <a:ea typeface="宋体" panose="02010600030101010101" pitchFamily="2" charset="-122"/>
              </a:defRPr>
            </a:lvl2pPr>
            <a:lvl3pPr marL="1143000" indent="-228600" eaLnBrk="0" hangingPunct="0">
              <a:defRPr sz="2000">
                <a:solidFill>
                  <a:schemeClr val="tx1"/>
                </a:solidFill>
                <a:latin typeface="Verdana" panose="020B0604030504040204" pitchFamily="34" charset="0"/>
                <a:ea typeface="宋体" panose="02010600030101010101" pitchFamily="2" charset="-122"/>
              </a:defRPr>
            </a:lvl3pPr>
            <a:lvl4pPr marL="1600200" indent="-228600" eaLnBrk="0" hangingPunct="0">
              <a:defRPr sz="2000">
                <a:solidFill>
                  <a:schemeClr val="tx1"/>
                </a:solidFill>
                <a:latin typeface="Verdana" panose="020B0604030504040204" pitchFamily="34" charset="0"/>
                <a:ea typeface="宋体" panose="02010600030101010101" pitchFamily="2" charset="-122"/>
              </a:defRPr>
            </a:lvl4pPr>
            <a:lvl5pPr marL="2057400" indent="-228600" eaLnBrk="0" hangingPunct="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50000"/>
              </a:spcBef>
            </a:pPr>
            <a:r>
              <a:rPr kumimoji="1" lang="en-US" altLang="zh-CN" sz="2800" b="1">
                <a:solidFill>
                  <a:srgbClr val="FF0000"/>
                </a:solidFill>
                <a:latin typeface="Times New Roman" panose="02020603050405020304" pitchFamily="18" charset="0"/>
                <a:ea typeface="文鼎CS大宋" charset="-122"/>
              </a:rPr>
              <a:t>CPU</a:t>
            </a:r>
            <a:r>
              <a:rPr kumimoji="1" lang="en-US" altLang="zh-CN" sz="2800" b="1" baseline="-25000">
                <a:solidFill>
                  <a:srgbClr val="FF0000"/>
                </a:solidFill>
                <a:latin typeface="Times New Roman" panose="02020603050405020304" pitchFamily="18" charset="0"/>
                <a:ea typeface="文鼎CS大宋" charset="-122"/>
              </a:rPr>
              <a:t>B</a:t>
            </a:r>
            <a:endParaRPr kumimoji="1" lang="en-US" altLang="zh-CN" sz="2800" b="1" baseline="-25000">
              <a:solidFill>
                <a:srgbClr val="000066"/>
              </a:solidFill>
              <a:latin typeface="Times New Roman" panose="02020603050405020304" pitchFamily="18" charset="0"/>
              <a:ea typeface="文鼎CS大宋" charset="-122"/>
            </a:endParaRPr>
          </a:p>
        </p:txBody>
      </p:sp>
      <p:grpSp>
        <p:nvGrpSpPr>
          <p:cNvPr id="12299" name="Group 25"/>
          <p:cNvGrpSpPr/>
          <p:nvPr/>
        </p:nvGrpSpPr>
        <p:grpSpPr bwMode="auto">
          <a:xfrm>
            <a:off x="2843213" y="3319463"/>
            <a:ext cx="2209800" cy="1460500"/>
            <a:chOff x="3120" y="2256"/>
            <a:chExt cx="1584" cy="1152"/>
          </a:xfrm>
        </p:grpSpPr>
        <p:sp>
          <p:nvSpPr>
            <p:cNvPr id="185370" name="Rectangle 26"/>
            <p:cNvSpPr>
              <a:spLocks noChangeArrowheads="1"/>
            </p:cNvSpPr>
            <p:nvPr/>
          </p:nvSpPr>
          <p:spPr bwMode="auto">
            <a:xfrm>
              <a:off x="3120" y="2256"/>
              <a:ext cx="1584" cy="1152"/>
            </a:xfrm>
            <a:prstGeom prst="rect">
              <a:avLst/>
            </a:prstGeom>
            <a:solidFill>
              <a:srgbClr val="009900"/>
            </a:solidFill>
            <a:ln w="12700" cap="sq">
              <a:miter lim="800000"/>
              <a:headEnd type="none" w="sm" len="sm"/>
              <a:tailEnd type="none" w="sm" len="sm"/>
            </a:ln>
            <a:effectLst/>
            <a:scene3d>
              <a:camera prst="legacyObliqueTopRight"/>
              <a:lightRig rig="legacyFlat3" dir="b"/>
            </a:scene3d>
            <a:sp3d extrusionH="163500" prstMaterial="legacyMatte">
              <a:bevelT w="13500" h="13500" prst="angle"/>
              <a:bevelB w="13500" h="13500" prst="angle"/>
              <a:extrusionClr>
                <a:srgbClr val="009900"/>
              </a:extrusionClr>
            </a:sp3d>
          </p:spPr>
          <p:txBody>
            <a:bodyPr wrap="none" anchor="ctr">
              <a:flatTx/>
            </a:bodyPr>
            <a:lstStyle/>
            <a:p>
              <a:pPr algn="ctr">
                <a:defRPr/>
              </a:pPr>
              <a:endParaRPr kumimoji="1" lang="en-US" sz="2400" b="1">
                <a:effectLst>
                  <a:outerShdw blurRad="38100" dist="38100" dir="2700000" algn="tl">
                    <a:srgbClr val="FFFFFF"/>
                  </a:outerShdw>
                </a:effectLst>
                <a:latin typeface="Times New Roman" panose="02020603050405020304" pitchFamily="18" charset="0"/>
                <a:ea typeface="华文中宋" panose="02010600040101010101" pitchFamily="2" charset="-122"/>
              </a:endParaRPr>
            </a:p>
          </p:txBody>
        </p:sp>
        <p:sp>
          <p:nvSpPr>
            <p:cNvPr id="185371" name="Text Box 27"/>
            <p:cNvSpPr txBox="1">
              <a:spLocks noChangeArrowheads="1"/>
            </p:cNvSpPr>
            <p:nvPr/>
          </p:nvSpPr>
          <p:spPr bwMode="auto">
            <a:xfrm>
              <a:off x="3312" y="2640"/>
              <a:ext cx="1198" cy="361"/>
            </a:xfrm>
            <a:prstGeom prst="rect">
              <a:avLst/>
            </a:prstGeom>
            <a:noFill/>
            <a:ln>
              <a:noFill/>
            </a:ln>
            <a:effectLst/>
          </p:spPr>
          <p:txBody>
            <a:bodyPr>
              <a:spAutoFit/>
            </a:bodyPr>
            <a:lstStyle/>
            <a:p>
              <a:pPr algn="ctr">
                <a:spcBef>
                  <a:spcPct val="50000"/>
                </a:spcBef>
                <a:defRPr/>
              </a:pPr>
              <a:r>
                <a:rPr kumimoji="1" lang="zh-CN" altLang="en-US" sz="2400" b="1">
                  <a:solidFill>
                    <a:srgbClr val="FFFFFF"/>
                  </a:solidFill>
                  <a:effectLst>
                    <a:outerShdw blurRad="38100" dist="38100" dir="2700000" algn="tl">
                      <a:srgbClr val="C0C0C0"/>
                    </a:outerShdw>
                  </a:effectLst>
                  <a:latin typeface="Times New Roman" panose="02020603050405020304" pitchFamily="18" charset="0"/>
                  <a:ea typeface="华文中宋" panose="02010600040101010101" pitchFamily="2" charset="-122"/>
                </a:rPr>
                <a:t>其它指令</a:t>
              </a:r>
              <a:endParaRPr kumimoji="1" lang="zh-CN" altLang="en-US" sz="2400" b="1">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endParaRPr>
            </a:p>
          </p:txBody>
        </p:sp>
      </p:grpSp>
      <p:sp>
        <p:nvSpPr>
          <p:cNvPr id="185372" name="Rectangle 28"/>
          <p:cNvSpPr>
            <a:spLocks noChangeArrowheads="1"/>
          </p:cNvSpPr>
          <p:nvPr/>
        </p:nvSpPr>
        <p:spPr bwMode="auto">
          <a:xfrm>
            <a:off x="511175" y="3319463"/>
            <a:ext cx="2209800" cy="1460500"/>
          </a:xfrm>
          <a:prstGeom prst="rect">
            <a:avLst/>
          </a:prstGeom>
          <a:solidFill>
            <a:srgbClr val="009900"/>
          </a:solidFill>
          <a:ln w="12700" cap="sq">
            <a:miter lim="800000"/>
            <a:headEnd type="none" w="sm" len="sm"/>
            <a:tailEnd type="none" w="sm" len="sm"/>
          </a:ln>
          <a:effectLst/>
          <a:scene3d>
            <a:camera prst="legacyObliqueTopRight"/>
            <a:lightRig rig="legacyFlat3" dir="b"/>
          </a:scene3d>
          <a:sp3d extrusionH="163500" prstMaterial="legacyMatte">
            <a:bevelT w="13500" h="13500" prst="angle"/>
            <a:bevelB w="13500" h="13500" prst="angle"/>
            <a:extrusionClr>
              <a:srgbClr val="009900"/>
            </a:extrusionClr>
          </a:sp3d>
        </p:spPr>
        <p:txBody>
          <a:bodyPr wrap="none" anchor="ctr">
            <a:flatTx/>
          </a:bodyPr>
          <a:lstStyle/>
          <a:p>
            <a:pPr algn="ctr">
              <a:defRPr/>
            </a:pPr>
            <a:endParaRPr kumimoji="1" lang="en-US" sz="2400" b="1">
              <a:effectLst>
                <a:outerShdw blurRad="38100" dist="38100" dir="2700000" algn="tl">
                  <a:srgbClr val="FFFFFF"/>
                </a:outerShdw>
              </a:effectLst>
              <a:latin typeface="Times New Roman" panose="02020603050405020304" pitchFamily="18" charset="0"/>
              <a:ea typeface="华文中宋" panose="02010600040101010101" pitchFamily="2" charset="-122"/>
            </a:endParaRPr>
          </a:p>
        </p:txBody>
      </p:sp>
      <p:sp>
        <p:nvSpPr>
          <p:cNvPr id="185373" name="Text Box 29"/>
          <p:cNvSpPr txBox="1">
            <a:spLocks noChangeArrowheads="1"/>
          </p:cNvSpPr>
          <p:nvPr/>
        </p:nvSpPr>
        <p:spPr bwMode="auto">
          <a:xfrm>
            <a:off x="650875" y="3806825"/>
            <a:ext cx="1905000" cy="457200"/>
          </a:xfrm>
          <a:prstGeom prst="rect">
            <a:avLst/>
          </a:prstGeom>
          <a:noFill/>
          <a:ln>
            <a:noFill/>
          </a:ln>
          <a:effectLst/>
        </p:spPr>
        <p:txBody>
          <a:bodyPr>
            <a:spAutoFit/>
          </a:bodyPr>
          <a:lstStyle/>
          <a:p>
            <a:pPr algn="ctr">
              <a:spcBef>
                <a:spcPct val="50000"/>
              </a:spcBef>
              <a:defRPr/>
            </a:pPr>
            <a:r>
              <a:rPr kumimoji="1" lang="zh-CN" altLang="en-US" sz="2400" b="1">
                <a:solidFill>
                  <a:srgbClr val="FFFFFF"/>
                </a:solidFill>
                <a:effectLst>
                  <a:outerShdw blurRad="38100" dist="38100" dir="2700000" algn="tl">
                    <a:srgbClr val="C0C0C0"/>
                  </a:outerShdw>
                </a:effectLst>
                <a:latin typeface="Times New Roman" panose="02020603050405020304" pitchFamily="18" charset="0"/>
                <a:ea typeface="华文中宋" panose="02010600040101010101" pitchFamily="2" charset="-122"/>
              </a:rPr>
              <a:t>其它指令</a:t>
            </a:r>
            <a:endParaRPr kumimoji="1" lang="zh-CN" altLang="en-US" sz="2400" b="1">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endParaRPr>
          </a:p>
        </p:txBody>
      </p:sp>
      <p:sp>
        <p:nvSpPr>
          <p:cNvPr id="2" name="日期占位符 1">
            <a:extLst>
              <a:ext uri="{FF2B5EF4-FFF2-40B4-BE49-F238E27FC236}">
                <a16:creationId xmlns:a16="http://schemas.microsoft.com/office/drawing/2014/main" id="{DAACDB73-BEAE-25BD-2EE9-0C82362FD9F8}"/>
              </a:ext>
            </a:extLst>
          </p:cNvPr>
          <p:cNvSpPr>
            <a:spLocks noGrp="1"/>
          </p:cNvSpPr>
          <p:nvPr>
            <p:ph type="dt" sz="half" idx="10"/>
          </p:nvPr>
        </p:nvSpPr>
        <p:spPr>
          <a:xfrm>
            <a:off x="457200" y="6356350"/>
            <a:ext cx="2133600" cy="365125"/>
          </a:xfrm>
        </p:spPr>
        <p:txBody>
          <a:bodyPr/>
          <a:lstStyle/>
          <a:p>
            <a:pPr>
              <a:defRPr/>
            </a:pPr>
            <a:fld id="{4349BE7F-346D-41C2-AC16-4B645E86F7D0}" type="datetime1">
              <a:rPr lang="zh-CN" altLang="en-US" smtClean="0"/>
              <a:t>2025/9/16</a:t>
            </a:fld>
            <a:endParaRPr lang="en-US" altLang="zh-CN" dirty="0"/>
          </a:p>
        </p:txBody>
      </p:sp>
      <p:sp>
        <p:nvSpPr>
          <p:cNvPr id="3" name="页脚占位符 3">
            <a:extLst>
              <a:ext uri="{FF2B5EF4-FFF2-40B4-BE49-F238E27FC236}">
                <a16:creationId xmlns:a16="http://schemas.microsoft.com/office/drawing/2014/main" id="{A6AF847B-2B6F-B547-890D-22C742B838D7}"/>
              </a:ext>
            </a:extLst>
          </p:cNvPr>
          <p:cNvSpPr>
            <a:spLocks noGrp="1"/>
          </p:cNvSpPr>
          <p:nvPr>
            <p:ph type="ftr" sz="quarter" idx="11"/>
          </p:nvPr>
        </p:nvSpPr>
        <p:spPr>
          <a:xfrm>
            <a:off x="3124200" y="6356350"/>
            <a:ext cx="2895600" cy="365125"/>
          </a:xfrm>
        </p:spPr>
        <p:txBody>
          <a:bodyPr/>
          <a:lstStyle/>
          <a:p>
            <a:pPr>
              <a:defRPr/>
            </a:pPr>
            <a:r>
              <a:rPr lang="zh-CN" altLang="en-US"/>
              <a:t>计算学部 刘宏伟</a:t>
            </a:r>
            <a:endParaRPr lang="en-US" altLang="zh-CN"/>
          </a:p>
        </p:txBody>
      </p:sp>
      <p:sp>
        <p:nvSpPr>
          <p:cNvPr id="4" name="灯片编号占位符 4">
            <a:extLst>
              <a:ext uri="{FF2B5EF4-FFF2-40B4-BE49-F238E27FC236}">
                <a16:creationId xmlns:a16="http://schemas.microsoft.com/office/drawing/2014/main" id="{58496769-F0BA-8E0C-848E-7A5E6C40E97B}"/>
              </a:ext>
            </a:extLst>
          </p:cNvPr>
          <p:cNvSpPr>
            <a:spLocks noGrp="1"/>
          </p:cNvSpPr>
          <p:nvPr>
            <p:ph type="sldNum" sz="quarter" idx="12"/>
          </p:nvPr>
        </p:nvSpPr>
        <p:spPr>
          <a:xfrm>
            <a:off x="6553200" y="6356350"/>
            <a:ext cx="2133600" cy="365125"/>
          </a:xfrm>
        </p:spPr>
        <p:txBody>
          <a:bodyPr/>
          <a:lstStyle/>
          <a:p>
            <a:pPr>
              <a:defRPr/>
            </a:pPr>
            <a:fld id="{8BCAC33D-D29A-48B3-BCD6-381D3D720D26}" type="slidenum">
              <a:rPr lang="zh-CN" altLang="en-US" smtClean="0"/>
              <a:t>25</a:t>
            </a:fld>
            <a:endParaRPr lang="en-US" altLang="zh-CN"/>
          </a:p>
        </p:txBody>
      </p:sp>
    </p:spTree>
    <p:extLst>
      <p:ext uri="{BB962C8B-B14F-4D97-AF65-F5344CB8AC3E}">
        <p14:creationId xmlns:p14="http://schemas.microsoft.com/office/powerpoint/2010/main" val="6293676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4"/>
          <p:cNvSpPr>
            <a:spLocks noGrp="1" noChangeArrowheads="1"/>
          </p:cNvSpPr>
          <p:nvPr>
            <p:ph type="title" idx="4294967295"/>
          </p:nvPr>
        </p:nvSpPr>
        <p:spPr/>
        <p:txBody>
          <a:bodyPr>
            <a:normAutofit/>
          </a:bodyPr>
          <a:lstStyle/>
          <a:p>
            <a:r>
              <a:rPr kumimoji="1" lang="zh-CN" altLang="en-US" sz="3600" b="1" dirty="0">
                <a:latin typeface="+mj-ea"/>
                <a:cs typeface="+mn-cs"/>
              </a:rPr>
              <a:t>本章小结</a:t>
            </a:r>
          </a:p>
        </p:txBody>
      </p:sp>
      <p:sp>
        <p:nvSpPr>
          <p:cNvPr id="18435" name="Rectangle 5"/>
          <p:cNvSpPr>
            <a:spLocks noGrp="1" noChangeArrowheads="1"/>
          </p:cNvSpPr>
          <p:nvPr>
            <p:ph type="body" idx="4294967295"/>
          </p:nvPr>
        </p:nvSpPr>
        <p:spPr/>
        <p:txBody>
          <a:bodyPr>
            <a:normAutofit/>
          </a:bodyPr>
          <a:lstStyle/>
          <a:p>
            <a:pPr>
              <a:lnSpc>
                <a:spcPct val="110000"/>
              </a:lnSpc>
            </a:pPr>
            <a:r>
              <a:rPr lang="zh-CN" altLang="en-US" sz="2400" b="1" dirty="0">
                <a:latin typeface="+mj-ea"/>
                <a:ea typeface="+mj-ea"/>
              </a:rPr>
              <a:t>讨论计算机体系结构的基本概念</a:t>
            </a:r>
          </a:p>
          <a:p>
            <a:pPr lvl="1">
              <a:lnSpc>
                <a:spcPct val="110000"/>
              </a:lnSpc>
            </a:pPr>
            <a:r>
              <a:rPr lang="zh-CN" altLang="en-US" sz="2400" b="1" dirty="0">
                <a:latin typeface="+mj-ea"/>
                <a:ea typeface="+mj-ea"/>
              </a:rPr>
              <a:t>经典计算机体系结构概念</a:t>
            </a:r>
            <a:endParaRPr lang="en-US" altLang="zh-CN" sz="2400" b="1" dirty="0">
              <a:latin typeface="+mj-ea"/>
              <a:ea typeface="+mj-ea"/>
            </a:endParaRPr>
          </a:p>
          <a:p>
            <a:pPr lvl="1">
              <a:lnSpc>
                <a:spcPct val="110000"/>
              </a:lnSpc>
            </a:pPr>
            <a:r>
              <a:rPr lang="zh-CN" altLang="en-US" sz="2400" b="1" dirty="0">
                <a:latin typeface="+mj-ea"/>
              </a:rPr>
              <a:t>计算机系统层次结构概念</a:t>
            </a:r>
            <a:endParaRPr lang="zh-CN" altLang="en-US" sz="2400" b="1" dirty="0">
              <a:latin typeface="+mj-ea"/>
              <a:ea typeface="+mj-ea"/>
            </a:endParaRPr>
          </a:p>
          <a:p>
            <a:pPr lvl="1">
              <a:lnSpc>
                <a:spcPct val="110000"/>
              </a:lnSpc>
            </a:pPr>
            <a:r>
              <a:rPr lang="zh-CN" altLang="en-US" sz="2400" b="1" dirty="0">
                <a:latin typeface="+mj-ea"/>
                <a:ea typeface="+mj-ea"/>
              </a:rPr>
              <a:t>计算机组成和计算机实现技术</a:t>
            </a:r>
          </a:p>
          <a:p>
            <a:pPr lvl="1">
              <a:lnSpc>
                <a:spcPct val="110000"/>
              </a:lnSpc>
            </a:pPr>
            <a:r>
              <a:rPr lang="zh-CN" altLang="en-US" sz="2400" b="1" dirty="0">
                <a:latin typeface="+mj-ea"/>
                <a:ea typeface="+mj-ea"/>
              </a:rPr>
              <a:t>现代计算机体系结构所研究的范围和内容</a:t>
            </a:r>
          </a:p>
          <a:p>
            <a:pPr>
              <a:lnSpc>
                <a:spcPct val="110000"/>
              </a:lnSpc>
            </a:pPr>
            <a:r>
              <a:rPr lang="zh-CN" altLang="en-US" sz="2400" b="1" dirty="0">
                <a:latin typeface="+mj-ea"/>
                <a:ea typeface="+mj-ea"/>
              </a:rPr>
              <a:t>计算机体系结构的发展</a:t>
            </a:r>
          </a:p>
          <a:p>
            <a:pPr lvl="1">
              <a:lnSpc>
                <a:spcPct val="110000"/>
              </a:lnSpc>
            </a:pPr>
            <a:r>
              <a:rPr lang="zh-CN" altLang="en-US" sz="2400" b="1" dirty="0">
                <a:latin typeface="+mj-ea"/>
                <a:ea typeface="+mj-ea"/>
              </a:rPr>
              <a:t>计算机的分代和分型</a:t>
            </a:r>
          </a:p>
          <a:p>
            <a:pPr lvl="1">
              <a:lnSpc>
                <a:spcPct val="110000"/>
              </a:lnSpc>
            </a:pPr>
            <a:r>
              <a:rPr lang="zh-CN" altLang="en-US" sz="2400" b="1" dirty="0">
                <a:latin typeface="+mj-ea"/>
                <a:ea typeface="+mj-ea"/>
              </a:rPr>
              <a:t>计算机应用需求和实现技术等方面的发展对计算机体系结构发展的促进作用</a:t>
            </a:r>
          </a:p>
        </p:txBody>
      </p:sp>
      <p:sp>
        <p:nvSpPr>
          <p:cNvPr id="2" name="日期占位符 1">
            <a:extLst>
              <a:ext uri="{FF2B5EF4-FFF2-40B4-BE49-F238E27FC236}">
                <a16:creationId xmlns:a16="http://schemas.microsoft.com/office/drawing/2014/main" id="{4F8E62F2-6E31-9405-B0EC-A74EC72C5313}"/>
              </a:ext>
            </a:extLst>
          </p:cNvPr>
          <p:cNvSpPr>
            <a:spLocks noGrp="1"/>
          </p:cNvSpPr>
          <p:nvPr>
            <p:ph type="dt" sz="half" idx="10"/>
          </p:nvPr>
        </p:nvSpPr>
        <p:spPr>
          <a:xfrm>
            <a:off x="457200" y="6356350"/>
            <a:ext cx="2133600" cy="365125"/>
          </a:xfrm>
        </p:spPr>
        <p:txBody>
          <a:bodyPr/>
          <a:lstStyle/>
          <a:p>
            <a:pPr>
              <a:defRPr/>
            </a:pPr>
            <a:fld id="{4349BE7F-346D-41C2-AC16-4B645E86F7D0}" type="datetime1">
              <a:rPr lang="zh-CN" altLang="en-US" smtClean="0"/>
              <a:t>2025/9/16</a:t>
            </a:fld>
            <a:endParaRPr lang="en-US" altLang="zh-CN" dirty="0"/>
          </a:p>
        </p:txBody>
      </p:sp>
      <p:sp>
        <p:nvSpPr>
          <p:cNvPr id="3" name="页脚占位符 3">
            <a:extLst>
              <a:ext uri="{FF2B5EF4-FFF2-40B4-BE49-F238E27FC236}">
                <a16:creationId xmlns:a16="http://schemas.microsoft.com/office/drawing/2014/main" id="{2EEFF4FD-11E7-97B5-8839-747BB888CA15}"/>
              </a:ext>
            </a:extLst>
          </p:cNvPr>
          <p:cNvSpPr>
            <a:spLocks noGrp="1"/>
          </p:cNvSpPr>
          <p:nvPr>
            <p:ph type="ftr" sz="quarter" idx="11"/>
          </p:nvPr>
        </p:nvSpPr>
        <p:spPr>
          <a:xfrm>
            <a:off x="3124200" y="6356350"/>
            <a:ext cx="2895600" cy="365125"/>
          </a:xfrm>
        </p:spPr>
        <p:txBody>
          <a:bodyPr/>
          <a:lstStyle/>
          <a:p>
            <a:pPr>
              <a:defRPr/>
            </a:pPr>
            <a:r>
              <a:rPr lang="zh-CN" altLang="en-US"/>
              <a:t>计算学部 刘宏伟</a:t>
            </a:r>
            <a:endParaRPr lang="en-US" altLang="zh-CN"/>
          </a:p>
        </p:txBody>
      </p:sp>
      <p:sp>
        <p:nvSpPr>
          <p:cNvPr id="4" name="灯片编号占位符 4">
            <a:extLst>
              <a:ext uri="{FF2B5EF4-FFF2-40B4-BE49-F238E27FC236}">
                <a16:creationId xmlns:a16="http://schemas.microsoft.com/office/drawing/2014/main" id="{8A7E7692-1C80-307A-A2C6-D590A489D95C}"/>
              </a:ext>
            </a:extLst>
          </p:cNvPr>
          <p:cNvSpPr>
            <a:spLocks noGrp="1"/>
          </p:cNvSpPr>
          <p:nvPr>
            <p:ph type="sldNum" sz="quarter" idx="12"/>
          </p:nvPr>
        </p:nvSpPr>
        <p:spPr>
          <a:xfrm>
            <a:off x="6553200" y="6356350"/>
            <a:ext cx="2133600" cy="365125"/>
          </a:xfrm>
        </p:spPr>
        <p:txBody>
          <a:bodyPr/>
          <a:lstStyle/>
          <a:p>
            <a:pPr>
              <a:defRPr/>
            </a:pPr>
            <a:fld id="{8BCAC33D-D29A-48B3-BCD6-381D3D720D26}" type="slidenum">
              <a:rPr lang="zh-CN" altLang="en-US" smtClean="0"/>
              <a:t>26</a:t>
            </a:fld>
            <a:endParaRPr lang="en-US" altLang="zh-CN"/>
          </a:p>
        </p:txBody>
      </p:sp>
    </p:spTree>
    <p:extLst>
      <p:ext uri="{BB962C8B-B14F-4D97-AF65-F5344CB8AC3E}">
        <p14:creationId xmlns:p14="http://schemas.microsoft.com/office/powerpoint/2010/main" val="33412262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4"/>
          <p:cNvSpPr>
            <a:spLocks noGrp="1" noChangeArrowheads="1"/>
          </p:cNvSpPr>
          <p:nvPr>
            <p:ph type="title" idx="4294967295"/>
          </p:nvPr>
        </p:nvSpPr>
        <p:spPr>
          <a:xfrm>
            <a:off x="457200" y="116632"/>
            <a:ext cx="8229600" cy="1143000"/>
          </a:xfrm>
        </p:spPr>
        <p:txBody>
          <a:bodyPr/>
          <a:lstStyle/>
          <a:p>
            <a:r>
              <a:rPr lang="en-US" altLang="zh-CN" sz="3600" b="1" dirty="0">
                <a:latin typeface="+mj-ea"/>
              </a:rPr>
              <a:t> </a:t>
            </a:r>
            <a:r>
              <a:rPr kumimoji="1" lang="zh-CN" altLang="en-US" sz="3600" b="1" dirty="0">
                <a:latin typeface="+mj-ea"/>
                <a:cs typeface="+mn-cs"/>
              </a:rPr>
              <a:t>本章小结</a:t>
            </a:r>
          </a:p>
        </p:txBody>
      </p:sp>
      <p:sp>
        <p:nvSpPr>
          <p:cNvPr id="19459" name="Rectangle 5"/>
          <p:cNvSpPr>
            <a:spLocks noGrp="1" noChangeArrowheads="1"/>
          </p:cNvSpPr>
          <p:nvPr>
            <p:ph type="body" idx="4294967295"/>
          </p:nvPr>
        </p:nvSpPr>
        <p:spPr>
          <a:xfrm>
            <a:off x="539552" y="1340768"/>
            <a:ext cx="8229600" cy="4525963"/>
          </a:xfrm>
        </p:spPr>
        <p:txBody>
          <a:bodyPr>
            <a:noAutofit/>
          </a:bodyPr>
          <a:lstStyle/>
          <a:p>
            <a:r>
              <a:rPr lang="zh-CN" altLang="en-US" sz="2400" b="1" dirty="0">
                <a:latin typeface="Times New Roman" panose="02020603050405020304" pitchFamily="18" charset="0"/>
                <a:ea typeface="+mj-ea"/>
                <a:cs typeface="Times New Roman" panose="02020603050405020304" pitchFamily="18" charset="0"/>
              </a:rPr>
              <a:t>并行性技术提高计算机系统性能</a:t>
            </a:r>
          </a:p>
          <a:p>
            <a:pPr lvl="1">
              <a:lnSpc>
                <a:spcPct val="120000"/>
              </a:lnSpc>
            </a:pPr>
            <a:r>
              <a:rPr lang="zh-CN" altLang="en-US" sz="2400" b="1" dirty="0">
                <a:latin typeface="Times New Roman" panose="02020603050405020304" pitchFamily="18" charset="0"/>
                <a:ea typeface="+mj-ea"/>
                <a:cs typeface="Times New Roman" panose="02020603050405020304" pitchFamily="18" charset="0"/>
              </a:rPr>
              <a:t>并行性技术的基本概念、分类、实例</a:t>
            </a:r>
          </a:p>
          <a:p>
            <a:pPr lvl="1">
              <a:lnSpc>
                <a:spcPct val="120000"/>
              </a:lnSpc>
            </a:pPr>
            <a:r>
              <a:rPr lang="zh-CN" altLang="en-US" sz="2400" b="1" dirty="0">
                <a:latin typeface="Times New Roman" panose="02020603050405020304" pitchFamily="18" charset="0"/>
                <a:ea typeface="+mj-ea"/>
                <a:cs typeface="Times New Roman" panose="02020603050405020304" pitchFamily="18" charset="0"/>
              </a:rPr>
              <a:t>时间重叠、资源重复、资源共享</a:t>
            </a:r>
            <a:endParaRPr lang="en-US" altLang="zh-CN" sz="2400" b="1" dirty="0">
              <a:latin typeface="Times New Roman" panose="02020603050405020304" pitchFamily="18" charset="0"/>
              <a:ea typeface="+mj-ea"/>
              <a:cs typeface="Times New Roman" panose="02020603050405020304" pitchFamily="18" charset="0"/>
            </a:endParaRPr>
          </a:p>
          <a:p>
            <a:pPr>
              <a:lnSpc>
                <a:spcPct val="120000"/>
              </a:lnSpc>
            </a:pPr>
            <a:r>
              <a:rPr lang="zh-CN" altLang="en-US" sz="2400" b="1" dirty="0">
                <a:latin typeface="Times New Roman" panose="02020603050405020304" pitchFamily="18" charset="0"/>
                <a:cs typeface="Times New Roman" panose="02020603050405020304" pitchFamily="18" charset="0"/>
              </a:rPr>
              <a:t>影响体系结构设计的成本和价格因素</a:t>
            </a:r>
          </a:p>
          <a:p>
            <a:pPr lvl="1"/>
            <a:r>
              <a:rPr lang="zh-CN" altLang="en-US" sz="2400" b="1" dirty="0">
                <a:latin typeface="Times New Roman" panose="02020603050405020304" pitchFamily="18" charset="0"/>
                <a:cs typeface="Times New Roman" panose="02020603050405020304" pitchFamily="18" charset="0"/>
              </a:rPr>
              <a:t>加深对计算机体系结构技术的理解</a:t>
            </a:r>
            <a:endParaRPr lang="zh-CN" altLang="en-US" sz="2400" b="1" dirty="0">
              <a:latin typeface="Times New Roman" panose="02020603050405020304" pitchFamily="18" charset="0"/>
              <a:ea typeface="+mj-ea"/>
              <a:cs typeface="Times New Roman" panose="02020603050405020304" pitchFamily="18" charset="0"/>
            </a:endParaRPr>
          </a:p>
          <a:p>
            <a:r>
              <a:rPr lang="zh-CN" altLang="en-US" sz="2400" b="1" dirty="0">
                <a:latin typeface="Times New Roman" panose="02020603050405020304" pitchFamily="18" charset="0"/>
                <a:ea typeface="+mj-ea"/>
                <a:cs typeface="Times New Roman" panose="02020603050405020304" pitchFamily="18" charset="0"/>
              </a:rPr>
              <a:t>定量分析技术</a:t>
            </a:r>
          </a:p>
          <a:p>
            <a:pPr lvl="1">
              <a:lnSpc>
                <a:spcPct val="120000"/>
              </a:lnSpc>
            </a:pPr>
            <a:r>
              <a:rPr lang="zh-CN" altLang="en-US" sz="2400" b="1" dirty="0">
                <a:latin typeface="Times New Roman" panose="02020603050405020304" pitchFamily="18" charset="0"/>
                <a:ea typeface="+mj-ea"/>
                <a:cs typeface="Times New Roman" panose="02020603050405020304" pitchFamily="18" charset="0"/>
              </a:rPr>
              <a:t>大概率事件优先原则</a:t>
            </a:r>
          </a:p>
          <a:p>
            <a:pPr lvl="1">
              <a:lnSpc>
                <a:spcPct val="120000"/>
              </a:lnSpc>
            </a:pPr>
            <a:r>
              <a:rPr lang="en-US" altLang="zh-CN" sz="2400" b="1" dirty="0">
                <a:latin typeface="Times New Roman" panose="02020603050405020304" pitchFamily="18" charset="0"/>
                <a:ea typeface="+mj-ea"/>
                <a:cs typeface="Times New Roman" panose="02020603050405020304" pitchFamily="18" charset="0"/>
              </a:rPr>
              <a:t>Amdahl</a:t>
            </a:r>
            <a:r>
              <a:rPr lang="zh-CN" altLang="en-US" sz="2400" b="1" dirty="0">
                <a:latin typeface="Times New Roman" panose="02020603050405020304" pitchFamily="18" charset="0"/>
                <a:ea typeface="+mj-ea"/>
                <a:cs typeface="Times New Roman" panose="02020603050405020304" pitchFamily="18" charset="0"/>
              </a:rPr>
              <a:t>定律</a:t>
            </a:r>
          </a:p>
          <a:p>
            <a:pPr lvl="1">
              <a:lnSpc>
                <a:spcPct val="120000"/>
              </a:lnSpc>
            </a:pPr>
            <a:r>
              <a:rPr lang="zh-CN" altLang="en-US" sz="2400" b="1" dirty="0">
                <a:latin typeface="Times New Roman" panose="02020603050405020304" pitchFamily="18" charset="0"/>
                <a:ea typeface="+mj-ea"/>
                <a:cs typeface="Times New Roman" panose="02020603050405020304" pitchFamily="18" charset="0"/>
              </a:rPr>
              <a:t>程序的局部性原理</a:t>
            </a:r>
          </a:p>
          <a:p>
            <a:pPr>
              <a:lnSpc>
                <a:spcPct val="120000"/>
              </a:lnSpc>
            </a:pPr>
            <a:r>
              <a:rPr lang="zh-CN" altLang="en-US" sz="2400" b="1" dirty="0">
                <a:latin typeface="Times New Roman" panose="02020603050405020304" pitchFamily="18" charset="0"/>
                <a:ea typeface="+mj-ea"/>
                <a:cs typeface="Times New Roman" panose="02020603050405020304" pitchFamily="18" charset="0"/>
              </a:rPr>
              <a:t>性能公式</a:t>
            </a:r>
          </a:p>
        </p:txBody>
      </p:sp>
      <p:sp>
        <p:nvSpPr>
          <p:cNvPr id="2" name="日期占位符 1">
            <a:extLst>
              <a:ext uri="{FF2B5EF4-FFF2-40B4-BE49-F238E27FC236}">
                <a16:creationId xmlns:a16="http://schemas.microsoft.com/office/drawing/2014/main" id="{E072AC29-905A-0A61-E8B9-6CEFEF783BD4}"/>
              </a:ext>
            </a:extLst>
          </p:cNvPr>
          <p:cNvSpPr>
            <a:spLocks noGrp="1"/>
          </p:cNvSpPr>
          <p:nvPr>
            <p:ph type="dt" sz="half" idx="10"/>
          </p:nvPr>
        </p:nvSpPr>
        <p:spPr>
          <a:xfrm>
            <a:off x="457200" y="6356350"/>
            <a:ext cx="2133600" cy="365125"/>
          </a:xfrm>
        </p:spPr>
        <p:txBody>
          <a:bodyPr/>
          <a:lstStyle/>
          <a:p>
            <a:pPr>
              <a:defRPr/>
            </a:pPr>
            <a:fld id="{4349BE7F-346D-41C2-AC16-4B645E86F7D0}" type="datetime1">
              <a:rPr lang="zh-CN" altLang="en-US" smtClean="0"/>
              <a:t>2025/9/16</a:t>
            </a:fld>
            <a:endParaRPr lang="en-US" altLang="zh-CN" dirty="0"/>
          </a:p>
        </p:txBody>
      </p:sp>
      <p:sp>
        <p:nvSpPr>
          <p:cNvPr id="3" name="页脚占位符 3">
            <a:extLst>
              <a:ext uri="{FF2B5EF4-FFF2-40B4-BE49-F238E27FC236}">
                <a16:creationId xmlns:a16="http://schemas.microsoft.com/office/drawing/2014/main" id="{6C1B5D0E-B031-FDF7-8168-1860DCA2A267}"/>
              </a:ext>
            </a:extLst>
          </p:cNvPr>
          <p:cNvSpPr>
            <a:spLocks noGrp="1"/>
          </p:cNvSpPr>
          <p:nvPr>
            <p:ph type="ftr" sz="quarter" idx="11"/>
          </p:nvPr>
        </p:nvSpPr>
        <p:spPr>
          <a:xfrm>
            <a:off x="3124200" y="6356350"/>
            <a:ext cx="2895600" cy="365125"/>
          </a:xfrm>
        </p:spPr>
        <p:txBody>
          <a:bodyPr/>
          <a:lstStyle/>
          <a:p>
            <a:pPr>
              <a:defRPr/>
            </a:pPr>
            <a:r>
              <a:rPr lang="zh-CN" altLang="en-US"/>
              <a:t>计算学部 刘宏伟</a:t>
            </a:r>
            <a:endParaRPr lang="en-US" altLang="zh-CN"/>
          </a:p>
        </p:txBody>
      </p:sp>
      <p:sp>
        <p:nvSpPr>
          <p:cNvPr id="4" name="灯片编号占位符 4">
            <a:extLst>
              <a:ext uri="{FF2B5EF4-FFF2-40B4-BE49-F238E27FC236}">
                <a16:creationId xmlns:a16="http://schemas.microsoft.com/office/drawing/2014/main" id="{6F097E4B-1F21-EAF6-4727-8DC1E5435132}"/>
              </a:ext>
            </a:extLst>
          </p:cNvPr>
          <p:cNvSpPr>
            <a:spLocks noGrp="1"/>
          </p:cNvSpPr>
          <p:nvPr>
            <p:ph type="sldNum" sz="quarter" idx="12"/>
          </p:nvPr>
        </p:nvSpPr>
        <p:spPr>
          <a:xfrm>
            <a:off x="6553200" y="6356350"/>
            <a:ext cx="2133600" cy="365125"/>
          </a:xfrm>
        </p:spPr>
        <p:txBody>
          <a:bodyPr/>
          <a:lstStyle/>
          <a:p>
            <a:pPr>
              <a:defRPr/>
            </a:pPr>
            <a:fld id="{8BCAC33D-D29A-48B3-BCD6-381D3D720D26}" type="slidenum">
              <a:rPr lang="zh-CN" altLang="en-US" smtClean="0"/>
              <a:t>27</a:t>
            </a:fld>
            <a:endParaRPr lang="en-US" altLang="zh-CN"/>
          </a:p>
        </p:txBody>
      </p:sp>
    </p:spTree>
    <p:extLst>
      <p:ext uri="{BB962C8B-B14F-4D97-AF65-F5344CB8AC3E}">
        <p14:creationId xmlns:p14="http://schemas.microsoft.com/office/powerpoint/2010/main" val="10791656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539750" y="44450"/>
            <a:ext cx="7772400" cy="1143000"/>
          </a:xfrm>
        </p:spPr>
        <p:txBody>
          <a:bodyPr/>
          <a:lstStyle/>
          <a:p>
            <a:pPr eaLnBrk="1" hangingPunct="1">
              <a:defRPr/>
            </a:pPr>
            <a:r>
              <a:rPr lang="zh-CN" altLang="en-US" b="1" dirty="0"/>
              <a:t>第</a:t>
            </a:r>
            <a:r>
              <a:rPr kumimoji="1" lang="en-US" altLang="zh-CN" b="1" dirty="0">
                <a:latin typeface="Times New Roman" pitchFamily="18" charset="0"/>
                <a:cs typeface="+mn-cs"/>
              </a:rPr>
              <a:t>2</a:t>
            </a:r>
            <a:r>
              <a:rPr lang="zh-CN" altLang="en-US" b="1" dirty="0"/>
              <a:t>章   指 令 系 统</a:t>
            </a:r>
          </a:p>
        </p:txBody>
      </p:sp>
      <p:grpSp>
        <p:nvGrpSpPr>
          <p:cNvPr id="6147" name="Group 3"/>
          <p:cNvGrpSpPr>
            <a:grpSpLocks/>
          </p:cNvGrpSpPr>
          <p:nvPr/>
        </p:nvGrpSpPr>
        <p:grpSpPr bwMode="auto">
          <a:xfrm>
            <a:off x="2151961" y="1437839"/>
            <a:ext cx="4630738" cy="4007385"/>
            <a:chOff x="434" y="1127"/>
            <a:chExt cx="2917" cy="2192"/>
          </a:xfrm>
        </p:grpSpPr>
        <p:sp>
          <p:nvSpPr>
            <p:cNvPr id="6149" name="Text Box 4"/>
            <p:cNvSpPr txBox="1">
              <a:spLocks noChangeArrowheads="1"/>
            </p:cNvSpPr>
            <p:nvPr/>
          </p:nvSpPr>
          <p:spPr bwMode="auto">
            <a:xfrm>
              <a:off x="439" y="1127"/>
              <a:ext cx="1875" cy="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800" b="1">
                  <a:solidFill>
                    <a:schemeClr val="tx1"/>
                  </a:solidFill>
                  <a:latin typeface="宋体" charset="-122"/>
                  <a:ea typeface="宋体" charset="-122"/>
                </a:defRPr>
              </a:lvl1pPr>
              <a:lvl2pPr marL="742950" indent="-285750" eaLnBrk="0" hangingPunct="0">
                <a:defRPr kumimoji="1" sz="800" b="1">
                  <a:solidFill>
                    <a:schemeClr val="tx1"/>
                  </a:solidFill>
                  <a:latin typeface="宋体" charset="-122"/>
                  <a:ea typeface="宋体" charset="-122"/>
                </a:defRPr>
              </a:lvl2pPr>
              <a:lvl3pPr marL="1143000" indent="-228600" eaLnBrk="0" hangingPunct="0">
                <a:defRPr kumimoji="1" sz="800" b="1">
                  <a:solidFill>
                    <a:schemeClr val="tx1"/>
                  </a:solidFill>
                  <a:latin typeface="宋体" charset="-122"/>
                  <a:ea typeface="宋体" charset="-122"/>
                </a:defRPr>
              </a:lvl3pPr>
              <a:lvl4pPr marL="1600200" indent="-228600" eaLnBrk="0" hangingPunct="0">
                <a:defRPr kumimoji="1" sz="800" b="1">
                  <a:solidFill>
                    <a:schemeClr val="tx1"/>
                  </a:solidFill>
                  <a:latin typeface="宋体" charset="-122"/>
                  <a:ea typeface="宋体" charset="-122"/>
                </a:defRPr>
              </a:lvl4pPr>
              <a:lvl5pPr marL="2057400" indent="-228600" eaLnBrk="0" hangingPunct="0">
                <a:defRPr kumimoji="1" sz="800" b="1">
                  <a:solidFill>
                    <a:schemeClr val="tx1"/>
                  </a:solidFill>
                  <a:latin typeface="宋体" charset="-122"/>
                  <a:ea typeface="宋体" charset="-122"/>
                </a:defRPr>
              </a:lvl5pPr>
              <a:lvl6pPr marL="2514600" indent="-228600" eaLnBrk="0" fontAlgn="base" hangingPunct="0">
                <a:spcBef>
                  <a:spcPct val="0"/>
                </a:spcBef>
                <a:spcAft>
                  <a:spcPct val="0"/>
                </a:spcAft>
                <a:defRPr kumimoji="1" sz="800" b="1">
                  <a:solidFill>
                    <a:schemeClr val="tx1"/>
                  </a:solidFill>
                  <a:latin typeface="宋体" charset="-122"/>
                  <a:ea typeface="宋体" charset="-122"/>
                </a:defRPr>
              </a:lvl6pPr>
              <a:lvl7pPr marL="2971800" indent="-228600" eaLnBrk="0" fontAlgn="base" hangingPunct="0">
                <a:spcBef>
                  <a:spcPct val="0"/>
                </a:spcBef>
                <a:spcAft>
                  <a:spcPct val="0"/>
                </a:spcAft>
                <a:defRPr kumimoji="1" sz="800" b="1">
                  <a:solidFill>
                    <a:schemeClr val="tx1"/>
                  </a:solidFill>
                  <a:latin typeface="宋体" charset="-122"/>
                  <a:ea typeface="宋体" charset="-122"/>
                </a:defRPr>
              </a:lvl7pPr>
              <a:lvl8pPr marL="3429000" indent="-228600" eaLnBrk="0" fontAlgn="base" hangingPunct="0">
                <a:spcBef>
                  <a:spcPct val="0"/>
                </a:spcBef>
                <a:spcAft>
                  <a:spcPct val="0"/>
                </a:spcAft>
                <a:defRPr kumimoji="1" sz="800" b="1">
                  <a:solidFill>
                    <a:schemeClr val="tx1"/>
                  </a:solidFill>
                  <a:latin typeface="宋体" charset="-122"/>
                  <a:ea typeface="宋体" charset="-122"/>
                </a:defRPr>
              </a:lvl8pPr>
              <a:lvl9pPr marL="3886200" indent="-228600" eaLnBrk="0" fontAlgn="base" hangingPunct="0">
                <a:spcBef>
                  <a:spcPct val="0"/>
                </a:spcBef>
                <a:spcAft>
                  <a:spcPct val="0"/>
                </a:spcAft>
                <a:defRPr kumimoji="1" sz="800" b="1">
                  <a:solidFill>
                    <a:schemeClr val="tx1"/>
                  </a:solidFill>
                  <a:latin typeface="宋体" charset="-122"/>
                  <a:ea typeface="宋体" charset="-122"/>
                </a:defRPr>
              </a:lvl9pPr>
            </a:lstStyle>
            <a:p>
              <a:pPr eaLnBrk="1" hangingPunct="1"/>
              <a:r>
                <a:rPr lang="en-US" altLang="zh-CN" sz="2800" dirty="0">
                  <a:latin typeface="Times New Roman" pitchFamily="18" charset="0"/>
                </a:rPr>
                <a:t>2</a:t>
              </a:r>
              <a:r>
                <a:rPr lang="zh-CN" altLang="en-US" sz="2800" dirty="0">
                  <a:latin typeface="Times New Roman" pitchFamily="18" charset="0"/>
                </a:rPr>
                <a:t>.1 指令系统概述 </a:t>
              </a:r>
            </a:p>
          </p:txBody>
        </p:sp>
        <p:sp>
          <p:nvSpPr>
            <p:cNvPr id="6150" name="Text Box 5"/>
            <p:cNvSpPr txBox="1">
              <a:spLocks noChangeArrowheads="1"/>
            </p:cNvSpPr>
            <p:nvPr/>
          </p:nvSpPr>
          <p:spPr bwMode="auto">
            <a:xfrm>
              <a:off x="447" y="1472"/>
              <a:ext cx="2904" cy="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en-US"/>
              </a:defPPr>
              <a:lvl1pPr eaLnBrk="1" hangingPunct="1">
                <a:defRPr sz="2800">
                  <a:latin typeface="Times New Roman" pitchFamily="18" charset="0"/>
                  <a:ea typeface="宋体" charset="-122"/>
                </a:defRPr>
              </a:lvl1pPr>
              <a:lvl2pPr marL="742950" indent="-285750" eaLnBrk="0" hangingPunct="0">
                <a:defRPr>
                  <a:latin typeface="宋体" charset="-122"/>
                  <a:ea typeface="宋体" charset="-122"/>
                </a:defRPr>
              </a:lvl2pPr>
              <a:lvl3pPr marL="1143000" indent="-228600" eaLnBrk="0" hangingPunct="0">
                <a:defRPr>
                  <a:latin typeface="宋体" charset="-122"/>
                  <a:ea typeface="宋体" charset="-122"/>
                </a:defRPr>
              </a:lvl3pPr>
              <a:lvl4pPr marL="1600200" indent="-228600" eaLnBrk="0" hangingPunct="0">
                <a:defRPr>
                  <a:latin typeface="宋体" charset="-122"/>
                  <a:ea typeface="宋体" charset="-122"/>
                </a:defRPr>
              </a:lvl4pPr>
              <a:lvl5pPr marL="2057400" indent="-228600" eaLnBrk="0" hangingPunct="0">
                <a:defRPr>
                  <a:latin typeface="宋体" charset="-122"/>
                  <a:ea typeface="宋体" charset="-122"/>
                </a:defRPr>
              </a:lvl5pPr>
              <a:lvl6pPr marL="2514600" indent="-228600" eaLnBrk="0" fontAlgn="base" hangingPunct="0">
                <a:spcBef>
                  <a:spcPct val="0"/>
                </a:spcBef>
                <a:spcAft>
                  <a:spcPct val="0"/>
                </a:spcAft>
                <a:defRPr>
                  <a:latin typeface="宋体" charset="-122"/>
                  <a:ea typeface="宋体" charset="-122"/>
                </a:defRPr>
              </a:lvl6pPr>
              <a:lvl7pPr marL="2971800" indent="-228600" eaLnBrk="0" fontAlgn="base" hangingPunct="0">
                <a:spcBef>
                  <a:spcPct val="0"/>
                </a:spcBef>
                <a:spcAft>
                  <a:spcPct val="0"/>
                </a:spcAft>
                <a:defRPr>
                  <a:latin typeface="宋体" charset="-122"/>
                  <a:ea typeface="宋体" charset="-122"/>
                </a:defRPr>
              </a:lvl7pPr>
              <a:lvl8pPr marL="3429000" indent="-228600" eaLnBrk="0" fontAlgn="base" hangingPunct="0">
                <a:spcBef>
                  <a:spcPct val="0"/>
                </a:spcBef>
                <a:spcAft>
                  <a:spcPct val="0"/>
                </a:spcAft>
                <a:defRPr>
                  <a:latin typeface="宋体" charset="-122"/>
                  <a:ea typeface="宋体" charset="-122"/>
                </a:defRPr>
              </a:lvl8pPr>
              <a:lvl9pPr marL="3886200" indent="-228600" eaLnBrk="0" fontAlgn="base" hangingPunct="0">
                <a:spcBef>
                  <a:spcPct val="0"/>
                </a:spcBef>
                <a:spcAft>
                  <a:spcPct val="0"/>
                </a:spcAft>
                <a:defRPr>
                  <a:latin typeface="宋体" charset="-122"/>
                  <a:ea typeface="宋体" charset="-122"/>
                </a:defRPr>
              </a:lvl9pPr>
            </a:lstStyle>
            <a:p>
              <a:r>
                <a:rPr lang="en-US" altLang="zh-CN" dirty="0"/>
                <a:t>2</a:t>
              </a:r>
              <a:r>
                <a:rPr lang="zh-CN" altLang="en-US" dirty="0"/>
                <a:t>.2 指令系统结构的分类</a:t>
              </a:r>
            </a:p>
          </p:txBody>
        </p:sp>
        <p:sp>
          <p:nvSpPr>
            <p:cNvPr id="6151" name="Text Box 6"/>
            <p:cNvSpPr txBox="1">
              <a:spLocks noChangeArrowheads="1"/>
            </p:cNvSpPr>
            <p:nvPr/>
          </p:nvSpPr>
          <p:spPr bwMode="auto">
            <a:xfrm>
              <a:off x="447" y="1763"/>
              <a:ext cx="1477" cy="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800" b="1">
                  <a:solidFill>
                    <a:schemeClr val="tx1"/>
                  </a:solidFill>
                  <a:latin typeface="宋体" charset="-122"/>
                  <a:ea typeface="宋体" charset="-122"/>
                </a:defRPr>
              </a:lvl1pPr>
              <a:lvl2pPr marL="742950" indent="-285750" eaLnBrk="0" hangingPunct="0">
                <a:defRPr kumimoji="1" sz="800" b="1">
                  <a:solidFill>
                    <a:schemeClr val="tx1"/>
                  </a:solidFill>
                  <a:latin typeface="宋体" charset="-122"/>
                  <a:ea typeface="宋体" charset="-122"/>
                </a:defRPr>
              </a:lvl2pPr>
              <a:lvl3pPr marL="1143000" indent="-228600" eaLnBrk="0" hangingPunct="0">
                <a:defRPr kumimoji="1" sz="800" b="1">
                  <a:solidFill>
                    <a:schemeClr val="tx1"/>
                  </a:solidFill>
                  <a:latin typeface="宋体" charset="-122"/>
                  <a:ea typeface="宋体" charset="-122"/>
                </a:defRPr>
              </a:lvl3pPr>
              <a:lvl4pPr marL="1600200" indent="-228600" eaLnBrk="0" hangingPunct="0">
                <a:defRPr kumimoji="1" sz="800" b="1">
                  <a:solidFill>
                    <a:schemeClr val="tx1"/>
                  </a:solidFill>
                  <a:latin typeface="宋体" charset="-122"/>
                  <a:ea typeface="宋体" charset="-122"/>
                </a:defRPr>
              </a:lvl4pPr>
              <a:lvl5pPr marL="2057400" indent="-228600" eaLnBrk="0" hangingPunct="0">
                <a:defRPr kumimoji="1" sz="800" b="1">
                  <a:solidFill>
                    <a:schemeClr val="tx1"/>
                  </a:solidFill>
                  <a:latin typeface="宋体" charset="-122"/>
                  <a:ea typeface="宋体" charset="-122"/>
                </a:defRPr>
              </a:lvl5pPr>
              <a:lvl6pPr marL="2514600" indent="-228600" eaLnBrk="0" fontAlgn="base" hangingPunct="0">
                <a:spcBef>
                  <a:spcPct val="0"/>
                </a:spcBef>
                <a:spcAft>
                  <a:spcPct val="0"/>
                </a:spcAft>
                <a:defRPr kumimoji="1" sz="800" b="1">
                  <a:solidFill>
                    <a:schemeClr val="tx1"/>
                  </a:solidFill>
                  <a:latin typeface="宋体" charset="-122"/>
                  <a:ea typeface="宋体" charset="-122"/>
                </a:defRPr>
              </a:lvl6pPr>
              <a:lvl7pPr marL="2971800" indent="-228600" eaLnBrk="0" fontAlgn="base" hangingPunct="0">
                <a:spcBef>
                  <a:spcPct val="0"/>
                </a:spcBef>
                <a:spcAft>
                  <a:spcPct val="0"/>
                </a:spcAft>
                <a:defRPr kumimoji="1" sz="800" b="1">
                  <a:solidFill>
                    <a:schemeClr val="tx1"/>
                  </a:solidFill>
                  <a:latin typeface="宋体" charset="-122"/>
                  <a:ea typeface="宋体" charset="-122"/>
                </a:defRPr>
              </a:lvl7pPr>
              <a:lvl8pPr marL="3429000" indent="-228600" eaLnBrk="0" fontAlgn="base" hangingPunct="0">
                <a:spcBef>
                  <a:spcPct val="0"/>
                </a:spcBef>
                <a:spcAft>
                  <a:spcPct val="0"/>
                </a:spcAft>
                <a:defRPr kumimoji="1" sz="800" b="1">
                  <a:solidFill>
                    <a:schemeClr val="tx1"/>
                  </a:solidFill>
                  <a:latin typeface="宋体" charset="-122"/>
                  <a:ea typeface="宋体" charset="-122"/>
                </a:defRPr>
              </a:lvl8pPr>
              <a:lvl9pPr marL="3886200" indent="-228600" eaLnBrk="0" fontAlgn="base" hangingPunct="0">
                <a:spcBef>
                  <a:spcPct val="0"/>
                </a:spcBef>
                <a:spcAft>
                  <a:spcPct val="0"/>
                </a:spcAft>
                <a:defRPr kumimoji="1" sz="800" b="1">
                  <a:solidFill>
                    <a:schemeClr val="tx1"/>
                  </a:solidFill>
                  <a:latin typeface="宋体" charset="-122"/>
                  <a:ea typeface="宋体" charset="-122"/>
                </a:defRPr>
              </a:lvl9pPr>
            </a:lstStyle>
            <a:p>
              <a:pPr eaLnBrk="1" hangingPunct="1"/>
              <a:r>
                <a:rPr lang="en-US" altLang="zh-CN" sz="2800" dirty="0">
                  <a:latin typeface="Times New Roman" pitchFamily="18" charset="0"/>
                </a:rPr>
                <a:t>2</a:t>
              </a:r>
              <a:r>
                <a:rPr lang="zh-CN" altLang="en-US" sz="2800" dirty="0">
                  <a:latin typeface="Times New Roman" pitchFamily="18" charset="0"/>
                </a:rPr>
                <a:t>.3</a:t>
              </a:r>
              <a:r>
                <a:rPr lang="zh-CN" altLang="en-US" sz="3200" dirty="0">
                  <a:latin typeface="Times New Roman" pitchFamily="18" charset="0"/>
                </a:rPr>
                <a:t> </a:t>
              </a:r>
              <a:r>
                <a:rPr lang="zh-CN" altLang="en-US" sz="2800" dirty="0">
                  <a:latin typeface="Times New Roman" pitchFamily="18" charset="0"/>
                </a:rPr>
                <a:t>寻址方式</a:t>
              </a:r>
              <a:r>
                <a:rPr lang="zh-CN" altLang="en-US" sz="3200" dirty="0">
                  <a:latin typeface="Times New Roman" pitchFamily="18" charset="0"/>
                </a:rPr>
                <a:t> </a:t>
              </a:r>
            </a:p>
          </p:txBody>
        </p:sp>
        <p:sp>
          <p:nvSpPr>
            <p:cNvPr id="6152" name="Text Box 7"/>
            <p:cNvSpPr txBox="1">
              <a:spLocks noChangeArrowheads="1"/>
            </p:cNvSpPr>
            <p:nvPr/>
          </p:nvSpPr>
          <p:spPr bwMode="auto">
            <a:xfrm>
              <a:off x="447" y="2395"/>
              <a:ext cx="2728" cy="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800" b="1">
                  <a:solidFill>
                    <a:schemeClr val="tx1"/>
                  </a:solidFill>
                  <a:latin typeface="宋体" charset="-122"/>
                  <a:ea typeface="宋体" charset="-122"/>
                </a:defRPr>
              </a:lvl1pPr>
              <a:lvl2pPr marL="742950" indent="-285750" eaLnBrk="0" hangingPunct="0">
                <a:defRPr kumimoji="1" sz="800" b="1">
                  <a:solidFill>
                    <a:schemeClr val="tx1"/>
                  </a:solidFill>
                  <a:latin typeface="宋体" charset="-122"/>
                  <a:ea typeface="宋体" charset="-122"/>
                </a:defRPr>
              </a:lvl2pPr>
              <a:lvl3pPr marL="1143000" indent="-228600" eaLnBrk="0" hangingPunct="0">
                <a:defRPr kumimoji="1" sz="800" b="1">
                  <a:solidFill>
                    <a:schemeClr val="tx1"/>
                  </a:solidFill>
                  <a:latin typeface="宋体" charset="-122"/>
                  <a:ea typeface="宋体" charset="-122"/>
                </a:defRPr>
              </a:lvl3pPr>
              <a:lvl4pPr marL="1600200" indent="-228600" eaLnBrk="0" hangingPunct="0">
                <a:defRPr kumimoji="1" sz="800" b="1">
                  <a:solidFill>
                    <a:schemeClr val="tx1"/>
                  </a:solidFill>
                  <a:latin typeface="宋体" charset="-122"/>
                  <a:ea typeface="宋体" charset="-122"/>
                </a:defRPr>
              </a:lvl4pPr>
              <a:lvl5pPr marL="2057400" indent="-228600" eaLnBrk="0" hangingPunct="0">
                <a:defRPr kumimoji="1" sz="800" b="1">
                  <a:solidFill>
                    <a:schemeClr val="tx1"/>
                  </a:solidFill>
                  <a:latin typeface="宋体" charset="-122"/>
                  <a:ea typeface="宋体" charset="-122"/>
                </a:defRPr>
              </a:lvl5pPr>
              <a:lvl6pPr marL="2514600" indent="-228600" eaLnBrk="0" fontAlgn="base" hangingPunct="0">
                <a:spcBef>
                  <a:spcPct val="0"/>
                </a:spcBef>
                <a:spcAft>
                  <a:spcPct val="0"/>
                </a:spcAft>
                <a:defRPr kumimoji="1" sz="800" b="1">
                  <a:solidFill>
                    <a:schemeClr val="tx1"/>
                  </a:solidFill>
                  <a:latin typeface="宋体" charset="-122"/>
                  <a:ea typeface="宋体" charset="-122"/>
                </a:defRPr>
              </a:lvl6pPr>
              <a:lvl7pPr marL="2971800" indent="-228600" eaLnBrk="0" fontAlgn="base" hangingPunct="0">
                <a:spcBef>
                  <a:spcPct val="0"/>
                </a:spcBef>
                <a:spcAft>
                  <a:spcPct val="0"/>
                </a:spcAft>
                <a:defRPr kumimoji="1" sz="800" b="1">
                  <a:solidFill>
                    <a:schemeClr val="tx1"/>
                  </a:solidFill>
                  <a:latin typeface="宋体" charset="-122"/>
                  <a:ea typeface="宋体" charset="-122"/>
                </a:defRPr>
              </a:lvl7pPr>
              <a:lvl8pPr marL="3429000" indent="-228600" eaLnBrk="0" fontAlgn="base" hangingPunct="0">
                <a:spcBef>
                  <a:spcPct val="0"/>
                </a:spcBef>
                <a:spcAft>
                  <a:spcPct val="0"/>
                </a:spcAft>
                <a:defRPr kumimoji="1" sz="800" b="1">
                  <a:solidFill>
                    <a:schemeClr val="tx1"/>
                  </a:solidFill>
                  <a:latin typeface="宋体" charset="-122"/>
                  <a:ea typeface="宋体" charset="-122"/>
                </a:defRPr>
              </a:lvl8pPr>
              <a:lvl9pPr marL="3886200" indent="-228600" eaLnBrk="0" fontAlgn="base" hangingPunct="0">
                <a:spcBef>
                  <a:spcPct val="0"/>
                </a:spcBef>
                <a:spcAft>
                  <a:spcPct val="0"/>
                </a:spcAft>
                <a:defRPr kumimoji="1" sz="800" b="1">
                  <a:solidFill>
                    <a:schemeClr val="tx1"/>
                  </a:solidFill>
                  <a:latin typeface="宋体" charset="-122"/>
                  <a:ea typeface="宋体" charset="-122"/>
                </a:defRPr>
              </a:lvl9pPr>
            </a:lstStyle>
            <a:p>
              <a:pPr eaLnBrk="1" hangingPunct="1"/>
              <a:r>
                <a:rPr lang="en-US" altLang="zh-CN" sz="2800" dirty="0">
                  <a:latin typeface="Times New Roman" pitchFamily="18" charset="0"/>
                </a:rPr>
                <a:t>2</a:t>
              </a:r>
              <a:r>
                <a:rPr lang="zh-CN" altLang="en-US" sz="2800" dirty="0">
                  <a:latin typeface="Times New Roman" pitchFamily="18" charset="0"/>
                </a:rPr>
                <a:t>.</a:t>
              </a:r>
              <a:r>
                <a:rPr lang="en-US" altLang="zh-CN" sz="2800" dirty="0">
                  <a:latin typeface="Times New Roman" pitchFamily="18" charset="0"/>
                </a:rPr>
                <a:t>5</a:t>
              </a:r>
              <a:r>
                <a:rPr lang="zh-CN" altLang="en-US" sz="2800" dirty="0">
                  <a:latin typeface="Times New Roman" pitchFamily="18" charset="0"/>
                </a:rPr>
                <a:t> 指令系统的设计与优化</a:t>
              </a:r>
            </a:p>
          </p:txBody>
        </p:sp>
        <p:sp>
          <p:nvSpPr>
            <p:cNvPr id="6153" name="Text Box 8"/>
            <p:cNvSpPr txBox="1">
              <a:spLocks noChangeArrowheads="1"/>
            </p:cNvSpPr>
            <p:nvPr/>
          </p:nvSpPr>
          <p:spPr bwMode="auto">
            <a:xfrm>
              <a:off x="447" y="3036"/>
              <a:ext cx="1875" cy="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800" b="1">
                  <a:solidFill>
                    <a:schemeClr val="tx1"/>
                  </a:solidFill>
                  <a:latin typeface="宋体" charset="-122"/>
                  <a:ea typeface="宋体" charset="-122"/>
                </a:defRPr>
              </a:lvl1pPr>
              <a:lvl2pPr marL="742950" indent="-285750" eaLnBrk="0" hangingPunct="0">
                <a:defRPr kumimoji="1" sz="800" b="1">
                  <a:solidFill>
                    <a:schemeClr val="tx1"/>
                  </a:solidFill>
                  <a:latin typeface="宋体" charset="-122"/>
                  <a:ea typeface="宋体" charset="-122"/>
                </a:defRPr>
              </a:lvl2pPr>
              <a:lvl3pPr marL="1143000" indent="-228600" eaLnBrk="0" hangingPunct="0">
                <a:defRPr kumimoji="1" sz="800" b="1">
                  <a:solidFill>
                    <a:schemeClr val="tx1"/>
                  </a:solidFill>
                  <a:latin typeface="宋体" charset="-122"/>
                  <a:ea typeface="宋体" charset="-122"/>
                </a:defRPr>
              </a:lvl3pPr>
              <a:lvl4pPr marL="1600200" indent="-228600" eaLnBrk="0" hangingPunct="0">
                <a:defRPr kumimoji="1" sz="800" b="1">
                  <a:solidFill>
                    <a:schemeClr val="tx1"/>
                  </a:solidFill>
                  <a:latin typeface="宋体" charset="-122"/>
                  <a:ea typeface="宋体" charset="-122"/>
                </a:defRPr>
              </a:lvl4pPr>
              <a:lvl5pPr marL="2057400" indent="-228600" eaLnBrk="0" hangingPunct="0">
                <a:defRPr kumimoji="1" sz="800" b="1">
                  <a:solidFill>
                    <a:schemeClr val="tx1"/>
                  </a:solidFill>
                  <a:latin typeface="宋体" charset="-122"/>
                  <a:ea typeface="宋体" charset="-122"/>
                </a:defRPr>
              </a:lvl5pPr>
              <a:lvl6pPr marL="2514600" indent="-228600" eaLnBrk="0" fontAlgn="base" hangingPunct="0">
                <a:spcBef>
                  <a:spcPct val="0"/>
                </a:spcBef>
                <a:spcAft>
                  <a:spcPct val="0"/>
                </a:spcAft>
                <a:defRPr kumimoji="1" sz="800" b="1">
                  <a:solidFill>
                    <a:schemeClr val="tx1"/>
                  </a:solidFill>
                  <a:latin typeface="宋体" charset="-122"/>
                  <a:ea typeface="宋体" charset="-122"/>
                </a:defRPr>
              </a:lvl6pPr>
              <a:lvl7pPr marL="2971800" indent="-228600" eaLnBrk="0" fontAlgn="base" hangingPunct="0">
                <a:spcBef>
                  <a:spcPct val="0"/>
                </a:spcBef>
                <a:spcAft>
                  <a:spcPct val="0"/>
                </a:spcAft>
                <a:defRPr kumimoji="1" sz="800" b="1">
                  <a:solidFill>
                    <a:schemeClr val="tx1"/>
                  </a:solidFill>
                  <a:latin typeface="宋体" charset="-122"/>
                  <a:ea typeface="宋体" charset="-122"/>
                </a:defRPr>
              </a:lvl7pPr>
              <a:lvl8pPr marL="3429000" indent="-228600" eaLnBrk="0" fontAlgn="base" hangingPunct="0">
                <a:spcBef>
                  <a:spcPct val="0"/>
                </a:spcBef>
                <a:spcAft>
                  <a:spcPct val="0"/>
                </a:spcAft>
                <a:defRPr kumimoji="1" sz="800" b="1">
                  <a:solidFill>
                    <a:schemeClr val="tx1"/>
                  </a:solidFill>
                  <a:latin typeface="宋体" charset="-122"/>
                  <a:ea typeface="宋体" charset="-122"/>
                </a:defRPr>
              </a:lvl8pPr>
              <a:lvl9pPr marL="3886200" indent="-228600" eaLnBrk="0" fontAlgn="base" hangingPunct="0">
                <a:spcBef>
                  <a:spcPct val="0"/>
                </a:spcBef>
                <a:spcAft>
                  <a:spcPct val="0"/>
                </a:spcAft>
                <a:defRPr kumimoji="1" sz="800" b="1">
                  <a:solidFill>
                    <a:schemeClr val="tx1"/>
                  </a:solidFill>
                  <a:latin typeface="宋体" charset="-122"/>
                  <a:ea typeface="宋体" charset="-122"/>
                </a:defRPr>
              </a:lvl9pPr>
            </a:lstStyle>
            <a:p>
              <a:pPr eaLnBrk="1" hangingPunct="1"/>
              <a:r>
                <a:rPr lang="en-US" altLang="zh-CN" sz="2800" dirty="0">
                  <a:latin typeface="Times New Roman" pitchFamily="18" charset="0"/>
                </a:rPr>
                <a:t>2</a:t>
              </a:r>
              <a:r>
                <a:rPr lang="zh-CN" altLang="en-US" sz="2800" dirty="0">
                  <a:latin typeface="Times New Roman" pitchFamily="18" charset="0"/>
                </a:rPr>
                <a:t>.</a:t>
              </a:r>
              <a:r>
                <a:rPr lang="en-US" altLang="zh-CN" sz="2800" dirty="0">
                  <a:latin typeface="Times New Roman" pitchFamily="18" charset="0"/>
                </a:rPr>
                <a:t>7</a:t>
              </a:r>
              <a:r>
                <a:rPr lang="zh-CN" altLang="en-US" sz="2800" dirty="0">
                  <a:latin typeface="Times New Roman" pitchFamily="18" charset="0"/>
                </a:rPr>
                <a:t> 指令格式举例 </a:t>
              </a:r>
            </a:p>
          </p:txBody>
        </p:sp>
        <p:sp>
          <p:nvSpPr>
            <p:cNvPr id="6154" name="Text Box 7"/>
            <p:cNvSpPr txBox="1">
              <a:spLocks noChangeArrowheads="1"/>
            </p:cNvSpPr>
            <p:nvPr/>
          </p:nvSpPr>
          <p:spPr bwMode="auto">
            <a:xfrm>
              <a:off x="434" y="2688"/>
              <a:ext cx="2728" cy="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800" b="1">
                  <a:solidFill>
                    <a:schemeClr val="tx1"/>
                  </a:solidFill>
                  <a:latin typeface="宋体" charset="-122"/>
                  <a:ea typeface="宋体" charset="-122"/>
                </a:defRPr>
              </a:lvl1pPr>
              <a:lvl2pPr marL="742950" indent="-285750" eaLnBrk="0" hangingPunct="0">
                <a:defRPr kumimoji="1" sz="800" b="1">
                  <a:solidFill>
                    <a:schemeClr val="tx1"/>
                  </a:solidFill>
                  <a:latin typeface="宋体" charset="-122"/>
                  <a:ea typeface="宋体" charset="-122"/>
                </a:defRPr>
              </a:lvl2pPr>
              <a:lvl3pPr marL="1143000" indent="-228600" eaLnBrk="0" hangingPunct="0">
                <a:defRPr kumimoji="1" sz="800" b="1">
                  <a:solidFill>
                    <a:schemeClr val="tx1"/>
                  </a:solidFill>
                  <a:latin typeface="宋体" charset="-122"/>
                  <a:ea typeface="宋体" charset="-122"/>
                </a:defRPr>
              </a:lvl3pPr>
              <a:lvl4pPr marL="1600200" indent="-228600" eaLnBrk="0" hangingPunct="0">
                <a:defRPr kumimoji="1" sz="800" b="1">
                  <a:solidFill>
                    <a:schemeClr val="tx1"/>
                  </a:solidFill>
                  <a:latin typeface="宋体" charset="-122"/>
                  <a:ea typeface="宋体" charset="-122"/>
                </a:defRPr>
              </a:lvl4pPr>
              <a:lvl5pPr marL="2057400" indent="-228600" eaLnBrk="0" hangingPunct="0">
                <a:defRPr kumimoji="1" sz="800" b="1">
                  <a:solidFill>
                    <a:schemeClr val="tx1"/>
                  </a:solidFill>
                  <a:latin typeface="宋体" charset="-122"/>
                  <a:ea typeface="宋体" charset="-122"/>
                </a:defRPr>
              </a:lvl5pPr>
              <a:lvl6pPr marL="2514600" indent="-228600" eaLnBrk="0" fontAlgn="base" hangingPunct="0">
                <a:spcBef>
                  <a:spcPct val="0"/>
                </a:spcBef>
                <a:spcAft>
                  <a:spcPct val="0"/>
                </a:spcAft>
                <a:defRPr kumimoji="1" sz="800" b="1">
                  <a:solidFill>
                    <a:schemeClr val="tx1"/>
                  </a:solidFill>
                  <a:latin typeface="宋体" charset="-122"/>
                  <a:ea typeface="宋体" charset="-122"/>
                </a:defRPr>
              </a:lvl6pPr>
              <a:lvl7pPr marL="2971800" indent="-228600" eaLnBrk="0" fontAlgn="base" hangingPunct="0">
                <a:spcBef>
                  <a:spcPct val="0"/>
                </a:spcBef>
                <a:spcAft>
                  <a:spcPct val="0"/>
                </a:spcAft>
                <a:defRPr kumimoji="1" sz="800" b="1">
                  <a:solidFill>
                    <a:schemeClr val="tx1"/>
                  </a:solidFill>
                  <a:latin typeface="宋体" charset="-122"/>
                  <a:ea typeface="宋体" charset="-122"/>
                </a:defRPr>
              </a:lvl7pPr>
              <a:lvl8pPr marL="3429000" indent="-228600" eaLnBrk="0" fontAlgn="base" hangingPunct="0">
                <a:spcBef>
                  <a:spcPct val="0"/>
                </a:spcBef>
                <a:spcAft>
                  <a:spcPct val="0"/>
                </a:spcAft>
                <a:defRPr kumimoji="1" sz="800" b="1">
                  <a:solidFill>
                    <a:schemeClr val="tx1"/>
                  </a:solidFill>
                  <a:latin typeface="宋体" charset="-122"/>
                  <a:ea typeface="宋体" charset="-122"/>
                </a:defRPr>
              </a:lvl8pPr>
              <a:lvl9pPr marL="3886200" indent="-228600" eaLnBrk="0" fontAlgn="base" hangingPunct="0">
                <a:spcBef>
                  <a:spcPct val="0"/>
                </a:spcBef>
                <a:spcAft>
                  <a:spcPct val="0"/>
                </a:spcAft>
                <a:defRPr kumimoji="1" sz="800" b="1">
                  <a:solidFill>
                    <a:schemeClr val="tx1"/>
                  </a:solidFill>
                  <a:latin typeface="宋体" charset="-122"/>
                  <a:ea typeface="宋体" charset="-122"/>
                </a:defRPr>
              </a:lvl9pPr>
            </a:lstStyle>
            <a:p>
              <a:pPr eaLnBrk="1" hangingPunct="1"/>
              <a:r>
                <a:rPr lang="en-US" altLang="zh-CN" sz="2800" dirty="0">
                  <a:latin typeface="Times New Roman" pitchFamily="18" charset="0"/>
                </a:rPr>
                <a:t>2</a:t>
              </a:r>
              <a:r>
                <a:rPr lang="zh-CN" altLang="en-US" sz="2800" dirty="0">
                  <a:latin typeface="Times New Roman" pitchFamily="18" charset="0"/>
                </a:rPr>
                <a:t>.</a:t>
              </a:r>
              <a:r>
                <a:rPr lang="en-US" altLang="zh-CN" sz="2800" dirty="0">
                  <a:latin typeface="Times New Roman" pitchFamily="18" charset="0"/>
                </a:rPr>
                <a:t>6</a:t>
              </a:r>
              <a:r>
                <a:rPr lang="zh-CN" altLang="en-US" sz="2800" dirty="0">
                  <a:latin typeface="Times New Roman" pitchFamily="18" charset="0"/>
                </a:rPr>
                <a:t> 指令系统的发展和改进</a:t>
              </a:r>
            </a:p>
          </p:txBody>
        </p:sp>
        <p:sp>
          <p:nvSpPr>
            <p:cNvPr id="6155" name="Text Box 7"/>
            <p:cNvSpPr txBox="1">
              <a:spLocks noChangeArrowheads="1"/>
            </p:cNvSpPr>
            <p:nvPr/>
          </p:nvSpPr>
          <p:spPr bwMode="auto">
            <a:xfrm>
              <a:off x="439" y="2079"/>
              <a:ext cx="2273" cy="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800" b="1">
                  <a:solidFill>
                    <a:schemeClr val="tx1"/>
                  </a:solidFill>
                  <a:latin typeface="宋体" charset="-122"/>
                  <a:ea typeface="宋体" charset="-122"/>
                </a:defRPr>
              </a:lvl1pPr>
              <a:lvl2pPr marL="742950" indent="-285750" eaLnBrk="0" hangingPunct="0">
                <a:defRPr kumimoji="1" sz="800" b="1">
                  <a:solidFill>
                    <a:schemeClr val="tx1"/>
                  </a:solidFill>
                  <a:latin typeface="宋体" charset="-122"/>
                  <a:ea typeface="宋体" charset="-122"/>
                </a:defRPr>
              </a:lvl2pPr>
              <a:lvl3pPr marL="1143000" indent="-228600" eaLnBrk="0" hangingPunct="0">
                <a:defRPr kumimoji="1" sz="800" b="1">
                  <a:solidFill>
                    <a:schemeClr val="tx1"/>
                  </a:solidFill>
                  <a:latin typeface="宋体" charset="-122"/>
                  <a:ea typeface="宋体" charset="-122"/>
                </a:defRPr>
              </a:lvl3pPr>
              <a:lvl4pPr marL="1600200" indent="-228600" eaLnBrk="0" hangingPunct="0">
                <a:defRPr kumimoji="1" sz="800" b="1">
                  <a:solidFill>
                    <a:schemeClr val="tx1"/>
                  </a:solidFill>
                  <a:latin typeface="宋体" charset="-122"/>
                  <a:ea typeface="宋体" charset="-122"/>
                </a:defRPr>
              </a:lvl4pPr>
              <a:lvl5pPr marL="2057400" indent="-228600" eaLnBrk="0" hangingPunct="0">
                <a:defRPr kumimoji="1" sz="800" b="1">
                  <a:solidFill>
                    <a:schemeClr val="tx1"/>
                  </a:solidFill>
                  <a:latin typeface="宋体" charset="-122"/>
                  <a:ea typeface="宋体" charset="-122"/>
                </a:defRPr>
              </a:lvl5pPr>
              <a:lvl6pPr marL="2514600" indent="-228600" eaLnBrk="0" fontAlgn="base" hangingPunct="0">
                <a:spcBef>
                  <a:spcPct val="0"/>
                </a:spcBef>
                <a:spcAft>
                  <a:spcPct val="0"/>
                </a:spcAft>
                <a:defRPr kumimoji="1" sz="800" b="1">
                  <a:solidFill>
                    <a:schemeClr val="tx1"/>
                  </a:solidFill>
                  <a:latin typeface="宋体" charset="-122"/>
                  <a:ea typeface="宋体" charset="-122"/>
                </a:defRPr>
              </a:lvl6pPr>
              <a:lvl7pPr marL="2971800" indent="-228600" eaLnBrk="0" fontAlgn="base" hangingPunct="0">
                <a:spcBef>
                  <a:spcPct val="0"/>
                </a:spcBef>
                <a:spcAft>
                  <a:spcPct val="0"/>
                </a:spcAft>
                <a:defRPr kumimoji="1" sz="800" b="1">
                  <a:solidFill>
                    <a:schemeClr val="tx1"/>
                  </a:solidFill>
                  <a:latin typeface="宋体" charset="-122"/>
                  <a:ea typeface="宋体" charset="-122"/>
                </a:defRPr>
              </a:lvl7pPr>
              <a:lvl8pPr marL="3429000" indent="-228600" eaLnBrk="0" fontAlgn="base" hangingPunct="0">
                <a:spcBef>
                  <a:spcPct val="0"/>
                </a:spcBef>
                <a:spcAft>
                  <a:spcPct val="0"/>
                </a:spcAft>
                <a:defRPr kumimoji="1" sz="800" b="1">
                  <a:solidFill>
                    <a:schemeClr val="tx1"/>
                  </a:solidFill>
                  <a:latin typeface="宋体" charset="-122"/>
                  <a:ea typeface="宋体" charset="-122"/>
                </a:defRPr>
              </a:lvl8pPr>
              <a:lvl9pPr marL="3886200" indent="-228600" eaLnBrk="0" fontAlgn="base" hangingPunct="0">
                <a:spcBef>
                  <a:spcPct val="0"/>
                </a:spcBef>
                <a:spcAft>
                  <a:spcPct val="0"/>
                </a:spcAft>
                <a:defRPr kumimoji="1" sz="800" b="1">
                  <a:solidFill>
                    <a:schemeClr val="tx1"/>
                  </a:solidFill>
                  <a:latin typeface="宋体" charset="-122"/>
                  <a:ea typeface="宋体" charset="-122"/>
                </a:defRPr>
              </a:lvl9pPr>
            </a:lstStyle>
            <a:p>
              <a:pPr eaLnBrk="1" hangingPunct="1"/>
              <a:r>
                <a:rPr lang="en-US" altLang="zh-CN" sz="2800" dirty="0">
                  <a:latin typeface="Times New Roman" pitchFamily="18" charset="0"/>
                </a:rPr>
                <a:t>2</a:t>
              </a:r>
              <a:r>
                <a:rPr lang="zh-CN" altLang="en-US" sz="2800" dirty="0">
                  <a:latin typeface="Times New Roman" pitchFamily="18" charset="0"/>
                </a:rPr>
                <a:t>.4 操作数类型和大小</a:t>
              </a:r>
            </a:p>
          </p:txBody>
        </p:sp>
      </p:grpSp>
      <p:sp>
        <p:nvSpPr>
          <p:cNvPr id="2" name="日期占位符 1">
            <a:extLst>
              <a:ext uri="{FF2B5EF4-FFF2-40B4-BE49-F238E27FC236}">
                <a16:creationId xmlns:a16="http://schemas.microsoft.com/office/drawing/2014/main" id="{EA69BDDF-DE55-D390-D502-3D6DBF3748A5}"/>
              </a:ext>
            </a:extLst>
          </p:cNvPr>
          <p:cNvSpPr>
            <a:spLocks noGrp="1"/>
          </p:cNvSpPr>
          <p:nvPr>
            <p:ph type="dt" sz="half" idx="10"/>
          </p:nvPr>
        </p:nvSpPr>
        <p:spPr/>
        <p:txBody>
          <a:bodyPr/>
          <a:lstStyle/>
          <a:p>
            <a:pPr>
              <a:defRPr/>
            </a:pPr>
            <a:fld id="{2125A869-E338-432B-9B86-7D3B0F44DEFE}" type="datetime1">
              <a:rPr lang="zh-CN" altLang="en-US" smtClean="0"/>
              <a:t>2025/9/16</a:t>
            </a:fld>
            <a:endParaRPr lang="en-US" altLang="zh-CN"/>
          </a:p>
        </p:txBody>
      </p:sp>
      <p:sp>
        <p:nvSpPr>
          <p:cNvPr id="3" name="页脚占位符 2">
            <a:extLst>
              <a:ext uri="{FF2B5EF4-FFF2-40B4-BE49-F238E27FC236}">
                <a16:creationId xmlns:a16="http://schemas.microsoft.com/office/drawing/2014/main" id="{F8BFCA05-D82C-754C-2CF8-F5AC87F75856}"/>
              </a:ext>
            </a:extLst>
          </p:cNvPr>
          <p:cNvSpPr>
            <a:spLocks noGrp="1"/>
          </p:cNvSpPr>
          <p:nvPr>
            <p:ph type="ftr" sz="quarter" idx="11"/>
          </p:nvPr>
        </p:nvSpPr>
        <p:spPr/>
        <p:txBody>
          <a:bodyPr/>
          <a:lstStyle/>
          <a:p>
            <a:pPr>
              <a:defRPr/>
            </a:pPr>
            <a:r>
              <a:rPr lang="zh-CN" altLang="en-US"/>
              <a:t>计算学部 刘宏伟</a:t>
            </a:r>
            <a:endParaRPr lang="en-US" altLang="zh-CN"/>
          </a:p>
        </p:txBody>
      </p:sp>
      <p:sp>
        <p:nvSpPr>
          <p:cNvPr id="4" name="灯片编号占位符 3">
            <a:extLst>
              <a:ext uri="{FF2B5EF4-FFF2-40B4-BE49-F238E27FC236}">
                <a16:creationId xmlns:a16="http://schemas.microsoft.com/office/drawing/2014/main" id="{569F531F-DBF6-6F48-D629-CC230DA720A6}"/>
              </a:ext>
            </a:extLst>
          </p:cNvPr>
          <p:cNvSpPr>
            <a:spLocks noGrp="1"/>
          </p:cNvSpPr>
          <p:nvPr>
            <p:ph type="sldNum" sz="quarter" idx="12"/>
          </p:nvPr>
        </p:nvSpPr>
        <p:spPr/>
        <p:txBody>
          <a:bodyPr/>
          <a:lstStyle/>
          <a:p>
            <a:pPr>
              <a:defRPr/>
            </a:pPr>
            <a:fld id="{8BCAC33D-D29A-48B3-BCD6-381D3D720D26}" type="slidenum">
              <a:rPr lang="zh-CN" altLang="en-US" smtClean="0"/>
              <a:t>28</a:t>
            </a:fld>
            <a:endParaRPr lang="en-US" altLang="zh-CN"/>
          </a:p>
        </p:txBody>
      </p:sp>
    </p:spTree>
    <p:extLst>
      <p:ext uri="{BB962C8B-B14F-4D97-AF65-F5344CB8AC3E}">
        <p14:creationId xmlns:p14="http://schemas.microsoft.com/office/powerpoint/2010/main" val="3042814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99" name="Rectangle 19">
            <a:extLst>
              <a:ext uri="{FF2B5EF4-FFF2-40B4-BE49-F238E27FC236}">
                <a16:creationId xmlns:a16="http://schemas.microsoft.com/office/drawing/2014/main" id="{6EC81C35-4C25-42D2-9286-597CAAA99745}"/>
              </a:ext>
            </a:extLst>
          </p:cNvPr>
          <p:cNvSpPr>
            <a:spLocks noGrp="1" noChangeArrowheads="1"/>
          </p:cNvSpPr>
          <p:nvPr>
            <p:ph type="body" idx="1"/>
          </p:nvPr>
        </p:nvSpPr>
        <p:spPr>
          <a:xfrm>
            <a:off x="539750" y="1196975"/>
            <a:ext cx="8604250" cy="4032250"/>
          </a:xfrm>
        </p:spPr>
        <p:txBody>
          <a:bodyPr/>
          <a:lstStyle/>
          <a:p>
            <a:pPr eaLnBrk="1" hangingPunct="1"/>
            <a:r>
              <a:rPr lang="zh-CN" altLang="en-US" sz="2800" b="1" dirty="0"/>
              <a:t>指令集：</a:t>
            </a:r>
          </a:p>
          <a:p>
            <a:pPr lvl="1" eaLnBrk="1" hangingPunct="1"/>
            <a:r>
              <a:rPr lang="zh-CN" altLang="en-US" b="1" dirty="0"/>
              <a:t>一些指令的集合；</a:t>
            </a:r>
          </a:p>
          <a:p>
            <a:pPr lvl="1" eaLnBrk="1" hangingPunct="1"/>
            <a:r>
              <a:rPr lang="zh-CN" altLang="en-US" b="1" dirty="0"/>
              <a:t>每条指令都是</a:t>
            </a:r>
            <a:r>
              <a:rPr lang="zh-CN" altLang="en-US" b="1" dirty="0">
                <a:solidFill>
                  <a:srgbClr val="FF0000"/>
                </a:solidFill>
              </a:rPr>
              <a:t>直接</a:t>
            </a:r>
            <a:r>
              <a:rPr lang="zh-CN" altLang="en-US" b="1" dirty="0"/>
              <a:t>由</a:t>
            </a:r>
            <a:r>
              <a:rPr lang="en-US" altLang="zh-CN" b="1" dirty="0"/>
              <a:t>CPU</a:t>
            </a:r>
            <a:r>
              <a:rPr lang="zh-CN" altLang="en-US" b="1" dirty="0"/>
              <a:t>硬件执行。</a:t>
            </a:r>
          </a:p>
          <a:p>
            <a:pPr eaLnBrk="1" hangingPunct="1"/>
            <a:r>
              <a:rPr lang="zh-CN" altLang="en-US" sz="2800" b="1" dirty="0"/>
              <a:t>指令的表示方法：</a:t>
            </a:r>
          </a:p>
          <a:p>
            <a:pPr lvl="1" eaLnBrk="1" hangingPunct="1"/>
            <a:r>
              <a:rPr lang="zh-CN" altLang="en-US" b="1" dirty="0"/>
              <a:t>二进制格式；</a:t>
            </a:r>
          </a:p>
          <a:p>
            <a:pPr lvl="1" eaLnBrk="1" hangingPunct="1"/>
            <a:r>
              <a:rPr lang="zh-CN" altLang="en-US" b="1" dirty="0"/>
              <a:t>物理存储空间组织方式是位、字节、字和多字等；</a:t>
            </a:r>
          </a:p>
          <a:p>
            <a:pPr lvl="1" eaLnBrk="1" hangingPunct="1"/>
            <a:r>
              <a:rPr lang="zh-CN" altLang="en-US" b="1" dirty="0"/>
              <a:t>当前的指令字长有：</a:t>
            </a:r>
            <a:r>
              <a:rPr lang="en-US" altLang="zh-CN" b="1" dirty="0"/>
              <a:t>16</a:t>
            </a:r>
            <a:r>
              <a:rPr lang="zh-CN" altLang="en-US" b="1" dirty="0"/>
              <a:t>、</a:t>
            </a:r>
            <a:r>
              <a:rPr lang="en-US" altLang="zh-CN" b="1" dirty="0"/>
              <a:t>32</a:t>
            </a:r>
            <a:r>
              <a:rPr lang="zh-CN" altLang="en-US" b="1" dirty="0"/>
              <a:t>、</a:t>
            </a:r>
            <a:r>
              <a:rPr lang="en-US" altLang="zh-CN" b="1" dirty="0"/>
              <a:t>64</a:t>
            </a:r>
            <a:r>
              <a:rPr lang="zh-CN" altLang="en-US" b="1" dirty="0"/>
              <a:t>位；</a:t>
            </a:r>
          </a:p>
          <a:p>
            <a:pPr lvl="1" eaLnBrk="1" hangingPunct="1"/>
            <a:r>
              <a:rPr lang="zh-CN" altLang="en-US" b="1" dirty="0"/>
              <a:t>可变长格式和固定长度格式。</a:t>
            </a:r>
          </a:p>
        </p:txBody>
      </p:sp>
      <p:grpSp>
        <p:nvGrpSpPr>
          <p:cNvPr id="7172" name="Group 4">
            <a:extLst>
              <a:ext uri="{FF2B5EF4-FFF2-40B4-BE49-F238E27FC236}">
                <a16:creationId xmlns:a16="http://schemas.microsoft.com/office/drawing/2014/main" id="{112A4768-79E9-4B78-B8A7-15AA7A0FBA26}"/>
              </a:ext>
            </a:extLst>
          </p:cNvPr>
          <p:cNvGrpSpPr>
            <a:grpSpLocks/>
          </p:cNvGrpSpPr>
          <p:nvPr/>
        </p:nvGrpSpPr>
        <p:grpSpPr bwMode="auto">
          <a:xfrm>
            <a:off x="971600" y="5517232"/>
            <a:ext cx="7408862" cy="849312"/>
            <a:chOff x="876" y="3452"/>
            <a:chExt cx="4667" cy="535"/>
          </a:xfrm>
        </p:grpSpPr>
        <p:grpSp>
          <p:nvGrpSpPr>
            <p:cNvPr id="7173" name="Group 5">
              <a:extLst>
                <a:ext uri="{FF2B5EF4-FFF2-40B4-BE49-F238E27FC236}">
                  <a16:creationId xmlns:a16="http://schemas.microsoft.com/office/drawing/2014/main" id="{E9A9022B-910D-42BF-BE98-0E037CF896C9}"/>
                </a:ext>
              </a:extLst>
            </p:cNvPr>
            <p:cNvGrpSpPr>
              <a:grpSpLocks/>
            </p:cNvGrpSpPr>
            <p:nvPr/>
          </p:nvGrpSpPr>
          <p:grpSpPr bwMode="auto">
            <a:xfrm>
              <a:off x="876" y="3456"/>
              <a:ext cx="1008" cy="528"/>
              <a:chOff x="816" y="3504"/>
              <a:chExt cx="1008" cy="528"/>
            </a:xfrm>
          </p:grpSpPr>
          <p:sp>
            <p:nvSpPr>
              <p:cNvPr id="7184" name="Rectangle 6">
                <a:extLst>
                  <a:ext uri="{FF2B5EF4-FFF2-40B4-BE49-F238E27FC236}">
                    <a16:creationId xmlns:a16="http://schemas.microsoft.com/office/drawing/2014/main" id="{47521F66-2E64-4302-B671-9B71E5125D20}"/>
                  </a:ext>
                </a:extLst>
              </p:cNvPr>
              <p:cNvSpPr>
                <a:spLocks noChangeArrowheads="1"/>
              </p:cNvSpPr>
              <p:nvPr/>
            </p:nvSpPr>
            <p:spPr bwMode="auto">
              <a:xfrm>
                <a:off x="816" y="3504"/>
                <a:ext cx="1008" cy="528"/>
              </a:xfrm>
              <a:prstGeom prst="rect">
                <a:avLst/>
              </a:prstGeom>
              <a:solidFill>
                <a:srgbClr val="0000FF"/>
              </a:solidFill>
              <a:ln w="25400" cap="sq">
                <a:solidFill>
                  <a:schemeClr val="tx1"/>
                </a:solidFill>
                <a:miter lim="800000"/>
                <a:headEnd type="none" w="sm" len="sm"/>
                <a:tailEnd type="none" w="sm" len="sm"/>
              </a:ln>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46087" name="Text Box 7">
                <a:extLst>
                  <a:ext uri="{FF2B5EF4-FFF2-40B4-BE49-F238E27FC236}">
                    <a16:creationId xmlns:a16="http://schemas.microsoft.com/office/drawing/2014/main" id="{3329B9D6-8B6D-4CFF-B09F-ED8331CF029D}"/>
                  </a:ext>
                </a:extLst>
              </p:cNvPr>
              <p:cNvSpPr txBox="1">
                <a:spLocks noChangeArrowheads="1"/>
              </p:cNvSpPr>
              <p:nvPr/>
            </p:nvSpPr>
            <p:spPr bwMode="auto">
              <a:xfrm>
                <a:off x="1008" y="3600"/>
                <a:ext cx="768" cy="288"/>
              </a:xfrm>
              <a:prstGeom prst="rect">
                <a:avLst/>
              </a:prstGeom>
              <a:noFill/>
              <a:ln w="12700" cap="sq">
                <a:noFill/>
                <a:miter lim="800000"/>
                <a:headEnd type="none" w="sm" len="sm"/>
                <a:tailEnd type="none" w="sm" len="sm"/>
              </a:ln>
              <a:effectLst/>
            </p:spPr>
            <p:txBody>
              <a:bodyPr>
                <a:spAutoFit/>
              </a:bodyPr>
              <a:lstStyle/>
              <a:p>
                <a:pPr>
                  <a:spcBef>
                    <a:spcPct val="50000"/>
                  </a:spcBef>
                  <a:defRPr/>
                </a:pPr>
                <a:r>
                  <a:rPr kumimoji="1" lang="zh-CN" altLang="en-US" sz="2400" b="1">
                    <a:solidFill>
                      <a:srgbClr val="FF0000"/>
                    </a:solidFill>
                    <a:effectLst>
                      <a:outerShdw blurRad="38100" dist="38100" dir="2700000" algn="tl">
                        <a:srgbClr val="C0C0C0"/>
                      </a:outerShdw>
                    </a:effectLst>
                    <a:latin typeface="Times New Roman" pitchFamily="18" charset="0"/>
                    <a:ea typeface="华文中宋" pitchFamily="2" charset="-122"/>
                  </a:rPr>
                  <a:t>操作码</a:t>
                </a:r>
              </a:p>
            </p:txBody>
          </p:sp>
        </p:grpSp>
        <p:grpSp>
          <p:nvGrpSpPr>
            <p:cNvPr id="7174" name="Group 8">
              <a:extLst>
                <a:ext uri="{FF2B5EF4-FFF2-40B4-BE49-F238E27FC236}">
                  <a16:creationId xmlns:a16="http://schemas.microsoft.com/office/drawing/2014/main" id="{2BF06863-E802-4A4C-BE4C-444F133CB5AC}"/>
                </a:ext>
              </a:extLst>
            </p:cNvPr>
            <p:cNvGrpSpPr>
              <a:grpSpLocks/>
            </p:cNvGrpSpPr>
            <p:nvPr/>
          </p:nvGrpSpPr>
          <p:grpSpPr bwMode="auto">
            <a:xfrm>
              <a:off x="1884" y="3456"/>
              <a:ext cx="1836" cy="528"/>
              <a:chOff x="1824" y="3504"/>
              <a:chExt cx="1824" cy="528"/>
            </a:xfrm>
          </p:grpSpPr>
          <p:sp>
            <p:nvSpPr>
              <p:cNvPr id="7180" name="Rectangle 9">
                <a:extLst>
                  <a:ext uri="{FF2B5EF4-FFF2-40B4-BE49-F238E27FC236}">
                    <a16:creationId xmlns:a16="http://schemas.microsoft.com/office/drawing/2014/main" id="{BBABE297-2705-45B8-B5B8-516ABDB55E1A}"/>
                  </a:ext>
                </a:extLst>
              </p:cNvPr>
              <p:cNvSpPr>
                <a:spLocks noChangeArrowheads="1"/>
              </p:cNvSpPr>
              <p:nvPr/>
            </p:nvSpPr>
            <p:spPr bwMode="auto">
              <a:xfrm>
                <a:off x="1824" y="3504"/>
                <a:ext cx="1824" cy="528"/>
              </a:xfrm>
              <a:prstGeom prst="rect">
                <a:avLst/>
              </a:prstGeom>
              <a:solidFill>
                <a:srgbClr val="00FF00"/>
              </a:solidFill>
              <a:ln w="25400" cap="sq">
                <a:solidFill>
                  <a:schemeClr val="tx1"/>
                </a:solidFill>
                <a:miter lim="800000"/>
                <a:headEnd type="none" w="sm" len="sm"/>
                <a:tailEnd type="none" w="sm" len="sm"/>
              </a:ln>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46090" name="Text Box 10">
                <a:extLst>
                  <a:ext uri="{FF2B5EF4-FFF2-40B4-BE49-F238E27FC236}">
                    <a16:creationId xmlns:a16="http://schemas.microsoft.com/office/drawing/2014/main" id="{17AEF69D-8DE0-42FB-AA49-479A8E261F5C}"/>
                  </a:ext>
                </a:extLst>
              </p:cNvPr>
              <p:cNvSpPr txBox="1">
                <a:spLocks noChangeArrowheads="1"/>
              </p:cNvSpPr>
              <p:nvPr/>
            </p:nvSpPr>
            <p:spPr bwMode="auto">
              <a:xfrm>
                <a:off x="1872" y="3600"/>
                <a:ext cx="912" cy="288"/>
              </a:xfrm>
              <a:prstGeom prst="rect">
                <a:avLst/>
              </a:prstGeom>
              <a:solidFill>
                <a:srgbClr val="00FF00"/>
              </a:solidFill>
              <a:ln w="12700" cap="sq">
                <a:noFill/>
                <a:miter lim="800000"/>
                <a:headEnd type="none" w="sm" len="sm"/>
                <a:tailEnd type="none" w="sm" len="sm"/>
              </a:ln>
              <a:effectLst/>
            </p:spPr>
            <p:txBody>
              <a:bodyPr>
                <a:spAutoFit/>
              </a:bodyPr>
              <a:lstStyle/>
              <a:p>
                <a:pPr>
                  <a:spcBef>
                    <a:spcPct val="50000"/>
                  </a:spcBef>
                  <a:defRPr/>
                </a:pPr>
                <a:r>
                  <a:rPr kumimoji="1" lang="zh-CN" altLang="en-US" sz="2400" b="1">
                    <a:solidFill>
                      <a:srgbClr val="FF0000"/>
                    </a:solidFill>
                    <a:effectLst>
                      <a:outerShdw blurRad="38100" dist="38100" dir="2700000" algn="tl">
                        <a:srgbClr val="000000"/>
                      </a:outerShdw>
                    </a:effectLst>
                    <a:latin typeface="Times New Roman" pitchFamily="18" charset="0"/>
                    <a:ea typeface="华文中宋" pitchFamily="2" charset="-122"/>
                  </a:rPr>
                  <a:t>寻址方式</a:t>
                </a:r>
                <a:endParaRPr kumimoji="1" lang="zh-CN" altLang="en-US" sz="2400" b="1">
                  <a:effectLst>
                    <a:outerShdw blurRad="38100" dist="38100" dir="2700000" algn="tl">
                      <a:srgbClr val="FFFFFF"/>
                    </a:outerShdw>
                  </a:effectLst>
                  <a:latin typeface="Times New Roman" pitchFamily="18" charset="0"/>
                  <a:ea typeface="华文中宋" pitchFamily="2" charset="-122"/>
                </a:endParaRPr>
              </a:p>
            </p:txBody>
          </p:sp>
          <p:sp>
            <p:nvSpPr>
              <p:cNvPr id="7182" name="Line 11">
                <a:extLst>
                  <a:ext uri="{FF2B5EF4-FFF2-40B4-BE49-F238E27FC236}">
                    <a16:creationId xmlns:a16="http://schemas.microsoft.com/office/drawing/2014/main" id="{3582B09A-F236-42BC-A2C5-8F7A7509B7FE}"/>
                  </a:ext>
                </a:extLst>
              </p:cNvPr>
              <p:cNvSpPr>
                <a:spLocks noChangeShapeType="1"/>
              </p:cNvSpPr>
              <p:nvPr/>
            </p:nvSpPr>
            <p:spPr bwMode="auto">
              <a:xfrm>
                <a:off x="2784" y="3504"/>
                <a:ext cx="0" cy="528"/>
              </a:xfrm>
              <a:prstGeom prst="line">
                <a:avLst/>
              </a:prstGeom>
              <a:noFill/>
              <a:ln w="254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6092" name="Text Box 12">
                <a:extLst>
                  <a:ext uri="{FF2B5EF4-FFF2-40B4-BE49-F238E27FC236}">
                    <a16:creationId xmlns:a16="http://schemas.microsoft.com/office/drawing/2014/main" id="{DE9E4859-43D0-4799-A53C-D03B58C2B3EF}"/>
                  </a:ext>
                </a:extLst>
              </p:cNvPr>
              <p:cNvSpPr txBox="1">
                <a:spLocks noChangeArrowheads="1"/>
              </p:cNvSpPr>
              <p:nvPr/>
            </p:nvSpPr>
            <p:spPr bwMode="auto">
              <a:xfrm>
                <a:off x="2880" y="3600"/>
                <a:ext cx="720" cy="288"/>
              </a:xfrm>
              <a:prstGeom prst="rect">
                <a:avLst/>
              </a:prstGeom>
              <a:solidFill>
                <a:srgbClr val="00FF00"/>
              </a:solidFill>
              <a:ln w="12700" cap="sq">
                <a:noFill/>
                <a:miter lim="800000"/>
                <a:headEnd type="none" w="sm" len="sm"/>
                <a:tailEnd type="none" w="sm" len="sm"/>
              </a:ln>
              <a:effectLst/>
            </p:spPr>
            <p:txBody>
              <a:bodyPr>
                <a:spAutoFit/>
              </a:bodyPr>
              <a:lstStyle/>
              <a:p>
                <a:pPr>
                  <a:spcBef>
                    <a:spcPct val="50000"/>
                  </a:spcBef>
                  <a:defRPr/>
                </a:pPr>
                <a:r>
                  <a:rPr kumimoji="1" lang="zh-CN" altLang="en-US" sz="2400" b="1">
                    <a:solidFill>
                      <a:srgbClr val="FF0000"/>
                    </a:solidFill>
                    <a:effectLst>
                      <a:outerShdw blurRad="38100" dist="38100" dir="2700000" algn="tl">
                        <a:srgbClr val="000000"/>
                      </a:outerShdw>
                    </a:effectLst>
                    <a:latin typeface="Times New Roman" pitchFamily="18" charset="0"/>
                    <a:ea typeface="华文中宋" pitchFamily="2" charset="-122"/>
                  </a:rPr>
                  <a:t>操作数</a:t>
                </a:r>
                <a:endParaRPr kumimoji="1" lang="zh-CN" altLang="en-US" sz="2400" b="1">
                  <a:effectLst>
                    <a:outerShdw blurRad="38100" dist="38100" dir="2700000" algn="tl">
                      <a:srgbClr val="FFFFFF"/>
                    </a:outerShdw>
                  </a:effectLst>
                  <a:latin typeface="Times New Roman" pitchFamily="18" charset="0"/>
                  <a:ea typeface="华文中宋" pitchFamily="2" charset="-122"/>
                </a:endParaRPr>
              </a:p>
            </p:txBody>
          </p:sp>
        </p:grpSp>
        <p:grpSp>
          <p:nvGrpSpPr>
            <p:cNvPr id="7175" name="Group 13">
              <a:extLst>
                <a:ext uri="{FF2B5EF4-FFF2-40B4-BE49-F238E27FC236}">
                  <a16:creationId xmlns:a16="http://schemas.microsoft.com/office/drawing/2014/main" id="{05D29F60-0EFC-48CE-A58C-1D8DFBD9B75A}"/>
                </a:ext>
              </a:extLst>
            </p:cNvPr>
            <p:cNvGrpSpPr>
              <a:grpSpLocks/>
            </p:cNvGrpSpPr>
            <p:nvPr/>
          </p:nvGrpSpPr>
          <p:grpSpPr bwMode="auto">
            <a:xfrm>
              <a:off x="3707" y="3452"/>
              <a:ext cx="1836" cy="535"/>
              <a:chOff x="1824" y="3504"/>
              <a:chExt cx="1824" cy="528"/>
            </a:xfrm>
          </p:grpSpPr>
          <p:sp>
            <p:nvSpPr>
              <p:cNvPr id="7176" name="Rectangle 14">
                <a:extLst>
                  <a:ext uri="{FF2B5EF4-FFF2-40B4-BE49-F238E27FC236}">
                    <a16:creationId xmlns:a16="http://schemas.microsoft.com/office/drawing/2014/main" id="{01572540-0A46-46BD-BC64-3FC015AF5E64}"/>
                  </a:ext>
                </a:extLst>
              </p:cNvPr>
              <p:cNvSpPr>
                <a:spLocks noChangeArrowheads="1"/>
              </p:cNvSpPr>
              <p:nvPr/>
            </p:nvSpPr>
            <p:spPr bwMode="auto">
              <a:xfrm>
                <a:off x="1824" y="3504"/>
                <a:ext cx="1824" cy="528"/>
              </a:xfrm>
              <a:prstGeom prst="rect">
                <a:avLst/>
              </a:prstGeom>
              <a:solidFill>
                <a:srgbClr val="00FF00"/>
              </a:solidFill>
              <a:ln w="25400" cap="sq">
                <a:solidFill>
                  <a:schemeClr val="tx1"/>
                </a:solidFill>
                <a:miter lim="800000"/>
                <a:headEnd type="none" w="sm" len="sm"/>
                <a:tailEnd type="none" w="sm" len="sm"/>
              </a:ln>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46095" name="Text Box 15">
                <a:extLst>
                  <a:ext uri="{FF2B5EF4-FFF2-40B4-BE49-F238E27FC236}">
                    <a16:creationId xmlns:a16="http://schemas.microsoft.com/office/drawing/2014/main" id="{C5606257-CD70-40D9-999D-6A16F54FBB8F}"/>
                  </a:ext>
                </a:extLst>
              </p:cNvPr>
              <p:cNvSpPr txBox="1">
                <a:spLocks noChangeArrowheads="1"/>
              </p:cNvSpPr>
              <p:nvPr/>
            </p:nvSpPr>
            <p:spPr bwMode="auto">
              <a:xfrm>
                <a:off x="1872" y="3600"/>
                <a:ext cx="912" cy="284"/>
              </a:xfrm>
              <a:prstGeom prst="rect">
                <a:avLst/>
              </a:prstGeom>
              <a:solidFill>
                <a:srgbClr val="00FF00"/>
              </a:solidFill>
              <a:ln w="12700" cap="sq">
                <a:noFill/>
                <a:miter lim="800000"/>
                <a:headEnd type="none" w="sm" len="sm"/>
                <a:tailEnd type="none" w="sm" len="sm"/>
              </a:ln>
              <a:effectLst/>
            </p:spPr>
            <p:txBody>
              <a:bodyPr>
                <a:spAutoFit/>
              </a:bodyPr>
              <a:lstStyle/>
              <a:p>
                <a:pPr>
                  <a:spcBef>
                    <a:spcPct val="50000"/>
                  </a:spcBef>
                  <a:defRPr/>
                </a:pPr>
                <a:r>
                  <a:rPr kumimoji="1" lang="zh-CN" altLang="en-US" sz="2400" b="1">
                    <a:solidFill>
                      <a:srgbClr val="FF0000"/>
                    </a:solidFill>
                    <a:effectLst>
                      <a:outerShdw blurRad="38100" dist="38100" dir="2700000" algn="tl">
                        <a:srgbClr val="000000"/>
                      </a:outerShdw>
                    </a:effectLst>
                    <a:latin typeface="Times New Roman" pitchFamily="18" charset="0"/>
                    <a:ea typeface="华文中宋" pitchFamily="2" charset="-122"/>
                  </a:rPr>
                  <a:t>寻址方式</a:t>
                </a:r>
                <a:endParaRPr kumimoji="1" lang="zh-CN" altLang="en-US" sz="2400" b="1">
                  <a:effectLst>
                    <a:outerShdw blurRad="38100" dist="38100" dir="2700000" algn="tl">
                      <a:srgbClr val="FFFFFF"/>
                    </a:outerShdw>
                  </a:effectLst>
                  <a:latin typeface="Times New Roman" pitchFamily="18" charset="0"/>
                  <a:ea typeface="华文中宋" pitchFamily="2" charset="-122"/>
                </a:endParaRPr>
              </a:p>
            </p:txBody>
          </p:sp>
          <p:sp>
            <p:nvSpPr>
              <p:cNvPr id="7178" name="Line 16">
                <a:extLst>
                  <a:ext uri="{FF2B5EF4-FFF2-40B4-BE49-F238E27FC236}">
                    <a16:creationId xmlns:a16="http://schemas.microsoft.com/office/drawing/2014/main" id="{33BFC393-1D99-4E3B-8476-53E46ADA030F}"/>
                  </a:ext>
                </a:extLst>
              </p:cNvPr>
              <p:cNvSpPr>
                <a:spLocks noChangeShapeType="1"/>
              </p:cNvSpPr>
              <p:nvPr/>
            </p:nvSpPr>
            <p:spPr bwMode="auto">
              <a:xfrm>
                <a:off x="2784" y="3504"/>
                <a:ext cx="0" cy="528"/>
              </a:xfrm>
              <a:prstGeom prst="line">
                <a:avLst/>
              </a:prstGeom>
              <a:noFill/>
              <a:ln w="254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6097" name="Text Box 17">
                <a:extLst>
                  <a:ext uri="{FF2B5EF4-FFF2-40B4-BE49-F238E27FC236}">
                    <a16:creationId xmlns:a16="http://schemas.microsoft.com/office/drawing/2014/main" id="{50E6F502-A4DD-46D5-B0DB-7FBE37AFF528}"/>
                  </a:ext>
                </a:extLst>
              </p:cNvPr>
              <p:cNvSpPr txBox="1">
                <a:spLocks noChangeArrowheads="1"/>
              </p:cNvSpPr>
              <p:nvPr/>
            </p:nvSpPr>
            <p:spPr bwMode="auto">
              <a:xfrm>
                <a:off x="2880" y="3600"/>
                <a:ext cx="720" cy="284"/>
              </a:xfrm>
              <a:prstGeom prst="rect">
                <a:avLst/>
              </a:prstGeom>
              <a:solidFill>
                <a:srgbClr val="00FF00"/>
              </a:solidFill>
              <a:ln w="12700" cap="sq">
                <a:noFill/>
                <a:miter lim="800000"/>
                <a:headEnd type="none" w="sm" len="sm"/>
                <a:tailEnd type="none" w="sm" len="sm"/>
              </a:ln>
              <a:effectLst/>
            </p:spPr>
            <p:txBody>
              <a:bodyPr>
                <a:spAutoFit/>
              </a:bodyPr>
              <a:lstStyle/>
              <a:p>
                <a:pPr>
                  <a:spcBef>
                    <a:spcPct val="50000"/>
                  </a:spcBef>
                  <a:defRPr/>
                </a:pPr>
                <a:r>
                  <a:rPr kumimoji="1" lang="zh-CN" altLang="en-US" sz="2400" b="1">
                    <a:solidFill>
                      <a:srgbClr val="FF0000"/>
                    </a:solidFill>
                    <a:effectLst>
                      <a:outerShdw blurRad="38100" dist="38100" dir="2700000" algn="tl">
                        <a:srgbClr val="000000"/>
                      </a:outerShdw>
                    </a:effectLst>
                    <a:latin typeface="Times New Roman" pitchFamily="18" charset="0"/>
                    <a:ea typeface="华文中宋" pitchFamily="2" charset="-122"/>
                  </a:rPr>
                  <a:t>操作数</a:t>
                </a:r>
                <a:endParaRPr kumimoji="1" lang="zh-CN" altLang="en-US" sz="2400" b="1">
                  <a:effectLst>
                    <a:outerShdw blurRad="38100" dist="38100" dir="2700000" algn="tl">
                      <a:srgbClr val="FFFFFF"/>
                    </a:outerShdw>
                  </a:effectLst>
                  <a:latin typeface="Times New Roman" pitchFamily="18" charset="0"/>
                  <a:ea typeface="华文中宋" pitchFamily="2" charset="-122"/>
                </a:endParaRPr>
              </a:p>
            </p:txBody>
          </p:sp>
        </p:grpSp>
      </p:grpSp>
      <p:sp>
        <p:nvSpPr>
          <p:cNvPr id="20" name="Rectangle 2">
            <a:extLst>
              <a:ext uri="{FF2B5EF4-FFF2-40B4-BE49-F238E27FC236}">
                <a16:creationId xmlns:a16="http://schemas.microsoft.com/office/drawing/2014/main" id="{49291D2F-575F-4B20-9E9A-7F1E39488D78}"/>
              </a:ext>
            </a:extLst>
          </p:cNvPr>
          <p:cNvSpPr>
            <a:spLocks noGrp="1" noChangeArrowheads="1"/>
          </p:cNvSpPr>
          <p:nvPr>
            <p:ph type="title"/>
          </p:nvPr>
        </p:nvSpPr>
        <p:spPr>
          <a:xfrm>
            <a:off x="608062" y="294113"/>
            <a:ext cx="7772400" cy="681186"/>
          </a:xfrm>
        </p:spPr>
        <p:txBody>
          <a:bodyPr/>
          <a:lstStyle/>
          <a:p>
            <a:pPr eaLnBrk="1" hangingPunct="1"/>
            <a:r>
              <a:rPr lang="en-US" altLang="zh-CN" b="1" dirty="0"/>
              <a:t>2.1 </a:t>
            </a:r>
            <a:r>
              <a:rPr lang="zh-CN" altLang="en-US" sz="3600" b="1" dirty="0"/>
              <a:t>指令系统概述 </a:t>
            </a:r>
          </a:p>
        </p:txBody>
      </p:sp>
      <p:sp>
        <p:nvSpPr>
          <p:cNvPr id="2" name="日期占位符 1">
            <a:extLst>
              <a:ext uri="{FF2B5EF4-FFF2-40B4-BE49-F238E27FC236}">
                <a16:creationId xmlns:a16="http://schemas.microsoft.com/office/drawing/2014/main" id="{BF8F3A4D-8231-0210-C628-878D0DD063A9}"/>
              </a:ext>
            </a:extLst>
          </p:cNvPr>
          <p:cNvSpPr>
            <a:spLocks noGrp="1"/>
          </p:cNvSpPr>
          <p:nvPr>
            <p:ph type="dt" sz="half" idx="10"/>
          </p:nvPr>
        </p:nvSpPr>
        <p:spPr/>
        <p:txBody>
          <a:bodyPr/>
          <a:lstStyle/>
          <a:p>
            <a:pPr>
              <a:defRPr/>
            </a:pPr>
            <a:fld id="{DC24AE05-545A-48DC-9C87-9975E750C9F2}" type="datetime1">
              <a:rPr lang="zh-CN" altLang="en-US" smtClean="0"/>
              <a:t>2025/9/16</a:t>
            </a:fld>
            <a:endParaRPr lang="en-US" altLang="zh-CN"/>
          </a:p>
        </p:txBody>
      </p:sp>
      <p:sp>
        <p:nvSpPr>
          <p:cNvPr id="3" name="页脚占位符 2">
            <a:extLst>
              <a:ext uri="{FF2B5EF4-FFF2-40B4-BE49-F238E27FC236}">
                <a16:creationId xmlns:a16="http://schemas.microsoft.com/office/drawing/2014/main" id="{764B8C6D-40B8-22E0-D3F1-143DFF31E7C2}"/>
              </a:ext>
            </a:extLst>
          </p:cNvPr>
          <p:cNvSpPr>
            <a:spLocks noGrp="1"/>
          </p:cNvSpPr>
          <p:nvPr>
            <p:ph type="ftr" sz="quarter" idx="11"/>
          </p:nvPr>
        </p:nvSpPr>
        <p:spPr/>
        <p:txBody>
          <a:bodyPr/>
          <a:lstStyle/>
          <a:p>
            <a:pPr>
              <a:defRPr/>
            </a:pPr>
            <a:r>
              <a:rPr lang="zh-CN" altLang="en-US"/>
              <a:t>计算学部 刘宏伟</a:t>
            </a:r>
            <a:endParaRPr lang="en-US" altLang="zh-CN"/>
          </a:p>
        </p:txBody>
      </p:sp>
      <p:sp>
        <p:nvSpPr>
          <p:cNvPr id="4" name="灯片编号占位符 3">
            <a:extLst>
              <a:ext uri="{FF2B5EF4-FFF2-40B4-BE49-F238E27FC236}">
                <a16:creationId xmlns:a16="http://schemas.microsoft.com/office/drawing/2014/main" id="{774A4B48-78E9-650C-23B5-E4F4C24A980E}"/>
              </a:ext>
            </a:extLst>
          </p:cNvPr>
          <p:cNvSpPr>
            <a:spLocks noGrp="1"/>
          </p:cNvSpPr>
          <p:nvPr>
            <p:ph type="sldNum" sz="quarter" idx="12"/>
          </p:nvPr>
        </p:nvSpPr>
        <p:spPr/>
        <p:txBody>
          <a:bodyPr/>
          <a:lstStyle/>
          <a:p>
            <a:pPr>
              <a:defRPr/>
            </a:pPr>
            <a:fld id="{8BCAC33D-D29A-48B3-BCD6-381D3D720D26}" type="slidenum">
              <a:rPr lang="zh-CN" altLang="en-US" smtClean="0"/>
              <a:t>29</a:t>
            </a:fld>
            <a:endParaRPr lang="en-US" altLang="zh-CN"/>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9" name="Rectangle 1029">
            <a:extLst>
              <a:ext uri="{FF2B5EF4-FFF2-40B4-BE49-F238E27FC236}">
                <a16:creationId xmlns:a16="http://schemas.microsoft.com/office/drawing/2014/main" id="{65B8B6AD-5551-4F8C-9C68-7CE8DA970213}"/>
              </a:ext>
            </a:extLst>
          </p:cNvPr>
          <p:cNvSpPr>
            <a:spLocks noGrp="1" noChangeArrowheads="1"/>
          </p:cNvSpPr>
          <p:nvPr>
            <p:ph type="body" idx="1"/>
          </p:nvPr>
        </p:nvSpPr>
        <p:spPr/>
        <p:txBody>
          <a:bodyPr/>
          <a:lstStyle/>
          <a:p>
            <a:pPr eaLnBrk="1" hangingPunct="1">
              <a:lnSpc>
                <a:spcPct val="150000"/>
              </a:lnSpc>
            </a:pPr>
            <a:r>
              <a:rPr lang="zh-CN" altLang="en-US" sz="2600" b="1" dirty="0"/>
              <a:t>指令的操作十分简单，其操作由操作码编码表示。</a:t>
            </a:r>
          </a:p>
          <a:p>
            <a:pPr eaLnBrk="1" hangingPunct="1">
              <a:lnSpc>
                <a:spcPct val="150000"/>
              </a:lnSpc>
            </a:pPr>
            <a:r>
              <a:rPr lang="zh-CN" altLang="en-US" sz="2600" b="1" dirty="0"/>
              <a:t>每个操作需要的操作数个数为</a:t>
            </a:r>
            <a:r>
              <a:rPr lang="en-US" altLang="zh-CN" sz="2600" b="1" dirty="0"/>
              <a:t>0-3</a:t>
            </a:r>
            <a:r>
              <a:rPr lang="zh-CN" altLang="en-US" sz="2600" b="1" dirty="0"/>
              <a:t>个不等。</a:t>
            </a:r>
          </a:p>
          <a:p>
            <a:pPr lvl="1" eaLnBrk="1" hangingPunct="1">
              <a:lnSpc>
                <a:spcPct val="150000"/>
              </a:lnSpc>
            </a:pPr>
            <a:r>
              <a:rPr lang="zh-CN" altLang="en-US" sz="2600" b="1" dirty="0"/>
              <a:t>操作数是一些存储单元的地址；</a:t>
            </a:r>
          </a:p>
          <a:p>
            <a:pPr lvl="1" eaLnBrk="1" hangingPunct="1">
              <a:lnSpc>
                <a:spcPct val="150000"/>
              </a:lnSpc>
            </a:pPr>
            <a:r>
              <a:rPr lang="zh-CN" altLang="en-US" sz="2600" b="1" dirty="0"/>
              <a:t>典型的存储单元通常有：主存、寄存器、堆栈和累加器。</a:t>
            </a:r>
          </a:p>
          <a:p>
            <a:pPr eaLnBrk="1" hangingPunct="1">
              <a:lnSpc>
                <a:spcPct val="150000"/>
              </a:lnSpc>
            </a:pPr>
            <a:r>
              <a:rPr lang="zh-CN" altLang="en-US" sz="2600" b="1" dirty="0"/>
              <a:t>操作数地址隐含表示或显式表示。</a:t>
            </a:r>
          </a:p>
        </p:txBody>
      </p:sp>
      <p:sp>
        <p:nvSpPr>
          <p:cNvPr id="6" name="Rectangle 2">
            <a:extLst>
              <a:ext uri="{FF2B5EF4-FFF2-40B4-BE49-F238E27FC236}">
                <a16:creationId xmlns:a16="http://schemas.microsoft.com/office/drawing/2014/main" id="{A735D6EE-BC7C-4698-A177-0074BB1D84E5}"/>
              </a:ext>
            </a:extLst>
          </p:cNvPr>
          <p:cNvSpPr>
            <a:spLocks noGrp="1" noChangeArrowheads="1"/>
          </p:cNvSpPr>
          <p:nvPr>
            <p:ph type="title"/>
          </p:nvPr>
        </p:nvSpPr>
        <p:spPr>
          <a:xfrm>
            <a:off x="685800" y="391244"/>
            <a:ext cx="7772400" cy="681186"/>
          </a:xfrm>
        </p:spPr>
        <p:txBody>
          <a:bodyPr/>
          <a:lstStyle/>
          <a:p>
            <a:pPr eaLnBrk="1" hangingPunct="1"/>
            <a:r>
              <a:rPr lang="en-US" altLang="zh-CN" b="1" dirty="0"/>
              <a:t>2.1 </a:t>
            </a:r>
            <a:r>
              <a:rPr lang="zh-CN" altLang="en-US" sz="3600" b="1" dirty="0"/>
              <a:t>指令系统概述 </a:t>
            </a:r>
          </a:p>
        </p:txBody>
      </p:sp>
      <p:sp>
        <p:nvSpPr>
          <p:cNvPr id="2" name="日期占位符 1">
            <a:extLst>
              <a:ext uri="{FF2B5EF4-FFF2-40B4-BE49-F238E27FC236}">
                <a16:creationId xmlns:a16="http://schemas.microsoft.com/office/drawing/2014/main" id="{97B42BF4-0535-38C4-C39C-664467B503B9}"/>
              </a:ext>
            </a:extLst>
          </p:cNvPr>
          <p:cNvSpPr>
            <a:spLocks noGrp="1"/>
          </p:cNvSpPr>
          <p:nvPr>
            <p:ph type="dt" sz="half" idx="10"/>
          </p:nvPr>
        </p:nvSpPr>
        <p:spPr/>
        <p:txBody>
          <a:bodyPr/>
          <a:lstStyle/>
          <a:p>
            <a:pPr>
              <a:defRPr/>
            </a:pPr>
            <a:fld id="{D0F95315-5AE7-4FEA-90F4-8CD247B749A7}" type="datetime1">
              <a:rPr lang="zh-CN" altLang="en-US" smtClean="0"/>
              <a:t>2025/9/16</a:t>
            </a:fld>
            <a:endParaRPr lang="en-US" altLang="zh-CN"/>
          </a:p>
        </p:txBody>
      </p:sp>
      <p:sp>
        <p:nvSpPr>
          <p:cNvPr id="3" name="页脚占位符 2">
            <a:extLst>
              <a:ext uri="{FF2B5EF4-FFF2-40B4-BE49-F238E27FC236}">
                <a16:creationId xmlns:a16="http://schemas.microsoft.com/office/drawing/2014/main" id="{3B9A94FF-B0F9-4846-80B2-36C0A6582BD2}"/>
              </a:ext>
            </a:extLst>
          </p:cNvPr>
          <p:cNvSpPr>
            <a:spLocks noGrp="1"/>
          </p:cNvSpPr>
          <p:nvPr>
            <p:ph type="ftr" sz="quarter" idx="11"/>
          </p:nvPr>
        </p:nvSpPr>
        <p:spPr/>
        <p:txBody>
          <a:bodyPr/>
          <a:lstStyle/>
          <a:p>
            <a:pPr>
              <a:defRPr/>
            </a:pPr>
            <a:r>
              <a:rPr lang="zh-CN" altLang="en-US"/>
              <a:t>计算学部 刘宏伟</a:t>
            </a:r>
            <a:endParaRPr lang="en-US" altLang="zh-CN"/>
          </a:p>
        </p:txBody>
      </p:sp>
      <p:sp>
        <p:nvSpPr>
          <p:cNvPr id="4" name="灯片编号占位符 3">
            <a:extLst>
              <a:ext uri="{FF2B5EF4-FFF2-40B4-BE49-F238E27FC236}">
                <a16:creationId xmlns:a16="http://schemas.microsoft.com/office/drawing/2014/main" id="{3244A0F7-2A5A-33AE-ACA7-5B9644CCFFE0}"/>
              </a:ext>
            </a:extLst>
          </p:cNvPr>
          <p:cNvSpPr>
            <a:spLocks noGrp="1"/>
          </p:cNvSpPr>
          <p:nvPr>
            <p:ph type="sldNum" sz="quarter" idx="12"/>
          </p:nvPr>
        </p:nvSpPr>
        <p:spPr/>
        <p:txBody>
          <a:bodyPr/>
          <a:lstStyle/>
          <a:p>
            <a:pPr>
              <a:defRPr/>
            </a:pPr>
            <a:fld id="{8BCAC33D-D29A-48B3-BCD6-381D3D720D26}" type="slidenum">
              <a:rPr lang="zh-CN" altLang="en-US" smtClean="0"/>
              <a:t>30</a:t>
            </a:fld>
            <a:endParaRPr lang="en-US" altLang="zh-CN"/>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539750" y="44450"/>
            <a:ext cx="7772400" cy="1143000"/>
          </a:xfrm>
        </p:spPr>
        <p:txBody>
          <a:bodyPr/>
          <a:lstStyle/>
          <a:p>
            <a:pPr eaLnBrk="1" hangingPunct="1">
              <a:defRPr/>
            </a:pPr>
            <a:r>
              <a:rPr lang="zh-CN" altLang="en-US" b="1" dirty="0"/>
              <a:t>第</a:t>
            </a:r>
            <a:r>
              <a:rPr kumimoji="1" lang="en-US" altLang="zh-CN" b="1" dirty="0">
                <a:latin typeface="Times New Roman" pitchFamily="18" charset="0"/>
                <a:cs typeface="+mn-cs"/>
              </a:rPr>
              <a:t>2</a:t>
            </a:r>
            <a:r>
              <a:rPr lang="zh-CN" altLang="en-US" b="1" dirty="0"/>
              <a:t>章   指 令 系 统</a:t>
            </a:r>
          </a:p>
        </p:txBody>
      </p:sp>
      <p:grpSp>
        <p:nvGrpSpPr>
          <p:cNvPr id="6147" name="Group 3"/>
          <p:cNvGrpSpPr>
            <a:grpSpLocks/>
          </p:cNvGrpSpPr>
          <p:nvPr/>
        </p:nvGrpSpPr>
        <p:grpSpPr bwMode="auto">
          <a:xfrm>
            <a:off x="2151961" y="1437839"/>
            <a:ext cx="4351338" cy="4007385"/>
            <a:chOff x="434" y="1127"/>
            <a:chExt cx="2741" cy="2192"/>
          </a:xfrm>
        </p:grpSpPr>
        <p:sp>
          <p:nvSpPr>
            <p:cNvPr id="6149" name="Text Box 4"/>
            <p:cNvSpPr txBox="1">
              <a:spLocks noChangeArrowheads="1"/>
            </p:cNvSpPr>
            <p:nvPr/>
          </p:nvSpPr>
          <p:spPr bwMode="auto">
            <a:xfrm>
              <a:off x="439" y="1127"/>
              <a:ext cx="1875" cy="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800" b="1">
                  <a:solidFill>
                    <a:schemeClr val="tx1"/>
                  </a:solidFill>
                  <a:latin typeface="宋体" charset="-122"/>
                  <a:ea typeface="宋体" charset="-122"/>
                </a:defRPr>
              </a:lvl1pPr>
              <a:lvl2pPr marL="742950" indent="-285750" eaLnBrk="0" hangingPunct="0">
                <a:defRPr kumimoji="1" sz="800" b="1">
                  <a:solidFill>
                    <a:schemeClr val="tx1"/>
                  </a:solidFill>
                  <a:latin typeface="宋体" charset="-122"/>
                  <a:ea typeface="宋体" charset="-122"/>
                </a:defRPr>
              </a:lvl2pPr>
              <a:lvl3pPr marL="1143000" indent="-228600" eaLnBrk="0" hangingPunct="0">
                <a:defRPr kumimoji="1" sz="800" b="1">
                  <a:solidFill>
                    <a:schemeClr val="tx1"/>
                  </a:solidFill>
                  <a:latin typeface="宋体" charset="-122"/>
                  <a:ea typeface="宋体" charset="-122"/>
                </a:defRPr>
              </a:lvl3pPr>
              <a:lvl4pPr marL="1600200" indent="-228600" eaLnBrk="0" hangingPunct="0">
                <a:defRPr kumimoji="1" sz="800" b="1">
                  <a:solidFill>
                    <a:schemeClr val="tx1"/>
                  </a:solidFill>
                  <a:latin typeface="宋体" charset="-122"/>
                  <a:ea typeface="宋体" charset="-122"/>
                </a:defRPr>
              </a:lvl4pPr>
              <a:lvl5pPr marL="2057400" indent="-228600" eaLnBrk="0" hangingPunct="0">
                <a:defRPr kumimoji="1" sz="800" b="1">
                  <a:solidFill>
                    <a:schemeClr val="tx1"/>
                  </a:solidFill>
                  <a:latin typeface="宋体" charset="-122"/>
                  <a:ea typeface="宋体" charset="-122"/>
                </a:defRPr>
              </a:lvl5pPr>
              <a:lvl6pPr marL="2514600" indent="-228600" eaLnBrk="0" fontAlgn="base" hangingPunct="0">
                <a:spcBef>
                  <a:spcPct val="0"/>
                </a:spcBef>
                <a:spcAft>
                  <a:spcPct val="0"/>
                </a:spcAft>
                <a:defRPr kumimoji="1" sz="800" b="1">
                  <a:solidFill>
                    <a:schemeClr val="tx1"/>
                  </a:solidFill>
                  <a:latin typeface="宋体" charset="-122"/>
                  <a:ea typeface="宋体" charset="-122"/>
                </a:defRPr>
              </a:lvl6pPr>
              <a:lvl7pPr marL="2971800" indent="-228600" eaLnBrk="0" fontAlgn="base" hangingPunct="0">
                <a:spcBef>
                  <a:spcPct val="0"/>
                </a:spcBef>
                <a:spcAft>
                  <a:spcPct val="0"/>
                </a:spcAft>
                <a:defRPr kumimoji="1" sz="800" b="1">
                  <a:solidFill>
                    <a:schemeClr val="tx1"/>
                  </a:solidFill>
                  <a:latin typeface="宋体" charset="-122"/>
                  <a:ea typeface="宋体" charset="-122"/>
                </a:defRPr>
              </a:lvl7pPr>
              <a:lvl8pPr marL="3429000" indent="-228600" eaLnBrk="0" fontAlgn="base" hangingPunct="0">
                <a:spcBef>
                  <a:spcPct val="0"/>
                </a:spcBef>
                <a:spcAft>
                  <a:spcPct val="0"/>
                </a:spcAft>
                <a:defRPr kumimoji="1" sz="800" b="1">
                  <a:solidFill>
                    <a:schemeClr val="tx1"/>
                  </a:solidFill>
                  <a:latin typeface="宋体" charset="-122"/>
                  <a:ea typeface="宋体" charset="-122"/>
                </a:defRPr>
              </a:lvl8pPr>
              <a:lvl9pPr marL="3886200" indent="-228600" eaLnBrk="0" fontAlgn="base" hangingPunct="0">
                <a:spcBef>
                  <a:spcPct val="0"/>
                </a:spcBef>
                <a:spcAft>
                  <a:spcPct val="0"/>
                </a:spcAft>
                <a:defRPr kumimoji="1" sz="800" b="1">
                  <a:solidFill>
                    <a:schemeClr val="tx1"/>
                  </a:solidFill>
                  <a:latin typeface="宋体" charset="-122"/>
                  <a:ea typeface="宋体" charset="-122"/>
                </a:defRPr>
              </a:lvl9pPr>
            </a:lstStyle>
            <a:p>
              <a:pPr eaLnBrk="1" hangingPunct="1"/>
              <a:r>
                <a:rPr lang="en-US" altLang="zh-CN" sz="2800" dirty="0">
                  <a:latin typeface="Times New Roman" pitchFamily="18" charset="0"/>
                </a:rPr>
                <a:t>2</a:t>
              </a:r>
              <a:r>
                <a:rPr lang="zh-CN" altLang="en-US" sz="2800" dirty="0">
                  <a:latin typeface="Times New Roman" pitchFamily="18" charset="0"/>
                </a:rPr>
                <a:t>.1 指令系统概述 </a:t>
              </a:r>
            </a:p>
          </p:txBody>
        </p:sp>
        <p:sp>
          <p:nvSpPr>
            <p:cNvPr id="6150" name="Text Box 5"/>
            <p:cNvSpPr txBox="1">
              <a:spLocks noChangeArrowheads="1"/>
            </p:cNvSpPr>
            <p:nvPr/>
          </p:nvSpPr>
          <p:spPr bwMode="auto">
            <a:xfrm>
              <a:off x="447" y="1472"/>
              <a:ext cx="2500"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en-US"/>
              </a:defPPr>
              <a:lvl1pPr eaLnBrk="1" hangingPunct="1">
                <a:defRPr sz="2800">
                  <a:latin typeface="Times New Roman" pitchFamily="18" charset="0"/>
                  <a:ea typeface="宋体" charset="-122"/>
                </a:defRPr>
              </a:lvl1pPr>
              <a:lvl2pPr marL="742950" indent="-285750" eaLnBrk="0" hangingPunct="0">
                <a:defRPr>
                  <a:latin typeface="宋体" charset="-122"/>
                  <a:ea typeface="宋体" charset="-122"/>
                </a:defRPr>
              </a:lvl2pPr>
              <a:lvl3pPr marL="1143000" indent="-228600" eaLnBrk="0" hangingPunct="0">
                <a:defRPr>
                  <a:latin typeface="宋体" charset="-122"/>
                  <a:ea typeface="宋体" charset="-122"/>
                </a:defRPr>
              </a:lvl3pPr>
              <a:lvl4pPr marL="1600200" indent="-228600" eaLnBrk="0" hangingPunct="0">
                <a:defRPr>
                  <a:latin typeface="宋体" charset="-122"/>
                  <a:ea typeface="宋体" charset="-122"/>
                </a:defRPr>
              </a:lvl4pPr>
              <a:lvl5pPr marL="2057400" indent="-228600" eaLnBrk="0" hangingPunct="0">
                <a:defRPr>
                  <a:latin typeface="宋体" charset="-122"/>
                  <a:ea typeface="宋体" charset="-122"/>
                </a:defRPr>
              </a:lvl5pPr>
              <a:lvl6pPr marL="2514600" indent="-228600" eaLnBrk="0" fontAlgn="base" hangingPunct="0">
                <a:spcBef>
                  <a:spcPct val="0"/>
                </a:spcBef>
                <a:spcAft>
                  <a:spcPct val="0"/>
                </a:spcAft>
                <a:defRPr>
                  <a:latin typeface="宋体" charset="-122"/>
                  <a:ea typeface="宋体" charset="-122"/>
                </a:defRPr>
              </a:lvl6pPr>
              <a:lvl7pPr marL="2971800" indent="-228600" eaLnBrk="0" fontAlgn="base" hangingPunct="0">
                <a:spcBef>
                  <a:spcPct val="0"/>
                </a:spcBef>
                <a:spcAft>
                  <a:spcPct val="0"/>
                </a:spcAft>
                <a:defRPr>
                  <a:latin typeface="宋体" charset="-122"/>
                  <a:ea typeface="宋体" charset="-122"/>
                </a:defRPr>
              </a:lvl7pPr>
              <a:lvl8pPr marL="3429000" indent="-228600" eaLnBrk="0" fontAlgn="base" hangingPunct="0">
                <a:spcBef>
                  <a:spcPct val="0"/>
                </a:spcBef>
                <a:spcAft>
                  <a:spcPct val="0"/>
                </a:spcAft>
                <a:defRPr>
                  <a:latin typeface="宋体" charset="-122"/>
                  <a:ea typeface="宋体" charset="-122"/>
                </a:defRPr>
              </a:lvl8pPr>
              <a:lvl9pPr marL="3886200" indent="-228600" eaLnBrk="0" fontAlgn="base" hangingPunct="0">
                <a:spcBef>
                  <a:spcPct val="0"/>
                </a:spcBef>
                <a:spcAft>
                  <a:spcPct val="0"/>
                </a:spcAft>
                <a:defRPr>
                  <a:latin typeface="宋体" charset="-122"/>
                  <a:ea typeface="宋体" charset="-122"/>
                </a:defRPr>
              </a:lvl9pPr>
            </a:lstStyle>
            <a:p>
              <a:r>
                <a:rPr lang="en-US" altLang="zh-CN" u="sng" dirty="0"/>
                <a:t>2</a:t>
              </a:r>
              <a:r>
                <a:rPr lang="zh-CN" altLang="en-US" u="sng" dirty="0"/>
                <a:t>.2 指令系统结构的分类</a:t>
              </a:r>
            </a:p>
          </p:txBody>
        </p:sp>
        <p:sp>
          <p:nvSpPr>
            <p:cNvPr id="6151" name="Text Box 6"/>
            <p:cNvSpPr txBox="1">
              <a:spLocks noChangeArrowheads="1"/>
            </p:cNvSpPr>
            <p:nvPr/>
          </p:nvSpPr>
          <p:spPr bwMode="auto">
            <a:xfrm>
              <a:off x="447" y="1763"/>
              <a:ext cx="1477" cy="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800" b="1">
                  <a:solidFill>
                    <a:schemeClr val="tx1"/>
                  </a:solidFill>
                  <a:latin typeface="宋体" charset="-122"/>
                  <a:ea typeface="宋体" charset="-122"/>
                </a:defRPr>
              </a:lvl1pPr>
              <a:lvl2pPr marL="742950" indent="-285750" eaLnBrk="0" hangingPunct="0">
                <a:defRPr kumimoji="1" sz="800" b="1">
                  <a:solidFill>
                    <a:schemeClr val="tx1"/>
                  </a:solidFill>
                  <a:latin typeface="宋体" charset="-122"/>
                  <a:ea typeface="宋体" charset="-122"/>
                </a:defRPr>
              </a:lvl2pPr>
              <a:lvl3pPr marL="1143000" indent="-228600" eaLnBrk="0" hangingPunct="0">
                <a:defRPr kumimoji="1" sz="800" b="1">
                  <a:solidFill>
                    <a:schemeClr val="tx1"/>
                  </a:solidFill>
                  <a:latin typeface="宋体" charset="-122"/>
                  <a:ea typeface="宋体" charset="-122"/>
                </a:defRPr>
              </a:lvl3pPr>
              <a:lvl4pPr marL="1600200" indent="-228600" eaLnBrk="0" hangingPunct="0">
                <a:defRPr kumimoji="1" sz="800" b="1">
                  <a:solidFill>
                    <a:schemeClr val="tx1"/>
                  </a:solidFill>
                  <a:latin typeface="宋体" charset="-122"/>
                  <a:ea typeface="宋体" charset="-122"/>
                </a:defRPr>
              </a:lvl4pPr>
              <a:lvl5pPr marL="2057400" indent="-228600" eaLnBrk="0" hangingPunct="0">
                <a:defRPr kumimoji="1" sz="800" b="1">
                  <a:solidFill>
                    <a:schemeClr val="tx1"/>
                  </a:solidFill>
                  <a:latin typeface="宋体" charset="-122"/>
                  <a:ea typeface="宋体" charset="-122"/>
                </a:defRPr>
              </a:lvl5pPr>
              <a:lvl6pPr marL="2514600" indent="-228600" eaLnBrk="0" fontAlgn="base" hangingPunct="0">
                <a:spcBef>
                  <a:spcPct val="0"/>
                </a:spcBef>
                <a:spcAft>
                  <a:spcPct val="0"/>
                </a:spcAft>
                <a:defRPr kumimoji="1" sz="800" b="1">
                  <a:solidFill>
                    <a:schemeClr val="tx1"/>
                  </a:solidFill>
                  <a:latin typeface="宋体" charset="-122"/>
                  <a:ea typeface="宋体" charset="-122"/>
                </a:defRPr>
              </a:lvl6pPr>
              <a:lvl7pPr marL="2971800" indent="-228600" eaLnBrk="0" fontAlgn="base" hangingPunct="0">
                <a:spcBef>
                  <a:spcPct val="0"/>
                </a:spcBef>
                <a:spcAft>
                  <a:spcPct val="0"/>
                </a:spcAft>
                <a:defRPr kumimoji="1" sz="800" b="1">
                  <a:solidFill>
                    <a:schemeClr val="tx1"/>
                  </a:solidFill>
                  <a:latin typeface="宋体" charset="-122"/>
                  <a:ea typeface="宋体" charset="-122"/>
                </a:defRPr>
              </a:lvl7pPr>
              <a:lvl8pPr marL="3429000" indent="-228600" eaLnBrk="0" fontAlgn="base" hangingPunct="0">
                <a:spcBef>
                  <a:spcPct val="0"/>
                </a:spcBef>
                <a:spcAft>
                  <a:spcPct val="0"/>
                </a:spcAft>
                <a:defRPr kumimoji="1" sz="800" b="1">
                  <a:solidFill>
                    <a:schemeClr val="tx1"/>
                  </a:solidFill>
                  <a:latin typeface="宋体" charset="-122"/>
                  <a:ea typeface="宋体" charset="-122"/>
                </a:defRPr>
              </a:lvl8pPr>
              <a:lvl9pPr marL="3886200" indent="-228600" eaLnBrk="0" fontAlgn="base" hangingPunct="0">
                <a:spcBef>
                  <a:spcPct val="0"/>
                </a:spcBef>
                <a:spcAft>
                  <a:spcPct val="0"/>
                </a:spcAft>
                <a:defRPr kumimoji="1" sz="800" b="1">
                  <a:solidFill>
                    <a:schemeClr val="tx1"/>
                  </a:solidFill>
                  <a:latin typeface="宋体" charset="-122"/>
                  <a:ea typeface="宋体" charset="-122"/>
                </a:defRPr>
              </a:lvl9pPr>
            </a:lstStyle>
            <a:p>
              <a:pPr eaLnBrk="1" hangingPunct="1"/>
              <a:r>
                <a:rPr lang="en-US" altLang="zh-CN" sz="2800" dirty="0">
                  <a:latin typeface="Times New Roman" pitchFamily="18" charset="0"/>
                </a:rPr>
                <a:t>2</a:t>
              </a:r>
              <a:r>
                <a:rPr lang="zh-CN" altLang="en-US" sz="2800" dirty="0">
                  <a:latin typeface="Times New Roman" pitchFamily="18" charset="0"/>
                </a:rPr>
                <a:t>.3</a:t>
              </a:r>
              <a:r>
                <a:rPr lang="zh-CN" altLang="en-US" sz="3200" dirty="0">
                  <a:latin typeface="Times New Roman" pitchFamily="18" charset="0"/>
                </a:rPr>
                <a:t> </a:t>
              </a:r>
              <a:r>
                <a:rPr lang="zh-CN" altLang="en-US" sz="2800" dirty="0">
                  <a:latin typeface="Times New Roman" pitchFamily="18" charset="0"/>
                </a:rPr>
                <a:t>寻址方式</a:t>
              </a:r>
              <a:r>
                <a:rPr lang="zh-CN" altLang="en-US" sz="3200" dirty="0">
                  <a:latin typeface="Times New Roman" pitchFamily="18" charset="0"/>
                </a:rPr>
                <a:t> </a:t>
              </a:r>
            </a:p>
          </p:txBody>
        </p:sp>
        <p:sp>
          <p:nvSpPr>
            <p:cNvPr id="6152" name="Text Box 7"/>
            <p:cNvSpPr txBox="1">
              <a:spLocks noChangeArrowheads="1"/>
            </p:cNvSpPr>
            <p:nvPr/>
          </p:nvSpPr>
          <p:spPr bwMode="auto">
            <a:xfrm>
              <a:off x="447" y="2395"/>
              <a:ext cx="2728" cy="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800" b="1">
                  <a:solidFill>
                    <a:schemeClr val="tx1"/>
                  </a:solidFill>
                  <a:latin typeface="宋体" charset="-122"/>
                  <a:ea typeface="宋体" charset="-122"/>
                </a:defRPr>
              </a:lvl1pPr>
              <a:lvl2pPr marL="742950" indent="-285750" eaLnBrk="0" hangingPunct="0">
                <a:defRPr kumimoji="1" sz="800" b="1">
                  <a:solidFill>
                    <a:schemeClr val="tx1"/>
                  </a:solidFill>
                  <a:latin typeface="宋体" charset="-122"/>
                  <a:ea typeface="宋体" charset="-122"/>
                </a:defRPr>
              </a:lvl2pPr>
              <a:lvl3pPr marL="1143000" indent="-228600" eaLnBrk="0" hangingPunct="0">
                <a:defRPr kumimoji="1" sz="800" b="1">
                  <a:solidFill>
                    <a:schemeClr val="tx1"/>
                  </a:solidFill>
                  <a:latin typeface="宋体" charset="-122"/>
                  <a:ea typeface="宋体" charset="-122"/>
                </a:defRPr>
              </a:lvl3pPr>
              <a:lvl4pPr marL="1600200" indent="-228600" eaLnBrk="0" hangingPunct="0">
                <a:defRPr kumimoji="1" sz="800" b="1">
                  <a:solidFill>
                    <a:schemeClr val="tx1"/>
                  </a:solidFill>
                  <a:latin typeface="宋体" charset="-122"/>
                  <a:ea typeface="宋体" charset="-122"/>
                </a:defRPr>
              </a:lvl4pPr>
              <a:lvl5pPr marL="2057400" indent="-228600" eaLnBrk="0" hangingPunct="0">
                <a:defRPr kumimoji="1" sz="800" b="1">
                  <a:solidFill>
                    <a:schemeClr val="tx1"/>
                  </a:solidFill>
                  <a:latin typeface="宋体" charset="-122"/>
                  <a:ea typeface="宋体" charset="-122"/>
                </a:defRPr>
              </a:lvl5pPr>
              <a:lvl6pPr marL="2514600" indent="-228600" eaLnBrk="0" fontAlgn="base" hangingPunct="0">
                <a:spcBef>
                  <a:spcPct val="0"/>
                </a:spcBef>
                <a:spcAft>
                  <a:spcPct val="0"/>
                </a:spcAft>
                <a:defRPr kumimoji="1" sz="800" b="1">
                  <a:solidFill>
                    <a:schemeClr val="tx1"/>
                  </a:solidFill>
                  <a:latin typeface="宋体" charset="-122"/>
                  <a:ea typeface="宋体" charset="-122"/>
                </a:defRPr>
              </a:lvl6pPr>
              <a:lvl7pPr marL="2971800" indent="-228600" eaLnBrk="0" fontAlgn="base" hangingPunct="0">
                <a:spcBef>
                  <a:spcPct val="0"/>
                </a:spcBef>
                <a:spcAft>
                  <a:spcPct val="0"/>
                </a:spcAft>
                <a:defRPr kumimoji="1" sz="800" b="1">
                  <a:solidFill>
                    <a:schemeClr val="tx1"/>
                  </a:solidFill>
                  <a:latin typeface="宋体" charset="-122"/>
                  <a:ea typeface="宋体" charset="-122"/>
                </a:defRPr>
              </a:lvl7pPr>
              <a:lvl8pPr marL="3429000" indent="-228600" eaLnBrk="0" fontAlgn="base" hangingPunct="0">
                <a:spcBef>
                  <a:spcPct val="0"/>
                </a:spcBef>
                <a:spcAft>
                  <a:spcPct val="0"/>
                </a:spcAft>
                <a:defRPr kumimoji="1" sz="800" b="1">
                  <a:solidFill>
                    <a:schemeClr val="tx1"/>
                  </a:solidFill>
                  <a:latin typeface="宋体" charset="-122"/>
                  <a:ea typeface="宋体" charset="-122"/>
                </a:defRPr>
              </a:lvl8pPr>
              <a:lvl9pPr marL="3886200" indent="-228600" eaLnBrk="0" fontAlgn="base" hangingPunct="0">
                <a:spcBef>
                  <a:spcPct val="0"/>
                </a:spcBef>
                <a:spcAft>
                  <a:spcPct val="0"/>
                </a:spcAft>
                <a:defRPr kumimoji="1" sz="800" b="1">
                  <a:solidFill>
                    <a:schemeClr val="tx1"/>
                  </a:solidFill>
                  <a:latin typeface="宋体" charset="-122"/>
                  <a:ea typeface="宋体" charset="-122"/>
                </a:defRPr>
              </a:lvl9pPr>
            </a:lstStyle>
            <a:p>
              <a:pPr eaLnBrk="1" hangingPunct="1"/>
              <a:r>
                <a:rPr lang="en-US" altLang="zh-CN" sz="2800" dirty="0">
                  <a:latin typeface="Times New Roman" pitchFamily="18" charset="0"/>
                </a:rPr>
                <a:t>2</a:t>
              </a:r>
              <a:r>
                <a:rPr lang="zh-CN" altLang="en-US" sz="2800" dirty="0">
                  <a:latin typeface="Times New Roman" pitchFamily="18" charset="0"/>
                </a:rPr>
                <a:t>.</a:t>
              </a:r>
              <a:r>
                <a:rPr lang="en-US" altLang="zh-CN" sz="2800" dirty="0">
                  <a:latin typeface="Times New Roman" pitchFamily="18" charset="0"/>
                </a:rPr>
                <a:t>5</a:t>
              </a:r>
              <a:r>
                <a:rPr lang="zh-CN" altLang="en-US" sz="2800" dirty="0">
                  <a:latin typeface="Times New Roman" pitchFamily="18" charset="0"/>
                </a:rPr>
                <a:t> 指令系统的设计与优化</a:t>
              </a:r>
            </a:p>
          </p:txBody>
        </p:sp>
        <p:sp>
          <p:nvSpPr>
            <p:cNvPr id="6153" name="Text Box 8"/>
            <p:cNvSpPr txBox="1">
              <a:spLocks noChangeArrowheads="1"/>
            </p:cNvSpPr>
            <p:nvPr/>
          </p:nvSpPr>
          <p:spPr bwMode="auto">
            <a:xfrm>
              <a:off x="447" y="3036"/>
              <a:ext cx="1875" cy="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800" b="1">
                  <a:solidFill>
                    <a:schemeClr val="tx1"/>
                  </a:solidFill>
                  <a:latin typeface="宋体" charset="-122"/>
                  <a:ea typeface="宋体" charset="-122"/>
                </a:defRPr>
              </a:lvl1pPr>
              <a:lvl2pPr marL="742950" indent="-285750" eaLnBrk="0" hangingPunct="0">
                <a:defRPr kumimoji="1" sz="800" b="1">
                  <a:solidFill>
                    <a:schemeClr val="tx1"/>
                  </a:solidFill>
                  <a:latin typeface="宋体" charset="-122"/>
                  <a:ea typeface="宋体" charset="-122"/>
                </a:defRPr>
              </a:lvl2pPr>
              <a:lvl3pPr marL="1143000" indent="-228600" eaLnBrk="0" hangingPunct="0">
                <a:defRPr kumimoji="1" sz="800" b="1">
                  <a:solidFill>
                    <a:schemeClr val="tx1"/>
                  </a:solidFill>
                  <a:latin typeface="宋体" charset="-122"/>
                  <a:ea typeface="宋体" charset="-122"/>
                </a:defRPr>
              </a:lvl3pPr>
              <a:lvl4pPr marL="1600200" indent="-228600" eaLnBrk="0" hangingPunct="0">
                <a:defRPr kumimoji="1" sz="800" b="1">
                  <a:solidFill>
                    <a:schemeClr val="tx1"/>
                  </a:solidFill>
                  <a:latin typeface="宋体" charset="-122"/>
                  <a:ea typeface="宋体" charset="-122"/>
                </a:defRPr>
              </a:lvl4pPr>
              <a:lvl5pPr marL="2057400" indent="-228600" eaLnBrk="0" hangingPunct="0">
                <a:defRPr kumimoji="1" sz="800" b="1">
                  <a:solidFill>
                    <a:schemeClr val="tx1"/>
                  </a:solidFill>
                  <a:latin typeface="宋体" charset="-122"/>
                  <a:ea typeface="宋体" charset="-122"/>
                </a:defRPr>
              </a:lvl5pPr>
              <a:lvl6pPr marL="2514600" indent="-228600" eaLnBrk="0" fontAlgn="base" hangingPunct="0">
                <a:spcBef>
                  <a:spcPct val="0"/>
                </a:spcBef>
                <a:spcAft>
                  <a:spcPct val="0"/>
                </a:spcAft>
                <a:defRPr kumimoji="1" sz="800" b="1">
                  <a:solidFill>
                    <a:schemeClr val="tx1"/>
                  </a:solidFill>
                  <a:latin typeface="宋体" charset="-122"/>
                  <a:ea typeface="宋体" charset="-122"/>
                </a:defRPr>
              </a:lvl6pPr>
              <a:lvl7pPr marL="2971800" indent="-228600" eaLnBrk="0" fontAlgn="base" hangingPunct="0">
                <a:spcBef>
                  <a:spcPct val="0"/>
                </a:spcBef>
                <a:spcAft>
                  <a:spcPct val="0"/>
                </a:spcAft>
                <a:defRPr kumimoji="1" sz="800" b="1">
                  <a:solidFill>
                    <a:schemeClr val="tx1"/>
                  </a:solidFill>
                  <a:latin typeface="宋体" charset="-122"/>
                  <a:ea typeface="宋体" charset="-122"/>
                </a:defRPr>
              </a:lvl7pPr>
              <a:lvl8pPr marL="3429000" indent="-228600" eaLnBrk="0" fontAlgn="base" hangingPunct="0">
                <a:spcBef>
                  <a:spcPct val="0"/>
                </a:spcBef>
                <a:spcAft>
                  <a:spcPct val="0"/>
                </a:spcAft>
                <a:defRPr kumimoji="1" sz="800" b="1">
                  <a:solidFill>
                    <a:schemeClr val="tx1"/>
                  </a:solidFill>
                  <a:latin typeface="宋体" charset="-122"/>
                  <a:ea typeface="宋体" charset="-122"/>
                </a:defRPr>
              </a:lvl8pPr>
              <a:lvl9pPr marL="3886200" indent="-228600" eaLnBrk="0" fontAlgn="base" hangingPunct="0">
                <a:spcBef>
                  <a:spcPct val="0"/>
                </a:spcBef>
                <a:spcAft>
                  <a:spcPct val="0"/>
                </a:spcAft>
                <a:defRPr kumimoji="1" sz="800" b="1">
                  <a:solidFill>
                    <a:schemeClr val="tx1"/>
                  </a:solidFill>
                  <a:latin typeface="宋体" charset="-122"/>
                  <a:ea typeface="宋体" charset="-122"/>
                </a:defRPr>
              </a:lvl9pPr>
            </a:lstStyle>
            <a:p>
              <a:pPr eaLnBrk="1" hangingPunct="1"/>
              <a:r>
                <a:rPr lang="en-US" altLang="zh-CN" sz="2800" dirty="0">
                  <a:latin typeface="Times New Roman" pitchFamily="18" charset="0"/>
                </a:rPr>
                <a:t>2</a:t>
              </a:r>
              <a:r>
                <a:rPr lang="zh-CN" altLang="en-US" sz="2800" dirty="0">
                  <a:latin typeface="Times New Roman" pitchFamily="18" charset="0"/>
                </a:rPr>
                <a:t>.</a:t>
              </a:r>
              <a:r>
                <a:rPr lang="en-US" altLang="zh-CN" sz="2800" dirty="0">
                  <a:latin typeface="Times New Roman" pitchFamily="18" charset="0"/>
                </a:rPr>
                <a:t>7</a:t>
              </a:r>
              <a:r>
                <a:rPr lang="zh-CN" altLang="en-US" sz="2800" dirty="0">
                  <a:latin typeface="Times New Roman" pitchFamily="18" charset="0"/>
                </a:rPr>
                <a:t> 指令格式举例 </a:t>
              </a:r>
            </a:p>
          </p:txBody>
        </p:sp>
        <p:sp>
          <p:nvSpPr>
            <p:cNvPr id="6154" name="Text Box 7"/>
            <p:cNvSpPr txBox="1">
              <a:spLocks noChangeArrowheads="1"/>
            </p:cNvSpPr>
            <p:nvPr/>
          </p:nvSpPr>
          <p:spPr bwMode="auto">
            <a:xfrm>
              <a:off x="434" y="2688"/>
              <a:ext cx="2728" cy="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800" b="1">
                  <a:solidFill>
                    <a:schemeClr val="tx1"/>
                  </a:solidFill>
                  <a:latin typeface="宋体" charset="-122"/>
                  <a:ea typeface="宋体" charset="-122"/>
                </a:defRPr>
              </a:lvl1pPr>
              <a:lvl2pPr marL="742950" indent="-285750" eaLnBrk="0" hangingPunct="0">
                <a:defRPr kumimoji="1" sz="800" b="1">
                  <a:solidFill>
                    <a:schemeClr val="tx1"/>
                  </a:solidFill>
                  <a:latin typeface="宋体" charset="-122"/>
                  <a:ea typeface="宋体" charset="-122"/>
                </a:defRPr>
              </a:lvl2pPr>
              <a:lvl3pPr marL="1143000" indent="-228600" eaLnBrk="0" hangingPunct="0">
                <a:defRPr kumimoji="1" sz="800" b="1">
                  <a:solidFill>
                    <a:schemeClr val="tx1"/>
                  </a:solidFill>
                  <a:latin typeface="宋体" charset="-122"/>
                  <a:ea typeface="宋体" charset="-122"/>
                </a:defRPr>
              </a:lvl3pPr>
              <a:lvl4pPr marL="1600200" indent="-228600" eaLnBrk="0" hangingPunct="0">
                <a:defRPr kumimoji="1" sz="800" b="1">
                  <a:solidFill>
                    <a:schemeClr val="tx1"/>
                  </a:solidFill>
                  <a:latin typeface="宋体" charset="-122"/>
                  <a:ea typeface="宋体" charset="-122"/>
                </a:defRPr>
              </a:lvl4pPr>
              <a:lvl5pPr marL="2057400" indent="-228600" eaLnBrk="0" hangingPunct="0">
                <a:defRPr kumimoji="1" sz="800" b="1">
                  <a:solidFill>
                    <a:schemeClr val="tx1"/>
                  </a:solidFill>
                  <a:latin typeface="宋体" charset="-122"/>
                  <a:ea typeface="宋体" charset="-122"/>
                </a:defRPr>
              </a:lvl5pPr>
              <a:lvl6pPr marL="2514600" indent="-228600" eaLnBrk="0" fontAlgn="base" hangingPunct="0">
                <a:spcBef>
                  <a:spcPct val="0"/>
                </a:spcBef>
                <a:spcAft>
                  <a:spcPct val="0"/>
                </a:spcAft>
                <a:defRPr kumimoji="1" sz="800" b="1">
                  <a:solidFill>
                    <a:schemeClr val="tx1"/>
                  </a:solidFill>
                  <a:latin typeface="宋体" charset="-122"/>
                  <a:ea typeface="宋体" charset="-122"/>
                </a:defRPr>
              </a:lvl6pPr>
              <a:lvl7pPr marL="2971800" indent="-228600" eaLnBrk="0" fontAlgn="base" hangingPunct="0">
                <a:spcBef>
                  <a:spcPct val="0"/>
                </a:spcBef>
                <a:spcAft>
                  <a:spcPct val="0"/>
                </a:spcAft>
                <a:defRPr kumimoji="1" sz="800" b="1">
                  <a:solidFill>
                    <a:schemeClr val="tx1"/>
                  </a:solidFill>
                  <a:latin typeface="宋体" charset="-122"/>
                  <a:ea typeface="宋体" charset="-122"/>
                </a:defRPr>
              </a:lvl7pPr>
              <a:lvl8pPr marL="3429000" indent="-228600" eaLnBrk="0" fontAlgn="base" hangingPunct="0">
                <a:spcBef>
                  <a:spcPct val="0"/>
                </a:spcBef>
                <a:spcAft>
                  <a:spcPct val="0"/>
                </a:spcAft>
                <a:defRPr kumimoji="1" sz="800" b="1">
                  <a:solidFill>
                    <a:schemeClr val="tx1"/>
                  </a:solidFill>
                  <a:latin typeface="宋体" charset="-122"/>
                  <a:ea typeface="宋体" charset="-122"/>
                </a:defRPr>
              </a:lvl8pPr>
              <a:lvl9pPr marL="3886200" indent="-228600" eaLnBrk="0" fontAlgn="base" hangingPunct="0">
                <a:spcBef>
                  <a:spcPct val="0"/>
                </a:spcBef>
                <a:spcAft>
                  <a:spcPct val="0"/>
                </a:spcAft>
                <a:defRPr kumimoji="1" sz="800" b="1">
                  <a:solidFill>
                    <a:schemeClr val="tx1"/>
                  </a:solidFill>
                  <a:latin typeface="宋体" charset="-122"/>
                  <a:ea typeface="宋体" charset="-122"/>
                </a:defRPr>
              </a:lvl9pPr>
            </a:lstStyle>
            <a:p>
              <a:pPr eaLnBrk="1" hangingPunct="1"/>
              <a:r>
                <a:rPr lang="en-US" altLang="zh-CN" sz="2800" dirty="0">
                  <a:latin typeface="Times New Roman" pitchFamily="18" charset="0"/>
                </a:rPr>
                <a:t>2</a:t>
              </a:r>
              <a:r>
                <a:rPr lang="zh-CN" altLang="en-US" sz="2800" dirty="0">
                  <a:latin typeface="Times New Roman" pitchFamily="18" charset="0"/>
                </a:rPr>
                <a:t>.</a:t>
              </a:r>
              <a:r>
                <a:rPr lang="en-US" altLang="zh-CN" sz="2800" dirty="0">
                  <a:latin typeface="Times New Roman" pitchFamily="18" charset="0"/>
                </a:rPr>
                <a:t>6</a:t>
              </a:r>
              <a:r>
                <a:rPr lang="zh-CN" altLang="en-US" sz="2800" dirty="0">
                  <a:latin typeface="Times New Roman" pitchFamily="18" charset="0"/>
                </a:rPr>
                <a:t> 指令系统的发展和改进</a:t>
              </a:r>
            </a:p>
          </p:txBody>
        </p:sp>
        <p:sp>
          <p:nvSpPr>
            <p:cNvPr id="6155" name="Text Box 7"/>
            <p:cNvSpPr txBox="1">
              <a:spLocks noChangeArrowheads="1"/>
            </p:cNvSpPr>
            <p:nvPr/>
          </p:nvSpPr>
          <p:spPr bwMode="auto">
            <a:xfrm>
              <a:off x="439" y="2079"/>
              <a:ext cx="2273" cy="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800" b="1">
                  <a:solidFill>
                    <a:schemeClr val="tx1"/>
                  </a:solidFill>
                  <a:latin typeface="宋体" charset="-122"/>
                  <a:ea typeface="宋体" charset="-122"/>
                </a:defRPr>
              </a:lvl1pPr>
              <a:lvl2pPr marL="742950" indent="-285750" eaLnBrk="0" hangingPunct="0">
                <a:defRPr kumimoji="1" sz="800" b="1">
                  <a:solidFill>
                    <a:schemeClr val="tx1"/>
                  </a:solidFill>
                  <a:latin typeface="宋体" charset="-122"/>
                  <a:ea typeface="宋体" charset="-122"/>
                </a:defRPr>
              </a:lvl2pPr>
              <a:lvl3pPr marL="1143000" indent="-228600" eaLnBrk="0" hangingPunct="0">
                <a:defRPr kumimoji="1" sz="800" b="1">
                  <a:solidFill>
                    <a:schemeClr val="tx1"/>
                  </a:solidFill>
                  <a:latin typeface="宋体" charset="-122"/>
                  <a:ea typeface="宋体" charset="-122"/>
                </a:defRPr>
              </a:lvl3pPr>
              <a:lvl4pPr marL="1600200" indent="-228600" eaLnBrk="0" hangingPunct="0">
                <a:defRPr kumimoji="1" sz="800" b="1">
                  <a:solidFill>
                    <a:schemeClr val="tx1"/>
                  </a:solidFill>
                  <a:latin typeface="宋体" charset="-122"/>
                  <a:ea typeface="宋体" charset="-122"/>
                </a:defRPr>
              </a:lvl4pPr>
              <a:lvl5pPr marL="2057400" indent="-228600" eaLnBrk="0" hangingPunct="0">
                <a:defRPr kumimoji="1" sz="800" b="1">
                  <a:solidFill>
                    <a:schemeClr val="tx1"/>
                  </a:solidFill>
                  <a:latin typeface="宋体" charset="-122"/>
                  <a:ea typeface="宋体" charset="-122"/>
                </a:defRPr>
              </a:lvl5pPr>
              <a:lvl6pPr marL="2514600" indent="-228600" eaLnBrk="0" fontAlgn="base" hangingPunct="0">
                <a:spcBef>
                  <a:spcPct val="0"/>
                </a:spcBef>
                <a:spcAft>
                  <a:spcPct val="0"/>
                </a:spcAft>
                <a:defRPr kumimoji="1" sz="800" b="1">
                  <a:solidFill>
                    <a:schemeClr val="tx1"/>
                  </a:solidFill>
                  <a:latin typeface="宋体" charset="-122"/>
                  <a:ea typeface="宋体" charset="-122"/>
                </a:defRPr>
              </a:lvl6pPr>
              <a:lvl7pPr marL="2971800" indent="-228600" eaLnBrk="0" fontAlgn="base" hangingPunct="0">
                <a:spcBef>
                  <a:spcPct val="0"/>
                </a:spcBef>
                <a:spcAft>
                  <a:spcPct val="0"/>
                </a:spcAft>
                <a:defRPr kumimoji="1" sz="800" b="1">
                  <a:solidFill>
                    <a:schemeClr val="tx1"/>
                  </a:solidFill>
                  <a:latin typeface="宋体" charset="-122"/>
                  <a:ea typeface="宋体" charset="-122"/>
                </a:defRPr>
              </a:lvl7pPr>
              <a:lvl8pPr marL="3429000" indent="-228600" eaLnBrk="0" fontAlgn="base" hangingPunct="0">
                <a:spcBef>
                  <a:spcPct val="0"/>
                </a:spcBef>
                <a:spcAft>
                  <a:spcPct val="0"/>
                </a:spcAft>
                <a:defRPr kumimoji="1" sz="800" b="1">
                  <a:solidFill>
                    <a:schemeClr val="tx1"/>
                  </a:solidFill>
                  <a:latin typeface="宋体" charset="-122"/>
                  <a:ea typeface="宋体" charset="-122"/>
                </a:defRPr>
              </a:lvl8pPr>
              <a:lvl9pPr marL="3886200" indent="-228600" eaLnBrk="0" fontAlgn="base" hangingPunct="0">
                <a:spcBef>
                  <a:spcPct val="0"/>
                </a:spcBef>
                <a:spcAft>
                  <a:spcPct val="0"/>
                </a:spcAft>
                <a:defRPr kumimoji="1" sz="800" b="1">
                  <a:solidFill>
                    <a:schemeClr val="tx1"/>
                  </a:solidFill>
                  <a:latin typeface="宋体" charset="-122"/>
                  <a:ea typeface="宋体" charset="-122"/>
                </a:defRPr>
              </a:lvl9pPr>
            </a:lstStyle>
            <a:p>
              <a:pPr eaLnBrk="1" hangingPunct="1"/>
              <a:r>
                <a:rPr lang="en-US" altLang="zh-CN" sz="2800" dirty="0">
                  <a:latin typeface="Times New Roman" pitchFamily="18" charset="0"/>
                </a:rPr>
                <a:t>2</a:t>
              </a:r>
              <a:r>
                <a:rPr lang="zh-CN" altLang="en-US" sz="2800" dirty="0">
                  <a:latin typeface="Times New Roman" pitchFamily="18" charset="0"/>
                </a:rPr>
                <a:t>.4 操作数类型和大小</a:t>
              </a:r>
            </a:p>
          </p:txBody>
        </p:sp>
      </p:grpSp>
      <p:sp>
        <p:nvSpPr>
          <p:cNvPr id="12" name="Text Box 8">
            <a:extLst>
              <a:ext uri="{FF2B5EF4-FFF2-40B4-BE49-F238E27FC236}">
                <a16:creationId xmlns:a16="http://schemas.microsoft.com/office/drawing/2014/main" id="{56BD4ACA-EF1C-43F3-BF22-D83230A370C5}"/>
              </a:ext>
            </a:extLst>
          </p:cNvPr>
          <p:cNvSpPr txBox="1">
            <a:spLocks noChangeArrowheads="1"/>
          </p:cNvSpPr>
          <p:nvPr/>
        </p:nvSpPr>
        <p:spPr bwMode="auto">
          <a:xfrm>
            <a:off x="2172598" y="5551364"/>
            <a:ext cx="414568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800" b="1">
                <a:solidFill>
                  <a:schemeClr val="tx1"/>
                </a:solidFill>
                <a:latin typeface="宋体" charset="-122"/>
                <a:ea typeface="宋体" charset="-122"/>
              </a:defRPr>
            </a:lvl1pPr>
            <a:lvl2pPr marL="742950" indent="-285750" eaLnBrk="0" hangingPunct="0">
              <a:defRPr kumimoji="1" sz="800" b="1">
                <a:solidFill>
                  <a:schemeClr val="tx1"/>
                </a:solidFill>
                <a:latin typeface="宋体" charset="-122"/>
                <a:ea typeface="宋体" charset="-122"/>
              </a:defRPr>
            </a:lvl2pPr>
            <a:lvl3pPr marL="1143000" indent="-228600" eaLnBrk="0" hangingPunct="0">
              <a:defRPr kumimoji="1" sz="800" b="1">
                <a:solidFill>
                  <a:schemeClr val="tx1"/>
                </a:solidFill>
                <a:latin typeface="宋体" charset="-122"/>
                <a:ea typeface="宋体" charset="-122"/>
              </a:defRPr>
            </a:lvl3pPr>
            <a:lvl4pPr marL="1600200" indent="-228600" eaLnBrk="0" hangingPunct="0">
              <a:defRPr kumimoji="1" sz="800" b="1">
                <a:solidFill>
                  <a:schemeClr val="tx1"/>
                </a:solidFill>
                <a:latin typeface="宋体" charset="-122"/>
                <a:ea typeface="宋体" charset="-122"/>
              </a:defRPr>
            </a:lvl4pPr>
            <a:lvl5pPr marL="2057400" indent="-228600" eaLnBrk="0" hangingPunct="0">
              <a:defRPr kumimoji="1" sz="800" b="1">
                <a:solidFill>
                  <a:schemeClr val="tx1"/>
                </a:solidFill>
                <a:latin typeface="宋体" charset="-122"/>
                <a:ea typeface="宋体" charset="-122"/>
              </a:defRPr>
            </a:lvl5pPr>
            <a:lvl6pPr marL="2514600" indent="-228600" eaLnBrk="0" fontAlgn="base" hangingPunct="0">
              <a:spcBef>
                <a:spcPct val="0"/>
              </a:spcBef>
              <a:spcAft>
                <a:spcPct val="0"/>
              </a:spcAft>
              <a:defRPr kumimoji="1" sz="800" b="1">
                <a:solidFill>
                  <a:schemeClr val="tx1"/>
                </a:solidFill>
                <a:latin typeface="宋体" charset="-122"/>
                <a:ea typeface="宋体" charset="-122"/>
              </a:defRPr>
            </a:lvl6pPr>
            <a:lvl7pPr marL="2971800" indent="-228600" eaLnBrk="0" fontAlgn="base" hangingPunct="0">
              <a:spcBef>
                <a:spcPct val="0"/>
              </a:spcBef>
              <a:spcAft>
                <a:spcPct val="0"/>
              </a:spcAft>
              <a:defRPr kumimoji="1" sz="800" b="1">
                <a:solidFill>
                  <a:schemeClr val="tx1"/>
                </a:solidFill>
                <a:latin typeface="宋体" charset="-122"/>
                <a:ea typeface="宋体" charset="-122"/>
              </a:defRPr>
            </a:lvl7pPr>
            <a:lvl8pPr marL="3429000" indent="-228600" eaLnBrk="0" fontAlgn="base" hangingPunct="0">
              <a:spcBef>
                <a:spcPct val="0"/>
              </a:spcBef>
              <a:spcAft>
                <a:spcPct val="0"/>
              </a:spcAft>
              <a:defRPr kumimoji="1" sz="800" b="1">
                <a:solidFill>
                  <a:schemeClr val="tx1"/>
                </a:solidFill>
                <a:latin typeface="宋体" charset="-122"/>
                <a:ea typeface="宋体" charset="-122"/>
              </a:defRPr>
            </a:lvl8pPr>
            <a:lvl9pPr marL="3886200" indent="-228600" eaLnBrk="0" fontAlgn="base" hangingPunct="0">
              <a:spcBef>
                <a:spcPct val="0"/>
              </a:spcBef>
              <a:spcAft>
                <a:spcPct val="0"/>
              </a:spcAft>
              <a:defRPr kumimoji="1" sz="800" b="1">
                <a:solidFill>
                  <a:schemeClr val="tx1"/>
                </a:solidFill>
                <a:latin typeface="宋体" charset="-122"/>
                <a:ea typeface="宋体" charset="-122"/>
              </a:defRPr>
            </a:lvl9pPr>
          </a:lstStyle>
          <a:p>
            <a:pPr eaLnBrk="1" hangingPunct="1"/>
            <a:r>
              <a:rPr lang="en-US" altLang="zh-CN" sz="2800" dirty="0">
                <a:latin typeface="Times New Roman" pitchFamily="18" charset="0"/>
              </a:rPr>
              <a:t>2</a:t>
            </a:r>
            <a:r>
              <a:rPr lang="zh-CN" altLang="en-US" sz="2800" dirty="0">
                <a:latin typeface="Times New Roman" pitchFamily="18" charset="0"/>
              </a:rPr>
              <a:t>.</a:t>
            </a:r>
            <a:r>
              <a:rPr lang="en-US" altLang="zh-CN" sz="2800" dirty="0">
                <a:latin typeface="Times New Roman" pitchFamily="18" charset="0"/>
              </a:rPr>
              <a:t>8</a:t>
            </a:r>
            <a:r>
              <a:rPr lang="zh-CN" altLang="en-US" sz="2800" dirty="0">
                <a:latin typeface="Times New Roman" pitchFamily="18" charset="0"/>
              </a:rPr>
              <a:t> </a:t>
            </a:r>
            <a:r>
              <a:rPr lang="en-US" altLang="zh-CN" sz="2800" dirty="0">
                <a:latin typeface="Times New Roman" panose="02020603050405020304" pitchFamily="18" charset="0"/>
                <a:cs typeface="Times New Roman" panose="02020603050405020304" pitchFamily="18" charset="0"/>
              </a:rPr>
              <a:t>MIPS</a:t>
            </a:r>
            <a:r>
              <a:rPr lang="zh-CN" altLang="en-US" sz="2800" dirty="0">
                <a:latin typeface="Times New Roman" panose="02020603050405020304" pitchFamily="18" charset="0"/>
                <a:cs typeface="Times New Roman" panose="02020603050405020304" pitchFamily="18" charset="0"/>
              </a:rPr>
              <a:t>的一种简单实现</a:t>
            </a:r>
            <a:endParaRPr lang="zh-CN" altLang="en-US" sz="2800" dirty="0">
              <a:latin typeface="Times New Roman" pitchFamily="18" charset="0"/>
            </a:endParaRPr>
          </a:p>
        </p:txBody>
      </p:sp>
      <p:sp>
        <p:nvSpPr>
          <p:cNvPr id="2" name="日期占位符 1">
            <a:extLst>
              <a:ext uri="{FF2B5EF4-FFF2-40B4-BE49-F238E27FC236}">
                <a16:creationId xmlns:a16="http://schemas.microsoft.com/office/drawing/2014/main" id="{0A837403-5EDC-8F9A-77D9-3049AF33DB6C}"/>
              </a:ext>
            </a:extLst>
          </p:cNvPr>
          <p:cNvSpPr>
            <a:spLocks noGrp="1"/>
          </p:cNvSpPr>
          <p:nvPr>
            <p:ph type="dt" sz="half" idx="10"/>
          </p:nvPr>
        </p:nvSpPr>
        <p:spPr/>
        <p:txBody>
          <a:bodyPr/>
          <a:lstStyle/>
          <a:p>
            <a:pPr>
              <a:defRPr/>
            </a:pPr>
            <a:fld id="{2F87AD9E-C381-4397-8C7E-1B4BAA491D48}" type="datetime1">
              <a:rPr lang="zh-CN" altLang="en-US" smtClean="0"/>
              <a:t>2025/9/16</a:t>
            </a:fld>
            <a:endParaRPr lang="en-US" altLang="zh-CN"/>
          </a:p>
        </p:txBody>
      </p:sp>
      <p:sp>
        <p:nvSpPr>
          <p:cNvPr id="3" name="页脚占位符 2">
            <a:extLst>
              <a:ext uri="{FF2B5EF4-FFF2-40B4-BE49-F238E27FC236}">
                <a16:creationId xmlns:a16="http://schemas.microsoft.com/office/drawing/2014/main" id="{457DC474-16E3-54D9-E974-DF74C2FFF58B}"/>
              </a:ext>
            </a:extLst>
          </p:cNvPr>
          <p:cNvSpPr>
            <a:spLocks noGrp="1"/>
          </p:cNvSpPr>
          <p:nvPr>
            <p:ph type="ftr" sz="quarter" idx="11"/>
          </p:nvPr>
        </p:nvSpPr>
        <p:spPr/>
        <p:txBody>
          <a:bodyPr/>
          <a:lstStyle/>
          <a:p>
            <a:pPr>
              <a:defRPr/>
            </a:pPr>
            <a:r>
              <a:rPr lang="zh-CN" altLang="en-US"/>
              <a:t>计算学部 刘宏伟</a:t>
            </a:r>
            <a:endParaRPr lang="en-US" altLang="zh-CN"/>
          </a:p>
        </p:txBody>
      </p:sp>
      <p:sp>
        <p:nvSpPr>
          <p:cNvPr id="4" name="灯片编号占位符 3">
            <a:extLst>
              <a:ext uri="{FF2B5EF4-FFF2-40B4-BE49-F238E27FC236}">
                <a16:creationId xmlns:a16="http://schemas.microsoft.com/office/drawing/2014/main" id="{36895722-0BE2-E4DE-DE92-E72BBA942083}"/>
              </a:ext>
            </a:extLst>
          </p:cNvPr>
          <p:cNvSpPr>
            <a:spLocks noGrp="1"/>
          </p:cNvSpPr>
          <p:nvPr>
            <p:ph type="sldNum" sz="quarter" idx="12"/>
          </p:nvPr>
        </p:nvSpPr>
        <p:spPr/>
        <p:txBody>
          <a:bodyPr/>
          <a:lstStyle/>
          <a:p>
            <a:pPr>
              <a:defRPr/>
            </a:pPr>
            <a:fld id="{8BCAC33D-D29A-48B3-BCD6-381D3D720D26}" type="slidenum">
              <a:rPr lang="zh-CN" altLang="en-US" smtClean="0"/>
              <a:t>31</a:t>
            </a:fld>
            <a:endParaRPr lang="en-US" altLang="zh-CN"/>
          </a:p>
        </p:txBody>
      </p:sp>
    </p:spTree>
    <p:extLst>
      <p:ext uri="{BB962C8B-B14F-4D97-AF65-F5344CB8AC3E}">
        <p14:creationId xmlns:p14="http://schemas.microsoft.com/office/powerpoint/2010/main" val="179759143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p:cNvSpPr>
            <a:spLocks noGrp="1" noChangeArrowheads="1"/>
          </p:cNvSpPr>
          <p:nvPr>
            <p:ph type="title"/>
          </p:nvPr>
        </p:nvSpPr>
        <p:spPr/>
        <p:txBody>
          <a:bodyPr/>
          <a:lstStyle/>
          <a:p>
            <a:pPr eaLnBrk="1" hangingPunct="1">
              <a:defRPr/>
            </a:pPr>
            <a:r>
              <a:rPr lang="en-US" altLang="zh-CN" sz="3600" b="1" dirty="0">
                <a:latin typeface="Times New Roman" panose="02020603050405020304" pitchFamily="18" charset="0"/>
                <a:cs typeface="Times New Roman" panose="02020603050405020304" pitchFamily="18" charset="0"/>
              </a:rPr>
              <a:t>2.2 </a:t>
            </a:r>
            <a:r>
              <a:rPr lang="zh-CN" altLang="en-US" sz="3600" b="1" dirty="0">
                <a:latin typeface="Times New Roman" panose="02020603050405020304" pitchFamily="18" charset="0"/>
                <a:cs typeface="Times New Roman" panose="02020603050405020304" pitchFamily="18" charset="0"/>
              </a:rPr>
              <a:t>指令集结构的分类</a:t>
            </a:r>
            <a:endParaRPr lang="zh-CN" altLang="en-US" sz="3600" dirty="0">
              <a:latin typeface="Times New Roman" panose="02020603050405020304" pitchFamily="18" charset="0"/>
              <a:cs typeface="Times New Roman" panose="02020603050405020304" pitchFamily="18" charset="0"/>
            </a:endParaRPr>
          </a:p>
        </p:txBody>
      </p:sp>
      <p:sp>
        <p:nvSpPr>
          <p:cNvPr id="6149" name="Rectangle 5"/>
          <p:cNvSpPr>
            <a:spLocks noGrp="1" noChangeArrowheads="1"/>
          </p:cNvSpPr>
          <p:nvPr>
            <p:ph type="body" idx="1"/>
          </p:nvPr>
        </p:nvSpPr>
        <p:spPr>
          <a:xfrm>
            <a:off x="539750" y="1249363"/>
            <a:ext cx="8001000" cy="4483100"/>
          </a:xfrm>
        </p:spPr>
        <p:txBody>
          <a:bodyPr/>
          <a:lstStyle/>
          <a:p>
            <a:pPr eaLnBrk="1" hangingPunct="1">
              <a:lnSpc>
                <a:spcPct val="150000"/>
              </a:lnSpc>
            </a:pPr>
            <a:r>
              <a:rPr lang="zh-CN" altLang="en-US" sz="2400" b="1" dirty="0"/>
              <a:t>一般来说，可以从如下五个因素考虑对计算机指令集结构进行分类，即：</a:t>
            </a:r>
          </a:p>
          <a:p>
            <a:pPr lvl="1" eaLnBrk="1" hangingPunct="1">
              <a:lnSpc>
                <a:spcPct val="150000"/>
              </a:lnSpc>
            </a:pPr>
            <a:r>
              <a:rPr lang="zh-CN" altLang="en-US" sz="2400" b="1" dirty="0"/>
              <a:t>在</a:t>
            </a:r>
            <a:r>
              <a:rPr lang="en-US" altLang="zh-CN" sz="2400" b="1" dirty="0"/>
              <a:t>CPU</a:t>
            </a:r>
            <a:r>
              <a:rPr lang="zh-CN" altLang="en-US" sz="2400" b="1" dirty="0"/>
              <a:t>中操作数的存储方法；</a:t>
            </a:r>
          </a:p>
          <a:p>
            <a:pPr lvl="1" eaLnBrk="1" hangingPunct="1">
              <a:lnSpc>
                <a:spcPct val="150000"/>
              </a:lnSpc>
            </a:pPr>
            <a:r>
              <a:rPr lang="zh-CN" altLang="en-US" sz="2400" b="1" dirty="0"/>
              <a:t>指令中显式表示的操作数个数；</a:t>
            </a:r>
          </a:p>
          <a:p>
            <a:pPr lvl="1" eaLnBrk="1" hangingPunct="1">
              <a:lnSpc>
                <a:spcPct val="150000"/>
              </a:lnSpc>
            </a:pPr>
            <a:r>
              <a:rPr lang="zh-CN" altLang="en-US" sz="2400" b="1" dirty="0"/>
              <a:t>操作数的寻址方式；</a:t>
            </a:r>
          </a:p>
          <a:p>
            <a:pPr lvl="1" eaLnBrk="1" hangingPunct="1">
              <a:lnSpc>
                <a:spcPct val="150000"/>
              </a:lnSpc>
            </a:pPr>
            <a:r>
              <a:rPr lang="zh-CN" altLang="en-US" sz="2400" b="1" dirty="0"/>
              <a:t>指令集所提供的操作类型；</a:t>
            </a:r>
          </a:p>
          <a:p>
            <a:pPr lvl="1" eaLnBrk="1" hangingPunct="1">
              <a:lnSpc>
                <a:spcPct val="150000"/>
              </a:lnSpc>
            </a:pPr>
            <a:r>
              <a:rPr lang="zh-CN" altLang="en-US" sz="2400" b="1" dirty="0"/>
              <a:t>操作数的类型和大小。</a:t>
            </a:r>
          </a:p>
        </p:txBody>
      </p:sp>
      <p:sp>
        <p:nvSpPr>
          <p:cNvPr id="2" name="日期占位符 1">
            <a:extLst>
              <a:ext uri="{FF2B5EF4-FFF2-40B4-BE49-F238E27FC236}">
                <a16:creationId xmlns:a16="http://schemas.microsoft.com/office/drawing/2014/main" id="{A2A466A7-2620-322C-2C2C-5EE4272D84DD}"/>
              </a:ext>
            </a:extLst>
          </p:cNvPr>
          <p:cNvSpPr>
            <a:spLocks noGrp="1"/>
          </p:cNvSpPr>
          <p:nvPr>
            <p:ph type="dt" sz="half" idx="10"/>
          </p:nvPr>
        </p:nvSpPr>
        <p:spPr/>
        <p:txBody>
          <a:bodyPr/>
          <a:lstStyle/>
          <a:p>
            <a:pPr>
              <a:defRPr/>
            </a:pPr>
            <a:fld id="{EE0BA763-E41A-4772-A7DD-A8E1AD230F63}" type="datetime1">
              <a:rPr lang="zh-CN" altLang="en-US" smtClean="0"/>
              <a:t>2025/9/16</a:t>
            </a:fld>
            <a:endParaRPr lang="en-US" altLang="zh-CN"/>
          </a:p>
        </p:txBody>
      </p:sp>
      <p:sp>
        <p:nvSpPr>
          <p:cNvPr id="3" name="页脚占位符 2">
            <a:extLst>
              <a:ext uri="{FF2B5EF4-FFF2-40B4-BE49-F238E27FC236}">
                <a16:creationId xmlns:a16="http://schemas.microsoft.com/office/drawing/2014/main" id="{2DAE4670-1A5B-B0EA-F996-DF91C2ED3F87}"/>
              </a:ext>
            </a:extLst>
          </p:cNvPr>
          <p:cNvSpPr>
            <a:spLocks noGrp="1"/>
          </p:cNvSpPr>
          <p:nvPr>
            <p:ph type="ftr" sz="quarter" idx="11"/>
          </p:nvPr>
        </p:nvSpPr>
        <p:spPr/>
        <p:txBody>
          <a:bodyPr/>
          <a:lstStyle/>
          <a:p>
            <a:pPr>
              <a:defRPr/>
            </a:pPr>
            <a:r>
              <a:rPr lang="zh-CN" altLang="en-US"/>
              <a:t>计算学部 刘宏伟</a:t>
            </a:r>
            <a:endParaRPr lang="en-US" altLang="zh-CN"/>
          </a:p>
        </p:txBody>
      </p:sp>
      <p:sp>
        <p:nvSpPr>
          <p:cNvPr id="4" name="灯片编号占位符 3">
            <a:extLst>
              <a:ext uri="{FF2B5EF4-FFF2-40B4-BE49-F238E27FC236}">
                <a16:creationId xmlns:a16="http://schemas.microsoft.com/office/drawing/2014/main" id="{CF97F5F2-BA79-3366-FD31-E89A8FF78ABF}"/>
              </a:ext>
            </a:extLst>
          </p:cNvPr>
          <p:cNvSpPr>
            <a:spLocks noGrp="1"/>
          </p:cNvSpPr>
          <p:nvPr>
            <p:ph type="sldNum" sz="quarter" idx="12"/>
          </p:nvPr>
        </p:nvSpPr>
        <p:spPr/>
        <p:txBody>
          <a:bodyPr/>
          <a:lstStyle/>
          <a:p>
            <a:pPr>
              <a:defRPr/>
            </a:pPr>
            <a:fld id="{8BCAC33D-D29A-48B3-BCD6-381D3D720D26}" type="slidenum">
              <a:rPr lang="zh-CN" altLang="en-US" smtClean="0"/>
              <a:t>32</a:t>
            </a:fld>
            <a:endParaRPr lang="en-US" altLang="zh-CN"/>
          </a:p>
        </p:txBody>
      </p:sp>
    </p:spTree>
    <p:extLst>
      <p:ext uri="{BB962C8B-B14F-4D97-AF65-F5344CB8AC3E}">
        <p14:creationId xmlns:p14="http://schemas.microsoft.com/office/powerpoint/2010/main" val="3884170397"/>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4" presetClass="emph" presetSubtype="0" fill="hold" nodeType="withEffect">
                                  <p:stCondLst>
                                    <p:cond delay="0"/>
                                  </p:stCondLst>
                                  <p:childTnLst>
                                    <p:animClr clrSpc="hsl" dir="cw">
                                      <p:cBhvr override="childStyle">
                                        <p:cTn id="6" dur="500" fill="hold"/>
                                        <p:tgtEl>
                                          <p:spTgt spid="6149">
                                            <p:txEl>
                                              <p:pRg st="1" end="1"/>
                                            </p:txEl>
                                          </p:spTgt>
                                        </p:tgtEl>
                                        <p:attrNameLst>
                                          <p:attrName>style.color</p:attrName>
                                        </p:attrNameLst>
                                      </p:cBhvr>
                                      <p:by>
                                        <p:hsl h="0" s="-12549" l="-25098"/>
                                      </p:by>
                                    </p:animClr>
                                    <p:animClr clrSpc="hsl" dir="cw">
                                      <p:cBhvr>
                                        <p:cTn id="7" dur="500" fill="hold"/>
                                        <p:tgtEl>
                                          <p:spTgt spid="6149">
                                            <p:txEl>
                                              <p:pRg st="1" end="1"/>
                                            </p:txEl>
                                          </p:spTgt>
                                        </p:tgtEl>
                                        <p:attrNameLst>
                                          <p:attrName>fillcolor</p:attrName>
                                        </p:attrNameLst>
                                      </p:cBhvr>
                                      <p:by>
                                        <p:hsl h="0" s="-12549" l="-25098"/>
                                      </p:by>
                                    </p:animClr>
                                    <p:animClr clrSpc="hsl" dir="cw">
                                      <p:cBhvr>
                                        <p:cTn id="8" dur="500" fill="hold"/>
                                        <p:tgtEl>
                                          <p:spTgt spid="6149">
                                            <p:txEl>
                                              <p:pRg st="1" end="1"/>
                                            </p:txEl>
                                          </p:spTgt>
                                        </p:tgtEl>
                                        <p:attrNameLst>
                                          <p:attrName>stroke.color</p:attrName>
                                        </p:attrNameLst>
                                      </p:cBhvr>
                                      <p:by>
                                        <p:hsl h="0" s="-12549" l="-25098"/>
                                      </p:by>
                                    </p:animClr>
                                    <p:set>
                                      <p:cBhvr>
                                        <p:cTn id="9" dur="500" fill="hold"/>
                                        <p:tgtEl>
                                          <p:spTgt spid="6149">
                                            <p:txEl>
                                              <p:pRg st="1" end="1"/>
                                            </p:txEl>
                                          </p:spTgt>
                                        </p:tgtEl>
                                        <p:attrNameLst>
                                          <p:attrName>fill.type</p:attrName>
                                        </p:attrNameLst>
                                      </p:cBhvr>
                                      <p:to>
                                        <p:strVal val="solid"/>
                                      </p:to>
                                    </p:set>
                                  </p:childTnLst>
                                  <p:subTnLst>
                                    <p:animClr clrSpc="rgb" dir="cw">
                                      <p:cBhvr override="childStyle">
                                        <p:cTn dur="1" fill="hold" display="0" masterRel="nextClick" afterEffect="1"/>
                                        <p:tgtEl>
                                          <p:spTgt spid="6149">
                                            <p:txEl>
                                              <p:pRg st="1" end="1"/>
                                            </p:txEl>
                                          </p:spTgt>
                                        </p:tgtEl>
                                        <p:attrNameLst>
                                          <p:attrName>ppt_c</p:attrName>
                                        </p:attrNameLst>
                                      </p:cBhvr>
                                      <p:to>
                                        <a:srgbClr val="FF0000"/>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4"/>
          <p:cNvSpPr>
            <a:spLocks noGrp="1" noChangeArrowheads="1"/>
          </p:cNvSpPr>
          <p:nvPr>
            <p:ph type="title"/>
          </p:nvPr>
        </p:nvSpPr>
        <p:spPr/>
        <p:txBody>
          <a:bodyPr/>
          <a:lstStyle/>
          <a:p>
            <a:pPr eaLnBrk="1" hangingPunct="1">
              <a:defRPr/>
            </a:pPr>
            <a:r>
              <a:rPr lang="en-US" altLang="zh-CN" sz="3600" b="1" dirty="0">
                <a:latin typeface="Times New Roman" panose="02020603050405020304" pitchFamily="18" charset="0"/>
                <a:cs typeface="Times New Roman" panose="02020603050405020304" pitchFamily="18" charset="0"/>
              </a:rPr>
              <a:t>2.2 </a:t>
            </a:r>
            <a:r>
              <a:rPr lang="zh-CN" altLang="en-US" sz="3600" b="1" dirty="0">
                <a:latin typeface="Times New Roman" panose="02020603050405020304" pitchFamily="18" charset="0"/>
                <a:cs typeface="Times New Roman" panose="02020603050405020304" pitchFamily="18" charset="0"/>
              </a:rPr>
              <a:t>指令集结构的分类</a:t>
            </a:r>
          </a:p>
        </p:txBody>
      </p:sp>
      <p:sp>
        <p:nvSpPr>
          <p:cNvPr id="9221" name="Rectangle 5"/>
          <p:cNvSpPr>
            <a:spLocks noGrp="1" noChangeArrowheads="1"/>
          </p:cNvSpPr>
          <p:nvPr>
            <p:ph type="body" idx="1"/>
          </p:nvPr>
        </p:nvSpPr>
        <p:spPr>
          <a:xfrm>
            <a:off x="539750" y="1268412"/>
            <a:ext cx="8001000" cy="4680867"/>
          </a:xfrm>
        </p:spPr>
        <p:txBody>
          <a:bodyPr/>
          <a:lstStyle/>
          <a:p>
            <a:pPr eaLnBrk="1" hangingPunct="1">
              <a:lnSpc>
                <a:spcPct val="150000"/>
              </a:lnSpc>
            </a:pPr>
            <a:r>
              <a:rPr lang="en-US" altLang="zh-CN" sz="2600" b="1" dirty="0"/>
              <a:t>CPU</a:t>
            </a:r>
            <a:r>
              <a:rPr lang="zh-CN" altLang="en-US" sz="2600" b="1" dirty="0"/>
              <a:t>中用来存储操作数的存储单元主要有：</a:t>
            </a:r>
          </a:p>
          <a:p>
            <a:pPr lvl="1" eaLnBrk="1" hangingPunct="1">
              <a:lnSpc>
                <a:spcPct val="150000"/>
              </a:lnSpc>
            </a:pPr>
            <a:r>
              <a:rPr lang="zh-CN" altLang="en-US" sz="2600" b="1" dirty="0"/>
              <a:t>栈；</a:t>
            </a:r>
          </a:p>
          <a:p>
            <a:pPr lvl="1" eaLnBrk="1" hangingPunct="1">
              <a:lnSpc>
                <a:spcPct val="150000"/>
              </a:lnSpc>
            </a:pPr>
            <a:r>
              <a:rPr lang="zh-CN" altLang="en-US" sz="2600" b="1" dirty="0"/>
              <a:t>累加器；</a:t>
            </a:r>
          </a:p>
          <a:p>
            <a:pPr lvl="1" eaLnBrk="1" hangingPunct="1">
              <a:lnSpc>
                <a:spcPct val="150000"/>
              </a:lnSpc>
            </a:pPr>
            <a:r>
              <a:rPr lang="zh-CN" altLang="en-US" sz="2600" b="1" dirty="0"/>
              <a:t>寄存器文件；</a:t>
            </a:r>
            <a:endParaRPr lang="en-US" altLang="zh-CN" sz="2600" b="1" dirty="0"/>
          </a:p>
          <a:p>
            <a:pPr lvl="1" eaLnBrk="1" hangingPunct="1">
              <a:lnSpc>
                <a:spcPct val="150000"/>
              </a:lnSpc>
            </a:pPr>
            <a:r>
              <a:rPr lang="zh-CN" altLang="en-US" sz="2600" b="1" dirty="0"/>
              <a:t>内存单元。</a:t>
            </a:r>
          </a:p>
          <a:p>
            <a:pPr eaLnBrk="1" hangingPunct="1">
              <a:lnSpc>
                <a:spcPct val="150000"/>
              </a:lnSpc>
            </a:pPr>
            <a:r>
              <a:rPr lang="zh-CN" altLang="en-US" sz="2600" b="1" dirty="0"/>
              <a:t>指令中的操作数可以被明确地显式给出，也可以按照某种约定隐式地给出。</a:t>
            </a:r>
          </a:p>
        </p:txBody>
      </p:sp>
      <p:sp>
        <p:nvSpPr>
          <p:cNvPr id="2" name="日期占位符 1">
            <a:extLst>
              <a:ext uri="{FF2B5EF4-FFF2-40B4-BE49-F238E27FC236}">
                <a16:creationId xmlns:a16="http://schemas.microsoft.com/office/drawing/2014/main" id="{A40B3F5A-6CF1-4E72-6D43-8CAEA8354389}"/>
              </a:ext>
            </a:extLst>
          </p:cNvPr>
          <p:cNvSpPr>
            <a:spLocks noGrp="1"/>
          </p:cNvSpPr>
          <p:nvPr>
            <p:ph type="dt" sz="half" idx="10"/>
          </p:nvPr>
        </p:nvSpPr>
        <p:spPr/>
        <p:txBody>
          <a:bodyPr/>
          <a:lstStyle/>
          <a:p>
            <a:pPr>
              <a:defRPr/>
            </a:pPr>
            <a:fld id="{170EEEE9-5595-4EEE-8D6E-4DFE5190992B}" type="datetime1">
              <a:rPr lang="zh-CN" altLang="en-US" smtClean="0"/>
              <a:t>2025/9/16</a:t>
            </a:fld>
            <a:endParaRPr lang="en-US" altLang="zh-CN"/>
          </a:p>
        </p:txBody>
      </p:sp>
      <p:sp>
        <p:nvSpPr>
          <p:cNvPr id="3" name="页脚占位符 2">
            <a:extLst>
              <a:ext uri="{FF2B5EF4-FFF2-40B4-BE49-F238E27FC236}">
                <a16:creationId xmlns:a16="http://schemas.microsoft.com/office/drawing/2014/main" id="{23D0EA5C-6412-BAE2-2F66-CFD4D151190A}"/>
              </a:ext>
            </a:extLst>
          </p:cNvPr>
          <p:cNvSpPr>
            <a:spLocks noGrp="1"/>
          </p:cNvSpPr>
          <p:nvPr>
            <p:ph type="ftr" sz="quarter" idx="11"/>
          </p:nvPr>
        </p:nvSpPr>
        <p:spPr/>
        <p:txBody>
          <a:bodyPr/>
          <a:lstStyle/>
          <a:p>
            <a:pPr>
              <a:defRPr/>
            </a:pPr>
            <a:r>
              <a:rPr lang="zh-CN" altLang="en-US"/>
              <a:t>计算学部 刘宏伟</a:t>
            </a:r>
            <a:endParaRPr lang="en-US" altLang="zh-CN"/>
          </a:p>
        </p:txBody>
      </p:sp>
      <p:sp>
        <p:nvSpPr>
          <p:cNvPr id="4" name="灯片编号占位符 3">
            <a:extLst>
              <a:ext uri="{FF2B5EF4-FFF2-40B4-BE49-F238E27FC236}">
                <a16:creationId xmlns:a16="http://schemas.microsoft.com/office/drawing/2014/main" id="{4101B2D2-FD4C-B490-385C-205A381D5B5E}"/>
              </a:ext>
            </a:extLst>
          </p:cNvPr>
          <p:cNvSpPr>
            <a:spLocks noGrp="1"/>
          </p:cNvSpPr>
          <p:nvPr>
            <p:ph type="sldNum" sz="quarter" idx="12"/>
          </p:nvPr>
        </p:nvSpPr>
        <p:spPr/>
        <p:txBody>
          <a:bodyPr/>
          <a:lstStyle/>
          <a:p>
            <a:pPr>
              <a:defRPr/>
            </a:pPr>
            <a:fld id="{8BCAC33D-D29A-48B3-BCD6-381D3D720D26}" type="slidenum">
              <a:rPr lang="zh-CN" altLang="en-US" smtClean="0"/>
              <a:t>33</a:t>
            </a:fld>
            <a:endParaRPr lang="en-US" altLang="zh-CN"/>
          </a:p>
        </p:txBody>
      </p:sp>
    </p:spTree>
    <p:extLst>
      <p:ext uri="{BB962C8B-B14F-4D97-AF65-F5344CB8AC3E}">
        <p14:creationId xmlns:p14="http://schemas.microsoft.com/office/powerpoint/2010/main" val="945460622"/>
      </p:ext>
    </p:extLst>
  </p:cSld>
  <p:clrMapOvr>
    <a:masterClrMapping/>
  </p:clrMapOvr>
  <p:transition spd="slow"/>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65"/>
          <p:cNvSpPr>
            <a:spLocks noGrp="1" noChangeArrowheads="1"/>
          </p:cNvSpPr>
          <p:nvPr>
            <p:ph type="body" sz="half" idx="1"/>
          </p:nvPr>
        </p:nvSpPr>
        <p:spPr>
          <a:xfrm>
            <a:off x="539750" y="1484313"/>
            <a:ext cx="8001000" cy="1143000"/>
          </a:xfrm>
        </p:spPr>
        <p:txBody>
          <a:bodyPr/>
          <a:lstStyle/>
          <a:p>
            <a:pPr eaLnBrk="1" hangingPunct="1"/>
            <a:r>
              <a:rPr lang="en-US" altLang="zh-CN" sz="2600" dirty="0"/>
              <a:t>Z=X+Y</a:t>
            </a:r>
            <a:r>
              <a:rPr lang="zh-CN" altLang="en-US" sz="2600" dirty="0"/>
              <a:t>表达式在这三种类型指令集结构上的实现方法</a:t>
            </a:r>
          </a:p>
        </p:txBody>
      </p:sp>
      <p:graphicFrame>
        <p:nvGraphicFramePr>
          <p:cNvPr id="155728" name="Group 80"/>
          <p:cNvGraphicFramePr>
            <a:graphicFrameLocks noGrp="1"/>
          </p:cNvGraphicFramePr>
          <p:nvPr>
            <p:ph sz="half" idx="2"/>
          </p:nvPr>
        </p:nvGraphicFramePr>
        <p:xfrm>
          <a:off x="611188" y="2781300"/>
          <a:ext cx="8080693" cy="2690813"/>
        </p:xfrm>
        <a:graphic>
          <a:graphicData uri="http://schemas.openxmlformats.org/drawingml/2006/table">
            <a:tbl>
              <a:tblPr/>
              <a:tblGrid>
                <a:gridCol w="1568768">
                  <a:extLst>
                    <a:ext uri="{9D8B030D-6E8A-4147-A177-3AD203B41FA5}">
                      <a16:colId xmlns:a16="http://schemas.microsoft.com/office/drawing/2014/main" val="20000"/>
                    </a:ext>
                  </a:extLst>
                </a:gridCol>
                <a:gridCol w="1471612">
                  <a:extLst>
                    <a:ext uri="{9D8B030D-6E8A-4147-A177-3AD203B41FA5}">
                      <a16:colId xmlns:a16="http://schemas.microsoft.com/office/drawing/2014/main" val="20001"/>
                    </a:ext>
                  </a:extLst>
                </a:gridCol>
                <a:gridCol w="2376488">
                  <a:extLst>
                    <a:ext uri="{9D8B030D-6E8A-4147-A177-3AD203B41FA5}">
                      <a16:colId xmlns:a16="http://schemas.microsoft.com/office/drawing/2014/main" val="20002"/>
                    </a:ext>
                  </a:extLst>
                </a:gridCol>
                <a:gridCol w="2663825">
                  <a:extLst>
                    <a:ext uri="{9D8B030D-6E8A-4147-A177-3AD203B41FA5}">
                      <a16:colId xmlns:a16="http://schemas.microsoft.com/office/drawing/2014/main" val="20003"/>
                    </a:ext>
                  </a:extLst>
                </a:gridCol>
              </a:tblGrid>
              <a:tr h="1031875">
                <a:tc>
                  <a:txBody>
                    <a:bodyPr/>
                    <a:lstStyle/>
                    <a:p>
                      <a:pPr marL="469900" marR="0" lvl="0" indent="-469900" algn="ctr" defTabSz="914400" rtl="0" eaLnBrk="1" fontAlgn="base" latinLnBrk="0" hangingPunct="1">
                        <a:lnSpc>
                          <a:spcPct val="100000"/>
                        </a:lnSpc>
                        <a:spcBef>
                          <a:spcPct val="0"/>
                        </a:spcBef>
                        <a:spcAft>
                          <a:spcPct val="0"/>
                        </a:spcAft>
                        <a:buClr>
                          <a:srgbClr val="0000CC"/>
                        </a:buClr>
                        <a:buSzTx/>
                        <a:buFontTx/>
                        <a:buNone/>
                        <a:tabLst/>
                      </a:pPr>
                      <a:r>
                        <a:rPr kumimoji="1" lang="zh-CN" altLang="en-US" sz="2400" b="1" i="0" u="none" strike="noStrike" cap="none" normalizeH="0" baseline="0">
                          <a:ln>
                            <a:noFill/>
                          </a:ln>
                          <a:solidFill>
                            <a:srgbClr val="FF0000"/>
                          </a:solidFill>
                          <a:effectLst/>
                          <a:latin typeface="Verdana" pitchFamily="34" charset="0"/>
                          <a:ea typeface="华文中宋" pitchFamily="2" charset="-122"/>
                          <a:cs typeface="Times New Roman" pitchFamily="18" charset="0"/>
                        </a:rPr>
                        <a:t>堆栈</a:t>
                      </a:r>
                      <a:endParaRPr kumimoji="1" lang="zh-CN" altLang="en-US" sz="2400" b="1" i="0" u="none" strike="noStrike" cap="none" normalizeH="0" baseline="0">
                        <a:ln>
                          <a:noFill/>
                        </a:ln>
                        <a:solidFill>
                          <a:schemeClr val="tx1"/>
                        </a:solidFill>
                        <a:effectLst/>
                        <a:latin typeface="Verdana" pitchFamily="34" charset="0"/>
                        <a:ea typeface="华文中宋" pitchFamily="2" charset="-122"/>
                        <a:cs typeface="Times New Roman" pitchFamily="18" charset="0"/>
                      </a:endParaRPr>
                    </a:p>
                  </a:txBody>
                  <a:tcPr horzOverflow="overflow">
                    <a:lnL w="25400" cap="flat" cmpd="sng" algn="ctr">
                      <a:solidFill>
                        <a:srgbClr val="000000"/>
                      </a:solidFill>
                      <a:prstDash val="solid"/>
                      <a:round/>
                      <a:headEnd type="none" w="sm" len="sm"/>
                      <a:tailEnd type="none" w="sm" len="sm"/>
                    </a:lnL>
                    <a:lnR w="25400" cap="flat" cmpd="sng" algn="ctr">
                      <a:solidFill>
                        <a:srgbClr val="000000"/>
                      </a:solidFill>
                      <a:prstDash val="solid"/>
                      <a:round/>
                      <a:headEnd type="none" w="sm" len="sm"/>
                      <a:tailEnd type="none" w="sm" len="sm"/>
                    </a:lnR>
                    <a:lnT w="25400" cap="flat" cmpd="sng" algn="ctr">
                      <a:solidFill>
                        <a:srgbClr val="000000"/>
                      </a:solidFill>
                      <a:prstDash val="solid"/>
                      <a:round/>
                      <a:headEnd type="none" w="sm" len="sm"/>
                      <a:tailEnd type="none" w="sm" len="sm"/>
                    </a:lnT>
                    <a:lnB w="25400" cap="flat" cmpd="sng" algn="ctr">
                      <a:solidFill>
                        <a:srgbClr val="000000"/>
                      </a:solidFill>
                      <a:prstDash val="solid"/>
                      <a:round/>
                      <a:headEnd type="none" w="sm" len="sm"/>
                      <a:tailEnd type="none" w="sm" len="sm"/>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rgbClr val="0000CC"/>
                        </a:buClr>
                        <a:buSzTx/>
                        <a:buFontTx/>
                        <a:buNone/>
                        <a:tabLst/>
                      </a:pPr>
                      <a:r>
                        <a:rPr kumimoji="1" lang="zh-CN" altLang="en-US" sz="2400" b="1" i="0" u="none" strike="noStrike" cap="none" normalizeH="0" baseline="0">
                          <a:ln>
                            <a:noFill/>
                          </a:ln>
                          <a:solidFill>
                            <a:srgbClr val="FF0000"/>
                          </a:solidFill>
                          <a:effectLst/>
                          <a:latin typeface="Verdana" pitchFamily="34" charset="0"/>
                          <a:ea typeface="华文中宋" pitchFamily="2" charset="-122"/>
                          <a:cs typeface="Times New Roman" pitchFamily="18" charset="0"/>
                        </a:rPr>
                        <a:t>累加器</a:t>
                      </a:r>
                      <a:endParaRPr kumimoji="1" lang="zh-CN" altLang="en-US" sz="2400" b="1" i="0" u="none" strike="noStrike" cap="none" normalizeH="0" baseline="0">
                        <a:ln>
                          <a:noFill/>
                        </a:ln>
                        <a:solidFill>
                          <a:schemeClr val="tx1"/>
                        </a:solidFill>
                        <a:effectLst/>
                        <a:latin typeface="Verdana" pitchFamily="34" charset="0"/>
                        <a:ea typeface="华文中宋" pitchFamily="2" charset="-122"/>
                        <a:cs typeface="Times New Roman" pitchFamily="18" charset="0"/>
                      </a:endParaRPr>
                    </a:p>
                  </a:txBody>
                  <a:tcPr horzOverflow="overflow">
                    <a:lnL w="25400" cap="flat" cmpd="sng" algn="ctr">
                      <a:solidFill>
                        <a:srgbClr val="000000"/>
                      </a:solidFill>
                      <a:prstDash val="solid"/>
                      <a:round/>
                      <a:headEnd type="none" w="sm" len="sm"/>
                      <a:tailEnd type="none" w="sm" len="sm"/>
                    </a:lnL>
                    <a:lnR w="25400" cap="flat" cmpd="sng" algn="ctr">
                      <a:solidFill>
                        <a:srgbClr val="000000"/>
                      </a:solidFill>
                      <a:prstDash val="solid"/>
                      <a:round/>
                      <a:headEnd type="none" w="sm" len="sm"/>
                      <a:tailEnd type="none" w="sm" len="sm"/>
                    </a:lnR>
                    <a:lnT w="25400" cap="flat" cmpd="sng" algn="ctr">
                      <a:solidFill>
                        <a:srgbClr val="000000"/>
                      </a:solidFill>
                      <a:prstDash val="solid"/>
                      <a:round/>
                      <a:headEnd type="none" w="sm" len="sm"/>
                      <a:tailEnd type="none" w="sm" len="sm"/>
                    </a:lnT>
                    <a:lnB w="25400" cap="flat" cmpd="sng" algn="ctr">
                      <a:solidFill>
                        <a:srgbClr val="000000"/>
                      </a:solidFill>
                      <a:prstDash val="solid"/>
                      <a:round/>
                      <a:headEnd type="none" w="sm" len="sm"/>
                      <a:tailEnd type="none" w="sm" len="sm"/>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rgbClr val="0000CC"/>
                        </a:buClr>
                        <a:buSzTx/>
                        <a:buFontTx/>
                        <a:buNone/>
                        <a:tabLst/>
                      </a:pPr>
                      <a:r>
                        <a:rPr kumimoji="1" lang="zh-CN" altLang="en-US" sz="2400" b="1" i="0" u="none" strike="noStrike" cap="none" normalizeH="0" baseline="0">
                          <a:ln>
                            <a:noFill/>
                          </a:ln>
                          <a:solidFill>
                            <a:srgbClr val="FF0000"/>
                          </a:solidFill>
                          <a:effectLst/>
                          <a:latin typeface="Verdana" pitchFamily="34" charset="0"/>
                          <a:ea typeface="华文中宋" pitchFamily="2" charset="-122"/>
                          <a:cs typeface="Times New Roman" pitchFamily="18" charset="0"/>
                        </a:rPr>
                        <a:t>寄存器 </a:t>
                      </a:r>
                    </a:p>
                    <a:p>
                      <a:pPr marL="469900" marR="0" lvl="0" indent="-469900" algn="ctr" defTabSz="914400" rtl="0" eaLnBrk="1" fontAlgn="base" latinLnBrk="0" hangingPunct="1">
                        <a:lnSpc>
                          <a:spcPct val="100000"/>
                        </a:lnSpc>
                        <a:spcBef>
                          <a:spcPct val="0"/>
                        </a:spcBef>
                        <a:spcAft>
                          <a:spcPct val="0"/>
                        </a:spcAft>
                        <a:buClr>
                          <a:srgbClr val="0000CC"/>
                        </a:buClr>
                        <a:buSzTx/>
                        <a:buFontTx/>
                        <a:buNone/>
                        <a:tabLst/>
                      </a:pPr>
                      <a:r>
                        <a:rPr kumimoji="1" lang="en-US" altLang="zh-CN" sz="2400" b="1" i="0" u="none" strike="noStrike" cap="none" normalizeH="0" baseline="0">
                          <a:ln>
                            <a:noFill/>
                          </a:ln>
                          <a:solidFill>
                            <a:srgbClr val="FF0000"/>
                          </a:solidFill>
                          <a:effectLst/>
                          <a:latin typeface="Verdana" pitchFamily="34" charset="0"/>
                          <a:ea typeface="华文中宋" pitchFamily="2" charset="-122"/>
                          <a:cs typeface="Times New Roman" pitchFamily="18" charset="0"/>
                        </a:rPr>
                        <a:t>(</a:t>
                      </a:r>
                      <a:r>
                        <a:rPr kumimoji="1" lang="zh-CN" altLang="en-US" sz="2400" b="1" i="0" u="none" strike="noStrike" cap="none" normalizeH="0" baseline="0">
                          <a:ln>
                            <a:noFill/>
                          </a:ln>
                          <a:solidFill>
                            <a:srgbClr val="FF0000"/>
                          </a:solidFill>
                          <a:effectLst/>
                          <a:latin typeface="Verdana" pitchFamily="34" charset="0"/>
                          <a:ea typeface="华文中宋" pitchFamily="2" charset="-122"/>
                          <a:cs typeface="Times New Roman" pitchFamily="18" charset="0"/>
                        </a:rPr>
                        <a:t>寄存器</a:t>
                      </a:r>
                      <a:r>
                        <a:rPr kumimoji="1" lang="en-US" altLang="zh-CN" sz="2400" b="1" i="0" u="none" strike="noStrike" cap="none" normalizeH="0" baseline="0">
                          <a:ln>
                            <a:noFill/>
                          </a:ln>
                          <a:solidFill>
                            <a:srgbClr val="FF0000"/>
                          </a:solidFill>
                          <a:effectLst/>
                          <a:latin typeface="Verdana" pitchFamily="34" charset="0"/>
                          <a:ea typeface="华文中宋" pitchFamily="2" charset="-122"/>
                          <a:cs typeface="Times New Roman" pitchFamily="18" charset="0"/>
                        </a:rPr>
                        <a:t>-</a:t>
                      </a:r>
                      <a:r>
                        <a:rPr kumimoji="1" lang="zh-CN" altLang="en-US" sz="2400" b="1" i="0" u="none" strike="noStrike" cap="none" normalizeH="0" baseline="0">
                          <a:ln>
                            <a:noFill/>
                          </a:ln>
                          <a:solidFill>
                            <a:srgbClr val="FF0000"/>
                          </a:solidFill>
                          <a:effectLst/>
                          <a:latin typeface="Verdana" pitchFamily="34" charset="0"/>
                          <a:ea typeface="华文中宋" pitchFamily="2" charset="-122"/>
                          <a:cs typeface="Times New Roman" pitchFamily="18" charset="0"/>
                        </a:rPr>
                        <a:t>存储器</a:t>
                      </a:r>
                      <a:r>
                        <a:rPr kumimoji="1" lang="en-US" altLang="zh-CN" sz="2400" b="1" i="0" u="none" strike="noStrike" cap="none" normalizeH="0" baseline="0">
                          <a:ln>
                            <a:noFill/>
                          </a:ln>
                          <a:solidFill>
                            <a:srgbClr val="FF0000"/>
                          </a:solidFill>
                          <a:effectLst/>
                          <a:latin typeface="Verdana" pitchFamily="34" charset="0"/>
                          <a:ea typeface="华文中宋" pitchFamily="2" charset="-122"/>
                          <a:cs typeface="Times New Roman" pitchFamily="18" charset="0"/>
                        </a:rPr>
                        <a:t>)</a:t>
                      </a:r>
                      <a:endParaRPr kumimoji="1" lang="en-US" altLang="zh-CN" sz="2400" b="1" i="0" u="none" strike="noStrike" cap="none" normalizeH="0" baseline="0">
                        <a:ln>
                          <a:noFill/>
                        </a:ln>
                        <a:solidFill>
                          <a:schemeClr val="tx1"/>
                        </a:solidFill>
                        <a:effectLst/>
                        <a:latin typeface="Verdana" pitchFamily="34" charset="0"/>
                        <a:ea typeface="华文中宋" pitchFamily="2" charset="-122"/>
                        <a:cs typeface="Times New Roman" pitchFamily="18" charset="0"/>
                      </a:endParaRPr>
                    </a:p>
                  </a:txBody>
                  <a:tcPr horzOverflow="overflow">
                    <a:lnL w="25400" cap="flat" cmpd="sng" algn="ctr">
                      <a:solidFill>
                        <a:srgbClr val="000000"/>
                      </a:solidFill>
                      <a:prstDash val="solid"/>
                      <a:round/>
                      <a:headEnd type="none" w="sm" len="sm"/>
                      <a:tailEnd type="none" w="sm" len="sm"/>
                    </a:lnL>
                    <a:lnR w="25400" cap="flat" cmpd="sng" algn="ctr">
                      <a:solidFill>
                        <a:srgbClr val="000000"/>
                      </a:solidFill>
                      <a:prstDash val="solid"/>
                      <a:round/>
                      <a:headEnd type="none" w="sm" len="sm"/>
                      <a:tailEnd type="none" w="sm" len="sm"/>
                    </a:lnR>
                    <a:lnT w="25400" cap="flat" cmpd="sng" algn="ctr">
                      <a:solidFill>
                        <a:srgbClr val="000000"/>
                      </a:solidFill>
                      <a:prstDash val="solid"/>
                      <a:round/>
                      <a:headEnd type="none" w="sm" len="sm"/>
                      <a:tailEnd type="none" w="sm" len="sm"/>
                    </a:lnT>
                    <a:lnB w="25400" cap="flat" cmpd="sng" algn="ctr">
                      <a:solidFill>
                        <a:srgbClr val="000000"/>
                      </a:solidFill>
                      <a:prstDash val="solid"/>
                      <a:round/>
                      <a:headEnd type="none" w="sm" len="sm"/>
                      <a:tailEnd type="none" w="sm" len="sm"/>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rgbClr val="0000CC"/>
                        </a:buClr>
                        <a:buSzTx/>
                        <a:buFontTx/>
                        <a:buNone/>
                        <a:tabLst/>
                      </a:pPr>
                      <a:r>
                        <a:rPr kumimoji="1" lang="zh-CN" altLang="en-US" sz="2400" b="1" i="0" u="none" strike="noStrike" cap="none" normalizeH="0" baseline="0">
                          <a:ln>
                            <a:noFill/>
                          </a:ln>
                          <a:solidFill>
                            <a:srgbClr val="FF0000"/>
                          </a:solidFill>
                          <a:effectLst/>
                          <a:latin typeface="Verdana" pitchFamily="34" charset="0"/>
                          <a:ea typeface="华文中宋" pitchFamily="2" charset="-122"/>
                          <a:cs typeface="Times New Roman" pitchFamily="18" charset="0"/>
                        </a:rPr>
                        <a:t>寄存器</a:t>
                      </a:r>
                    </a:p>
                    <a:p>
                      <a:pPr marL="469900" marR="0" lvl="0" indent="-469900" algn="ctr" defTabSz="914400" rtl="0" eaLnBrk="1" fontAlgn="base" latinLnBrk="0" hangingPunct="1">
                        <a:lnSpc>
                          <a:spcPct val="100000"/>
                        </a:lnSpc>
                        <a:spcBef>
                          <a:spcPct val="0"/>
                        </a:spcBef>
                        <a:spcAft>
                          <a:spcPct val="0"/>
                        </a:spcAft>
                        <a:buClr>
                          <a:srgbClr val="0000CC"/>
                        </a:buClr>
                        <a:buSzTx/>
                        <a:buFontTx/>
                        <a:buNone/>
                        <a:tabLst/>
                      </a:pPr>
                      <a:r>
                        <a:rPr kumimoji="1" lang="en-US" altLang="zh-CN" sz="2400" b="1" i="0" u="none" strike="noStrike" cap="none" normalizeH="0" baseline="0">
                          <a:ln>
                            <a:noFill/>
                          </a:ln>
                          <a:solidFill>
                            <a:srgbClr val="FF0000"/>
                          </a:solidFill>
                          <a:effectLst/>
                          <a:latin typeface="Verdana" pitchFamily="34" charset="0"/>
                          <a:ea typeface="华文中宋" pitchFamily="2" charset="-122"/>
                          <a:cs typeface="Times New Roman" pitchFamily="18" charset="0"/>
                        </a:rPr>
                        <a:t>(</a:t>
                      </a:r>
                      <a:r>
                        <a:rPr kumimoji="1" lang="zh-CN" altLang="en-US" sz="2400" b="1" i="0" u="none" strike="noStrike" cap="none" normalizeH="0" baseline="0">
                          <a:ln>
                            <a:noFill/>
                          </a:ln>
                          <a:solidFill>
                            <a:srgbClr val="FF0000"/>
                          </a:solidFill>
                          <a:effectLst/>
                          <a:latin typeface="Verdana" pitchFamily="34" charset="0"/>
                          <a:ea typeface="华文中宋" pitchFamily="2" charset="-122"/>
                          <a:cs typeface="Times New Roman" pitchFamily="18" charset="0"/>
                        </a:rPr>
                        <a:t>寄存器</a:t>
                      </a:r>
                      <a:r>
                        <a:rPr kumimoji="1" lang="en-US" altLang="zh-CN" sz="2400" b="1" i="0" u="none" strike="noStrike" cap="none" normalizeH="0" baseline="0">
                          <a:ln>
                            <a:noFill/>
                          </a:ln>
                          <a:solidFill>
                            <a:srgbClr val="FF0000"/>
                          </a:solidFill>
                          <a:effectLst/>
                          <a:latin typeface="Verdana" pitchFamily="34" charset="0"/>
                          <a:ea typeface="华文中宋" pitchFamily="2" charset="-122"/>
                          <a:cs typeface="Times New Roman" pitchFamily="18" charset="0"/>
                        </a:rPr>
                        <a:t>-</a:t>
                      </a:r>
                      <a:r>
                        <a:rPr kumimoji="1" lang="zh-CN" altLang="en-US" sz="2400" b="1" i="0" u="none" strike="noStrike" cap="none" normalizeH="0" baseline="0">
                          <a:ln>
                            <a:noFill/>
                          </a:ln>
                          <a:solidFill>
                            <a:srgbClr val="FF0000"/>
                          </a:solidFill>
                          <a:effectLst/>
                          <a:latin typeface="Verdana" pitchFamily="34" charset="0"/>
                          <a:ea typeface="华文中宋" pitchFamily="2" charset="-122"/>
                          <a:cs typeface="Times New Roman" pitchFamily="18" charset="0"/>
                        </a:rPr>
                        <a:t>寄存器</a:t>
                      </a:r>
                      <a:r>
                        <a:rPr kumimoji="1" lang="en-US" altLang="zh-CN" sz="2400" b="1" i="0" u="none" strike="noStrike" cap="none" normalizeH="0" baseline="0">
                          <a:ln>
                            <a:noFill/>
                          </a:ln>
                          <a:solidFill>
                            <a:srgbClr val="FF0000"/>
                          </a:solidFill>
                          <a:effectLst/>
                          <a:latin typeface="Verdana" pitchFamily="34" charset="0"/>
                          <a:ea typeface="华文中宋" pitchFamily="2" charset="-122"/>
                          <a:cs typeface="Times New Roman" pitchFamily="18" charset="0"/>
                        </a:rPr>
                        <a:t>)</a:t>
                      </a:r>
                      <a:endParaRPr kumimoji="1" lang="en-US" altLang="zh-CN" sz="2400" b="1" i="0" u="none" strike="noStrike" cap="none" normalizeH="0" baseline="0">
                        <a:ln>
                          <a:noFill/>
                        </a:ln>
                        <a:solidFill>
                          <a:schemeClr val="tx1"/>
                        </a:solidFill>
                        <a:effectLst/>
                        <a:latin typeface="Verdana" pitchFamily="34" charset="0"/>
                        <a:ea typeface="华文中宋" pitchFamily="2" charset="-122"/>
                        <a:cs typeface="Times New Roman" pitchFamily="18" charset="0"/>
                      </a:endParaRPr>
                    </a:p>
                  </a:txBody>
                  <a:tcPr horzOverflow="overflow">
                    <a:lnL w="25400" cap="flat" cmpd="sng" algn="ctr">
                      <a:solidFill>
                        <a:srgbClr val="000000"/>
                      </a:solidFill>
                      <a:prstDash val="solid"/>
                      <a:round/>
                      <a:headEnd type="none" w="sm" len="sm"/>
                      <a:tailEnd type="none" w="sm" len="sm"/>
                    </a:lnL>
                    <a:lnR w="25400" cap="flat" cmpd="sng" algn="ctr">
                      <a:solidFill>
                        <a:srgbClr val="000000"/>
                      </a:solidFill>
                      <a:prstDash val="solid"/>
                      <a:round/>
                      <a:headEnd type="none" w="sm" len="sm"/>
                      <a:tailEnd type="none" w="sm" len="sm"/>
                    </a:lnR>
                    <a:lnT w="25400" cap="flat" cmpd="sng" algn="ctr">
                      <a:solidFill>
                        <a:srgbClr val="000000"/>
                      </a:solidFill>
                      <a:prstDash val="solid"/>
                      <a:round/>
                      <a:headEnd type="none" w="sm" len="sm"/>
                      <a:tailEnd type="none" w="sm" len="sm"/>
                    </a:lnT>
                    <a:lnB w="254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r h="1658938">
                <a:tc>
                  <a:txBody>
                    <a:bodyPr/>
                    <a:lstStyle/>
                    <a:p>
                      <a:pPr marL="469900" marR="0" lvl="0" indent="-469900" algn="l" defTabSz="914400" rtl="0" eaLnBrk="1" fontAlgn="base" latinLnBrk="0" hangingPunct="1">
                        <a:lnSpc>
                          <a:spcPct val="100000"/>
                        </a:lnSpc>
                        <a:spcBef>
                          <a:spcPct val="0"/>
                        </a:spcBef>
                        <a:spcAft>
                          <a:spcPct val="0"/>
                        </a:spcAft>
                        <a:buClr>
                          <a:srgbClr val="0000CC"/>
                        </a:buClr>
                        <a:buSzTx/>
                        <a:buFontTx/>
                        <a:buNone/>
                        <a:tabLst/>
                      </a:pPr>
                      <a:r>
                        <a:rPr kumimoji="1" lang="en-US" altLang="zh-CN" sz="2400" b="1" i="0" u="none" strike="noStrike" cap="none" normalizeH="0" baseline="0" dirty="0">
                          <a:ln>
                            <a:noFill/>
                          </a:ln>
                          <a:solidFill>
                            <a:schemeClr val="tx1"/>
                          </a:solidFill>
                          <a:effectLst/>
                          <a:latin typeface="Verdana" pitchFamily="34" charset="0"/>
                          <a:ea typeface="华文中宋" pitchFamily="2" charset="-122"/>
                          <a:cs typeface="Times New Roman" pitchFamily="18" charset="0"/>
                        </a:rPr>
                        <a:t>PUSH X</a:t>
                      </a:r>
                    </a:p>
                    <a:p>
                      <a:pPr marL="469900" marR="0" lvl="0" indent="-469900" algn="l" defTabSz="914400" rtl="0" eaLnBrk="0" fontAlgn="base" latinLnBrk="0" hangingPunct="0">
                        <a:lnSpc>
                          <a:spcPct val="100000"/>
                        </a:lnSpc>
                        <a:spcBef>
                          <a:spcPct val="0"/>
                        </a:spcBef>
                        <a:spcAft>
                          <a:spcPct val="0"/>
                        </a:spcAft>
                        <a:buClrTx/>
                        <a:buSzTx/>
                        <a:buFont typeface="Wingdings" pitchFamily="2" charset="2"/>
                        <a:buNone/>
                        <a:tabLst/>
                      </a:pPr>
                      <a:r>
                        <a:rPr kumimoji="1" lang="en-US" altLang="zh-CN" sz="2400" b="1" i="0" u="none" strike="noStrike" cap="none" normalizeH="0" baseline="0" dirty="0">
                          <a:ln>
                            <a:noFill/>
                          </a:ln>
                          <a:solidFill>
                            <a:schemeClr val="tx1"/>
                          </a:solidFill>
                          <a:effectLst/>
                          <a:latin typeface="Verdana" pitchFamily="34" charset="0"/>
                          <a:ea typeface="华文中宋" pitchFamily="2" charset="-122"/>
                          <a:cs typeface="Times New Roman" pitchFamily="18" charset="0"/>
                        </a:rPr>
                        <a:t>PUSH Y</a:t>
                      </a:r>
                    </a:p>
                    <a:p>
                      <a:pPr marL="469900" marR="0" lvl="0" indent="-469900" algn="l" defTabSz="914400" rtl="0" eaLnBrk="0" fontAlgn="base" latinLnBrk="0" hangingPunct="0">
                        <a:lnSpc>
                          <a:spcPct val="100000"/>
                        </a:lnSpc>
                        <a:spcBef>
                          <a:spcPct val="0"/>
                        </a:spcBef>
                        <a:spcAft>
                          <a:spcPct val="0"/>
                        </a:spcAft>
                        <a:buClrTx/>
                        <a:buSzTx/>
                        <a:buFont typeface="Wingdings" pitchFamily="2" charset="2"/>
                        <a:buNone/>
                        <a:tabLst/>
                      </a:pPr>
                      <a:r>
                        <a:rPr kumimoji="1" lang="en-US" altLang="zh-CN" sz="2400" b="1" i="0" u="sng" strike="noStrike" cap="none" normalizeH="0" baseline="0" dirty="0">
                          <a:ln>
                            <a:noFill/>
                          </a:ln>
                          <a:solidFill>
                            <a:schemeClr val="tx1"/>
                          </a:solidFill>
                          <a:effectLst/>
                          <a:latin typeface="Verdana" pitchFamily="34" charset="0"/>
                          <a:ea typeface="华文中宋" pitchFamily="2" charset="-122"/>
                          <a:cs typeface="Times New Roman" pitchFamily="18" charset="0"/>
                        </a:rPr>
                        <a:t>ADD</a:t>
                      </a:r>
                    </a:p>
                    <a:p>
                      <a:pPr marL="469900" marR="0" lvl="0" indent="-469900" algn="l" defTabSz="914400" rtl="0" eaLnBrk="0" fontAlgn="base" latinLnBrk="0" hangingPunct="0">
                        <a:lnSpc>
                          <a:spcPct val="100000"/>
                        </a:lnSpc>
                        <a:spcBef>
                          <a:spcPct val="0"/>
                        </a:spcBef>
                        <a:spcAft>
                          <a:spcPct val="0"/>
                        </a:spcAft>
                        <a:buClrTx/>
                        <a:buSzTx/>
                        <a:buFont typeface="Wingdings" pitchFamily="2" charset="2"/>
                        <a:buNone/>
                        <a:tabLst/>
                      </a:pPr>
                      <a:r>
                        <a:rPr kumimoji="1" lang="en-US" altLang="zh-CN" sz="2400" b="1" i="0" u="none" strike="noStrike" cap="none" normalizeH="0" baseline="0" dirty="0">
                          <a:ln>
                            <a:noFill/>
                          </a:ln>
                          <a:solidFill>
                            <a:schemeClr val="tx1"/>
                          </a:solidFill>
                          <a:effectLst/>
                          <a:latin typeface="Verdana" pitchFamily="34" charset="0"/>
                          <a:ea typeface="华文中宋" pitchFamily="2" charset="-122"/>
                          <a:cs typeface="Times New Roman" pitchFamily="18" charset="0"/>
                        </a:rPr>
                        <a:t>POP   Z</a:t>
                      </a:r>
                    </a:p>
                  </a:txBody>
                  <a:tcPr horzOverflow="overflow">
                    <a:lnL w="25400" cap="flat" cmpd="sng" algn="ctr">
                      <a:solidFill>
                        <a:srgbClr val="000000"/>
                      </a:solidFill>
                      <a:prstDash val="solid"/>
                      <a:round/>
                      <a:headEnd type="none" w="sm" len="sm"/>
                      <a:tailEnd type="none" w="sm" len="sm"/>
                    </a:lnL>
                    <a:lnR w="25400" cap="flat" cmpd="sng" algn="ctr">
                      <a:solidFill>
                        <a:srgbClr val="000000"/>
                      </a:solidFill>
                      <a:prstDash val="solid"/>
                      <a:round/>
                      <a:headEnd type="none" w="sm" len="sm"/>
                      <a:tailEnd type="none" w="sm" len="sm"/>
                    </a:lnR>
                    <a:lnT w="25400" cap="flat" cmpd="sng" algn="ctr">
                      <a:solidFill>
                        <a:srgbClr val="000000"/>
                      </a:solidFill>
                      <a:prstDash val="solid"/>
                      <a:round/>
                      <a:headEnd type="none" w="sm" len="sm"/>
                      <a:tailEnd type="none" w="sm" len="sm"/>
                    </a:lnT>
                    <a:lnB w="25400" cap="flat" cmpd="sng" algn="ctr">
                      <a:solidFill>
                        <a:srgbClr val="000000"/>
                      </a:solidFill>
                      <a:prstDash val="solid"/>
                      <a:round/>
                      <a:headEnd type="none" w="sm" len="sm"/>
                      <a:tailEnd type="none" w="sm" len="sm"/>
                    </a:lnB>
                    <a:lnTlToBr>
                      <a:noFill/>
                    </a:lnTlToBr>
                    <a:lnBlToTr>
                      <a:noFill/>
                    </a:lnBlToTr>
                    <a:noFill/>
                  </a:tcPr>
                </a:tc>
                <a:tc>
                  <a:txBody>
                    <a:bodyPr/>
                    <a:lstStyle/>
                    <a:p>
                      <a:pPr marL="469900" marR="0" lvl="0" indent="-469900" algn="l" defTabSz="914400" rtl="0" eaLnBrk="1" fontAlgn="base" latinLnBrk="0" hangingPunct="1">
                        <a:lnSpc>
                          <a:spcPct val="100000"/>
                        </a:lnSpc>
                        <a:spcBef>
                          <a:spcPct val="0"/>
                        </a:spcBef>
                        <a:spcAft>
                          <a:spcPct val="0"/>
                        </a:spcAft>
                        <a:buClr>
                          <a:srgbClr val="0000CC"/>
                        </a:buClr>
                        <a:buSzTx/>
                        <a:buFontTx/>
                        <a:buNone/>
                        <a:tabLst/>
                      </a:pPr>
                      <a:r>
                        <a:rPr kumimoji="1" lang="en-US" altLang="zh-CN" sz="2400" b="1" i="0" u="none" strike="noStrike" cap="none" normalizeH="0" baseline="0" dirty="0">
                          <a:ln>
                            <a:noFill/>
                          </a:ln>
                          <a:solidFill>
                            <a:schemeClr val="tx1"/>
                          </a:solidFill>
                          <a:effectLst/>
                          <a:latin typeface="Verdana" pitchFamily="34" charset="0"/>
                          <a:ea typeface="华文中宋" pitchFamily="2" charset="-122"/>
                          <a:cs typeface="Times New Roman" pitchFamily="18" charset="0"/>
                        </a:rPr>
                        <a:t>LOAD X</a:t>
                      </a:r>
                    </a:p>
                    <a:p>
                      <a:pPr marL="469900" marR="0" lvl="0" indent="-469900" algn="l" defTabSz="914400" rtl="0" eaLnBrk="0" fontAlgn="base" latinLnBrk="0" hangingPunct="0">
                        <a:lnSpc>
                          <a:spcPct val="100000"/>
                        </a:lnSpc>
                        <a:spcBef>
                          <a:spcPct val="0"/>
                        </a:spcBef>
                        <a:spcAft>
                          <a:spcPct val="0"/>
                        </a:spcAft>
                        <a:buClrTx/>
                        <a:buSzTx/>
                        <a:buFont typeface="Wingdings" pitchFamily="2" charset="2"/>
                        <a:buNone/>
                        <a:tabLst/>
                      </a:pPr>
                      <a:r>
                        <a:rPr kumimoji="1" lang="en-US" altLang="zh-CN" sz="2400" b="1" i="0" u="sng" strike="noStrike" cap="none" normalizeH="0" baseline="0" dirty="0">
                          <a:ln>
                            <a:noFill/>
                          </a:ln>
                          <a:solidFill>
                            <a:schemeClr val="tx1"/>
                          </a:solidFill>
                          <a:effectLst/>
                          <a:latin typeface="Verdana" pitchFamily="34" charset="0"/>
                          <a:ea typeface="华文中宋" pitchFamily="2" charset="-122"/>
                          <a:cs typeface="Times New Roman" pitchFamily="18" charset="0"/>
                        </a:rPr>
                        <a:t>ADD   Y</a:t>
                      </a:r>
                    </a:p>
                    <a:p>
                      <a:pPr marL="469900" marR="0" lvl="0" indent="-469900" algn="l" defTabSz="914400" rtl="0" eaLnBrk="0" fontAlgn="base" latinLnBrk="0" hangingPunct="0">
                        <a:lnSpc>
                          <a:spcPct val="100000"/>
                        </a:lnSpc>
                        <a:spcBef>
                          <a:spcPct val="0"/>
                        </a:spcBef>
                        <a:spcAft>
                          <a:spcPct val="0"/>
                        </a:spcAft>
                        <a:buClrTx/>
                        <a:buSzTx/>
                        <a:buFont typeface="Wingdings" pitchFamily="2" charset="2"/>
                        <a:buNone/>
                        <a:tabLst/>
                      </a:pPr>
                      <a:r>
                        <a:rPr kumimoji="1" lang="en-US" altLang="zh-CN" sz="2400" b="1" i="0" u="none" strike="noStrike" cap="none" normalizeH="0" baseline="0" dirty="0">
                          <a:ln>
                            <a:noFill/>
                          </a:ln>
                          <a:solidFill>
                            <a:schemeClr val="tx1"/>
                          </a:solidFill>
                          <a:effectLst/>
                          <a:latin typeface="Verdana" pitchFamily="34" charset="0"/>
                          <a:ea typeface="华文中宋" pitchFamily="2" charset="-122"/>
                          <a:cs typeface="Times New Roman" pitchFamily="18" charset="0"/>
                        </a:rPr>
                        <a:t>Store Z</a:t>
                      </a:r>
                    </a:p>
                  </a:txBody>
                  <a:tcPr horzOverflow="overflow">
                    <a:lnL w="25400" cap="flat" cmpd="sng" algn="ctr">
                      <a:solidFill>
                        <a:srgbClr val="000000"/>
                      </a:solidFill>
                      <a:prstDash val="solid"/>
                      <a:round/>
                      <a:headEnd type="none" w="sm" len="sm"/>
                      <a:tailEnd type="none" w="sm" len="sm"/>
                    </a:lnL>
                    <a:lnR w="25400" cap="flat" cmpd="sng" algn="ctr">
                      <a:solidFill>
                        <a:srgbClr val="000000"/>
                      </a:solidFill>
                      <a:prstDash val="solid"/>
                      <a:round/>
                      <a:headEnd type="none" w="sm" len="sm"/>
                      <a:tailEnd type="none" w="sm" len="sm"/>
                    </a:lnR>
                    <a:lnT w="25400" cap="flat" cmpd="sng" algn="ctr">
                      <a:solidFill>
                        <a:srgbClr val="000000"/>
                      </a:solidFill>
                      <a:prstDash val="solid"/>
                      <a:round/>
                      <a:headEnd type="none" w="sm" len="sm"/>
                      <a:tailEnd type="none" w="sm" len="sm"/>
                    </a:lnT>
                    <a:lnB w="25400" cap="flat" cmpd="sng" algn="ctr">
                      <a:solidFill>
                        <a:srgbClr val="000000"/>
                      </a:solidFill>
                      <a:prstDash val="solid"/>
                      <a:round/>
                      <a:headEnd type="none" w="sm" len="sm"/>
                      <a:tailEnd type="none" w="sm" len="sm"/>
                    </a:lnB>
                    <a:lnTlToBr>
                      <a:noFill/>
                    </a:lnTlToBr>
                    <a:lnBlToTr>
                      <a:noFill/>
                    </a:lnBlToTr>
                    <a:noFill/>
                  </a:tcPr>
                </a:tc>
                <a:tc>
                  <a:txBody>
                    <a:bodyPr/>
                    <a:lstStyle/>
                    <a:p>
                      <a:pPr marL="469900" marR="0" lvl="0" indent="-469900" algn="l" defTabSz="914400" rtl="0" eaLnBrk="1" fontAlgn="base" latinLnBrk="0" hangingPunct="1">
                        <a:lnSpc>
                          <a:spcPct val="100000"/>
                        </a:lnSpc>
                        <a:spcBef>
                          <a:spcPct val="0"/>
                        </a:spcBef>
                        <a:spcAft>
                          <a:spcPct val="0"/>
                        </a:spcAft>
                        <a:buClr>
                          <a:srgbClr val="0000CC"/>
                        </a:buClr>
                        <a:buSzTx/>
                        <a:buFontTx/>
                        <a:buNone/>
                        <a:tabLst>
                          <a:tab pos="2743200" algn="ctr"/>
                          <a:tab pos="5486400" algn="r"/>
                        </a:tabLst>
                      </a:pPr>
                      <a:r>
                        <a:rPr kumimoji="1" lang="en-US" altLang="zh-CN" sz="2400" b="1" i="0" u="none" strike="noStrike" cap="none" normalizeH="0" baseline="0" dirty="0">
                          <a:ln>
                            <a:noFill/>
                          </a:ln>
                          <a:solidFill>
                            <a:schemeClr val="tx1"/>
                          </a:solidFill>
                          <a:effectLst/>
                          <a:latin typeface="Verdana" pitchFamily="34" charset="0"/>
                          <a:ea typeface="华文中宋" pitchFamily="2" charset="-122"/>
                          <a:cs typeface="Times New Roman" pitchFamily="18" charset="0"/>
                        </a:rPr>
                        <a:t>LOAD R1,X</a:t>
                      </a:r>
                    </a:p>
                    <a:p>
                      <a:pPr marL="469900" marR="0" lvl="0" indent="-469900" algn="l" defTabSz="914400" rtl="0" eaLnBrk="0" fontAlgn="base" latinLnBrk="0" hangingPunct="0">
                        <a:lnSpc>
                          <a:spcPct val="100000"/>
                        </a:lnSpc>
                        <a:spcBef>
                          <a:spcPct val="0"/>
                        </a:spcBef>
                        <a:spcAft>
                          <a:spcPct val="0"/>
                        </a:spcAft>
                        <a:buClrTx/>
                        <a:buSzTx/>
                        <a:buFont typeface="Wingdings" pitchFamily="2" charset="2"/>
                        <a:buNone/>
                        <a:tabLst>
                          <a:tab pos="2743200" algn="ctr"/>
                          <a:tab pos="5486400" algn="r"/>
                        </a:tabLst>
                      </a:pPr>
                      <a:r>
                        <a:rPr kumimoji="1" lang="en-US" altLang="zh-CN" sz="2400" b="1" i="0" u="sng" strike="noStrike" cap="none" normalizeH="0" baseline="0" dirty="0">
                          <a:ln>
                            <a:noFill/>
                          </a:ln>
                          <a:solidFill>
                            <a:schemeClr val="tx1"/>
                          </a:solidFill>
                          <a:effectLst/>
                          <a:latin typeface="Verdana" pitchFamily="34" charset="0"/>
                          <a:ea typeface="华文中宋" pitchFamily="2" charset="-122"/>
                          <a:cs typeface="Times New Roman" pitchFamily="18" charset="0"/>
                        </a:rPr>
                        <a:t>ADD   R1,Y</a:t>
                      </a:r>
                    </a:p>
                    <a:p>
                      <a:pPr marL="469900" marR="0" lvl="0" indent="-469900" algn="l" defTabSz="914400" rtl="0" eaLnBrk="0" fontAlgn="base" latinLnBrk="0" hangingPunct="0">
                        <a:lnSpc>
                          <a:spcPct val="100000"/>
                        </a:lnSpc>
                        <a:spcBef>
                          <a:spcPct val="0"/>
                        </a:spcBef>
                        <a:spcAft>
                          <a:spcPct val="0"/>
                        </a:spcAft>
                        <a:buClrTx/>
                        <a:buSzTx/>
                        <a:buFont typeface="Wingdings" pitchFamily="2" charset="2"/>
                        <a:buNone/>
                        <a:tabLst>
                          <a:tab pos="2743200" algn="ctr"/>
                          <a:tab pos="5486400" algn="r"/>
                        </a:tabLst>
                      </a:pPr>
                      <a:r>
                        <a:rPr kumimoji="1" lang="en-US" altLang="zh-CN" sz="2400" b="1" i="0" u="none" strike="noStrike" cap="none" normalizeH="0" baseline="0" dirty="0">
                          <a:ln>
                            <a:noFill/>
                          </a:ln>
                          <a:solidFill>
                            <a:schemeClr val="tx1"/>
                          </a:solidFill>
                          <a:effectLst/>
                          <a:latin typeface="Verdana" pitchFamily="34" charset="0"/>
                          <a:ea typeface="华文中宋" pitchFamily="2" charset="-122"/>
                          <a:cs typeface="Times New Roman" pitchFamily="18" charset="0"/>
                        </a:rPr>
                        <a:t>Store R1,Z</a:t>
                      </a:r>
                    </a:p>
                  </a:txBody>
                  <a:tcPr horzOverflow="overflow">
                    <a:lnL w="25400" cap="flat" cmpd="sng" algn="ctr">
                      <a:solidFill>
                        <a:srgbClr val="000000"/>
                      </a:solidFill>
                      <a:prstDash val="solid"/>
                      <a:round/>
                      <a:headEnd type="none" w="sm" len="sm"/>
                      <a:tailEnd type="none" w="sm" len="sm"/>
                    </a:lnL>
                    <a:lnR w="25400" cap="flat" cmpd="sng" algn="ctr">
                      <a:solidFill>
                        <a:srgbClr val="000000"/>
                      </a:solidFill>
                      <a:prstDash val="solid"/>
                      <a:round/>
                      <a:headEnd type="none" w="sm" len="sm"/>
                      <a:tailEnd type="none" w="sm" len="sm"/>
                    </a:lnR>
                    <a:lnT w="25400" cap="flat" cmpd="sng" algn="ctr">
                      <a:solidFill>
                        <a:srgbClr val="000000"/>
                      </a:solidFill>
                      <a:prstDash val="solid"/>
                      <a:round/>
                      <a:headEnd type="none" w="sm" len="sm"/>
                      <a:tailEnd type="none" w="sm" len="sm"/>
                    </a:lnT>
                    <a:lnB w="25400" cap="flat" cmpd="sng" algn="ctr">
                      <a:solidFill>
                        <a:srgbClr val="000000"/>
                      </a:solidFill>
                      <a:prstDash val="solid"/>
                      <a:round/>
                      <a:headEnd type="none" w="sm" len="sm"/>
                      <a:tailEnd type="none" w="sm" len="sm"/>
                    </a:lnB>
                    <a:lnTlToBr>
                      <a:noFill/>
                    </a:lnTlToBr>
                    <a:lnBlToTr>
                      <a:noFill/>
                    </a:lnBlToTr>
                    <a:noFill/>
                  </a:tcPr>
                </a:tc>
                <a:tc>
                  <a:txBody>
                    <a:bodyPr/>
                    <a:lstStyle/>
                    <a:p>
                      <a:pPr marL="469900" marR="0" lvl="0" indent="-469900" algn="l" defTabSz="914400" rtl="0" eaLnBrk="1" fontAlgn="base" latinLnBrk="0" hangingPunct="1">
                        <a:lnSpc>
                          <a:spcPct val="100000"/>
                        </a:lnSpc>
                        <a:spcBef>
                          <a:spcPct val="0"/>
                        </a:spcBef>
                        <a:spcAft>
                          <a:spcPct val="0"/>
                        </a:spcAft>
                        <a:buClr>
                          <a:srgbClr val="0000CC"/>
                        </a:buClr>
                        <a:buSzTx/>
                        <a:buFontTx/>
                        <a:buNone/>
                        <a:tabLst/>
                      </a:pPr>
                      <a:r>
                        <a:rPr kumimoji="1" lang="en-US" altLang="zh-CN" sz="2400" b="1" i="0" u="none" strike="noStrike" cap="none" normalizeH="0" baseline="0" dirty="0">
                          <a:ln>
                            <a:noFill/>
                          </a:ln>
                          <a:solidFill>
                            <a:schemeClr val="tx1"/>
                          </a:solidFill>
                          <a:effectLst/>
                          <a:latin typeface="Verdana" pitchFamily="34" charset="0"/>
                          <a:ea typeface="华文中宋" pitchFamily="2" charset="-122"/>
                          <a:cs typeface="Times New Roman" pitchFamily="18" charset="0"/>
                        </a:rPr>
                        <a:t>LOAD R1,X</a:t>
                      </a:r>
                    </a:p>
                    <a:p>
                      <a:pPr marL="469900" marR="0" lvl="0" indent="-469900" algn="l" defTabSz="914400" rtl="0" eaLnBrk="0" fontAlgn="base" latinLnBrk="0" hangingPunct="0">
                        <a:lnSpc>
                          <a:spcPct val="100000"/>
                        </a:lnSpc>
                        <a:spcBef>
                          <a:spcPct val="0"/>
                        </a:spcBef>
                        <a:spcAft>
                          <a:spcPct val="0"/>
                        </a:spcAft>
                        <a:buClrTx/>
                        <a:buSzTx/>
                        <a:buFont typeface="Wingdings" pitchFamily="2" charset="2"/>
                        <a:buNone/>
                        <a:tabLst/>
                      </a:pPr>
                      <a:r>
                        <a:rPr kumimoji="1" lang="en-US" altLang="zh-CN" sz="2400" b="1" i="0" u="none" strike="noStrike" cap="none" normalizeH="0" baseline="0" dirty="0">
                          <a:ln>
                            <a:noFill/>
                          </a:ln>
                          <a:solidFill>
                            <a:schemeClr val="tx1"/>
                          </a:solidFill>
                          <a:effectLst/>
                          <a:latin typeface="Verdana" pitchFamily="34" charset="0"/>
                          <a:ea typeface="华文中宋" pitchFamily="2" charset="-122"/>
                          <a:cs typeface="Times New Roman" pitchFamily="18" charset="0"/>
                        </a:rPr>
                        <a:t>LOAD R2,Y</a:t>
                      </a:r>
                    </a:p>
                    <a:p>
                      <a:pPr marL="469900" marR="0" lvl="0" indent="-469900" algn="l" defTabSz="914400" rtl="0" eaLnBrk="0" fontAlgn="base" latinLnBrk="0" hangingPunct="0">
                        <a:lnSpc>
                          <a:spcPct val="100000"/>
                        </a:lnSpc>
                        <a:spcBef>
                          <a:spcPct val="0"/>
                        </a:spcBef>
                        <a:spcAft>
                          <a:spcPct val="0"/>
                        </a:spcAft>
                        <a:buClrTx/>
                        <a:buSzTx/>
                        <a:buFont typeface="Wingdings" pitchFamily="2" charset="2"/>
                        <a:buNone/>
                        <a:tabLst/>
                      </a:pPr>
                      <a:r>
                        <a:rPr kumimoji="1" lang="en-US" altLang="zh-CN" sz="2400" b="1" i="0" u="sng" strike="noStrike" cap="none" normalizeH="0" baseline="0" dirty="0">
                          <a:ln>
                            <a:noFill/>
                          </a:ln>
                          <a:solidFill>
                            <a:schemeClr val="tx1"/>
                          </a:solidFill>
                          <a:effectLst/>
                          <a:latin typeface="Verdana" pitchFamily="34" charset="0"/>
                          <a:ea typeface="华文中宋" pitchFamily="2" charset="-122"/>
                          <a:cs typeface="Times New Roman" pitchFamily="18" charset="0"/>
                        </a:rPr>
                        <a:t>ADD R3,R1,R2</a:t>
                      </a:r>
                    </a:p>
                    <a:p>
                      <a:pPr marL="469900" marR="0" lvl="0" indent="-469900" algn="l" defTabSz="914400" rtl="0" eaLnBrk="0" fontAlgn="base" latinLnBrk="0" hangingPunct="0">
                        <a:lnSpc>
                          <a:spcPct val="100000"/>
                        </a:lnSpc>
                        <a:spcBef>
                          <a:spcPct val="0"/>
                        </a:spcBef>
                        <a:spcAft>
                          <a:spcPct val="0"/>
                        </a:spcAft>
                        <a:buClrTx/>
                        <a:buSzTx/>
                        <a:buFont typeface="Wingdings" pitchFamily="2" charset="2"/>
                        <a:buNone/>
                        <a:tabLst/>
                      </a:pPr>
                      <a:r>
                        <a:rPr kumimoji="1" lang="en-US" altLang="zh-CN" sz="2400" b="1" i="0" u="none" strike="noStrike" cap="none" normalizeH="0" baseline="0" dirty="0">
                          <a:ln>
                            <a:noFill/>
                          </a:ln>
                          <a:solidFill>
                            <a:schemeClr val="tx1"/>
                          </a:solidFill>
                          <a:effectLst/>
                          <a:latin typeface="Verdana" pitchFamily="34" charset="0"/>
                          <a:ea typeface="华文中宋" pitchFamily="2" charset="-122"/>
                          <a:cs typeface="Times New Roman" pitchFamily="18" charset="0"/>
                        </a:rPr>
                        <a:t>Store R3,Z</a:t>
                      </a:r>
                    </a:p>
                  </a:txBody>
                  <a:tcPr horzOverflow="overflow">
                    <a:lnL w="25400" cap="flat" cmpd="sng" algn="ctr">
                      <a:solidFill>
                        <a:srgbClr val="000000"/>
                      </a:solidFill>
                      <a:prstDash val="solid"/>
                      <a:round/>
                      <a:headEnd type="none" w="sm" len="sm"/>
                      <a:tailEnd type="none" w="sm" len="sm"/>
                    </a:lnL>
                    <a:lnR w="25400" cap="flat" cmpd="sng" algn="ctr">
                      <a:solidFill>
                        <a:srgbClr val="000000"/>
                      </a:solidFill>
                      <a:prstDash val="solid"/>
                      <a:round/>
                      <a:headEnd type="none" w="sm" len="sm"/>
                      <a:tailEnd type="none" w="sm" len="sm"/>
                    </a:lnR>
                    <a:lnT w="25400" cap="flat" cmpd="sng" algn="ctr">
                      <a:solidFill>
                        <a:srgbClr val="000000"/>
                      </a:solidFill>
                      <a:prstDash val="solid"/>
                      <a:round/>
                      <a:headEnd type="none" w="sm" len="sm"/>
                      <a:tailEnd type="none" w="sm" len="sm"/>
                    </a:lnT>
                    <a:lnB w="254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bl>
          </a:graphicData>
        </a:graphic>
      </p:graphicFrame>
      <p:sp>
        <p:nvSpPr>
          <p:cNvPr id="57364" name="Rectangle 4"/>
          <p:cNvSpPr>
            <a:spLocks noGrp="1" noChangeArrowheads="1"/>
          </p:cNvSpPr>
          <p:nvPr>
            <p:ph type="title"/>
          </p:nvPr>
        </p:nvSpPr>
        <p:spPr>
          <a:xfrm>
            <a:off x="457200" y="188913"/>
            <a:ext cx="8229600" cy="1143000"/>
          </a:xfrm>
        </p:spPr>
        <p:txBody>
          <a:bodyPr/>
          <a:lstStyle/>
          <a:p>
            <a:pPr eaLnBrk="1" hangingPunct="1"/>
            <a:r>
              <a:rPr lang="en-US" altLang="zh-CN" sz="3600" b="1" dirty="0">
                <a:latin typeface="Times New Roman" panose="02020603050405020304" pitchFamily="18" charset="0"/>
                <a:cs typeface="Times New Roman" panose="02020603050405020304" pitchFamily="18" charset="0"/>
              </a:rPr>
              <a:t>2.2 </a:t>
            </a:r>
            <a:r>
              <a:rPr lang="zh-CN" altLang="en-US" sz="3600" b="1" dirty="0">
                <a:latin typeface="Times New Roman" panose="02020603050405020304" pitchFamily="18" charset="0"/>
                <a:cs typeface="Times New Roman" panose="02020603050405020304" pitchFamily="18" charset="0"/>
              </a:rPr>
              <a:t>指令集结构的分类</a:t>
            </a:r>
          </a:p>
        </p:txBody>
      </p:sp>
      <p:sp>
        <p:nvSpPr>
          <p:cNvPr id="2" name="日期占位符 1">
            <a:extLst>
              <a:ext uri="{FF2B5EF4-FFF2-40B4-BE49-F238E27FC236}">
                <a16:creationId xmlns:a16="http://schemas.microsoft.com/office/drawing/2014/main" id="{9C61BD39-5CA9-198E-E878-9E0D54E1F9E0}"/>
              </a:ext>
            </a:extLst>
          </p:cNvPr>
          <p:cNvSpPr txBox="1">
            <a:spLocks/>
          </p:cNvSpPr>
          <p:nvPr/>
        </p:nvSpPr>
        <p:spPr>
          <a:xfrm>
            <a:off x="457200" y="6356350"/>
            <a:ext cx="2133600" cy="365125"/>
          </a:xfrm>
          <a:prstGeom prst="rect">
            <a:avLst/>
          </a:prstGeom>
        </p:spPr>
        <p:txBody>
          <a:bodyPr/>
          <a:lstStyle>
            <a:defPPr>
              <a:defRPr lang="en-US"/>
            </a:defPPr>
            <a:lvl1pPr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1pPr>
            <a:lvl2pPr marL="4572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2pPr>
            <a:lvl3pPr marL="9144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3pPr>
            <a:lvl4pPr marL="13716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4pPr>
            <a:lvl5pPr marL="18288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5pPr>
            <a:lvl6pPr marL="22860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6pPr>
            <a:lvl7pPr marL="27432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7pPr>
            <a:lvl8pPr marL="32004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8pPr>
            <a:lvl9pPr marL="36576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9pPr>
          </a:lstStyle>
          <a:p>
            <a:pPr>
              <a:defRPr/>
            </a:pPr>
            <a:fld id="{4349BE7F-346D-41C2-AC16-4B645E86F7D0}" type="datetime1">
              <a:rPr lang="zh-CN" altLang="en-US" smtClean="0"/>
              <a:pPr>
                <a:defRPr/>
              </a:pPr>
              <a:t>2025/9/16</a:t>
            </a:fld>
            <a:endParaRPr lang="en-US" altLang="zh-CN" dirty="0"/>
          </a:p>
        </p:txBody>
      </p:sp>
      <p:sp>
        <p:nvSpPr>
          <p:cNvPr id="3" name="页脚占位符 3">
            <a:extLst>
              <a:ext uri="{FF2B5EF4-FFF2-40B4-BE49-F238E27FC236}">
                <a16:creationId xmlns:a16="http://schemas.microsoft.com/office/drawing/2014/main" id="{68A8C6CA-1D78-4C83-7B7B-B6A4FF45A613}"/>
              </a:ext>
            </a:extLst>
          </p:cNvPr>
          <p:cNvSpPr txBox="1">
            <a:spLocks/>
          </p:cNvSpPr>
          <p:nvPr/>
        </p:nvSpPr>
        <p:spPr>
          <a:xfrm>
            <a:off x="3124200" y="6356350"/>
            <a:ext cx="2895600" cy="365125"/>
          </a:xfrm>
          <a:prstGeom prst="rect">
            <a:avLst/>
          </a:prstGeom>
        </p:spPr>
        <p:txBody>
          <a:bodyPr/>
          <a:lstStyle>
            <a:defPPr>
              <a:defRPr lang="en-US"/>
            </a:defPPr>
            <a:lvl1pPr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1pPr>
            <a:lvl2pPr marL="4572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2pPr>
            <a:lvl3pPr marL="9144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3pPr>
            <a:lvl4pPr marL="13716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4pPr>
            <a:lvl5pPr marL="18288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5pPr>
            <a:lvl6pPr marL="22860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6pPr>
            <a:lvl7pPr marL="27432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7pPr>
            <a:lvl8pPr marL="32004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8pPr>
            <a:lvl9pPr marL="36576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9pPr>
          </a:lstStyle>
          <a:p>
            <a:pPr>
              <a:defRPr/>
            </a:pPr>
            <a:r>
              <a:rPr lang="zh-CN" altLang="en-US"/>
              <a:t>计算学部 刘宏伟</a:t>
            </a:r>
            <a:endParaRPr lang="en-US" altLang="zh-CN"/>
          </a:p>
        </p:txBody>
      </p:sp>
      <p:sp>
        <p:nvSpPr>
          <p:cNvPr id="4" name="灯片编号占位符 4">
            <a:extLst>
              <a:ext uri="{FF2B5EF4-FFF2-40B4-BE49-F238E27FC236}">
                <a16:creationId xmlns:a16="http://schemas.microsoft.com/office/drawing/2014/main" id="{3AC6B7D5-6573-1AE3-0D9C-FC3930A9168C}"/>
              </a:ext>
            </a:extLst>
          </p:cNvPr>
          <p:cNvSpPr txBox="1">
            <a:spLocks/>
          </p:cNvSpPr>
          <p:nvPr/>
        </p:nvSpPr>
        <p:spPr>
          <a:xfrm>
            <a:off x="6553200" y="6356350"/>
            <a:ext cx="2133600" cy="365125"/>
          </a:xfrm>
          <a:prstGeom prst="rect">
            <a:avLst/>
          </a:prstGeom>
        </p:spPr>
        <p:txBody>
          <a:bodyPr/>
          <a:lstStyle>
            <a:defPPr>
              <a:defRPr lang="en-US"/>
            </a:defPPr>
            <a:lvl1pPr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1pPr>
            <a:lvl2pPr marL="4572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2pPr>
            <a:lvl3pPr marL="9144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3pPr>
            <a:lvl4pPr marL="13716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4pPr>
            <a:lvl5pPr marL="18288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5pPr>
            <a:lvl6pPr marL="22860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6pPr>
            <a:lvl7pPr marL="27432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7pPr>
            <a:lvl8pPr marL="32004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8pPr>
            <a:lvl9pPr marL="36576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9pPr>
          </a:lstStyle>
          <a:p>
            <a:pPr>
              <a:defRPr/>
            </a:pPr>
            <a:fld id="{8BCAC33D-D29A-48B3-BCD6-381D3D720D26}" type="slidenum">
              <a:rPr lang="zh-CN" altLang="en-US" smtClean="0"/>
              <a:pPr>
                <a:defRPr/>
              </a:pPr>
              <a:t>34</a:t>
            </a:fld>
            <a:endParaRPr lang="en-US" altLang="zh-CN"/>
          </a:p>
        </p:txBody>
      </p:sp>
    </p:spTree>
    <p:extLst>
      <p:ext uri="{BB962C8B-B14F-4D97-AF65-F5344CB8AC3E}">
        <p14:creationId xmlns:p14="http://schemas.microsoft.com/office/powerpoint/2010/main" val="4196158260"/>
      </p:ext>
    </p:extLst>
  </p:cSld>
  <p:clrMapOvr>
    <a:masterClrMapping/>
  </p:clrMapOvr>
  <p:transition>
    <p:pull dir="rd"/>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81" name="Rectangle 2053"/>
          <p:cNvSpPr>
            <a:spLocks noGrp="1" noChangeArrowheads="1"/>
          </p:cNvSpPr>
          <p:nvPr>
            <p:ph type="body" idx="1"/>
          </p:nvPr>
        </p:nvSpPr>
        <p:spPr>
          <a:xfrm>
            <a:off x="539750" y="1393825"/>
            <a:ext cx="8208963" cy="4483100"/>
          </a:xfrm>
        </p:spPr>
        <p:txBody>
          <a:bodyPr/>
          <a:lstStyle/>
          <a:p>
            <a:pPr eaLnBrk="1" hangingPunct="1">
              <a:lnSpc>
                <a:spcPct val="150000"/>
              </a:lnSpc>
              <a:defRPr/>
            </a:pPr>
            <a:r>
              <a:rPr lang="zh-CN" altLang="en-US" sz="2400" b="1" dirty="0">
                <a:latin typeface="Times New Roman" panose="02020603050405020304" pitchFamily="18" charset="0"/>
                <a:cs typeface="Times New Roman" panose="02020603050405020304" pitchFamily="18" charset="0"/>
              </a:rPr>
              <a:t>早期的大多数机器都是采用堆栈型或累加器型指令集结构，但是自</a:t>
            </a:r>
            <a:r>
              <a:rPr lang="en-US" altLang="zh-CN" sz="2400" b="1" dirty="0">
                <a:latin typeface="Times New Roman" panose="02020603050405020304" pitchFamily="18" charset="0"/>
                <a:cs typeface="Times New Roman" panose="02020603050405020304" pitchFamily="18" charset="0"/>
              </a:rPr>
              <a:t>1980</a:t>
            </a:r>
            <a:r>
              <a:rPr lang="zh-CN" altLang="en-US" sz="2400" b="1" dirty="0">
                <a:latin typeface="Times New Roman" panose="02020603050405020304" pitchFamily="18" charset="0"/>
                <a:cs typeface="Times New Roman" panose="02020603050405020304" pitchFamily="18" charset="0"/>
              </a:rPr>
              <a:t>年以来的大多数机器均采用的是寄存器型指令集结构。主要有三个方面的原因</a:t>
            </a:r>
            <a:r>
              <a:rPr lang="en-US" altLang="zh-CN" sz="2400" b="1" dirty="0">
                <a:latin typeface="Times New Roman" panose="02020603050405020304" pitchFamily="18" charset="0"/>
                <a:cs typeface="Times New Roman" panose="02020603050405020304" pitchFamily="18" charset="0"/>
              </a:rPr>
              <a:t>:</a:t>
            </a:r>
          </a:p>
          <a:p>
            <a:pPr lvl="1" eaLnBrk="1" hangingPunct="1">
              <a:lnSpc>
                <a:spcPct val="150000"/>
              </a:lnSpc>
              <a:defRPr/>
            </a:pPr>
            <a:r>
              <a:rPr lang="zh-CN" altLang="en-US" sz="2400" b="1" dirty="0">
                <a:latin typeface="Times New Roman" panose="02020603050405020304" pitchFamily="18" charset="0"/>
                <a:cs typeface="Times New Roman" panose="02020603050405020304" pitchFamily="18" charset="0"/>
              </a:rPr>
              <a:t>集成电路技术飞速发展</a:t>
            </a:r>
          </a:p>
          <a:p>
            <a:pPr lvl="1" eaLnBrk="1" hangingPunct="1">
              <a:lnSpc>
                <a:spcPct val="150000"/>
              </a:lnSpc>
              <a:defRPr/>
            </a:pPr>
            <a:r>
              <a:rPr lang="zh-CN" altLang="en-US" sz="2400" b="1" dirty="0">
                <a:latin typeface="Times New Roman" panose="02020603050405020304" pitchFamily="18" charset="0"/>
                <a:cs typeface="Times New Roman" panose="02020603050405020304" pitchFamily="18" charset="0"/>
              </a:rPr>
              <a:t>寄存器和</a:t>
            </a:r>
            <a:r>
              <a:rPr lang="en-US" altLang="zh-CN" sz="2400" b="1" dirty="0">
                <a:latin typeface="Times New Roman" panose="02020603050405020304" pitchFamily="18" charset="0"/>
                <a:cs typeface="Times New Roman" panose="02020603050405020304" pitchFamily="18" charset="0"/>
              </a:rPr>
              <a:t>CPU</a:t>
            </a:r>
            <a:r>
              <a:rPr lang="zh-CN" altLang="en-US" sz="2400" b="1" dirty="0">
                <a:latin typeface="Times New Roman" panose="02020603050405020304" pitchFamily="18" charset="0"/>
                <a:cs typeface="Times New Roman" panose="02020603050405020304" pitchFamily="18" charset="0"/>
              </a:rPr>
              <a:t>内部其它存储单元一样，要比存储器快</a:t>
            </a:r>
          </a:p>
          <a:p>
            <a:pPr lvl="1" eaLnBrk="1" hangingPunct="1">
              <a:lnSpc>
                <a:spcPct val="150000"/>
              </a:lnSpc>
              <a:defRPr/>
            </a:pPr>
            <a:r>
              <a:rPr lang="zh-CN" altLang="en-US" sz="2400" b="1" dirty="0">
                <a:latin typeface="Times New Roman" panose="02020603050405020304" pitchFamily="18" charset="0"/>
                <a:cs typeface="Times New Roman" panose="02020603050405020304" pitchFamily="18" charset="0"/>
              </a:rPr>
              <a:t>对编译器而言，可以更容易有效地分配和使用寄存器</a:t>
            </a:r>
          </a:p>
        </p:txBody>
      </p:sp>
      <p:sp>
        <p:nvSpPr>
          <p:cNvPr id="58371" name="Rectangle 4"/>
          <p:cNvSpPr>
            <a:spLocks noGrp="1" noChangeArrowheads="1"/>
          </p:cNvSpPr>
          <p:nvPr>
            <p:ph type="title"/>
          </p:nvPr>
        </p:nvSpPr>
        <p:spPr/>
        <p:txBody>
          <a:bodyPr/>
          <a:lstStyle/>
          <a:p>
            <a:pPr eaLnBrk="1" hangingPunct="1"/>
            <a:r>
              <a:rPr lang="en-US" altLang="zh-CN" sz="3600" b="1" dirty="0">
                <a:latin typeface="Times New Roman" panose="02020603050405020304" pitchFamily="18" charset="0"/>
                <a:cs typeface="Times New Roman" panose="02020603050405020304" pitchFamily="18" charset="0"/>
              </a:rPr>
              <a:t>2.2  </a:t>
            </a:r>
            <a:r>
              <a:rPr lang="zh-CN" altLang="en-US" sz="3600" b="1" dirty="0">
                <a:latin typeface="Times New Roman" panose="02020603050405020304" pitchFamily="18" charset="0"/>
                <a:cs typeface="Times New Roman" panose="02020603050405020304" pitchFamily="18" charset="0"/>
              </a:rPr>
              <a:t>指令集结构的分类</a:t>
            </a:r>
          </a:p>
        </p:txBody>
      </p:sp>
      <p:sp>
        <p:nvSpPr>
          <p:cNvPr id="2" name="日期占位符 1">
            <a:extLst>
              <a:ext uri="{FF2B5EF4-FFF2-40B4-BE49-F238E27FC236}">
                <a16:creationId xmlns:a16="http://schemas.microsoft.com/office/drawing/2014/main" id="{D41D6EA8-EF2B-95B2-E610-070FDDEE0871}"/>
              </a:ext>
            </a:extLst>
          </p:cNvPr>
          <p:cNvSpPr>
            <a:spLocks noGrp="1"/>
          </p:cNvSpPr>
          <p:nvPr>
            <p:ph type="dt" sz="half" idx="10"/>
          </p:nvPr>
        </p:nvSpPr>
        <p:spPr/>
        <p:txBody>
          <a:bodyPr/>
          <a:lstStyle/>
          <a:p>
            <a:pPr>
              <a:defRPr/>
            </a:pPr>
            <a:fld id="{93A140C9-F044-423B-8567-D0246D4C334D}" type="datetime1">
              <a:rPr lang="zh-CN" altLang="en-US" smtClean="0"/>
              <a:t>2025/9/16</a:t>
            </a:fld>
            <a:endParaRPr lang="en-US" altLang="zh-CN"/>
          </a:p>
        </p:txBody>
      </p:sp>
      <p:sp>
        <p:nvSpPr>
          <p:cNvPr id="3" name="页脚占位符 2">
            <a:extLst>
              <a:ext uri="{FF2B5EF4-FFF2-40B4-BE49-F238E27FC236}">
                <a16:creationId xmlns:a16="http://schemas.microsoft.com/office/drawing/2014/main" id="{2913EA07-4A51-B2EF-9147-780974246664}"/>
              </a:ext>
            </a:extLst>
          </p:cNvPr>
          <p:cNvSpPr>
            <a:spLocks noGrp="1"/>
          </p:cNvSpPr>
          <p:nvPr>
            <p:ph type="ftr" sz="quarter" idx="11"/>
          </p:nvPr>
        </p:nvSpPr>
        <p:spPr/>
        <p:txBody>
          <a:bodyPr/>
          <a:lstStyle/>
          <a:p>
            <a:pPr>
              <a:defRPr/>
            </a:pPr>
            <a:r>
              <a:rPr lang="zh-CN" altLang="en-US"/>
              <a:t>计算学部 刘宏伟</a:t>
            </a:r>
            <a:endParaRPr lang="en-US" altLang="zh-CN"/>
          </a:p>
        </p:txBody>
      </p:sp>
      <p:sp>
        <p:nvSpPr>
          <p:cNvPr id="4" name="灯片编号占位符 3">
            <a:extLst>
              <a:ext uri="{FF2B5EF4-FFF2-40B4-BE49-F238E27FC236}">
                <a16:creationId xmlns:a16="http://schemas.microsoft.com/office/drawing/2014/main" id="{6454D260-8FF3-C6CA-58DE-5CD67E230181}"/>
              </a:ext>
            </a:extLst>
          </p:cNvPr>
          <p:cNvSpPr>
            <a:spLocks noGrp="1"/>
          </p:cNvSpPr>
          <p:nvPr>
            <p:ph type="sldNum" sz="quarter" idx="12"/>
          </p:nvPr>
        </p:nvSpPr>
        <p:spPr/>
        <p:txBody>
          <a:bodyPr/>
          <a:lstStyle/>
          <a:p>
            <a:pPr>
              <a:defRPr/>
            </a:pPr>
            <a:fld id="{8BCAC33D-D29A-48B3-BCD6-381D3D720D26}" type="slidenum">
              <a:rPr lang="zh-CN" altLang="en-US" smtClean="0"/>
              <a:t>35</a:t>
            </a:fld>
            <a:endParaRPr lang="en-US" altLang="zh-CN"/>
          </a:p>
        </p:txBody>
      </p:sp>
    </p:spTree>
    <p:extLst>
      <p:ext uri="{BB962C8B-B14F-4D97-AF65-F5344CB8AC3E}">
        <p14:creationId xmlns:p14="http://schemas.microsoft.com/office/powerpoint/2010/main" val="192071478"/>
      </p:ext>
    </p:extLst>
  </p:cSld>
  <p:clrMapOvr>
    <a:masterClrMapping/>
  </p:clrMapOvr>
  <p:transition spd="slow"/>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7" name="Rectangle 2053"/>
          <p:cNvSpPr>
            <a:spLocks noGrp="1" noChangeArrowheads="1"/>
          </p:cNvSpPr>
          <p:nvPr>
            <p:ph type="body" idx="1"/>
          </p:nvPr>
        </p:nvSpPr>
        <p:spPr>
          <a:xfrm>
            <a:off x="539750" y="1341438"/>
            <a:ext cx="8001000" cy="4895850"/>
          </a:xfrm>
        </p:spPr>
        <p:txBody>
          <a:bodyPr/>
          <a:lstStyle/>
          <a:p>
            <a:pPr eaLnBrk="1" hangingPunct="1">
              <a:lnSpc>
                <a:spcPct val="140000"/>
              </a:lnSpc>
              <a:defRPr/>
            </a:pPr>
            <a:r>
              <a:rPr lang="zh-CN" altLang="en-US" sz="2400" b="1" dirty="0">
                <a:latin typeface="+mj-ea"/>
                <a:ea typeface="+mj-ea"/>
              </a:rPr>
              <a:t>通用寄存器型指令集结构的主要优点</a:t>
            </a:r>
            <a:r>
              <a:rPr lang="en-US" altLang="zh-CN" sz="2400" b="1" dirty="0">
                <a:latin typeface="+mj-ea"/>
                <a:ea typeface="+mj-ea"/>
              </a:rPr>
              <a:t>:</a:t>
            </a:r>
          </a:p>
          <a:p>
            <a:pPr lvl="1" eaLnBrk="1" hangingPunct="1">
              <a:lnSpc>
                <a:spcPct val="140000"/>
              </a:lnSpc>
              <a:defRPr/>
            </a:pPr>
            <a:r>
              <a:rPr lang="zh-CN" altLang="en-US" sz="2400" b="1" dirty="0">
                <a:latin typeface="+mj-ea"/>
                <a:ea typeface="+mj-ea"/>
              </a:rPr>
              <a:t>在表达式求值方面，比其它类型指令集结构都具有更大的灵活性；</a:t>
            </a:r>
          </a:p>
          <a:p>
            <a:pPr lvl="1" eaLnBrk="1" hangingPunct="1">
              <a:lnSpc>
                <a:spcPct val="140000"/>
              </a:lnSpc>
              <a:defRPr/>
            </a:pPr>
            <a:r>
              <a:rPr lang="zh-CN" altLang="en-US" sz="2400" b="1" dirty="0">
                <a:latin typeface="+mj-ea"/>
                <a:ea typeface="+mj-ea"/>
              </a:rPr>
              <a:t>寄存器可以用来存放变量；</a:t>
            </a:r>
          </a:p>
          <a:p>
            <a:pPr lvl="2" eaLnBrk="1" hangingPunct="1">
              <a:lnSpc>
                <a:spcPct val="140000"/>
              </a:lnSpc>
              <a:buFont typeface="Wingdings" panose="05000000000000000000" pitchFamily="2" charset="2"/>
              <a:buChar char="Ø"/>
              <a:defRPr/>
            </a:pPr>
            <a:r>
              <a:rPr lang="zh-CN" altLang="en-US" b="1" dirty="0">
                <a:latin typeface="+mj-ea"/>
                <a:ea typeface="+mj-ea"/>
              </a:rPr>
              <a:t>减少存储器的通信量，加快程序的执行速度（因为寄存器比存储器快）</a:t>
            </a:r>
          </a:p>
          <a:p>
            <a:pPr lvl="2" eaLnBrk="1" hangingPunct="1">
              <a:lnSpc>
                <a:spcPct val="140000"/>
              </a:lnSpc>
              <a:buFont typeface="Wingdings" panose="05000000000000000000" pitchFamily="2" charset="2"/>
              <a:buChar char="Ø"/>
              <a:defRPr/>
            </a:pPr>
            <a:r>
              <a:rPr lang="zh-CN" altLang="en-US" b="1" dirty="0">
                <a:latin typeface="+mj-ea"/>
                <a:ea typeface="+mj-ea"/>
              </a:rPr>
              <a:t>可以用更少的地址位来寻址寄存器，从而可以有效改进程序的目标代码大小。</a:t>
            </a:r>
          </a:p>
        </p:txBody>
      </p:sp>
      <p:sp>
        <p:nvSpPr>
          <p:cNvPr id="59395" name="Rectangle 2054"/>
          <p:cNvSpPr>
            <a:spLocks noGrp="1" noChangeArrowheads="1"/>
          </p:cNvSpPr>
          <p:nvPr>
            <p:ph type="title"/>
          </p:nvPr>
        </p:nvSpPr>
        <p:spPr>
          <a:xfrm>
            <a:off x="827088" y="333375"/>
            <a:ext cx="7453312" cy="676275"/>
          </a:xfrm>
        </p:spPr>
        <p:txBody>
          <a:bodyPr/>
          <a:lstStyle/>
          <a:p>
            <a:pPr eaLnBrk="1" hangingPunct="1"/>
            <a:r>
              <a:rPr lang="zh-CN" altLang="en-US" sz="3600" b="1"/>
              <a:t>通用寄存器型指令集结构</a:t>
            </a:r>
          </a:p>
        </p:txBody>
      </p:sp>
      <p:sp>
        <p:nvSpPr>
          <p:cNvPr id="2" name="日期占位符 1">
            <a:extLst>
              <a:ext uri="{FF2B5EF4-FFF2-40B4-BE49-F238E27FC236}">
                <a16:creationId xmlns:a16="http://schemas.microsoft.com/office/drawing/2014/main" id="{DAE669CF-F5F7-BF74-ED63-61CF98D90CAB}"/>
              </a:ext>
            </a:extLst>
          </p:cNvPr>
          <p:cNvSpPr>
            <a:spLocks noGrp="1"/>
          </p:cNvSpPr>
          <p:nvPr>
            <p:ph type="dt" sz="half" idx="10"/>
          </p:nvPr>
        </p:nvSpPr>
        <p:spPr/>
        <p:txBody>
          <a:bodyPr/>
          <a:lstStyle/>
          <a:p>
            <a:pPr>
              <a:defRPr/>
            </a:pPr>
            <a:fld id="{A6631233-CB49-48DA-BF17-9F636F0C5D47}" type="datetime1">
              <a:rPr lang="zh-CN" altLang="en-US" smtClean="0"/>
              <a:t>2025/9/16</a:t>
            </a:fld>
            <a:endParaRPr lang="en-US" altLang="zh-CN"/>
          </a:p>
        </p:txBody>
      </p:sp>
      <p:sp>
        <p:nvSpPr>
          <p:cNvPr id="3" name="页脚占位符 2">
            <a:extLst>
              <a:ext uri="{FF2B5EF4-FFF2-40B4-BE49-F238E27FC236}">
                <a16:creationId xmlns:a16="http://schemas.microsoft.com/office/drawing/2014/main" id="{9C410E4F-408A-2A34-359C-B4C2E043215C}"/>
              </a:ext>
            </a:extLst>
          </p:cNvPr>
          <p:cNvSpPr>
            <a:spLocks noGrp="1"/>
          </p:cNvSpPr>
          <p:nvPr>
            <p:ph type="ftr" sz="quarter" idx="11"/>
          </p:nvPr>
        </p:nvSpPr>
        <p:spPr/>
        <p:txBody>
          <a:bodyPr/>
          <a:lstStyle/>
          <a:p>
            <a:pPr>
              <a:defRPr/>
            </a:pPr>
            <a:r>
              <a:rPr lang="zh-CN" altLang="en-US"/>
              <a:t>计算学部 刘宏伟</a:t>
            </a:r>
            <a:endParaRPr lang="en-US" altLang="zh-CN"/>
          </a:p>
        </p:txBody>
      </p:sp>
      <p:sp>
        <p:nvSpPr>
          <p:cNvPr id="4" name="灯片编号占位符 3">
            <a:extLst>
              <a:ext uri="{FF2B5EF4-FFF2-40B4-BE49-F238E27FC236}">
                <a16:creationId xmlns:a16="http://schemas.microsoft.com/office/drawing/2014/main" id="{E5E23714-4957-009E-42A8-1460A202EE2D}"/>
              </a:ext>
            </a:extLst>
          </p:cNvPr>
          <p:cNvSpPr>
            <a:spLocks noGrp="1"/>
          </p:cNvSpPr>
          <p:nvPr>
            <p:ph type="sldNum" sz="quarter" idx="12"/>
          </p:nvPr>
        </p:nvSpPr>
        <p:spPr/>
        <p:txBody>
          <a:bodyPr/>
          <a:lstStyle/>
          <a:p>
            <a:pPr>
              <a:defRPr/>
            </a:pPr>
            <a:fld id="{8BCAC33D-D29A-48B3-BCD6-381D3D720D26}" type="slidenum">
              <a:rPr lang="zh-CN" altLang="en-US" smtClean="0"/>
              <a:t>36</a:t>
            </a:fld>
            <a:endParaRPr lang="en-US" altLang="zh-CN"/>
          </a:p>
        </p:txBody>
      </p:sp>
    </p:spTree>
    <p:extLst>
      <p:ext uri="{BB962C8B-B14F-4D97-AF65-F5344CB8AC3E}">
        <p14:creationId xmlns:p14="http://schemas.microsoft.com/office/powerpoint/2010/main" val="3179100076"/>
      </p:ext>
    </p:extLst>
  </p:cSld>
  <p:clrMapOvr>
    <a:masterClrMapping/>
  </p:clrMapOvr>
  <p:transition spd="slow"/>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054"/>
          <p:cNvSpPr>
            <a:spLocks noGrp="1" noChangeArrowheads="1"/>
          </p:cNvSpPr>
          <p:nvPr>
            <p:ph type="title"/>
          </p:nvPr>
        </p:nvSpPr>
        <p:spPr>
          <a:xfrm>
            <a:off x="827088" y="333375"/>
            <a:ext cx="7453312" cy="676275"/>
          </a:xfrm>
        </p:spPr>
        <p:txBody>
          <a:bodyPr/>
          <a:lstStyle/>
          <a:p>
            <a:pPr eaLnBrk="1" hangingPunct="1"/>
            <a:r>
              <a:rPr lang="zh-CN" altLang="en-US" sz="3600" b="1"/>
              <a:t>通用寄存器型指令集结构</a:t>
            </a:r>
          </a:p>
        </p:txBody>
      </p:sp>
      <p:sp>
        <p:nvSpPr>
          <p:cNvPr id="106503" name="Rectangle 2055"/>
          <p:cNvSpPr>
            <a:spLocks noGrp="1" noChangeArrowheads="1"/>
          </p:cNvSpPr>
          <p:nvPr>
            <p:ph type="body" idx="1"/>
          </p:nvPr>
        </p:nvSpPr>
        <p:spPr>
          <a:xfrm>
            <a:off x="539750" y="1196975"/>
            <a:ext cx="8001000" cy="4483100"/>
          </a:xfrm>
        </p:spPr>
        <p:txBody>
          <a:bodyPr/>
          <a:lstStyle/>
          <a:p>
            <a:pPr eaLnBrk="1" hangingPunct="1">
              <a:lnSpc>
                <a:spcPct val="150000"/>
              </a:lnSpc>
              <a:spcBef>
                <a:spcPct val="50000"/>
              </a:spcBef>
              <a:defRPr/>
            </a:pPr>
            <a:r>
              <a:rPr lang="zh-CN" altLang="en-US" sz="2600" b="1" dirty="0">
                <a:latin typeface="Times New Roman" panose="02020603050405020304" pitchFamily="18" charset="0"/>
                <a:ea typeface="+mj-ea"/>
                <a:cs typeface="Times New Roman" panose="02020603050405020304" pitchFamily="18" charset="0"/>
              </a:rPr>
              <a:t>两种主要的指令特性能够将通用寄存器型指令集结构（</a:t>
            </a:r>
            <a:r>
              <a:rPr lang="en-US" altLang="zh-CN" sz="2600" b="1" dirty="0">
                <a:latin typeface="Times New Roman" panose="02020603050405020304" pitchFamily="18" charset="0"/>
                <a:ea typeface="+mj-ea"/>
                <a:cs typeface="Times New Roman" panose="02020603050405020304" pitchFamily="18" charset="0"/>
              </a:rPr>
              <a:t>GPR</a:t>
            </a:r>
            <a:r>
              <a:rPr lang="zh-CN" altLang="en-US" sz="2600" b="1" dirty="0">
                <a:latin typeface="Times New Roman" panose="02020603050405020304" pitchFamily="18" charset="0"/>
                <a:ea typeface="+mj-ea"/>
                <a:cs typeface="Times New Roman" panose="02020603050405020304" pitchFamily="18" charset="0"/>
              </a:rPr>
              <a:t>）进一步细分。</a:t>
            </a:r>
          </a:p>
          <a:p>
            <a:pPr lvl="1" eaLnBrk="1" hangingPunct="1">
              <a:lnSpc>
                <a:spcPct val="150000"/>
              </a:lnSpc>
              <a:spcBef>
                <a:spcPct val="50000"/>
              </a:spcBef>
              <a:defRPr/>
            </a:pPr>
            <a:r>
              <a:rPr lang="en-US" altLang="zh-CN" sz="2600" b="1" dirty="0">
                <a:latin typeface="Times New Roman" panose="02020603050405020304" pitchFamily="18" charset="0"/>
                <a:ea typeface="+mj-ea"/>
                <a:cs typeface="Times New Roman" panose="02020603050405020304" pitchFamily="18" charset="0"/>
              </a:rPr>
              <a:t>ALU</a:t>
            </a:r>
            <a:r>
              <a:rPr lang="zh-CN" altLang="en-US" sz="2600" b="1" dirty="0">
                <a:latin typeface="Times New Roman" panose="02020603050405020304" pitchFamily="18" charset="0"/>
                <a:ea typeface="+mj-ea"/>
                <a:cs typeface="Times New Roman" panose="02020603050405020304" pitchFamily="18" charset="0"/>
              </a:rPr>
              <a:t>指令到底有两个或是三个操作数？</a:t>
            </a:r>
          </a:p>
          <a:p>
            <a:pPr lvl="1" eaLnBrk="1" hangingPunct="1">
              <a:lnSpc>
                <a:spcPct val="150000"/>
              </a:lnSpc>
              <a:spcBef>
                <a:spcPct val="50000"/>
              </a:spcBef>
              <a:defRPr/>
            </a:pPr>
            <a:r>
              <a:rPr lang="zh-CN" altLang="en-US" sz="2600" b="1" dirty="0">
                <a:latin typeface="Times New Roman" panose="02020603050405020304" pitchFamily="18" charset="0"/>
                <a:ea typeface="+mj-ea"/>
                <a:cs typeface="Times New Roman" panose="02020603050405020304" pitchFamily="18" charset="0"/>
              </a:rPr>
              <a:t>在</a:t>
            </a:r>
            <a:r>
              <a:rPr lang="en-US" altLang="zh-CN" sz="2600" b="1" dirty="0">
                <a:latin typeface="Times New Roman" panose="02020603050405020304" pitchFamily="18" charset="0"/>
                <a:ea typeface="+mj-ea"/>
                <a:cs typeface="Times New Roman" panose="02020603050405020304" pitchFamily="18" charset="0"/>
              </a:rPr>
              <a:t>ALU</a:t>
            </a:r>
            <a:r>
              <a:rPr lang="zh-CN" altLang="en-US" sz="2600" b="1" dirty="0">
                <a:latin typeface="Times New Roman" panose="02020603050405020304" pitchFamily="18" charset="0"/>
                <a:ea typeface="+mj-ea"/>
                <a:cs typeface="Times New Roman" panose="02020603050405020304" pitchFamily="18" charset="0"/>
              </a:rPr>
              <a:t>指令中，有多少个操作数可以用存储器来寻址，也即有多少个存储器操作数？</a:t>
            </a:r>
          </a:p>
        </p:txBody>
      </p:sp>
      <p:sp>
        <p:nvSpPr>
          <p:cNvPr id="2" name="日期占位符 1">
            <a:extLst>
              <a:ext uri="{FF2B5EF4-FFF2-40B4-BE49-F238E27FC236}">
                <a16:creationId xmlns:a16="http://schemas.microsoft.com/office/drawing/2014/main" id="{81938833-928C-287E-D6E3-2A26B4FD202F}"/>
              </a:ext>
            </a:extLst>
          </p:cNvPr>
          <p:cNvSpPr>
            <a:spLocks noGrp="1"/>
          </p:cNvSpPr>
          <p:nvPr>
            <p:ph type="dt" sz="half" idx="10"/>
          </p:nvPr>
        </p:nvSpPr>
        <p:spPr/>
        <p:txBody>
          <a:bodyPr/>
          <a:lstStyle/>
          <a:p>
            <a:pPr>
              <a:defRPr/>
            </a:pPr>
            <a:fld id="{F1070456-5361-40FA-BA69-5C0254B59F14}" type="datetime1">
              <a:rPr lang="zh-CN" altLang="en-US" smtClean="0"/>
              <a:t>2025/9/16</a:t>
            </a:fld>
            <a:endParaRPr lang="en-US" altLang="zh-CN"/>
          </a:p>
        </p:txBody>
      </p:sp>
      <p:sp>
        <p:nvSpPr>
          <p:cNvPr id="3" name="页脚占位符 2">
            <a:extLst>
              <a:ext uri="{FF2B5EF4-FFF2-40B4-BE49-F238E27FC236}">
                <a16:creationId xmlns:a16="http://schemas.microsoft.com/office/drawing/2014/main" id="{DF051B2B-7440-2754-FAA6-A7035390E83E}"/>
              </a:ext>
            </a:extLst>
          </p:cNvPr>
          <p:cNvSpPr>
            <a:spLocks noGrp="1"/>
          </p:cNvSpPr>
          <p:nvPr>
            <p:ph type="ftr" sz="quarter" idx="11"/>
          </p:nvPr>
        </p:nvSpPr>
        <p:spPr/>
        <p:txBody>
          <a:bodyPr/>
          <a:lstStyle/>
          <a:p>
            <a:pPr>
              <a:defRPr/>
            </a:pPr>
            <a:r>
              <a:rPr lang="zh-CN" altLang="en-US"/>
              <a:t>计算学部 刘宏伟</a:t>
            </a:r>
            <a:endParaRPr lang="en-US" altLang="zh-CN"/>
          </a:p>
        </p:txBody>
      </p:sp>
      <p:sp>
        <p:nvSpPr>
          <p:cNvPr id="4" name="灯片编号占位符 3">
            <a:extLst>
              <a:ext uri="{FF2B5EF4-FFF2-40B4-BE49-F238E27FC236}">
                <a16:creationId xmlns:a16="http://schemas.microsoft.com/office/drawing/2014/main" id="{6013BA7E-E26B-C7C9-22B4-4BFB91119CD3}"/>
              </a:ext>
            </a:extLst>
          </p:cNvPr>
          <p:cNvSpPr>
            <a:spLocks noGrp="1"/>
          </p:cNvSpPr>
          <p:nvPr>
            <p:ph type="sldNum" sz="quarter" idx="12"/>
          </p:nvPr>
        </p:nvSpPr>
        <p:spPr/>
        <p:txBody>
          <a:bodyPr/>
          <a:lstStyle/>
          <a:p>
            <a:pPr>
              <a:defRPr/>
            </a:pPr>
            <a:fld id="{8BCAC33D-D29A-48B3-BCD6-381D3D720D26}" type="slidenum">
              <a:rPr lang="zh-CN" altLang="en-US" smtClean="0"/>
              <a:t>37</a:t>
            </a:fld>
            <a:endParaRPr lang="en-US" altLang="zh-CN"/>
          </a:p>
        </p:txBody>
      </p:sp>
    </p:spTree>
    <p:extLst>
      <p:ext uri="{BB962C8B-B14F-4D97-AF65-F5344CB8AC3E}">
        <p14:creationId xmlns:p14="http://schemas.microsoft.com/office/powerpoint/2010/main" val="1005282335"/>
      </p:ext>
    </p:extLst>
  </p:cSld>
  <p:clrMapOvr>
    <a:masterClrMapping/>
  </p:clrMapOvr>
  <p:transition spd="slow"/>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15167" name="Group 127"/>
          <p:cNvGraphicFramePr>
            <a:graphicFrameLocks noGrp="1"/>
          </p:cNvGraphicFramePr>
          <p:nvPr>
            <p:ph idx="1"/>
            <p:extLst>
              <p:ext uri="{D42A27DB-BD31-4B8C-83A1-F6EECF244321}">
                <p14:modId xmlns:p14="http://schemas.microsoft.com/office/powerpoint/2010/main" val="1057215632"/>
              </p:ext>
            </p:extLst>
          </p:nvPr>
        </p:nvGraphicFramePr>
        <p:xfrm>
          <a:off x="357188" y="1612900"/>
          <a:ext cx="8535987" cy="4649788"/>
        </p:xfrm>
        <a:graphic>
          <a:graphicData uri="http://schemas.openxmlformats.org/drawingml/2006/table">
            <a:tbl>
              <a:tblPr/>
              <a:tblGrid>
                <a:gridCol w="1935162">
                  <a:extLst>
                    <a:ext uri="{9D8B030D-6E8A-4147-A177-3AD203B41FA5}">
                      <a16:colId xmlns:a16="http://schemas.microsoft.com/office/drawing/2014/main" val="20000"/>
                    </a:ext>
                  </a:extLst>
                </a:gridCol>
                <a:gridCol w="2184400">
                  <a:extLst>
                    <a:ext uri="{9D8B030D-6E8A-4147-A177-3AD203B41FA5}">
                      <a16:colId xmlns:a16="http://schemas.microsoft.com/office/drawing/2014/main" val="20001"/>
                    </a:ext>
                  </a:extLst>
                </a:gridCol>
                <a:gridCol w="1008063">
                  <a:extLst>
                    <a:ext uri="{9D8B030D-6E8A-4147-A177-3AD203B41FA5}">
                      <a16:colId xmlns:a16="http://schemas.microsoft.com/office/drawing/2014/main" val="20002"/>
                    </a:ext>
                  </a:extLst>
                </a:gridCol>
                <a:gridCol w="3408362">
                  <a:extLst>
                    <a:ext uri="{9D8B030D-6E8A-4147-A177-3AD203B41FA5}">
                      <a16:colId xmlns:a16="http://schemas.microsoft.com/office/drawing/2014/main" val="20003"/>
                    </a:ext>
                  </a:extLst>
                </a:gridCol>
              </a:tblGrid>
              <a:tr h="1189038">
                <a:tc>
                  <a:txBody>
                    <a:bodyPr/>
                    <a:lstStyle/>
                    <a:p>
                      <a:pPr marL="0" marR="0" lvl="0" indent="0" algn="ctr" defTabSz="914400" rtl="0" eaLnBrk="1" fontAlgn="base" latinLnBrk="0" hangingPunct="1">
                        <a:lnSpc>
                          <a:spcPct val="100000"/>
                        </a:lnSpc>
                        <a:spcBef>
                          <a:spcPct val="0"/>
                        </a:spcBef>
                        <a:spcAft>
                          <a:spcPct val="0"/>
                        </a:spcAft>
                        <a:buClr>
                          <a:srgbClr val="0000CC"/>
                        </a:buClr>
                        <a:buSzTx/>
                        <a:buFontTx/>
                        <a:buNone/>
                        <a:tabLst/>
                      </a:pPr>
                      <a:r>
                        <a:rPr kumimoji="1" lang="en-US" altLang="zh-CN" sz="2400" b="1" i="0" u="none" strike="noStrike" cap="none" normalizeH="0" baseline="0" dirty="0">
                          <a:ln>
                            <a:noFill/>
                          </a:ln>
                          <a:solidFill>
                            <a:srgbClr val="FF0000"/>
                          </a:solidFill>
                          <a:effectLst/>
                          <a:latin typeface="Verdana" pitchFamily="34" charset="0"/>
                          <a:ea typeface="华文中宋" pitchFamily="2" charset="-122"/>
                          <a:cs typeface="Times New Roman" pitchFamily="18" charset="0"/>
                        </a:rPr>
                        <a:t>ALU</a:t>
                      </a:r>
                      <a:r>
                        <a:rPr kumimoji="1" lang="zh-CN" altLang="en-US" sz="2400" b="1" i="0" u="none" strike="noStrike" cap="none" normalizeH="0" baseline="0" dirty="0">
                          <a:ln>
                            <a:noFill/>
                          </a:ln>
                          <a:solidFill>
                            <a:srgbClr val="FF0000"/>
                          </a:solidFill>
                          <a:effectLst/>
                          <a:latin typeface="Verdana" pitchFamily="34" charset="0"/>
                          <a:ea typeface="华文中宋" pitchFamily="2" charset="-122"/>
                          <a:cs typeface="Times New Roman" pitchFamily="18" charset="0"/>
                        </a:rPr>
                        <a:t>指令中存储器操作数的个数</a:t>
                      </a:r>
                      <a:endParaRPr kumimoji="1" lang="zh-CN" altLang="en-US" sz="2400" b="1" i="0" u="none" strike="noStrike" cap="none" normalizeH="0" baseline="0" dirty="0">
                        <a:ln>
                          <a:noFill/>
                        </a:ln>
                        <a:solidFill>
                          <a:schemeClr val="tx1"/>
                        </a:solidFill>
                        <a:effectLst/>
                        <a:latin typeface="Verdana" pitchFamily="34" charset="0"/>
                        <a:ea typeface="华文中宋" pitchFamily="2" charset="-122"/>
                        <a:cs typeface="Times New Roman" pitchFamily="18" charset="0"/>
                      </a:endParaRPr>
                    </a:p>
                  </a:txBody>
                  <a:tcPr marT="45723" marB="45723" anchor="ctr" anchorCtr="1" horzOverflow="overflow">
                    <a:lnL w="25400" cap="flat" cmpd="sng" algn="ctr">
                      <a:solidFill>
                        <a:srgbClr val="000000"/>
                      </a:solidFill>
                      <a:prstDash val="solid"/>
                      <a:round/>
                      <a:headEnd type="none" w="sm" len="sm"/>
                      <a:tailEnd type="none" w="sm" len="sm"/>
                    </a:lnL>
                    <a:lnR w="25400" cap="flat" cmpd="sng" algn="ctr">
                      <a:solidFill>
                        <a:srgbClr val="000000"/>
                      </a:solidFill>
                      <a:prstDash val="solid"/>
                      <a:round/>
                      <a:headEnd type="none" w="sm" len="sm"/>
                      <a:tailEnd type="none" w="sm" len="sm"/>
                    </a:lnR>
                    <a:lnT w="25400" cap="flat" cmpd="sng" algn="ctr">
                      <a:solidFill>
                        <a:srgbClr val="000000"/>
                      </a:solidFill>
                      <a:prstDash val="solid"/>
                      <a:round/>
                      <a:headEnd type="none" w="sm" len="sm"/>
                      <a:tailEnd type="none" w="sm" len="sm"/>
                    </a:lnT>
                    <a:lnB w="254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0000CC"/>
                        </a:buClr>
                        <a:buSzTx/>
                        <a:buFontTx/>
                        <a:buNone/>
                        <a:tabLst/>
                      </a:pPr>
                      <a:r>
                        <a:rPr kumimoji="1" lang="en-US" altLang="zh-CN" sz="2400" b="1" i="0" u="none" strike="noStrike" cap="none" normalizeH="0" baseline="0" dirty="0">
                          <a:ln>
                            <a:noFill/>
                          </a:ln>
                          <a:solidFill>
                            <a:srgbClr val="FF0000"/>
                          </a:solidFill>
                          <a:effectLst/>
                          <a:latin typeface="Verdana" pitchFamily="34" charset="0"/>
                          <a:ea typeface="华文中宋" pitchFamily="2" charset="-122"/>
                          <a:cs typeface="Times New Roman" pitchFamily="18" charset="0"/>
                        </a:rPr>
                        <a:t>ALU</a:t>
                      </a:r>
                      <a:r>
                        <a:rPr kumimoji="1" lang="zh-CN" altLang="en-US" sz="2400" b="1" i="0" u="none" strike="noStrike" cap="none" normalizeH="0" baseline="0" dirty="0">
                          <a:ln>
                            <a:noFill/>
                          </a:ln>
                          <a:solidFill>
                            <a:srgbClr val="FF0000"/>
                          </a:solidFill>
                          <a:effectLst/>
                          <a:latin typeface="Verdana" pitchFamily="34" charset="0"/>
                          <a:ea typeface="华文中宋" pitchFamily="2" charset="-122"/>
                          <a:cs typeface="Times New Roman" pitchFamily="18" charset="0"/>
                        </a:rPr>
                        <a:t>指令中</a:t>
                      </a:r>
                    </a:p>
                    <a:p>
                      <a:pPr marL="0" marR="0" lvl="0" indent="0" algn="ctr" defTabSz="914400" rtl="0" eaLnBrk="1" fontAlgn="base" latinLnBrk="0" hangingPunct="1">
                        <a:lnSpc>
                          <a:spcPct val="100000"/>
                        </a:lnSpc>
                        <a:spcBef>
                          <a:spcPct val="0"/>
                        </a:spcBef>
                        <a:spcAft>
                          <a:spcPct val="0"/>
                        </a:spcAft>
                        <a:buClr>
                          <a:srgbClr val="0000CC"/>
                        </a:buClr>
                        <a:buSzTx/>
                        <a:buFontTx/>
                        <a:buNone/>
                        <a:tabLst/>
                      </a:pPr>
                      <a:r>
                        <a:rPr kumimoji="1" lang="zh-CN" altLang="en-US" sz="2400" b="1" i="0" u="none" strike="noStrike" cap="none" normalizeH="0" baseline="0" dirty="0">
                          <a:ln>
                            <a:noFill/>
                          </a:ln>
                          <a:solidFill>
                            <a:srgbClr val="FF0000"/>
                          </a:solidFill>
                          <a:effectLst/>
                          <a:latin typeface="Verdana" pitchFamily="34" charset="0"/>
                          <a:ea typeface="华文中宋" pitchFamily="2" charset="-122"/>
                          <a:cs typeface="Times New Roman" pitchFamily="18" charset="0"/>
                        </a:rPr>
                        <a:t>操作数的最多个数</a:t>
                      </a:r>
                    </a:p>
                  </a:txBody>
                  <a:tcPr marT="45723" marB="45723" anchor="ctr" anchorCtr="1" horzOverflow="overflow">
                    <a:lnL w="25400" cap="flat" cmpd="sng" algn="ctr">
                      <a:solidFill>
                        <a:srgbClr val="000000"/>
                      </a:solidFill>
                      <a:prstDash val="solid"/>
                      <a:round/>
                      <a:headEnd type="none" w="sm" len="sm"/>
                      <a:tailEnd type="none" w="sm" len="sm"/>
                    </a:lnL>
                    <a:lnR w="25400" cap="flat" cmpd="sng" algn="ctr">
                      <a:solidFill>
                        <a:srgbClr val="000000"/>
                      </a:solidFill>
                      <a:prstDash val="solid"/>
                      <a:round/>
                      <a:headEnd type="none" w="sm" len="sm"/>
                      <a:tailEnd type="none" w="sm" len="sm"/>
                    </a:lnR>
                    <a:lnT w="25400" cap="flat" cmpd="sng" algn="ctr">
                      <a:solidFill>
                        <a:srgbClr val="000000"/>
                      </a:solidFill>
                      <a:prstDash val="solid"/>
                      <a:round/>
                      <a:headEnd type="none" w="sm" len="sm"/>
                      <a:tailEnd type="none" w="sm" len="sm"/>
                    </a:lnT>
                    <a:lnB w="254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0000CC"/>
                        </a:buClr>
                        <a:buSzTx/>
                        <a:buFontTx/>
                        <a:buNone/>
                        <a:tabLst/>
                      </a:pPr>
                      <a:r>
                        <a:rPr kumimoji="1" lang="zh-CN" altLang="en-US" sz="2400" b="1" i="0" u="none" strike="noStrike" cap="none" normalizeH="0" baseline="0" dirty="0">
                          <a:ln>
                            <a:noFill/>
                          </a:ln>
                          <a:solidFill>
                            <a:srgbClr val="FF0000"/>
                          </a:solidFill>
                          <a:effectLst/>
                          <a:latin typeface="Verdana" pitchFamily="34" charset="0"/>
                          <a:ea typeface="华文中宋" pitchFamily="2" charset="-122"/>
                          <a:cs typeface="Times New Roman" pitchFamily="18" charset="0"/>
                        </a:rPr>
                        <a:t>结构类型</a:t>
                      </a:r>
                    </a:p>
                  </a:txBody>
                  <a:tcPr marT="45723" marB="45723" anchor="ctr" anchorCtr="1" horzOverflow="overflow">
                    <a:lnL w="25400" cap="flat" cmpd="sng" algn="ctr">
                      <a:solidFill>
                        <a:srgbClr val="000000"/>
                      </a:solidFill>
                      <a:prstDash val="solid"/>
                      <a:round/>
                      <a:headEnd type="none" w="sm" len="sm"/>
                      <a:tailEnd type="none" w="sm" len="sm"/>
                    </a:lnL>
                    <a:lnR w="25400" cap="flat" cmpd="sng" algn="ctr">
                      <a:solidFill>
                        <a:srgbClr val="000000"/>
                      </a:solidFill>
                      <a:prstDash val="solid"/>
                      <a:round/>
                      <a:headEnd type="none" w="sm" len="sm"/>
                      <a:tailEnd type="none" w="sm" len="sm"/>
                    </a:lnR>
                    <a:lnT w="25400" cap="flat" cmpd="sng" algn="ctr">
                      <a:solidFill>
                        <a:srgbClr val="000000"/>
                      </a:solidFill>
                      <a:prstDash val="solid"/>
                      <a:round/>
                      <a:headEnd type="none" w="sm" len="sm"/>
                      <a:tailEnd type="none" w="sm" len="sm"/>
                    </a:lnT>
                    <a:lnB w="254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0000CC"/>
                        </a:buClr>
                        <a:buSzTx/>
                        <a:buFontTx/>
                        <a:buNone/>
                        <a:tabLst/>
                      </a:pPr>
                      <a:r>
                        <a:rPr kumimoji="1" lang="zh-CN" altLang="en-US" sz="2400" b="1" i="0" u="none" strike="noStrike" cap="none" normalizeH="0" baseline="0" dirty="0">
                          <a:ln>
                            <a:noFill/>
                          </a:ln>
                          <a:solidFill>
                            <a:srgbClr val="FF0000"/>
                          </a:solidFill>
                          <a:effectLst/>
                          <a:latin typeface="Verdana" pitchFamily="34" charset="0"/>
                          <a:ea typeface="华文中宋" pitchFamily="2" charset="-122"/>
                          <a:cs typeface="Times New Roman" pitchFamily="18" charset="0"/>
                        </a:rPr>
                        <a:t>机器实例</a:t>
                      </a:r>
                    </a:p>
                  </a:txBody>
                  <a:tcPr marT="45723" marB="45723" anchor="ctr" anchorCtr="1" horzOverflow="overflow">
                    <a:lnL w="25400" cap="flat" cmpd="sng" algn="ctr">
                      <a:solidFill>
                        <a:srgbClr val="000000"/>
                      </a:solidFill>
                      <a:prstDash val="solid"/>
                      <a:round/>
                      <a:headEnd type="none" w="sm" len="sm"/>
                      <a:tailEnd type="none" w="sm" len="sm"/>
                    </a:lnL>
                    <a:lnR w="25400" cap="flat" cmpd="sng" algn="ctr">
                      <a:solidFill>
                        <a:srgbClr val="000000"/>
                      </a:solidFill>
                      <a:prstDash val="solid"/>
                      <a:round/>
                      <a:headEnd type="none" w="sm" len="sm"/>
                      <a:tailEnd type="none" w="sm" len="sm"/>
                    </a:lnR>
                    <a:lnT w="25400" cap="flat" cmpd="sng" algn="ctr">
                      <a:solidFill>
                        <a:srgbClr val="000000"/>
                      </a:solidFill>
                      <a:prstDash val="solid"/>
                      <a:round/>
                      <a:headEnd type="none" w="sm" len="sm"/>
                      <a:tailEnd type="none" w="sm" len="sm"/>
                    </a:lnT>
                    <a:lnB w="254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r h="644525">
                <a:tc>
                  <a:txBody>
                    <a:bodyPr/>
                    <a:lstStyle/>
                    <a:p>
                      <a:pPr marL="469900" marR="0" lvl="0" indent="-469900" algn="ctr" defTabSz="914400" rtl="0" eaLnBrk="1" fontAlgn="base" latinLnBrk="0" hangingPunct="1">
                        <a:lnSpc>
                          <a:spcPct val="100000"/>
                        </a:lnSpc>
                        <a:spcBef>
                          <a:spcPct val="0"/>
                        </a:spcBef>
                        <a:spcAft>
                          <a:spcPct val="0"/>
                        </a:spcAft>
                        <a:buClr>
                          <a:srgbClr val="0000CC"/>
                        </a:buClr>
                        <a:buSzTx/>
                        <a:buFontTx/>
                        <a:buNone/>
                        <a:tabLst/>
                      </a:pPr>
                      <a:r>
                        <a:rPr kumimoji="1" lang="en-US" altLang="zh-CN" sz="2400" b="1" i="0" u="sng" strike="noStrike" cap="none" normalizeH="0" baseline="0" dirty="0">
                          <a:ln>
                            <a:noFill/>
                          </a:ln>
                          <a:solidFill>
                            <a:srgbClr val="7030A0"/>
                          </a:solidFill>
                          <a:effectLst>
                            <a:outerShdw blurRad="38100" dist="38100" dir="2700000" algn="tl">
                              <a:srgbClr val="000000">
                                <a:alpha val="43137"/>
                              </a:srgbClr>
                            </a:outerShdw>
                          </a:effectLst>
                          <a:latin typeface="Verdana" pitchFamily="34" charset="0"/>
                          <a:ea typeface="华文中宋" pitchFamily="2" charset="-122"/>
                          <a:cs typeface="Times New Roman" pitchFamily="18" charset="0"/>
                        </a:rPr>
                        <a:t>0</a:t>
                      </a:r>
                      <a:endParaRPr kumimoji="1" lang="zh-CN" altLang="en-US" sz="2400" b="1" i="0" u="sng" strike="noStrike" cap="none" normalizeH="0" baseline="0" dirty="0">
                        <a:ln>
                          <a:noFill/>
                        </a:ln>
                        <a:solidFill>
                          <a:srgbClr val="7030A0"/>
                        </a:solidFill>
                        <a:effectLst>
                          <a:outerShdw blurRad="38100" dist="38100" dir="2700000" algn="tl">
                            <a:srgbClr val="000000">
                              <a:alpha val="43137"/>
                            </a:srgbClr>
                          </a:outerShdw>
                        </a:effectLst>
                        <a:latin typeface="Verdana" pitchFamily="34" charset="0"/>
                        <a:ea typeface="华文中宋" pitchFamily="2" charset="-122"/>
                        <a:cs typeface="Times New Roman" pitchFamily="18" charset="0"/>
                      </a:endParaRPr>
                    </a:p>
                  </a:txBody>
                  <a:tcPr marT="45723" marB="45723" anchor="ctr" anchorCtr="1" horzOverflow="overflow">
                    <a:lnL w="25400" cap="flat" cmpd="sng" algn="ctr">
                      <a:solidFill>
                        <a:srgbClr val="000000"/>
                      </a:solidFill>
                      <a:prstDash val="solid"/>
                      <a:round/>
                      <a:headEnd type="none" w="sm" len="sm"/>
                      <a:tailEnd type="none" w="sm" len="sm"/>
                    </a:lnL>
                    <a:lnR w="25400" cap="flat" cmpd="sng" algn="ctr">
                      <a:solidFill>
                        <a:srgbClr val="000000"/>
                      </a:solidFill>
                      <a:prstDash val="solid"/>
                      <a:round/>
                      <a:headEnd type="none" w="sm" len="sm"/>
                      <a:tailEnd type="none" w="sm" len="sm"/>
                    </a:lnR>
                    <a:lnT w="25400" cap="flat" cmpd="sng" algn="ctr">
                      <a:solidFill>
                        <a:srgbClr val="000000"/>
                      </a:solidFill>
                      <a:prstDash val="solid"/>
                      <a:round/>
                      <a:headEnd type="none" w="sm" len="sm"/>
                      <a:tailEnd type="none" w="sm" len="sm"/>
                    </a:lnT>
                    <a:lnB w="25400" cap="flat" cmpd="sng" algn="ctr">
                      <a:solidFill>
                        <a:srgbClr val="000000"/>
                      </a:solidFill>
                      <a:prstDash val="solid"/>
                      <a:round/>
                      <a:headEnd type="none" w="sm" len="sm"/>
                      <a:tailEnd type="none" w="sm" len="sm"/>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rgbClr val="0000CC"/>
                        </a:buClr>
                        <a:buSzTx/>
                        <a:buFontTx/>
                        <a:buNone/>
                        <a:tabLst/>
                      </a:pPr>
                      <a:r>
                        <a:rPr kumimoji="1" lang="en-US" altLang="zh-CN" sz="2400" b="1" i="0" u="sng" strike="noStrike" cap="none" normalizeH="0" baseline="0" dirty="0">
                          <a:ln>
                            <a:noFill/>
                          </a:ln>
                          <a:solidFill>
                            <a:srgbClr val="7030A0"/>
                          </a:solidFill>
                          <a:effectLst>
                            <a:outerShdw blurRad="38100" dist="38100" dir="2700000" algn="tl">
                              <a:srgbClr val="000000">
                                <a:alpha val="43137"/>
                              </a:srgbClr>
                            </a:outerShdw>
                          </a:effectLst>
                          <a:latin typeface="Verdana" pitchFamily="34" charset="0"/>
                          <a:ea typeface="华文中宋" pitchFamily="2" charset="-122"/>
                          <a:cs typeface="Times New Roman" pitchFamily="18" charset="0"/>
                        </a:rPr>
                        <a:t>3</a:t>
                      </a:r>
                    </a:p>
                  </a:txBody>
                  <a:tcPr marT="45723" marB="45723" anchor="ctr" anchorCtr="1" horzOverflow="overflow">
                    <a:lnL w="25400" cap="flat" cmpd="sng" algn="ctr">
                      <a:solidFill>
                        <a:srgbClr val="000000"/>
                      </a:solidFill>
                      <a:prstDash val="solid"/>
                      <a:round/>
                      <a:headEnd type="none" w="sm" len="sm"/>
                      <a:tailEnd type="none" w="sm" len="sm"/>
                    </a:lnL>
                    <a:lnR w="25400" cap="flat" cmpd="sng" algn="ctr">
                      <a:solidFill>
                        <a:srgbClr val="000000"/>
                      </a:solidFill>
                      <a:prstDash val="solid"/>
                      <a:round/>
                      <a:headEnd type="none" w="sm" len="sm"/>
                      <a:tailEnd type="none" w="sm" len="sm"/>
                    </a:lnR>
                    <a:lnT w="25400" cap="flat" cmpd="sng" algn="ctr">
                      <a:solidFill>
                        <a:srgbClr val="000000"/>
                      </a:solidFill>
                      <a:prstDash val="solid"/>
                      <a:round/>
                      <a:headEnd type="none" w="sm" len="sm"/>
                      <a:tailEnd type="none" w="sm" len="sm"/>
                    </a:lnT>
                    <a:lnB w="25400" cap="flat" cmpd="sng" algn="ctr">
                      <a:solidFill>
                        <a:srgbClr val="000000"/>
                      </a:solidFill>
                      <a:prstDash val="solid"/>
                      <a:round/>
                      <a:headEnd type="none" w="sm" len="sm"/>
                      <a:tailEnd type="none" w="sm" len="sm"/>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rgbClr val="0000CC"/>
                        </a:buClr>
                        <a:buSzTx/>
                        <a:buFontTx/>
                        <a:buNone/>
                        <a:tabLst/>
                      </a:pPr>
                      <a:r>
                        <a:rPr kumimoji="1" lang="en-US" altLang="zh-CN" sz="2400" b="1" i="0" u="sng" strike="noStrike" cap="none" normalizeH="0" baseline="0" dirty="0">
                          <a:ln>
                            <a:noFill/>
                          </a:ln>
                          <a:solidFill>
                            <a:srgbClr val="7030A0"/>
                          </a:solidFill>
                          <a:effectLst>
                            <a:outerShdw blurRad="38100" dist="38100" dir="2700000" algn="tl">
                              <a:srgbClr val="000000">
                                <a:alpha val="43137"/>
                              </a:srgbClr>
                            </a:outerShdw>
                          </a:effectLst>
                          <a:latin typeface="Verdana" pitchFamily="34" charset="0"/>
                          <a:ea typeface="华文中宋" pitchFamily="2" charset="-122"/>
                          <a:cs typeface="Times New Roman" pitchFamily="18" charset="0"/>
                        </a:rPr>
                        <a:t>RR</a:t>
                      </a:r>
                      <a:endParaRPr kumimoji="1" lang="zh-CN" altLang="en-US" sz="2400" b="1" i="0" u="sng" strike="noStrike" cap="none" normalizeH="0" baseline="0" dirty="0">
                        <a:ln>
                          <a:noFill/>
                        </a:ln>
                        <a:solidFill>
                          <a:srgbClr val="7030A0"/>
                        </a:solidFill>
                        <a:effectLst>
                          <a:outerShdw blurRad="38100" dist="38100" dir="2700000" algn="tl">
                            <a:srgbClr val="000000">
                              <a:alpha val="43137"/>
                            </a:srgbClr>
                          </a:outerShdw>
                        </a:effectLst>
                        <a:latin typeface="Verdana" pitchFamily="34" charset="0"/>
                        <a:ea typeface="华文中宋" pitchFamily="2" charset="-122"/>
                        <a:cs typeface="Times New Roman" pitchFamily="18" charset="0"/>
                      </a:endParaRPr>
                    </a:p>
                  </a:txBody>
                  <a:tcPr marT="45723" marB="45723" anchor="ctr" anchorCtr="1" horzOverflow="overflow">
                    <a:lnL w="25400" cap="flat" cmpd="sng" algn="ctr">
                      <a:solidFill>
                        <a:srgbClr val="000000"/>
                      </a:solidFill>
                      <a:prstDash val="solid"/>
                      <a:round/>
                      <a:headEnd type="none" w="sm" len="sm"/>
                      <a:tailEnd type="none" w="sm" len="sm"/>
                    </a:lnL>
                    <a:lnR w="25400" cap="flat" cmpd="sng" algn="ctr">
                      <a:solidFill>
                        <a:srgbClr val="000000"/>
                      </a:solidFill>
                      <a:prstDash val="solid"/>
                      <a:round/>
                      <a:headEnd type="none" w="sm" len="sm"/>
                      <a:tailEnd type="none" w="sm" len="sm"/>
                    </a:lnR>
                    <a:lnT w="25400" cap="flat" cmpd="sng" algn="ctr">
                      <a:solidFill>
                        <a:srgbClr val="000000"/>
                      </a:solidFill>
                      <a:prstDash val="solid"/>
                      <a:round/>
                      <a:headEnd type="none" w="sm" len="sm"/>
                      <a:tailEnd type="none" w="sm" len="sm"/>
                    </a:lnT>
                    <a:lnB w="25400" cap="flat" cmpd="sng" algn="ctr">
                      <a:solidFill>
                        <a:srgbClr val="000000"/>
                      </a:solidFill>
                      <a:prstDash val="solid"/>
                      <a:round/>
                      <a:headEnd type="none" w="sm" len="sm"/>
                      <a:tailEnd type="none" w="sm" len="sm"/>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rgbClr val="0000CC"/>
                        </a:buClr>
                        <a:buSzTx/>
                        <a:buFontTx/>
                        <a:buNone/>
                        <a:tabLst/>
                      </a:pPr>
                      <a:r>
                        <a:rPr kumimoji="1" lang="en-US" altLang="zh-CN" sz="1400" b="1" i="0" u="sng" strike="noStrike" cap="none" normalizeH="0" baseline="0" dirty="0">
                          <a:ln>
                            <a:noFill/>
                          </a:ln>
                          <a:solidFill>
                            <a:srgbClr val="7030A0"/>
                          </a:solidFill>
                          <a:effectLst>
                            <a:outerShdw blurRad="38100" dist="38100" dir="2700000" algn="tl">
                              <a:srgbClr val="000000">
                                <a:alpha val="43137"/>
                              </a:srgbClr>
                            </a:outerShdw>
                          </a:effectLst>
                          <a:latin typeface="Verdana" pitchFamily="34" charset="0"/>
                          <a:ea typeface="华文中宋" pitchFamily="2" charset="-122"/>
                          <a:cs typeface="Times New Roman" pitchFamily="18" charset="0"/>
                        </a:rPr>
                        <a:t>MIPS, SPARC, Alpha, PowerPC, ARM</a:t>
                      </a:r>
                    </a:p>
                  </a:txBody>
                  <a:tcPr marT="45723" marB="45723" anchor="ctr" anchorCtr="1" horzOverflow="overflow">
                    <a:lnL w="25400" cap="flat" cmpd="sng" algn="ctr">
                      <a:solidFill>
                        <a:srgbClr val="000000"/>
                      </a:solidFill>
                      <a:prstDash val="solid"/>
                      <a:round/>
                      <a:headEnd type="none" w="sm" len="sm"/>
                      <a:tailEnd type="none" w="sm" len="sm"/>
                    </a:lnL>
                    <a:lnR w="25400" cap="flat" cmpd="sng" algn="ctr">
                      <a:solidFill>
                        <a:srgbClr val="000000"/>
                      </a:solidFill>
                      <a:prstDash val="solid"/>
                      <a:round/>
                      <a:headEnd type="none" w="sm" len="sm"/>
                      <a:tailEnd type="none" w="sm" len="sm"/>
                    </a:lnR>
                    <a:lnT w="25400" cap="flat" cmpd="sng" algn="ctr">
                      <a:solidFill>
                        <a:srgbClr val="000000"/>
                      </a:solidFill>
                      <a:prstDash val="solid"/>
                      <a:round/>
                      <a:headEnd type="none" w="sm" len="sm"/>
                      <a:tailEnd type="none" w="sm" len="sm"/>
                    </a:lnT>
                    <a:lnB w="254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815975">
                <a:tc>
                  <a:txBody>
                    <a:bodyPr/>
                    <a:lstStyle/>
                    <a:p>
                      <a:pPr marL="469900" marR="0" lvl="0" indent="-469900" algn="ctr" defTabSz="914400" rtl="0" eaLnBrk="1" fontAlgn="base" latinLnBrk="0" hangingPunct="1">
                        <a:lnSpc>
                          <a:spcPct val="100000"/>
                        </a:lnSpc>
                        <a:spcBef>
                          <a:spcPct val="0"/>
                        </a:spcBef>
                        <a:spcAft>
                          <a:spcPct val="0"/>
                        </a:spcAft>
                        <a:buClr>
                          <a:srgbClr val="0000CC"/>
                        </a:buClr>
                        <a:buSzTx/>
                        <a:buFontTx/>
                        <a:buNone/>
                        <a:tabLst/>
                      </a:pPr>
                      <a:r>
                        <a:rPr kumimoji="1" lang="en-US" altLang="zh-CN" sz="2400" b="1" i="0" u="sng" strike="noStrike" cap="none" normalizeH="0" baseline="0" dirty="0">
                          <a:ln>
                            <a:noFill/>
                          </a:ln>
                          <a:solidFill>
                            <a:srgbClr val="003399"/>
                          </a:solidFill>
                          <a:effectLst>
                            <a:outerShdw blurRad="38100" dist="38100" dir="2700000" algn="tl">
                              <a:srgbClr val="000000">
                                <a:alpha val="43137"/>
                              </a:srgbClr>
                            </a:outerShdw>
                          </a:effectLst>
                          <a:latin typeface="Verdana" pitchFamily="34" charset="0"/>
                          <a:ea typeface="华文中宋" pitchFamily="2" charset="-122"/>
                          <a:cs typeface="Times New Roman" pitchFamily="18" charset="0"/>
                        </a:rPr>
                        <a:t>1</a:t>
                      </a:r>
                      <a:endParaRPr kumimoji="1" lang="zh-CN" altLang="en-US" sz="2400" b="1" i="0" u="sng" strike="noStrike" cap="none" normalizeH="0" baseline="0" dirty="0">
                        <a:ln>
                          <a:noFill/>
                        </a:ln>
                        <a:solidFill>
                          <a:srgbClr val="003399"/>
                        </a:solidFill>
                        <a:effectLst>
                          <a:outerShdw blurRad="38100" dist="38100" dir="2700000" algn="tl">
                            <a:srgbClr val="000000">
                              <a:alpha val="43137"/>
                            </a:srgbClr>
                          </a:outerShdw>
                        </a:effectLst>
                        <a:latin typeface="Verdana" pitchFamily="34" charset="0"/>
                        <a:ea typeface="华文中宋" pitchFamily="2" charset="-122"/>
                        <a:cs typeface="Times New Roman" pitchFamily="18" charset="0"/>
                      </a:endParaRPr>
                    </a:p>
                  </a:txBody>
                  <a:tcPr marT="45723" marB="45723" anchor="ctr" anchorCtr="1" horzOverflow="overflow">
                    <a:lnL w="25400" cap="flat" cmpd="sng" algn="ctr">
                      <a:solidFill>
                        <a:srgbClr val="000000"/>
                      </a:solidFill>
                      <a:prstDash val="solid"/>
                      <a:round/>
                      <a:headEnd type="none" w="sm" len="sm"/>
                      <a:tailEnd type="none" w="sm" len="sm"/>
                    </a:lnL>
                    <a:lnR w="25400" cap="flat" cmpd="sng" algn="ctr">
                      <a:solidFill>
                        <a:srgbClr val="000000"/>
                      </a:solidFill>
                      <a:prstDash val="solid"/>
                      <a:round/>
                      <a:headEnd type="none" w="sm" len="sm"/>
                      <a:tailEnd type="none" w="sm" len="sm"/>
                    </a:lnR>
                    <a:lnT w="25400" cap="flat" cmpd="sng" algn="ctr">
                      <a:solidFill>
                        <a:srgbClr val="000000"/>
                      </a:solidFill>
                      <a:prstDash val="solid"/>
                      <a:round/>
                      <a:headEnd type="none" w="sm" len="sm"/>
                      <a:tailEnd type="none" w="sm" len="sm"/>
                    </a:lnT>
                    <a:lnB w="25400" cap="flat" cmpd="sng" algn="ctr">
                      <a:solidFill>
                        <a:srgbClr val="000000"/>
                      </a:solidFill>
                      <a:prstDash val="solid"/>
                      <a:round/>
                      <a:headEnd type="none" w="sm" len="sm"/>
                      <a:tailEnd type="none" w="sm" len="sm"/>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rgbClr val="0000CC"/>
                        </a:buClr>
                        <a:buSzTx/>
                        <a:buFontTx/>
                        <a:buNone/>
                        <a:tabLst/>
                      </a:pPr>
                      <a:r>
                        <a:rPr kumimoji="1" lang="en-US" altLang="zh-CN" sz="2400" b="1" i="0" u="sng" strike="noStrike" cap="none" normalizeH="0" baseline="0" dirty="0">
                          <a:ln>
                            <a:noFill/>
                          </a:ln>
                          <a:solidFill>
                            <a:srgbClr val="003399"/>
                          </a:solidFill>
                          <a:effectLst>
                            <a:outerShdw blurRad="38100" dist="38100" dir="2700000" algn="tl">
                              <a:srgbClr val="000000">
                                <a:alpha val="43137"/>
                              </a:srgbClr>
                            </a:outerShdw>
                          </a:effectLst>
                          <a:latin typeface="Verdana" pitchFamily="34" charset="0"/>
                          <a:ea typeface="华文中宋" pitchFamily="2" charset="-122"/>
                          <a:cs typeface="Times New Roman" pitchFamily="18" charset="0"/>
                        </a:rPr>
                        <a:t>2</a:t>
                      </a:r>
                    </a:p>
                  </a:txBody>
                  <a:tcPr marT="45723" marB="45723" anchor="ctr" anchorCtr="1" horzOverflow="overflow">
                    <a:lnL w="25400" cap="flat" cmpd="sng" algn="ctr">
                      <a:solidFill>
                        <a:srgbClr val="000000"/>
                      </a:solidFill>
                      <a:prstDash val="solid"/>
                      <a:round/>
                      <a:headEnd type="none" w="sm" len="sm"/>
                      <a:tailEnd type="none" w="sm" len="sm"/>
                    </a:lnL>
                    <a:lnR w="25400" cap="flat" cmpd="sng" algn="ctr">
                      <a:solidFill>
                        <a:srgbClr val="000000"/>
                      </a:solidFill>
                      <a:prstDash val="solid"/>
                      <a:round/>
                      <a:headEnd type="none" w="sm" len="sm"/>
                      <a:tailEnd type="none" w="sm" len="sm"/>
                    </a:lnR>
                    <a:lnT w="25400" cap="flat" cmpd="sng" algn="ctr">
                      <a:solidFill>
                        <a:srgbClr val="000000"/>
                      </a:solidFill>
                      <a:prstDash val="solid"/>
                      <a:round/>
                      <a:headEnd type="none" w="sm" len="sm"/>
                      <a:tailEnd type="none" w="sm" len="sm"/>
                    </a:lnT>
                    <a:lnB w="25400" cap="flat" cmpd="sng" algn="ctr">
                      <a:solidFill>
                        <a:srgbClr val="000000"/>
                      </a:solidFill>
                      <a:prstDash val="solid"/>
                      <a:round/>
                      <a:headEnd type="none" w="sm" len="sm"/>
                      <a:tailEnd type="none" w="sm" len="sm"/>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rgbClr val="0000CC"/>
                        </a:buClr>
                        <a:buSzTx/>
                        <a:buFontTx/>
                        <a:buNone/>
                        <a:tabLst/>
                      </a:pPr>
                      <a:r>
                        <a:rPr kumimoji="1" lang="en-US" altLang="zh-CN" sz="2400" b="1" i="0" u="sng" strike="noStrike" cap="none" normalizeH="0" baseline="0" dirty="0">
                          <a:ln>
                            <a:noFill/>
                          </a:ln>
                          <a:solidFill>
                            <a:srgbClr val="003399"/>
                          </a:solidFill>
                          <a:effectLst>
                            <a:outerShdw blurRad="38100" dist="38100" dir="2700000" algn="tl">
                              <a:srgbClr val="000000">
                                <a:alpha val="43137"/>
                              </a:srgbClr>
                            </a:outerShdw>
                          </a:effectLst>
                          <a:latin typeface="Verdana" pitchFamily="34" charset="0"/>
                          <a:ea typeface="华文中宋" pitchFamily="2" charset="-122"/>
                          <a:cs typeface="Times New Roman" pitchFamily="18" charset="0"/>
                        </a:rPr>
                        <a:t>RM</a:t>
                      </a:r>
                      <a:endParaRPr kumimoji="1" lang="zh-CN" altLang="en-US" sz="2400" b="1" i="0" u="sng" strike="noStrike" cap="none" normalizeH="0" baseline="0" dirty="0">
                        <a:ln>
                          <a:noFill/>
                        </a:ln>
                        <a:solidFill>
                          <a:srgbClr val="003399"/>
                        </a:solidFill>
                        <a:effectLst>
                          <a:outerShdw blurRad="38100" dist="38100" dir="2700000" algn="tl">
                            <a:srgbClr val="000000">
                              <a:alpha val="43137"/>
                            </a:srgbClr>
                          </a:outerShdw>
                        </a:effectLst>
                        <a:latin typeface="Verdana" pitchFamily="34" charset="0"/>
                        <a:ea typeface="华文中宋" pitchFamily="2" charset="-122"/>
                        <a:cs typeface="Times New Roman" pitchFamily="18" charset="0"/>
                      </a:endParaRPr>
                    </a:p>
                  </a:txBody>
                  <a:tcPr marT="45723" marB="45723" anchor="ctr" anchorCtr="1" horzOverflow="overflow">
                    <a:lnL w="25400" cap="flat" cmpd="sng" algn="ctr">
                      <a:solidFill>
                        <a:srgbClr val="000000"/>
                      </a:solidFill>
                      <a:prstDash val="solid"/>
                      <a:round/>
                      <a:headEnd type="none" w="sm" len="sm"/>
                      <a:tailEnd type="none" w="sm" len="sm"/>
                    </a:lnL>
                    <a:lnR w="25400" cap="flat" cmpd="sng" algn="ctr">
                      <a:solidFill>
                        <a:srgbClr val="000000"/>
                      </a:solidFill>
                      <a:prstDash val="solid"/>
                      <a:round/>
                      <a:headEnd type="none" w="sm" len="sm"/>
                      <a:tailEnd type="none" w="sm" len="sm"/>
                    </a:lnR>
                    <a:lnT w="25400" cap="flat" cmpd="sng" algn="ctr">
                      <a:solidFill>
                        <a:srgbClr val="000000"/>
                      </a:solidFill>
                      <a:prstDash val="solid"/>
                      <a:round/>
                      <a:headEnd type="none" w="sm" len="sm"/>
                      <a:tailEnd type="none" w="sm" len="sm"/>
                    </a:lnT>
                    <a:lnB w="25400" cap="flat" cmpd="sng" algn="ctr">
                      <a:solidFill>
                        <a:srgbClr val="000000"/>
                      </a:solidFill>
                      <a:prstDash val="solid"/>
                      <a:round/>
                      <a:headEnd type="none" w="sm" len="sm"/>
                      <a:tailEnd type="none" w="sm" len="sm"/>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rgbClr val="0000CC"/>
                        </a:buClr>
                        <a:buSzTx/>
                        <a:buFontTx/>
                        <a:buNone/>
                        <a:tabLst/>
                      </a:pPr>
                      <a:r>
                        <a:rPr kumimoji="1" lang="en-US" altLang="zh-CN" sz="1400" b="1" i="0" u="sng" strike="noStrike" cap="none" normalizeH="0" baseline="0" dirty="0">
                          <a:ln>
                            <a:noFill/>
                          </a:ln>
                          <a:solidFill>
                            <a:srgbClr val="003399"/>
                          </a:solidFill>
                          <a:effectLst>
                            <a:outerShdw blurRad="38100" dist="38100" dir="2700000" algn="tl">
                              <a:srgbClr val="000000">
                                <a:alpha val="43137"/>
                              </a:srgbClr>
                            </a:outerShdw>
                          </a:effectLst>
                          <a:latin typeface="Verdana" pitchFamily="34" charset="0"/>
                          <a:ea typeface="华文中宋" pitchFamily="2" charset="-122"/>
                          <a:cs typeface="Times New Roman" pitchFamily="18" charset="0"/>
                        </a:rPr>
                        <a:t>IBM 360/370, Intel 80x86, Motorola 6800</a:t>
                      </a:r>
                      <a:endParaRPr kumimoji="1" lang="zh-CN" altLang="en-US" sz="1400" b="1" i="0" u="sng" strike="noStrike" cap="none" normalizeH="0" baseline="0" dirty="0">
                        <a:ln>
                          <a:noFill/>
                        </a:ln>
                        <a:solidFill>
                          <a:srgbClr val="003399"/>
                        </a:solidFill>
                        <a:effectLst>
                          <a:outerShdw blurRad="38100" dist="38100" dir="2700000" algn="tl">
                            <a:srgbClr val="000000">
                              <a:alpha val="43137"/>
                            </a:srgbClr>
                          </a:outerShdw>
                        </a:effectLst>
                        <a:latin typeface="Verdana" pitchFamily="34" charset="0"/>
                        <a:ea typeface="华文中宋" pitchFamily="2" charset="-122"/>
                        <a:cs typeface="Times New Roman" pitchFamily="18" charset="0"/>
                      </a:endParaRPr>
                    </a:p>
                  </a:txBody>
                  <a:tcPr marT="45723" marB="45723" anchor="ctr" anchorCtr="1" horzOverflow="overflow">
                    <a:lnL w="25400" cap="flat" cmpd="sng" algn="ctr">
                      <a:solidFill>
                        <a:srgbClr val="000000"/>
                      </a:solidFill>
                      <a:prstDash val="solid"/>
                      <a:round/>
                      <a:headEnd type="none" w="sm" len="sm"/>
                      <a:tailEnd type="none" w="sm" len="sm"/>
                    </a:lnL>
                    <a:lnR w="25400" cap="flat" cmpd="sng" algn="ctr">
                      <a:solidFill>
                        <a:srgbClr val="000000"/>
                      </a:solidFill>
                      <a:prstDash val="solid"/>
                      <a:round/>
                      <a:headEnd type="none" w="sm" len="sm"/>
                      <a:tailEnd type="none" w="sm" len="sm"/>
                    </a:lnR>
                    <a:lnT w="25400" cap="flat" cmpd="sng" algn="ctr">
                      <a:solidFill>
                        <a:srgbClr val="000000"/>
                      </a:solidFill>
                      <a:prstDash val="solid"/>
                      <a:round/>
                      <a:headEnd type="none" w="sm" len="sm"/>
                      <a:tailEnd type="none" w="sm" len="sm"/>
                    </a:lnT>
                    <a:lnB w="254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666750">
                <a:tc>
                  <a:txBody>
                    <a:bodyPr/>
                    <a:lstStyle/>
                    <a:p>
                      <a:pPr marL="469900" marR="0" lvl="0" indent="-469900" algn="ctr" defTabSz="914400" rtl="0" eaLnBrk="1" fontAlgn="base" latinLnBrk="0" hangingPunct="1">
                        <a:lnSpc>
                          <a:spcPct val="100000"/>
                        </a:lnSpc>
                        <a:spcBef>
                          <a:spcPct val="0"/>
                        </a:spcBef>
                        <a:spcAft>
                          <a:spcPct val="0"/>
                        </a:spcAft>
                        <a:buClr>
                          <a:srgbClr val="0000CC"/>
                        </a:buClr>
                        <a:buSzTx/>
                        <a:buFontTx/>
                        <a:buNone/>
                        <a:tabLst/>
                      </a:pPr>
                      <a:r>
                        <a:rPr kumimoji="1" lang="en-US" altLang="zh-CN" sz="2400" b="1" i="0" u="none" strike="noStrike" cap="none" normalizeH="0" baseline="0" dirty="0">
                          <a:ln>
                            <a:noFill/>
                          </a:ln>
                          <a:solidFill>
                            <a:schemeClr val="tx1"/>
                          </a:solidFill>
                          <a:effectLst/>
                          <a:latin typeface="Verdana" pitchFamily="34" charset="0"/>
                          <a:ea typeface="华文中宋" pitchFamily="2" charset="-122"/>
                          <a:cs typeface="Times New Roman" pitchFamily="18" charset="0"/>
                        </a:rPr>
                        <a:t>1</a:t>
                      </a:r>
                      <a:endParaRPr kumimoji="1" lang="zh-CN" altLang="en-US" sz="2400" b="1" i="0" u="none" strike="noStrike" cap="none" normalizeH="0" baseline="0" dirty="0">
                        <a:ln>
                          <a:noFill/>
                        </a:ln>
                        <a:solidFill>
                          <a:schemeClr val="tx1"/>
                        </a:solidFill>
                        <a:effectLst/>
                        <a:latin typeface="Verdana" pitchFamily="34" charset="0"/>
                        <a:ea typeface="华文中宋" pitchFamily="2" charset="-122"/>
                        <a:cs typeface="Times New Roman" pitchFamily="18" charset="0"/>
                      </a:endParaRPr>
                    </a:p>
                  </a:txBody>
                  <a:tcPr marT="45723" marB="45723" anchor="ctr" anchorCtr="1" horzOverflow="overflow">
                    <a:lnL w="25400" cap="flat" cmpd="sng" algn="ctr">
                      <a:solidFill>
                        <a:srgbClr val="000000"/>
                      </a:solidFill>
                      <a:prstDash val="solid"/>
                      <a:round/>
                      <a:headEnd type="none" w="sm" len="sm"/>
                      <a:tailEnd type="none" w="sm" len="sm"/>
                    </a:lnL>
                    <a:lnR w="25400" cap="flat" cmpd="sng" algn="ctr">
                      <a:solidFill>
                        <a:srgbClr val="000000"/>
                      </a:solidFill>
                      <a:prstDash val="solid"/>
                      <a:round/>
                      <a:headEnd type="none" w="sm" len="sm"/>
                      <a:tailEnd type="none" w="sm" len="sm"/>
                    </a:lnR>
                    <a:lnT w="25400" cap="flat" cmpd="sng" algn="ctr">
                      <a:solidFill>
                        <a:srgbClr val="000000"/>
                      </a:solidFill>
                      <a:prstDash val="solid"/>
                      <a:round/>
                      <a:headEnd type="none" w="sm" len="sm"/>
                      <a:tailEnd type="none" w="sm" len="sm"/>
                    </a:lnT>
                    <a:lnB w="25400" cap="flat" cmpd="sng" algn="ctr">
                      <a:solidFill>
                        <a:srgbClr val="000000"/>
                      </a:solidFill>
                      <a:prstDash val="solid"/>
                      <a:round/>
                      <a:headEnd type="none" w="sm" len="sm"/>
                      <a:tailEnd type="none" w="sm" len="sm"/>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rgbClr val="0000CC"/>
                        </a:buClr>
                        <a:buSzTx/>
                        <a:buFontTx/>
                        <a:buNone/>
                        <a:tabLst/>
                      </a:pPr>
                      <a:r>
                        <a:rPr kumimoji="1" lang="en-US" altLang="zh-CN" sz="2400" b="1" i="0" u="none" strike="noStrike" cap="none" normalizeH="0" baseline="0" dirty="0">
                          <a:ln>
                            <a:noFill/>
                          </a:ln>
                          <a:solidFill>
                            <a:schemeClr val="tx1"/>
                          </a:solidFill>
                          <a:effectLst/>
                          <a:latin typeface="Verdana" pitchFamily="34" charset="0"/>
                          <a:ea typeface="华文中宋" pitchFamily="2" charset="-122"/>
                          <a:cs typeface="Times New Roman" pitchFamily="18" charset="0"/>
                        </a:rPr>
                        <a:t>3</a:t>
                      </a:r>
                    </a:p>
                  </a:txBody>
                  <a:tcPr marT="45723" marB="45723" anchor="ctr" anchorCtr="1" horzOverflow="overflow">
                    <a:lnL w="25400" cap="flat" cmpd="sng" algn="ctr">
                      <a:solidFill>
                        <a:srgbClr val="000000"/>
                      </a:solidFill>
                      <a:prstDash val="solid"/>
                      <a:round/>
                      <a:headEnd type="none" w="sm" len="sm"/>
                      <a:tailEnd type="none" w="sm" len="sm"/>
                    </a:lnL>
                    <a:lnR w="25400" cap="flat" cmpd="sng" algn="ctr">
                      <a:solidFill>
                        <a:srgbClr val="000000"/>
                      </a:solidFill>
                      <a:prstDash val="solid"/>
                      <a:round/>
                      <a:headEnd type="none" w="sm" len="sm"/>
                      <a:tailEnd type="none" w="sm" len="sm"/>
                    </a:lnR>
                    <a:lnT w="25400" cap="flat" cmpd="sng" algn="ctr">
                      <a:solidFill>
                        <a:srgbClr val="000000"/>
                      </a:solidFill>
                      <a:prstDash val="solid"/>
                      <a:round/>
                      <a:headEnd type="none" w="sm" len="sm"/>
                      <a:tailEnd type="none" w="sm" len="sm"/>
                    </a:lnT>
                    <a:lnB w="25400" cap="flat" cmpd="sng" algn="ctr">
                      <a:solidFill>
                        <a:srgbClr val="000000"/>
                      </a:solidFill>
                      <a:prstDash val="solid"/>
                      <a:round/>
                      <a:headEnd type="none" w="sm" len="sm"/>
                      <a:tailEnd type="none" w="sm" len="sm"/>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rgbClr val="0000CC"/>
                        </a:buClr>
                        <a:buSzTx/>
                        <a:buFontTx/>
                        <a:buNone/>
                        <a:tabLst/>
                      </a:pPr>
                      <a:r>
                        <a:rPr kumimoji="1" lang="en-US" altLang="zh-CN" sz="2400" b="1" i="0" u="none" strike="noStrike" cap="none" normalizeH="0" baseline="0">
                          <a:ln>
                            <a:noFill/>
                          </a:ln>
                          <a:solidFill>
                            <a:schemeClr val="tx1"/>
                          </a:solidFill>
                          <a:effectLst/>
                          <a:latin typeface="Verdana" pitchFamily="34" charset="0"/>
                          <a:ea typeface="华文中宋" pitchFamily="2" charset="-122"/>
                          <a:cs typeface="Times New Roman" pitchFamily="18" charset="0"/>
                        </a:rPr>
                        <a:t>RM</a:t>
                      </a:r>
                      <a:endParaRPr kumimoji="1" lang="zh-CN" altLang="en-US" sz="2400" b="1" i="0" u="none" strike="noStrike" cap="none" normalizeH="0" baseline="0">
                        <a:ln>
                          <a:noFill/>
                        </a:ln>
                        <a:solidFill>
                          <a:schemeClr val="tx1"/>
                        </a:solidFill>
                        <a:effectLst/>
                        <a:latin typeface="Verdana" pitchFamily="34" charset="0"/>
                        <a:ea typeface="华文中宋" pitchFamily="2" charset="-122"/>
                        <a:cs typeface="Times New Roman" pitchFamily="18" charset="0"/>
                      </a:endParaRPr>
                    </a:p>
                  </a:txBody>
                  <a:tcPr marT="45723" marB="45723" anchor="ctr" anchorCtr="1" horzOverflow="overflow">
                    <a:lnL w="25400" cap="flat" cmpd="sng" algn="ctr">
                      <a:solidFill>
                        <a:srgbClr val="000000"/>
                      </a:solidFill>
                      <a:prstDash val="solid"/>
                      <a:round/>
                      <a:headEnd type="none" w="sm" len="sm"/>
                      <a:tailEnd type="none" w="sm" len="sm"/>
                    </a:lnL>
                    <a:lnR w="25400" cap="flat" cmpd="sng" algn="ctr">
                      <a:solidFill>
                        <a:srgbClr val="000000"/>
                      </a:solidFill>
                      <a:prstDash val="solid"/>
                      <a:round/>
                      <a:headEnd type="none" w="sm" len="sm"/>
                      <a:tailEnd type="none" w="sm" len="sm"/>
                    </a:lnR>
                    <a:lnT w="25400" cap="flat" cmpd="sng" algn="ctr">
                      <a:solidFill>
                        <a:srgbClr val="000000"/>
                      </a:solidFill>
                      <a:prstDash val="solid"/>
                      <a:round/>
                      <a:headEnd type="none" w="sm" len="sm"/>
                      <a:tailEnd type="none" w="sm" len="sm"/>
                    </a:lnT>
                    <a:lnB w="25400" cap="flat" cmpd="sng" algn="ctr">
                      <a:solidFill>
                        <a:srgbClr val="000000"/>
                      </a:solidFill>
                      <a:prstDash val="solid"/>
                      <a:round/>
                      <a:headEnd type="none" w="sm" len="sm"/>
                      <a:tailEnd type="none" w="sm" len="sm"/>
                    </a:lnB>
                    <a:lnTlToBr>
                      <a:noFill/>
                    </a:lnTlToBr>
                    <a:lnBlToTr>
                      <a:noFill/>
                    </a:lnBlToTr>
                    <a:noFill/>
                  </a:tcPr>
                </a:tc>
                <a:tc>
                  <a:txBody>
                    <a:bodyPr/>
                    <a:lstStyle/>
                    <a:p>
                      <a:pPr marL="469900" marR="0" lvl="0" indent="-469900" algn="l" defTabSz="914400" rtl="0" eaLnBrk="1" fontAlgn="base" latinLnBrk="0" hangingPunct="1">
                        <a:lnSpc>
                          <a:spcPct val="100000"/>
                        </a:lnSpc>
                        <a:spcBef>
                          <a:spcPct val="0"/>
                        </a:spcBef>
                        <a:spcAft>
                          <a:spcPct val="0"/>
                        </a:spcAft>
                        <a:buClr>
                          <a:srgbClr val="0000CC"/>
                        </a:buClr>
                        <a:buSzTx/>
                        <a:buFontTx/>
                        <a:buNone/>
                        <a:tabLst/>
                      </a:pPr>
                      <a:r>
                        <a:rPr kumimoji="1" lang="en-US" altLang="zh-CN" sz="1400" b="1" i="0" u="none" strike="noStrike" cap="none" normalizeH="0" baseline="0" dirty="0">
                          <a:ln>
                            <a:noFill/>
                          </a:ln>
                          <a:solidFill>
                            <a:schemeClr val="tx1"/>
                          </a:solidFill>
                          <a:effectLst/>
                          <a:latin typeface="Verdana" pitchFamily="34" charset="0"/>
                          <a:ea typeface="华文中宋" pitchFamily="2" charset="-122"/>
                          <a:cs typeface="Times New Roman" pitchFamily="18" charset="0"/>
                        </a:rPr>
                        <a:t>IBM 360/370</a:t>
                      </a:r>
                      <a:endParaRPr kumimoji="1" lang="zh-CN" altLang="en-US" sz="1400" b="1" i="0" u="none" strike="noStrike" cap="none" normalizeH="0" baseline="0" dirty="0">
                        <a:ln>
                          <a:noFill/>
                        </a:ln>
                        <a:solidFill>
                          <a:schemeClr val="tx1"/>
                        </a:solidFill>
                        <a:effectLst/>
                        <a:latin typeface="Verdana" pitchFamily="34" charset="0"/>
                        <a:ea typeface="华文中宋" pitchFamily="2" charset="-122"/>
                        <a:cs typeface="Times New Roman" pitchFamily="18" charset="0"/>
                      </a:endParaRPr>
                    </a:p>
                  </a:txBody>
                  <a:tcPr marT="45723" marB="45723" anchor="ctr" anchorCtr="1" horzOverflow="overflow">
                    <a:lnL w="25400" cap="flat" cmpd="sng" algn="ctr">
                      <a:solidFill>
                        <a:srgbClr val="000000"/>
                      </a:solidFill>
                      <a:prstDash val="solid"/>
                      <a:round/>
                      <a:headEnd type="none" w="sm" len="sm"/>
                      <a:tailEnd type="none" w="sm" len="sm"/>
                    </a:lnL>
                    <a:lnR w="25400" cap="flat" cmpd="sng" algn="ctr">
                      <a:solidFill>
                        <a:srgbClr val="000000"/>
                      </a:solidFill>
                      <a:prstDash val="solid"/>
                      <a:round/>
                      <a:headEnd type="none" w="sm" len="sm"/>
                      <a:tailEnd type="none" w="sm" len="sm"/>
                    </a:lnR>
                    <a:lnT w="25400" cap="flat" cmpd="sng" algn="ctr">
                      <a:solidFill>
                        <a:srgbClr val="000000"/>
                      </a:solidFill>
                      <a:prstDash val="solid"/>
                      <a:round/>
                      <a:headEnd type="none" w="sm" len="sm"/>
                      <a:tailEnd type="none" w="sm" len="sm"/>
                    </a:lnT>
                    <a:lnB w="254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666750">
                <a:tc>
                  <a:txBody>
                    <a:bodyPr/>
                    <a:lstStyle/>
                    <a:p>
                      <a:pPr marL="469900" marR="0" lvl="0" indent="-469900" algn="ctr" defTabSz="914400" rtl="0" eaLnBrk="1" fontAlgn="base" latinLnBrk="0" hangingPunct="1">
                        <a:lnSpc>
                          <a:spcPct val="100000"/>
                        </a:lnSpc>
                        <a:spcBef>
                          <a:spcPct val="0"/>
                        </a:spcBef>
                        <a:spcAft>
                          <a:spcPct val="0"/>
                        </a:spcAft>
                        <a:buClr>
                          <a:srgbClr val="0000CC"/>
                        </a:buClr>
                        <a:buSzTx/>
                        <a:buFontTx/>
                        <a:buNone/>
                        <a:tabLst/>
                      </a:pPr>
                      <a:r>
                        <a:rPr kumimoji="1" lang="en-US" altLang="zh-CN" sz="2400" b="1" i="0" u="none" strike="noStrike" cap="none" normalizeH="0" baseline="0" dirty="0">
                          <a:ln>
                            <a:noFill/>
                          </a:ln>
                          <a:solidFill>
                            <a:schemeClr val="tx1"/>
                          </a:solidFill>
                          <a:effectLst/>
                          <a:latin typeface="Verdana" pitchFamily="34" charset="0"/>
                          <a:ea typeface="华文中宋" pitchFamily="2" charset="-122"/>
                          <a:cs typeface="Times New Roman" pitchFamily="18" charset="0"/>
                        </a:rPr>
                        <a:t>2</a:t>
                      </a:r>
                      <a:endParaRPr kumimoji="1" lang="zh-CN" altLang="en-US" sz="2400" b="1" i="0" u="none" strike="noStrike" cap="none" normalizeH="0" baseline="0" dirty="0">
                        <a:ln>
                          <a:noFill/>
                        </a:ln>
                        <a:solidFill>
                          <a:schemeClr val="tx1"/>
                        </a:solidFill>
                        <a:effectLst/>
                        <a:latin typeface="Verdana" pitchFamily="34" charset="0"/>
                        <a:ea typeface="华文中宋" pitchFamily="2" charset="-122"/>
                        <a:cs typeface="Times New Roman" pitchFamily="18" charset="0"/>
                      </a:endParaRPr>
                    </a:p>
                  </a:txBody>
                  <a:tcPr marT="45723" marB="45723" anchor="ctr" anchorCtr="1" horzOverflow="overflow">
                    <a:lnL w="25400" cap="flat" cmpd="sng" algn="ctr">
                      <a:solidFill>
                        <a:srgbClr val="000000"/>
                      </a:solidFill>
                      <a:prstDash val="solid"/>
                      <a:round/>
                      <a:headEnd type="none" w="sm" len="sm"/>
                      <a:tailEnd type="none" w="sm" len="sm"/>
                    </a:lnL>
                    <a:lnR w="25400" cap="flat" cmpd="sng" algn="ctr">
                      <a:solidFill>
                        <a:srgbClr val="000000"/>
                      </a:solidFill>
                      <a:prstDash val="solid"/>
                      <a:round/>
                      <a:headEnd type="none" w="sm" len="sm"/>
                      <a:tailEnd type="none" w="sm" len="sm"/>
                    </a:lnR>
                    <a:lnT w="25400" cap="flat" cmpd="sng" algn="ctr">
                      <a:solidFill>
                        <a:srgbClr val="000000"/>
                      </a:solidFill>
                      <a:prstDash val="solid"/>
                      <a:round/>
                      <a:headEnd type="none" w="sm" len="sm"/>
                      <a:tailEnd type="none" w="sm" len="sm"/>
                    </a:lnT>
                    <a:lnB w="25400" cap="flat" cmpd="sng" algn="ctr">
                      <a:solidFill>
                        <a:srgbClr val="000000"/>
                      </a:solidFill>
                      <a:prstDash val="solid"/>
                      <a:round/>
                      <a:headEnd type="none" w="sm" len="sm"/>
                      <a:tailEnd type="none" w="sm" len="sm"/>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rgbClr val="0000CC"/>
                        </a:buClr>
                        <a:buSzTx/>
                        <a:buFontTx/>
                        <a:buNone/>
                        <a:tabLst/>
                      </a:pPr>
                      <a:r>
                        <a:rPr kumimoji="1" lang="en-US" altLang="zh-CN" sz="2400" b="1" i="0" u="none" strike="noStrike" cap="none" normalizeH="0" baseline="0">
                          <a:ln>
                            <a:noFill/>
                          </a:ln>
                          <a:solidFill>
                            <a:schemeClr val="tx1"/>
                          </a:solidFill>
                          <a:effectLst/>
                          <a:latin typeface="Verdana" pitchFamily="34" charset="0"/>
                          <a:ea typeface="华文中宋" pitchFamily="2" charset="-122"/>
                          <a:cs typeface="Times New Roman" pitchFamily="18" charset="0"/>
                        </a:rPr>
                        <a:t>2</a:t>
                      </a:r>
                    </a:p>
                  </a:txBody>
                  <a:tcPr marT="45723" marB="45723" anchor="ctr" anchorCtr="1" horzOverflow="overflow">
                    <a:lnL w="25400" cap="flat" cmpd="sng" algn="ctr">
                      <a:solidFill>
                        <a:srgbClr val="000000"/>
                      </a:solidFill>
                      <a:prstDash val="solid"/>
                      <a:round/>
                      <a:headEnd type="none" w="sm" len="sm"/>
                      <a:tailEnd type="none" w="sm" len="sm"/>
                    </a:lnL>
                    <a:lnR w="25400" cap="flat" cmpd="sng" algn="ctr">
                      <a:solidFill>
                        <a:srgbClr val="000000"/>
                      </a:solidFill>
                      <a:prstDash val="solid"/>
                      <a:round/>
                      <a:headEnd type="none" w="sm" len="sm"/>
                      <a:tailEnd type="none" w="sm" len="sm"/>
                    </a:lnR>
                    <a:lnT w="25400" cap="flat" cmpd="sng" algn="ctr">
                      <a:solidFill>
                        <a:srgbClr val="000000"/>
                      </a:solidFill>
                      <a:prstDash val="solid"/>
                      <a:round/>
                      <a:headEnd type="none" w="sm" len="sm"/>
                      <a:tailEnd type="none" w="sm" len="sm"/>
                    </a:lnT>
                    <a:lnB w="25400" cap="flat" cmpd="sng" algn="ctr">
                      <a:solidFill>
                        <a:srgbClr val="000000"/>
                      </a:solidFill>
                      <a:prstDash val="solid"/>
                      <a:round/>
                      <a:headEnd type="none" w="sm" len="sm"/>
                      <a:tailEnd type="none" w="sm" len="sm"/>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rgbClr val="0000CC"/>
                        </a:buClr>
                        <a:buSzTx/>
                        <a:buFontTx/>
                        <a:buNone/>
                        <a:tabLst/>
                      </a:pPr>
                      <a:r>
                        <a:rPr kumimoji="1" lang="en-US" altLang="zh-CN" sz="2400" b="1" i="0" u="none" strike="noStrike" cap="none" normalizeH="0" baseline="0" dirty="0">
                          <a:ln>
                            <a:noFill/>
                          </a:ln>
                          <a:solidFill>
                            <a:schemeClr val="tx1"/>
                          </a:solidFill>
                          <a:effectLst/>
                          <a:latin typeface="Verdana" pitchFamily="34" charset="0"/>
                          <a:ea typeface="华文中宋" pitchFamily="2" charset="-122"/>
                          <a:cs typeface="Times New Roman" pitchFamily="18" charset="0"/>
                        </a:rPr>
                        <a:t>MM</a:t>
                      </a:r>
                      <a:endParaRPr kumimoji="1" lang="zh-CN" altLang="en-US" sz="2400" b="1" i="0" u="none" strike="noStrike" cap="none" normalizeH="0" baseline="0" dirty="0">
                        <a:ln>
                          <a:noFill/>
                        </a:ln>
                        <a:solidFill>
                          <a:schemeClr val="tx1"/>
                        </a:solidFill>
                        <a:effectLst/>
                        <a:latin typeface="Verdana" pitchFamily="34" charset="0"/>
                        <a:ea typeface="华文中宋" pitchFamily="2" charset="-122"/>
                        <a:cs typeface="Times New Roman" pitchFamily="18" charset="0"/>
                      </a:endParaRPr>
                    </a:p>
                  </a:txBody>
                  <a:tcPr marT="45723" marB="45723" anchor="ctr" anchorCtr="1" horzOverflow="overflow">
                    <a:lnL w="25400" cap="flat" cmpd="sng" algn="ctr">
                      <a:solidFill>
                        <a:srgbClr val="000000"/>
                      </a:solidFill>
                      <a:prstDash val="solid"/>
                      <a:round/>
                      <a:headEnd type="none" w="sm" len="sm"/>
                      <a:tailEnd type="none" w="sm" len="sm"/>
                    </a:lnL>
                    <a:lnR w="25400" cap="flat" cmpd="sng" algn="ctr">
                      <a:solidFill>
                        <a:srgbClr val="000000"/>
                      </a:solidFill>
                      <a:prstDash val="solid"/>
                      <a:round/>
                      <a:headEnd type="none" w="sm" len="sm"/>
                      <a:tailEnd type="none" w="sm" len="sm"/>
                    </a:lnR>
                    <a:lnT w="25400" cap="flat" cmpd="sng" algn="ctr">
                      <a:solidFill>
                        <a:srgbClr val="000000"/>
                      </a:solidFill>
                      <a:prstDash val="solid"/>
                      <a:round/>
                      <a:headEnd type="none" w="sm" len="sm"/>
                      <a:tailEnd type="none" w="sm" len="sm"/>
                    </a:lnT>
                    <a:lnB w="25400" cap="flat" cmpd="sng" algn="ctr">
                      <a:solidFill>
                        <a:srgbClr val="000000"/>
                      </a:solidFill>
                      <a:prstDash val="solid"/>
                      <a:round/>
                      <a:headEnd type="none" w="sm" len="sm"/>
                      <a:tailEnd type="none" w="sm" len="sm"/>
                    </a:lnB>
                    <a:lnTlToBr>
                      <a:noFill/>
                    </a:lnTlToBr>
                    <a:lnBlToTr>
                      <a:noFill/>
                    </a:lnBlToTr>
                    <a:noFill/>
                  </a:tcPr>
                </a:tc>
                <a:tc>
                  <a:txBody>
                    <a:bodyPr/>
                    <a:lstStyle/>
                    <a:p>
                      <a:pPr marL="469900" marR="0" lvl="0" indent="-469900" algn="l" defTabSz="914400" rtl="0" eaLnBrk="1" fontAlgn="base" latinLnBrk="0" hangingPunct="1">
                        <a:lnSpc>
                          <a:spcPct val="100000"/>
                        </a:lnSpc>
                        <a:spcBef>
                          <a:spcPct val="0"/>
                        </a:spcBef>
                        <a:spcAft>
                          <a:spcPct val="0"/>
                        </a:spcAft>
                        <a:buClr>
                          <a:srgbClr val="0000CC"/>
                        </a:buClr>
                        <a:buSzTx/>
                        <a:buFontTx/>
                        <a:buNone/>
                        <a:tabLst/>
                      </a:pPr>
                      <a:r>
                        <a:rPr kumimoji="1" lang="en-US" altLang="zh-CN" sz="1400" b="1" i="0" u="none" strike="noStrike" cap="none" normalizeH="0" baseline="0" dirty="0">
                          <a:ln>
                            <a:noFill/>
                          </a:ln>
                          <a:solidFill>
                            <a:schemeClr val="tx1"/>
                          </a:solidFill>
                          <a:effectLst/>
                          <a:latin typeface="Verdana" pitchFamily="34" charset="0"/>
                          <a:ea typeface="华文中宋" pitchFamily="2" charset="-122"/>
                          <a:cs typeface="Times New Roman" pitchFamily="18" charset="0"/>
                        </a:rPr>
                        <a:t>VAX</a:t>
                      </a:r>
                      <a:endParaRPr kumimoji="1" lang="zh-CN" altLang="en-US" sz="1400" b="1" i="0" u="none" strike="noStrike" cap="none" normalizeH="0" baseline="0" dirty="0">
                        <a:ln>
                          <a:noFill/>
                        </a:ln>
                        <a:solidFill>
                          <a:schemeClr val="tx1"/>
                        </a:solidFill>
                        <a:effectLst/>
                        <a:latin typeface="Verdana" pitchFamily="34" charset="0"/>
                        <a:ea typeface="华文中宋" pitchFamily="2" charset="-122"/>
                        <a:cs typeface="Times New Roman" pitchFamily="18" charset="0"/>
                      </a:endParaRPr>
                    </a:p>
                  </a:txBody>
                  <a:tcPr marT="45723" marB="45723" anchor="ctr" anchorCtr="1" horzOverflow="overflow">
                    <a:lnL w="25400" cap="flat" cmpd="sng" algn="ctr">
                      <a:solidFill>
                        <a:srgbClr val="000000"/>
                      </a:solidFill>
                      <a:prstDash val="solid"/>
                      <a:round/>
                      <a:headEnd type="none" w="sm" len="sm"/>
                      <a:tailEnd type="none" w="sm" len="sm"/>
                    </a:lnL>
                    <a:lnR w="25400" cap="flat" cmpd="sng" algn="ctr">
                      <a:solidFill>
                        <a:srgbClr val="000000"/>
                      </a:solidFill>
                      <a:prstDash val="solid"/>
                      <a:round/>
                      <a:headEnd type="none" w="sm" len="sm"/>
                      <a:tailEnd type="none" w="sm" len="sm"/>
                    </a:lnR>
                    <a:lnT w="25400" cap="flat" cmpd="sng" algn="ctr">
                      <a:solidFill>
                        <a:srgbClr val="000000"/>
                      </a:solidFill>
                      <a:prstDash val="solid"/>
                      <a:round/>
                      <a:headEnd type="none" w="sm" len="sm"/>
                      <a:tailEnd type="none" w="sm" len="sm"/>
                    </a:lnT>
                    <a:lnB w="254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4"/>
                  </a:ext>
                </a:extLst>
              </a:tr>
              <a:tr h="666750">
                <a:tc>
                  <a:txBody>
                    <a:bodyPr/>
                    <a:lstStyle/>
                    <a:p>
                      <a:pPr marL="469900" marR="0" lvl="0" indent="-469900" algn="ctr" defTabSz="914400" rtl="0" eaLnBrk="1" fontAlgn="base" latinLnBrk="0" hangingPunct="1">
                        <a:lnSpc>
                          <a:spcPct val="100000"/>
                        </a:lnSpc>
                        <a:spcBef>
                          <a:spcPct val="0"/>
                        </a:spcBef>
                        <a:spcAft>
                          <a:spcPct val="0"/>
                        </a:spcAft>
                        <a:buClr>
                          <a:srgbClr val="0000CC"/>
                        </a:buClr>
                        <a:buSzTx/>
                        <a:buFontTx/>
                        <a:buNone/>
                        <a:tabLst/>
                      </a:pPr>
                      <a:r>
                        <a:rPr kumimoji="1" lang="en-US" altLang="zh-CN" sz="2400" b="1" i="0" u="sng" strike="noStrike" cap="none" normalizeH="0" baseline="0" dirty="0">
                          <a:ln>
                            <a:noFill/>
                          </a:ln>
                          <a:solidFill>
                            <a:srgbClr val="0033CC"/>
                          </a:solidFill>
                          <a:effectLst>
                            <a:outerShdw blurRad="38100" dist="38100" dir="2700000" algn="tl">
                              <a:srgbClr val="000000">
                                <a:alpha val="43137"/>
                              </a:srgbClr>
                            </a:outerShdw>
                          </a:effectLst>
                          <a:latin typeface="Verdana" pitchFamily="34" charset="0"/>
                          <a:ea typeface="华文中宋" pitchFamily="2" charset="-122"/>
                          <a:cs typeface="Times New Roman" pitchFamily="18" charset="0"/>
                        </a:rPr>
                        <a:t>3</a:t>
                      </a:r>
                      <a:endParaRPr kumimoji="1" lang="zh-CN" altLang="en-US" sz="2400" b="1" i="0" u="sng" strike="noStrike" cap="none" normalizeH="0" baseline="0" dirty="0">
                        <a:ln>
                          <a:noFill/>
                        </a:ln>
                        <a:solidFill>
                          <a:srgbClr val="0033CC"/>
                        </a:solidFill>
                        <a:effectLst>
                          <a:outerShdw blurRad="38100" dist="38100" dir="2700000" algn="tl">
                            <a:srgbClr val="000000">
                              <a:alpha val="43137"/>
                            </a:srgbClr>
                          </a:outerShdw>
                        </a:effectLst>
                        <a:latin typeface="Verdana" pitchFamily="34" charset="0"/>
                        <a:ea typeface="华文中宋" pitchFamily="2" charset="-122"/>
                        <a:cs typeface="Times New Roman" pitchFamily="18" charset="0"/>
                      </a:endParaRPr>
                    </a:p>
                  </a:txBody>
                  <a:tcPr marT="45723" marB="45723" anchor="ctr" anchorCtr="1" horzOverflow="overflow">
                    <a:lnL w="25400" cap="flat" cmpd="sng" algn="ctr">
                      <a:solidFill>
                        <a:srgbClr val="000000"/>
                      </a:solidFill>
                      <a:prstDash val="solid"/>
                      <a:round/>
                      <a:headEnd type="none" w="sm" len="sm"/>
                      <a:tailEnd type="none" w="sm" len="sm"/>
                    </a:lnL>
                    <a:lnR w="25400" cap="flat" cmpd="sng" algn="ctr">
                      <a:solidFill>
                        <a:srgbClr val="000000"/>
                      </a:solidFill>
                      <a:prstDash val="solid"/>
                      <a:round/>
                      <a:headEnd type="none" w="sm" len="sm"/>
                      <a:tailEnd type="none" w="sm" len="sm"/>
                    </a:lnR>
                    <a:lnT w="25400" cap="flat" cmpd="sng" algn="ctr">
                      <a:solidFill>
                        <a:srgbClr val="000000"/>
                      </a:solidFill>
                      <a:prstDash val="solid"/>
                      <a:round/>
                      <a:headEnd type="none" w="sm" len="sm"/>
                      <a:tailEnd type="none" w="sm" len="sm"/>
                    </a:lnT>
                    <a:lnB w="25400" cap="flat" cmpd="sng" algn="ctr">
                      <a:solidFill>
                        <a:srgbClr val="000000"/>
                      </a:solidFill>
                      <a:prstDash val="solid"/>
                      <a:round/>
                      <a:headEnd type="none" w="sm" len="sm"/>
                      <a:tailEnd type="none" w="sm" len="sm"/>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rgbClr val="0000CC"/>
                        </a:buClr>
                        <a:buSzTx/>
                        <a:buFontTx/>
                        <a:buNone/>
                        <a:tabLst/>
                      </a:pPr>
                      <a:r>
                        <a:rPr kumimoji="1" lang="en-US" altLang="zh-CN" sz="2400" b="1" i="0" u="sng" strike="noStrike" cap="none" normalizeH="0" baseline="0" dirty="0">
                          <a:ln>
                            <a:noFill/>
                          </a:ln>
                          <a:solidFill>
                            <a:srgbClr val="0033CC"/>
                          </a:solidFill>
                          <a:effectLst>
                            <a:outerShdw blurRad="38100" dist="38100" dir="2700000" algn="tl">
                              <a:srgbClr val="000000">
                                <a:alpha val="43137"/>
                              </a:srgbClr>
                            </a:outerShdw>
                          </a:effectLst>
                          <a:latin typeface="Verdana" pitchFamily="34" charset="0"/>
                          <a:ea typeface="华文中宋" pitchFamily="2" charset="-122"/>
                          <a:cs typeface="Times New Roman" pitchFamily="18" charset="0"/>
                        </a:rPr>
                        <a:t>3</a:t>
                      </a:r>
                    </a:p>
                  </a:txBody>
                  <a:tcPr marT="45723" marB="45723" anchor="ctr" anchorCtr="1" horzOverflow="overflow">
                    <a:lnL w="25400" cap="flat" cmpd="sng" algn="ctr">
                      <a:solidFill>
                        <a:srgbClr val="000000"/>
                      </a:solidFill>
                      <a:prstDash val="solid"/>
                      <a:round/>
                      <a:headEnd type="none" w="sm" len="sm"/>
                      <a:tailEnd type="none" w="sm" len="sm"/>
                    </a:lnL>
                    <a:lnR w="25400" cap="flat" cmpd="sng" algn="ctr">
                      <a:solidFill>
                        <a:srgbClr val="000000"/>
                      </a:solidFill>
                      <a:prstDash val="solid"/>
                      <a:round/>
                      <a:headEnd type="none" w="sm" len="sm"/>
                      <a:tailEnd type="none" w="sm" len="sm"/>
                    </a:lnR>
                    <a:lnT w="25400" cap="flat" cmpd="sng" algn="ctr">
                      <a:solidFill>
                        <a:srgbClr val="000000"/>
                      </a:solidFill>
                      <a:prstDash val="solid"/>
                      <a:round/>
                      <a:headEnd type="none" w="sm" len="sm"/>
                      <a:tailEnd type="none" w="sm" len="sm"/>
                    </a:lnT>
                    <a:lnB w="25400" cap="flat" cmpd="sng" algn="ctr">
                      <a:solidFill>
                        <a:srgbClr val="000000"/>
                      </a:solidFill>
                      <a:prstDash val="solid"/>
                      <a:round/>
                      <a:headEnd type="none" w="sm" len="sm"/>
                      <a:tailEnd type="none" w="sm" len="sm"/>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rgbClr val="0000CC"/>
                        </a:buClr>
                        <a:buSzTx/>
                        <a:buFontTx/>
                        <a:buNone/>
                        <a:tabLst/>
                      </a:pPr>
                      <a:r>
                        <a:rPr kumimoji="1" lang="en-US" altLang="zh-CN" sz="2400" b="1" i="0" u="sng" strike="noStrike" cap="none" normalizeH="0" baseline="0" dirty="0">
                          <a:ln>
                            <a:noFill/>
                          </a:ln>
                          <a:solidFill>
                            <a:srgbClr val="0033CC"/>
                          </a:solidFill>
                          <a:effectLst>
                            <a:outerShdw blurRad="38100" dist="38100" dir="2700000" algn="tl">
                              <a:srgbClr val="000000">
                                <a:alpha val="43137"/>
                              </a:srgbClr>
                            </a:outerShdw>
                          </a:effectLst>
                          <a:latin typeface="Verdana" pitchFamily="34" charset="0"/>
                          <a:ea typeface="华文中宋" pitchFamily="2" charset="-122"/>
                          <a:cs typeface="Times New Roman" pitchFamily="18" charset="0"/>
                        </a:rPr>
                        <a:t>MM</a:t>
                      </a:r>
                      <a:endParaRPr kumimoji="1" lang="zh-CN" altLang="en-US" sz="2400" b="1" i="0" u="sng" strike="noStrike" cap="none" normalizeH="0" baseline="0" dirty="0">
                        <a:ln>
                          <a:noFill/>
                        </a:ln>
                        <a:solidFill>
                          <a:srgbClr val="0033CC"/>
                        </a:solidFill>
                        <a:effectLst>
                          <a:outerShdw blurRad="38100" dist="38100" dir="2700000" algn="tl">
                            <a:srgbClr val="000000">
                              <a:alpha val="43137"/>
                            </a:srgbClr>
                          </a:outerShdw>
                        </a:effectLst>
                        <a:latin typeface="Verdana" pitchFamily="34" charset="0"/>
                        <a:ea typeface="华文中宋" pitchFamily="2" charset="-122"/>
                        <a:cs typeface="Times New Roman" pitchFamily="18" charset="0"/>
                      </a:endParaRPr>
                    </a:p>
                  </a:txBody>
                  <a:tcPr marT="45723" marB="45723" anchor="ctr" anchorCtr="1" horzOverflow="overflow">
                    <a:lnL w="25400" cap="flat" cmpd="sng" algn="ctr">
                      <a:solidFill>
                        <a:srgbClr val="000000"/>
                      </a:solidFill>
                      <a:prstDash val="solid"/>
                      <a:round/>
                      <a:headEnd type="none" w="sm" len="sm"/>
                      <a:tailEnd type="none" w="sm" len="sm"/>
                    </a:lnL>
                    <a:lnR w="25400" cap="flat" cmpd="sng" algn="ctr">
                      <a:solidFill>
                        <a:srgbClr val="000000"/>
                      </a:solidFill>
                      <a:prstDash val="solid"/>
                      <a:round/>
                      <a:headEnd type="none" w="sm" len="sm"/>
                      <a:tailEnd type="none" w="sm" len="sm"/>
                    </a:lnR>
                    <a:lnT w="25400" cap="flat" cmpd="sng" algn="ctr">
                      <a:solidFill>
                        <a:srgbClr val="000000"/>
                      </a:solidFill>
                      <a:prstDash val="solid"/>
                      <a:round/>
                      <a:headEnd type="none" w="sm" len="sm"/>
                      <a:tailEnd type="none" w="sm" len="sm"/>
                    </a:lnT>
                    <a:lnB w="25400" cap="flat" cmpd="sng" algn="ctr">
                      <a:solidFill>
                        <a:srgbClr val="000000"/>
                      </a:solidFill>
                      <a:prstDash val="solid"/>
                      <a:round/>
                      <a:headEnd type="none" w="sm" len="sm"/>
                      <a:tailEnd type="none" w="sm" len="sm"/>
                    </a:lnB>
                    <a:lnTlToBr>
                      <a:noFill/>
                    </a:lnTlToBr>
                    <a:lnBlToTr>
                      <a:noFill/>
                    </a:lnBlToTr>
                    <a:noFill/>
                  </a:tcPr>
                </a:tc>
                <a:tc>
                  <a:txBody>
                    <a:bodyPr/>
                    <a:lstStyle/>
                    <a:p>
                      <a:pPr marL="469900" marR="0" lvl="0" indent="-469900" algn="l" defTabSz="914400" rtl="0" eaLnBrk="1" fontAlgn="base" latinLnBrk="0" hangingPunct="1">
                        <a:lnSpc>
                          <a:spcPct val="100000"/>
                        </a:lnSpc>
                        <a:spcBef>
                          <a:spcPct val="0"/>
                        </a:spcBef>
                        <a:spcAft>
                          <a:spcPct val="0"/>
                        </a:spcAft>
                        <a:buClr>
                          <a:srgbClr val="0000CC"/>
                        </a:buClr>
                        <a:buSzTx/>
                        <a:buFontTx/>
                        <a:buNone/>
                        <a:tabLst/>
                      </a:pPr>
                      <a:r>
                        <a:rPr kumimoji="1" lang="en-US" altLang="zh-CN" sz="1400" b="1" i="0" u="sng" strike="noStrike" cap="none" normalizeH="0" baseline="0" dirty="0">
                          <a:ln>
                            <a:noFill/>
                          </a:ln>
                          <a:solidFill>
                            <a:srgbClr val="0033CC"/>
                          </a:solidFill>
                          <a:effectLst>
                            <a:outerShdw blurRad="38100" dist="38100" dir="2700000" algn="tl">
                              <a:srgbClr val="000000">
                                <a:alpha val="43137"/>
                              </a:srgbClr>
                            </a:outerShdw>
                          </a:effectLst>
                          <a:latin typeface="Verdana" pitchFamily="34" charset="0"/>
                          <a:ea typeface="华文中宋" pitchFamily="2" charset="-122"/>
                          <a:cs typeface="Times New Roman" pitchFamily="18" charset="0"/>
                        </a:rPr>
                        <a:t>VAX</a:t>
                      </a:r>
                      <a:endParaRPr kumimoji="1" lang="zh-CN" altLang="en-US" sz="1400" b="1" i="0" u="sng" strike="noStrike" cap="none" normalizeH="0" baseline="0" dirty="0">
                        <a:ln>
                          <a:noFill/>
                        </a:ln>
                        <a:solidFill>
                          <a:srgbClr val="0033CC"/>
                        </a:solidFill>
                        <a:effectLst>
                          <a:outerShdw blurRad="38100" dist="38100" dir="2700000" algn="tl">
                            <a:srgbClr val="000000">
                              <a:alpha val="43137"/>
                            </a:srgbClr>
                          </a:outerShdw>
                        </a:effectLst>
                        <a:latin typeface="Verdana" pitchFamily="34" charset="0"/>
                        <a:ea typeface="华文中宋" pitchFamily="2" charset="-122"/>
                        <a:cs typeface="Times New Roman" pitchFamily="18" charset="0"/>
                      </a:endParaRPr>
                    </a:p>
                  </a:txBody>
                  <a:tcPr marT="45723" marB="45723" anchor="ctr" anchorCtr="1" horzOverflow="overflow">
                    <a:lnL w="25400" cap="flat" cmpd="sng" algn="ctr">
                      <a:solidFill>
                        <a:srgbClr val="000000"/>
                      </a:solidFill>
                      <a:prstDash val="solid"/>
                      <a:round/>
                      <a:headEnd type="none" w="sm" len="sm"/>
                      <a:tailEnd type="none" w="sm" len="sm"/>
                    </a:lnL>
                    <a:lnR w="25400" cap="flat" cmpd="sng" algn="ctr">
                      <a:solidFill>
                        <a:srgbClr val="000000"/>
                      </a:solidFill>
                      <a:prstDash val="solid"/>
                      <a:round/>
                      <a:headEnd type="none" w="sm" len="sm"/>
                      <a:tailEnd type="none" w="sm" len="sm"/>
                    </a:lnR>
                    <a:lnT w="25400" cap="flat" cmpd="sng" algn="ctr">
                      <a:solidFill>
                        <a:srgbClr val="000000"/>
                      </a:solidFill>
                      <a:prstDash val="solid"/>
                      <a:round/>
                      <a:headEnd type="none" w="sm" len="sm"/>
                      <a:tailEnd type="none" w="sm" len="sm"/>
                    </a:lnT>
                    <a:lnB w="254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5"/>
                  </a:ext>
                </a:extLst>
              </a:tr>
            </a:tbl>
          </a:graphicData>
        </a:graphic>
      </p:graphicFrame>
      <p:sp>
        <p:nvSpPr>
          <p:cNvPr id="61479" name="Rectangle 2054"/>
          <p:cNvSpPr>
            <a:spLocks noGrp="1" noChangeArrowheads="1"/>
          </p:cNvSpPr>
          <p:nvPr>
            <p:ph type="title"/>
          </p:nvPr>
        </p:nvSpPr>
        <p:spPr>
          <a:xfrm>
            <a:off x="827088" y="333375"/>
            <a:ext cx="7453312" cy="676275"/>
          </a:xfrm>
        </p:spPr>
        <p:txBody>
          <a:bodyPr/>
          <a:lstStyle/>
          <a:p>
            <a:pPr eaLnBrk="1" hangingPunct="1"/>
            <a:r>
              <a:rPr lang="zh-CN" altLang="en-US" sz="3600" b="1"/>
              <a:t>通用寄存器型指令集结构</a:t>
            </a:r>
          </a:p>
        </p:txBody>
      </p:sp>
      <p:sp>
        <p:nvSpPr>
          <p:cNvPr id="2" name="日期占位符 1">
            <a:extLst>
              <a:ext uri="{FF2B5EF4-FFF2-40B4-BE49-F238E27FC236}">
                <a16:creationId xmlns:a16="http://schemas.microsoft.com/office/drawing/2014/main" id="{069B3C6F-0D02-B917-5D13-60003EFF3522}"/>
              </a:ext>
            </a:extLst>
          </p:cNvPr>
          <p:cNvSpPr txBox="1">
            <a:spLocks/>
          </p:cNvSpPr>
          <p:nvPr/>
        </p:nvSpPr>
        <p:spPr>
          <a:xfrm>
            <a:off x="457200" y="6356350"/>
            <a:ext cx="2133600" cy="365125"/>
          </a:xfrm>
          <a:prstGeom prst="rect">
            <a:avLst/>
          </a:prstGeom>
        </p:spPr>
        <p:txBody>
          <a:bodyPr/>
          <a:lstStyle>
            <a:defPPr>
              <a:defRPr lang="en-US"/>
            </a:defPPr>
            <a:lvl1pPr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1pPr>
            <a:lvl2pPr marL="4572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2pPr>
            <a:lvl3pPr marL="9144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3pPr>
            <a:lvl4pPr marL="13716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4pPr>
            <a:lvl5pPr marL="18288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5pPr>
            <a:lvl6pPr marL="22860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6pPr>
            <a:lvl7pPr marL="27432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7pPr>
            <a:lvl8pPr marL="32004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8pPr>
            <a:lvl9pPr marL="36576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9pPr>
          </a:lstStyle>
          <a:p>
            <a:pPr>
              <a:defRPr/>
            </a:pPr>
            <a:fld id="{4349BE7F-346D-41C2-AC16-4B645E86F7D0}" type="datetime1">
              <a:rPr lang="zh-CN" altLang="en-US" smtClean="0"/>
              <a:pPr>
                <a:defRPr/>
              </a:pPr>
              <a:t>2025/9/16</a:t>
            </a:fld>
            <a:endParaRPr lang="en-US" altLang="zh-CN" dirty="0"/>
          </a:p>
        </p:txBody>
      </p:sp>
      <p:sp>
        <p:nvSpPr>
          <p:cNvPr id="3" name="页脚占位符 3">
            <a:extLst>
              <a:ext uri="{FF2B5EF4-FFF2-40B4-BE49-F238E27FC236}">
                <a16:creationId xmlns:a16="http://schemas.microsoft.com/office/drawing/2014/main" id="{DCEDF5E9-5723-7480-7FE9-AAC1D32862B6}"/>
              </a:ext>
            </a:extLst>
          </p:cNvPr>
          <p:cNvSpPr txBox="1">
            <a:spLocks/>
          </p:cNvSpPr>
          <p:nvPr/>
        </p:nvSpPr>
        <p:spPr>
          <a:xfrm>
            <a:off x="3124200" y="6356350"/>
            <a:ext cx="2895600" cy="365125"/>
          </a:xfrm>
          <a:prstGeom prst="rect">
            <a:avLst/>
          </a:prstGeom>
        </p:spPr>
        <p:txBody>
          <a:bodyPr/>
          <a:lstStyle>
            <a:defPPr>
              <a:defRPr lang="en-US"/>
            </a:defPPr>
            <a:lvl1pPr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1pPr>
            <a:lvl2pPr marL="4572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2pPr>
            <a:lvl3pPr marL="9144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3pPr>
            <a:lvl4pPr marL="13716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4pPr>
            <a:lvl5pPr marL="18288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5pPr>
            <a:lvl6pPr marL="22860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6pPr>
            <a:lvl7pPr marL="27432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7pPr>
            <a:lvl8pPr marL="32004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8pPr>
            <a:lvl9pPr marL="36576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9pPr>
          </a:lstStyle>
          <a:p>
            <a:pPr>
              <a:defRPr/>
            </a:pPr>
            <a:r>
              <a:rPr lang="zh-CN" altLang="en-US"/>
              <a:t>计算学部 刘宏伟</a:t>
            </a:r>
            <a:endParaRPr lang="en-US" altLang="zh-CN"/>
          </a:p>
        </p:txBody>
      </p:sp>
      <p:sp>
        <p:nvSpPr>
          <p:cNvPr id="4" name="灯片编号占位符 4">
            <a:extLst>
              <a:ext uri="{FF2B5EF4-FFF2-40B4-BE49-F238E27FC236}">
                <a16:creationId xmlns:a16="http://schemas.microsoft.com/office/drawing/2014/main" id="{C7F7EDDA-5309-A36D-EB12-1781B4EB9457}"/>
              </a:ext>
            </a:extLst>
          </p:cNvPr>
          <p:cNvSpPr txBox="1">
            <a:spLocks/>
          </p:cNvSpPr>
          <p:nvPr/>
        </p:nvSpPr>
        <p:spPr>
          <a:xfrm>
            <a:off x="6553200" y="6356350"/>
            <a:ext cx="2133600" cy="365125"/>
          </a:xfrm>
          <a:prstGeom prst="rect">
            <a:avLst/>
          </a:prstGeom>
        </p:spPr>
        <p:txBody>
          <a:bodyPr/>
          <a:lstStyle>
            <a:defPPr>
              <a:defRPr lang="en-US"/>
            </a:defPPr>
            <a:lvl1pPr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1pPr>
            <a:lvl2pPr marL="4572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2pPr>
            <a:lvl3pPr marL="9144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3pPr>
            <a:lvl4pPr marL="13716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4pPr>
            <a:lvl5pPr marL="18288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5pPr>
            <a:lvl6pPr marL="22860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6pPr>
            <a:lvl7pPr marL="27432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7pPr>
            <a:lvl8pPr marL="32004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8pPr>
            <a:lvl9pPr marL="36576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9pPr>
          </a:lstStyle>
          <a:p>
            <a:pPr>
              <a:defRPr/>
            </a:pPr>
            <a:fld id="{8BCAC33D-D29A-48B3-BCD6-381D3D720D26}" type="slidenum">
              <a:rPr lang="zh-CN" altLang="en-US" smtClean="0"/>
              <a:pPr>
                <a:defRPr/>
              </a:pPr>
              <a:t>38</a:t>
            </a:fld>
            <a:endParaRPr lang="en-US" altLang="zh-CN"/>
          </a:p>
        </p:txBody>
      </p:sp>
    </p:spTree>
    <p:extLst>
      <p:ext uri="{BB962C8B-B14F-4D97-AF65-F5344CB8AC3E}">
        <p14:creationId xmlns:p14="http://schemas.microsoft.com/office/powerpoint/2010/main" val="2861353138"/>
      </p:ext>
    </p:extLst>
  </p:cSld>
  <p:clrMapOvr>
    <a:masterClrMapping/>
  </p:clrMapOvr>
  <p:transition>
    <p:pull dir="rd"/>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51" name="Rectangle 2055"/>
          <p:cNvSpPr>
            <a:spLocks noGrp="1" noChangeArrowheads="1"/>
          </p:cNvSpPr>
          <p:nvPr>
            <p:ph type="body" idx="1"/>
          </p:nvPr>
        </p:nvSpPr>
        <p:spPr>
          <a:xfrm>
            <a:off x="611188" y="1268413"/>
            <a:ext cx="8001000" cy="4483100"/>
          </a:xfrm>
        </p:spPr>
        <p:txBody>
          <a:bodyPr/>
          <a:lstStyle/>
          <a:p>
            <a:pPr eaLnBrk="1" hangingPunct="1">
              <a:lnSpc>
                <a:spcPct val="150000"/>
              </a:lnSpc>
              <a:defRPr/>
            </a:pPr>
            <a:r>
              <a:rPr lang="zh-CN" altLang="en-US" sz="2400" b="1" dirty="0">
                <a:latin typeface="Times New Roman" panose="02020603050405020304" pitchFamily="18" charset="0"/>
                <a:ea typeface="+mj-ea"/>
                <a:cs typeface="Times New Roman" panose="02020603050405020304" pitchFamily="18" charset="0"/>
              </a:rPr>
              <a:t>可以将当前大多数通用寄存器型指令集结构进一步细分为三种类型：</a:t>
            </a:r>
          </a:p>
          <a:p>
            <a:pPr lvl="1" eaLnBrk="1" hangingPunct="1">
              <a:lnSpc>
                <a:spcPct val="120000"/>
              </a:lnSpc>
              <a:defRPr/>
            </a:pPr>
            <a:r>
              <a:rPr lang="zh-CN" altLang="en-US" sz="2400" b="1" dirty="0">
                <a:latin typeface="Times New Roman" panose="02020603050405020304" pitchFamily="18" charset="0"/>
                <a:ea typeface="+mj-ea"/>
                <a:cs typeface="Times New Roman" panose="02020603050405020304" pitchFamily="18" charset="0"/>
              </a:rPr>
              <a:t>寄存器－寄存器型</a:t>
            </a:r>
          </a:p>
          <a:p>
            <a:pPr lvl="1" eaLnBrk="1" hangingPunct="1">
              <a:lnSpc>
                <a:spcPct val="120000"/>
              </a:lnSpc>
              <a:buFont typeface="Wingdings" pitchFamily="2" charset="2"/>
              <a:buNone/>
              <a:defRPr/>
            </a:pPr>
            <a:r>
              <a:rPr lang="zh-CN" altLang="en-US" sz="2400" b="1" dirty="0">
                <a:latin typeface="Times New Roman" panose="02020603050405020304" pitchFamily="18" charset="0"/>
                <a:ea typeface="+mj-ea"/>
                <a:cs typeface="Times New Roman" panose="02020603050405020304" pitchFamily="18" charset="0"/>
              </a:rPr>
              <a:t>    </a:t>
            </a:r>
            <a:r>
              <a:rPr lang="en-US" altLang="zh-CN" sz="2400" b="1" dirty="0">
                <a:latin typeface="Times New Roman" panose="02020603050405020304" pitchFamily="18" charset="0"/>
                <a:ea typeface="+mj-ea"/>
                <a:cs typeface="Times New Roman" panose="02020603050405020304" pitchFamily="18" charset="0"/>
              </a:rPr>
              <a:t>(R</a:t>
            </a:r>
            <a:r>
              <a:rPr lang="zh-CN" altLang="en-US" sz="2400" b="1" dirty="0">
                <a:latin typeface="Times New Roman" panose="02020603050405020304" pitchFamily="18" charset="0"/>
                <a:ea typeface="+mj-ea"/>
                <a:cs typeface="Times New Roman" panose="02020603050405020304" pitchFamily="18" charset="0"/>
              </a:rPr>
              <a:t>－</a:t>
            </a:r>
            <a:r>
              <a:rPr lang="en-US" altLang="zh-CN" sz="2400" b="1" dirty="0">
                <a:latin typeface="Times New Roman" panose="02020603050405020304" pitchFamily="18" charset="0"/>
                <a:ea typeface="+mj-ea"/>
                <a:cs typeface="Times New Roman" panose="02020603050405020304" pitchFamily="18" charset="0"/>
              </a:rPr>
              <a:t>R</a:t>
            </a:r>
            <a:r>
              <a:rPr lang="zh-CN" altLang="en-US" sz="2400" b="1" dirty="0">
                <a:latin typeface="Times New Roman" panose="02020603050405020304" pitchFamily="18" charset="0"/>
                <a:ea typeface="+mj-ea"/>
                <a:cs typeface="Times New Roman" panose="02020603050405020304" pitchFamily="18" charset="0"/>
              </a:rPr>
              <a:t>：</a:t>
            </a:r>
            <a:r>
              <a:rPr lang="en-US" altLang="zh-CN" sz="2400" b="1" dirty="0">
                <a:latin typeface="Times New Roman" panose="02020603050405020304" pitchFamily="18" charset="0"/>
                <a:ea typeface="+mj-ea"/>
                <a:cs typeface="Times New Roman" panose="02020603050405020304" pitchFamily="18" charset="0"/>
              </a:rPr>
              <a:t>register-register)</a:t>
            </a:r>
          </a:p>
          <a:p>
            <a:pPr lvl="1" eaLnBrk="1" hangingPunct="1">
              <a:lnSpc>
                <a:spcPct val="120000"/>
              </a:lnSpc>
              <a:defRPr/>
            </a:pPr>
            <a:r>
              <a:rPr lang="zh-CN" altLang="en-US" sz="2400" b="1" dirty="0">
                <a:latin typeface="Times New Roman" panose="02020603050405020304" pitchFamily="18" charset="0"/>
                <a:ea typeface="+mj-ea"/>
                <a:cs typeface="Times New Roman" panose="02020603050405020304" pitchFamily="18" charset="0"/>
              </a:rPr>
              <a:t>寄存器－存储器型</a:t>
            </a:r>
          </a:p>
          <a:p>
            <a:pPr lvl="1" eaLnBrk="1" hangingPunct="1">
              <a:lnSpc>
                <a:spcPct val="120000"/>
              </a:lnSpc>
              <a:buFont typeface="Wingdings" pitchFamily="2" charset="2"/>
              <a:buNone/>
              <a:defRPr/>
            </a:pPr>
            <a:r>
              <a:rPr lang="zh-CN" altLang="en-US" sz="2400" b="1" dirty="0">
                <a:latin typeface="Times New Roman" panose="02020603050405020304" pitchFamily="18" charset="0"/>
                <a:ea typeface="+mj-ea"/>
                <a:cs typeface="Times New Roman" panose="02020603050405020304" pitchFamily="18" charset="0"/>
              </a:rPr>
              <a:t>    </a:t>
            </a:r>
            <a:r>
              <a:rPr lang="en-US" altLang="zh-CN" sz="2400" b="1" dirty="0">
                <a:latin typeface="Times New Roman" panose="02020603050405020304" pitchFamily="18" charset="0"/>
                <a:ea typeface="+mj-ea"/>
                <a:cs typeface="Times New Roman" panose="02020603050405020304" pitchFamily="18" charset="0"/>
              </a:rPr>
              <a:t>(R</a:t>
            </a:r>
            <a:r>
              <a:rPr lang="zh-CN" altLang="en-US" sz="2400" b="1" dirty="0">
                <a:latin typeface="Times New Roman" panose="02020603050405020304" pitchFamily="18" charset="0"/>
                <a:ea typeface="+mj-ea"/>
                <a:cs typeface="Times New Roman" panose="02020603050405020304" pitchFamily="18" charset="0"/>
              </a:rPr>
              <a:t>－</a:t>
            </a:r>
            <a:r>
              <a:rPr lang="en-US" altLang="zh-CN" sz="2400" b="1" dirty="0">
                <a:latin typeface="Times New Roman" panose="02020603050405020304" pitchFamily="18" charset="0"/>
                <a:ea typeface="+mj-ea"/>
                <a:cs typeface="Times New Roman" panose="02020603050405020304" pitchFamily="18" charset="0"/>
              </a:rPr>
              <a:t>M</a:t>
            </a:r>
            <a:r>
              <a:rPr lang="zh-CN" altLang="en-US" sz="2400" b="1" dirty="0">
                <a:latin typeface="Times New Roman" panose="02020603050405020304" pitchFamily="18" charset="0"/>
                <a:ea typeface="+mj-ea"/>
                <a:cs typeface="Times New Roman" panose="02020603050405020304" pitchFamily="18" charset="0"/>
              </a:rPr>
              <a:t>：</a:t>
            </a:r>
            <a:r>
              <a:rPr lang="en-US" altLang="zh-CN" sz="2400" b="1" dirty="0">
                <a:latin typeface="Times New Roman" panose="02020603050405020304" pitchFamily="18" charset="0"/>
                <a:ea typeface="+mj-ea"/>
                <a:cs typeface="Times New Roman" panose="02020603050405020304" pitchFamily="18" charset="0"/>
              </a:rPr>
              <a:t>register-memory)</a:t>
            </a:r>
          </a:p>
          <a:p>
            <a:pPr lvl="1" eaLnBrk="1" hangingPunct="1">
              <a:lnSpc>
                <a:spcPct val="120000"/>
              </a:lnSpc>
              <a:defRPr/>
            </a:pPr>
            <a:r>
              <a:rPr lang="zh-CN" altLang="en-US" sz="2400" b="1" dirty="0">
                <a:latin typeface="Times New Roman" panose="02020603050405020304" pitchFamily="18" charset="0"/>
                <a:ea typeface="+mj-ea"/>
                <a:cs typeface="Times New Roman" panose="02020603050405020304" pitchFamily="18" charset="0"/>
              </a:rPr>
              <a:t>存储器－存储器型</a:t>
            </a:r>
          </a:p>
          <a:p>
            <a:pPr lvl="1" eaLnBrk="1" hangingPunct="1">
              <a:lnSpc>
                <a:spcPct val="120000"/>
              </a:lnSpc>
              <a:buFont typeface="Wingdings" pitchFamily="2" charset="2"/>
              <a:buNone/>
              <a:defRPr/>
            </a:pPr>
            <a:r>
              <a:rPr lang="zh-CN" altLang="en-US" sz="2400" b="1" dirty="0">
                <a:latin typeface="Times New Roman" panose="02020603050405020304" pitchFamily="18" charset="0"/>
                <a:ea typeface="+mj-ea"/>
                <a:cs typeface="Times New Roman" panose="02020603050405020304" pitchFamily="18" charset="0"/>
              </a:rPr>
              <a:t>    </a:t>
            </a:r>
            <a:r>
              <a:rPr lang="en-US" altLang="zh-CN" sz="2400" b="1" dirty="0">
                <a:latin typeface="Times New Roman" panose="02020603050405020304" pitchFamily="18" charset="0"/>
                <a:ea typeface="+mj-ea"/>
                <a:cs typeface="Times New Roman" panose="02020603050405020304" pitchFamily="18" charset="0"/>
              </a:rPr>
              <a:t>(M</a:t>
            </a:r>
            <a:r>
              <a:rPr lang="zh-CN" altLang="en-US" sz="2400" b="1" dirty="0">
                <a:latin typeface="Times New Roman" panose="02020603050405020304" pitchFamily="18" charset="0"/>
                <a:ea typeface="+mj-ea"/>
                <a:cs typeface="Times New Roman" panose="02020603050405020304" pitchFamily="18" charset="0"/>
              </a:rPr>
              <a:t>－</a:t>
            </a:r>
            <a:r>
              <a:rPr lang="en-US" altLang="zh-CN" sz="2400" b="1" dirty="0">
                <a:latin typeface="Times New Roman" panose="02020603050405020304" pitchFamily="18" charset="0"/>
                <a:ea typeface="+mj-ea"/>
                <a:cs typeface="Times New Roman" panose="02020603050405020304" pitchFamily="18" charset="0"/>
              </a:rPr>
              <a:t>M</a:t>
            </a:r>
            <a:r>
              <a:rPr lang="zh-CN" altLang="en-US" sz="2400" b="1" dirty="0">
                <a:latin typeface="Times New Roman" panose="02020603050405020304" pitchFamily="18" charset="0"/>
                <a:ea typeface="+mj-ea"/>
                <a:cs typeface="Times New Roman" panose="02020603050405020304" pitchFamily="18" charset="0"/>
              </a:rPr>
              <a:t>：</a:t>
            </a:r>
            <a:r>
              <a:rPr lang="en-US" altLang="zh-CN" sz="2400" b="1" dirty="0">
                <a:latin typeface="Times New Roman" panose="02020603050405020304" pitchFamily="18" charset="0"/>
                <a:ea typeface="+mj-ea"/>
                <a:cs typeface="Times New Roman" panose="02020603050405020304" pitchFamily="18" charset="0"/>
              </a:rPr>
              <a:t>memory-memory)</a:t>
            </a:r>
          </a:p>
        </p:txBody>
      </p:sp>
      <p:sp>
        <p:nvSpPr>
          <p:cNvPr id="62467" name="Rectangle 2054"/>
          <p:cNvSpPr>
            <a:spLocks noGrp="1" noChangeArrowheads="1"/>
          </p:cNvSpPr>
          <p:nvPr>
            <p:ph type="title"/>
          </p:nvPr>
        </p:nvSpPr>
        <p:spPr>
          <a:xfrm>
            <a:off x="827088" y="333375"/>
            <a:ext cx="7453312" cy="676275"/>
          </a:xfrm>
        </p:spPr>
        <p:txBody>
          <a:bodyPr/>
          <a:lstStyle/>
          <a:p>
            <a:pPr eaLnBrk="1" hangingPunct="1"/>
            <a:r>
              <a:rPr lang="zh-CN" altLang="en-US" sz="3600" b="1"/>
              <a:t>通用寄存器型指令集结构的分类</a:t>
            </a:r>
          </a:p>
        </p:txBody>
      </p:sp>
      <p:sp>
        <p:nvSpPr>
          <p:cNvPr id="2" name="矩形 1"/>
          <p:cNvSpPr/>
          <p:nvPr/>
        </p:nvSpPr>
        <p:spPr>
          <a:xfrm>
            <a:off x="899592" y="6023741"/>
            <a:ext cx="6790642" cy="400110"/>
          </a:xfrm>
          <a:prstGeom prst="rect">
            <a:avLst/>
          </a:prstGeom>
        </p:spPr>
        <p:txBody>
          <a:bodyPr wrap="none">
            <a:spAutoFit/>
          </a:bodyPr>
          <a:lstStyle/>
          <a:p>
            <a:pPr lvl="2" eaLnBrk="1" hangingPunct="1">
              <a:buFont typeface="Wingdings" pitchFamily="2" charset="2"/>
              <a:buNone/>
            </a:pPr>
            <a:r>
              <a:rPr lang="en-US" altLang="zh-CN" sz="2000" dirty="0">
                <a:solidFill>
                  <a:srgbClr val="9933FF"/>
                </a:solidFill>
                <a:latin typeface="黑体" pitchFamily="49" charset="-122"/>
              </a:rPr>
              <a:t>(m</a:t>
            </a:r>
            <a:r>
              <a:rPr lang="zh-CN" altLang="en-US" sz="2000" dirty="0">
                <a:solidFill>
                  <a:srgbClr val="9933FF"/>
                </a:solidFill>
                <a:latin typeface="黑体" pitchFamily="49" charset="-122"/>
              </a:rPr>
              <a:t>，</a:t>
            </a:r>
            <a:r>
              <a:rPr lang="en-US" altLang="zh-CN" sz="2000" dirty="0">
                <a:solidFill>
                  <a:srgbClr val="9933FF"/>
                </a:solidFill>
                <a:latin typeface="黑体" pitchFamily="49" charset="-122"/>
              </a:rPr>
              <a:t>n)</a:t>
            </a:r>
            <a:r>
              <a:rPr lang="zh-CN" altLang="en-US" sz="2000" dirty="0">
                <a:latin typeface="黑体" pitchFamily="49" charset="-122"/>
              </a:rPr>
              <a:t>表示指令的</a:t>
            </a:r>
            <a:r>
              <a:rPr lang="en-US" altLang="zh-CN" sz="2000" dirty="0">
                <a:solidFill>
                  <a:srgbClr val="9933FF"/>
                </a:solidFill>
                <a:latin typeface="黑体" pitchFamily="49" charset="-122"/>
              </a:rPr>
              <a:t>n</a:t>
            </a:r>
            <a:r>
              <a:rPr lang="zh-CN" altLang="en-US" sz="2000" dirty="0">
                <a:latin typeface="黑体" pitchFamily="49" charset="-122"/>
              </a:rPr>
              <a:t>个操作数中有</a:t>
            </a:r>
            <a:r>
              <a:rPr lang="en-US" altLang="zh-CN" sz="2000" dirty="0">
                <a:solidFill>
                  <a:srgbClr val="9933FF"/>
                </a:solidFill>
                <a:latin typeface="黑体" pitchFamily="49" charset="-122"/>
              </a:rPr>
              <a:t>m</a:t>
            </a:r>
            <a:r>
              <a:rPr lang="zh-CN" altLang="en-US" sz="2000" dirty="0">
                <a:latin typeface="黑体" pitchFamily="49" charset="-122"/>
              </a:rPr>
              <a:t>个存储器操作数</a:t>
            </a:r>
            <a:endParaRPr lang="zh-CN" altLang="en-US" sz="2000" dirty="0"/>
          </a:p>
        </p:txBody>
      </p:sp>
      <p:sp>
        <p:nvSpPr>
          <p:cNvPr id="3" name="日期占位符 2">
            <a:extLst>
              <a:ext uri="{FF2B5EF4-FFF2-40B4-BE49-F238E27FC236}">
                <a16:creationId xmlns:a16="http://schemas.microsoft.com/office/drawing/2014/main" id="{FEC6BB0D-13C0-8DBF-570C-E391DE244685}"/>
              </a:ext>
            </a:extLst>
          </p:cNvPr>
          <p:cNvSpPr>
            <a:spLocks noGrp="1"/>
          </p:cNvSpPr>
          <p:nvPr>
            <p:ph type="dt" sz="half" idx="10"/>
          </p:nvPr>
        </p:nvSpPr>
        <p:spPr/>
        <p:txBody>
          <a:bodyPr/>
          <a:lstStyle/>
          <a:p>
            <a:pPr>
              <a:defRPr/>
            </a:pPr>
            <a:fld id="{ADBA8D24-EA01-465F-8C72-F1A4EBA9B994}" type="datetime1">
              <a:rPr lang="zh-CN" altLang="en-US" smtClean="0"/>
              <a:t>2025/9/16</a:t>
            </a:fld>
            <a:endParaRPr lang="en-US" altLang="zh-CN"/>
          </a:p>
        </p:txBody>
      </p:sp>
      <p:sp>
        <p:nvSpPr>
          <p:cNvPr id="4" name="页脚占位符 3">
            <a:extLst>
              <a:ext uri="{FF2B5EF4-FFF2-40B4-BE49-F238E27FC236}">
                <a16:creationId xmlns:a16="http://schemas.microsoft.com/office/drawing/2014/main" id="{3A6AEB09-FCB9-EBB4-3851-C90FE6307DEB}"/>
              </a:ext>
            </a:extLst>
          </p:cNvPr>
          <p:cNvSpPr>
            <a:spLocks noGrp="1"/>
          </p:cNvSpPr>
          <p:nvPr>
            <p:ph type="ftr" sz="quarter" idx="11"/>
          </p:nvPr>
        </p:nvSpPr>
        <p:spPr/>
        <p:txBody>
          <a:bodyPr/>
          <a:lstStyle/>
          <a:p>
            <a:pPr>
              <a:defRPr/>
            </a:pPr>
            <a:r>
              <a:rPr lang="zh-CN" altLang="en-US"/>
              <a:t>计算学部 刘宏伟</a:t>
            </a:r>
            <a:endParaRPr lang="en-US" altLang="zh-CN"/>
          </a:p>
        </p:txBody>
      </p:sp>
      <p:sp>
        <p:nvSpPr>
          <p:cNvPr id="5" name="灯片编号占位符 4">
            <a:extLst>
              <a:ext uri="{FF2B5EF4-FFF2-40B4-BE49-F238E27FC236}">
                <a16:creationId xmlns:a16="http://schemas.microsoft.com/office/drawing/2014/main" id="{85F04B11-D843-B011-B9BB-74B6A88CCDFA}"/>
              </a:ext>
            </a:extLst>
          </p:cNvPr>
          <p:cNvSpPr>
            <a:spLocks noGrp="1"/>
          </p:cNvSpPr>
          <p:nvPr>
            <p:ph type="sldNum" sz="quarter" idx="12"/>
          </p:nvPr>
        </p:nvSpPr>
        <p:spPr/>
        <p:txBody>
          <a:bodyPr/>
          <a:lstStyle/>
          <a:p>
            <a:pPr>
              <a:defRPr/>
            </a:pPr>
            <a:fld id="{8BCAC33D-D29A-48B3-BCD6-381D3D720D26}" type="slidenum">
              <a:rPr lang="zh-CN" altLang="en-US" smtClean="0"/>
              <a:t>39</a:t>
            </a:fld>
            <a:endParaRPr lang="en-US" altLang="zh-CN"/>
          </a:p>
        </p:txBody>
      </p:sp>
    </p:spTree>
    <p:extLst>
      <p:ext uri="{BB962C8B-B14F-4D97-AF65-F5344CB8AC3E}">
        <p14:creationId xmlns:p14="http://schemas.microsoft.com/office/powerpoint/2010/main" val="677348779"/>
      </p:ext>
    </p:extLst>
  </p:cSld>
  <p:clrMapOvr>
    <a:masterClrMapping/>
  </p:clrMapOvr>
  <p:transition spd="slow"/>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3076"/>
          <p:cNvSpPr>
            <a:spLocks noGrp="1" noChangeArrowheads="1"/>
          </p:cNvSpPr>
          <p:nvPr>
            <p:ph type="title"/>
          </p:nvPr>
        </p:nvSpPr>
        <p:spPr>
          <a:xfrm>
            <a:off x="468313" y="260350"/>
            <a:ext cx="8207375" cy="676275"/>
          </a:xfrm>
        </p:spPr>
        <p:txBody>
          <a:bodyPr/>
          <a:lstStyle/>
          <a:p>
            <a:pPr eaLnBrk="1" hangingPunct="1"/>
            <a:r>
              <a:rPr lang="zh-CN" altLang="en-US" sz="3600" b="1"/>
              <a:t>三种通用寄存器型指令集结构的优缺点</a:t>
            </a:r>
          </a:p>
        </p:txBody>
      </p:sp>
      <p:sp>
        <p:nvSpPr>
          <p:cNvPr id="109573" name="Rectangle 3077"/>
          <p:cNvSpPr>
            <a:spLocks noGrp="1" noChangeArrowheads="1"/>
          </p:cNvSpPr>
          <p:nvPr>
            <p:ph type="body" idx="1"/>
          </p:nvPr>
        </p:nvSpPr>
        <p:spPr>
          <a:xfrm>
            <a:off x="539750" y="1106488"/>
            <a:ext cx="8001000" cy="5394325"/>
          </a:xfrm>
        </p:spPr>
        <p:txBody>
          <a:bodyPr/>
          <a:lstStyle/>
          <a:p>
            <a:pPr eaLnBrk="1" hangingPunct="1">
              <a:lnSpc>
                <a:spcPct val="160000"/>
              </a:lnSpc>
              <a:defRPr/>
            </a:pPr>
            <a:r>
              <a:rPr lang="zh-CN" altLang="en-US" sz="2400" b="1" dirty="0">
                <a:latin typeface="+mj-ea"/>
                <a:ea typeface="+mj-ea"/>
              </a:rPr>
              <a:t>寄存器－寄存器型（</a:t>
            </a:r>
            <a:r>
              <a:rPr lang="en-US" altLang="zh-CN" sz="2400" b="1" dirty="0">
                <a:latin typeface="+mj-ea"/>
                <a:ea typeface="+mj-ea"/>
              </a:rPr>
              <a:t>0,3</a:t>
            </a:r>
            <a:r>
              <a:rPr lang="zh-CN" altLang="en-US" sz="2400" b="1" dirty="0">
                <a:latin typeface="+mj-ea"/>
                <a:ea typeface="+mj-ea"/>
              </a:rPr>
              <a:t>）</a:t>
            </a:r>
          </a:p>
          <a:p>
            <a:pPr lvl="1" eaLnBrk="1" hangingPunct="1">
              <a:lnSpc>
                <a:spcPct val="160000"/>
              </a:lnSpc>
              <a:defRPr/>
            </a:pPr>
            <a:r>
              <a:rPr lang="zh-CN" altLang="en-US" sz="2400" b="1" dirty="0">
                <a:latin typeface="+mj-ea"/>
                <a:ea typeface="+mj-ea"/>
              </a:rPr>
              <a:t>优点：</a:t>
            </a:r>
          </a:p>
          <a:p>
            <a:pPr lvl="2" eaLnBrk="1" hangingPunct="1">
              <a:lnSpc>
                <a:spcPct val="160000"/>
              </a:lnSpc>
              <a:defRPr/>
            </a:pPr>
            <a:r>
              <a:rPr kumimoji="1" lang="zh-CN" altLang="en-US" b="1" dirty="0">
                <a:latin typeface="+mj-ea"/>
                <a:ea typeface="+mj-ea"/>
              </a:rPr>
              <a:t>指令字长固定，指令结构简洁，是一种简单的代码生成模型，各种指令的执行时钟周期数相近</a:t>
            </a:r>
            <a:r>
              <a:rPr lang="zh-CN" altLang="en-US" b="1" dirty="0">
                <a:latin typeface="+mj-ea"/>
                <a:ea typeface="+mj-ea"/>
              </a:rPr>
              <a:t>。</a:t>
            </a:r>
          </a:p>
          <a:p>
            <a:pPr lvl="1" eaLnBrk="1" hangingPunct="1">
              <a:lnSpc>
                <a:spcPct val="160000"/>
              </a:lnSpc>
              <a:defRPr/>
            </a:pPr>
            <a:r>
              <a:rPr lang="zh-CN" altLang="en-US" sz="2400" b="1" dirty="0">
                <a:latin typeface="+mj-ea"/>
                <a:ea typeface="+mj-ea"/>
              </a:rPr>
              <a:t>缺点：</a:t>
            </a:r>
          </a:p>
          <a:p>
            <a:pPr lvl="2" eaLnBrk="1" hangingPunct="1">
              <a:lnSpc>
                <a:spcPct val="160000"/>
              </a:lnSpc>
              <a:defRPr/>
            </a:pPr>
            <a:r>
              <a:rPr kumimoji="1" lang="zh-CN" altLang="en-US" b="1" dirty="0">
                <a:latin typeface="+mj-ea"/>
                <a:ea typeface="+mj-ea"/>
              </a:rPr>
              <a:t>与指令中含存储器操作数的指令系统结构相比，指令条数多，目标代码不够紧凑，因而程序占用的空间比较大</a:t>
            </a:r>
            <a:r>
              <a:rPr lang="zh-CN" altLang="en-US" b="1" dirty="0">
                <a:latin typeface="+mj-ea"/>
                <a:ea typeface="+mj-ea"/>
              </a:rPr>
              <a:t>。</a:t>
            </a:r>
          </a:p>
        </p:txBody>
      </p:sp>
      <p:sp>
        <p:nvSpPr>
          <p:cNvPr id="2" name="日期占位符 1">
            <a:extLst>
              <a:ext uri="{FF2B5EF4-FFF2-40B4-BE49-F238E27FC236}">
                <a16:creationId xmlns:a16="http://schemas.microsoft.com/office/drawing/2014/main" id="{ED55CBCC-4D2E-0955-C57F-399B8A8E4686}"/>
              </a:ext>
            </a:extLst>
          </p:cNvPr>
          <p:cNvSpPr>
            <a:spLocks noGrp="1"/>
          </p:cNvSpPr>
          <p:nvPr>
            <p:ph type="dt" sz="half" idx="10"/>
          </p:nvPr>
        </p:nvSpPr>
        <p:spPr/>
        <p:txBody>
          <a:bodyPr/>
          <a:lstStyle/>
          <a:p>
            <a:pPr>
              <a:defRPr/>
            </a:pPr>
            <a:fld id="{B62DC258-2EB6-42AB-82E2-FBD706613274}" type="datetime1">
              <a:rPr lang="zh-CN" altLang="en-US" smtClean="0"/>
              <a:t>2025/9/16</a:t>
            </a:fld>
            <a:endParaRPr lang="en-US" altLang="zh-CN"/>
          </a:p>
        </p:txBody>
      </p:sp>
      <p:sp>
        <p:nvSpPr>
          <p:cNvPr id="3" name="页脚占位符 2">
            <a:extLst>
              <a:ext uri="{FF2B5EF4-FFF2-40B4-BE49-F238E27FC236}">
                <a16:creationId xmlns:a16="http://schemas.microsoft.com/office/drawing/2014/main" id="{A687F40F-6404-5144-F87D-4F59C4DFA0AC}"/>
              </a:ext>
            </a:extLst>
          </p:cNvPr>
          <p:cNvSpPr>
            <a:spLocks noGrp="1"/>
          </p:cNvSpPr>
          <p:nvPr>
            <p:ph type="ftr" sz="quarter" idx="11"/>
          </p:nvPr>
        </p:nvSpPr>
        <p:spPr/>
        <p:txBody>
          <a:bodyPr/>
          <a:lstStyle/>
          <a:p>
            <a:pPr>
              <a:defRPr/>
            </a:pPr>
            <a:r>
              <a:rPr lang="zh-CN" altLang="en-US"/>
              <a:t>计算学部 刘宏伟</a:t>
            </a:r>
            <a:endParaRPr lang="en-US" altLang="zh-CN"/>
          </a:p>
        </p:txBody>
      </p:sp>
      <p:sp>
        <p:nvSpPr>
          <p:cNvPr id="4" name="灯片编号占位符 3">
            <a:extLst>
              <a:ext uri="{FF2B5EF4-FFF2-40B4-BE49-F238E27FC236}">
                <a16:creationId xmlns:a16="http://schemas.microsoft.com/office/drawing/2014/main" id="{22DD56C7-AFC5-27F6-A6D2-E3C5197F41FC}"/>
              </a:ext>
            </a:extLst>
          </p:cNvPr>
          <p:cNvSpPr>
            <a:spLocks noGrp="1"/>
          </p:cNvSpPr>
          <p:nvPr>
            <p:ph type="sldNum" sz="quarter" idx="12"/>
          </p:nvPr>
        </p:nvSpPr>
        <p:spPr/>
        <p:txBody>
          <a:bodyPr/>
          <a:lstStyle/>
          <a:p>
            <a:pPr>
              <a:defRPr/>
            </a:pPr>
            <a:fld id="{8BCAC33D-D29A-48B3-BCD6-381D3D720D26}" type="slidenum">
              <a:rPr lang="zh-CN" altLang="en-US" smtClean="0"/>
              <a:t>40</a:t>
            </a:fld>
            <a:endParaRPr lang="en-US" altLang="zh-CN"/>
          </a:p>
        </p:txBody>
      </p:sp>
    </p:spTree>
    <p:extLst>
      <p:ext uri="{BB962C8B-B14F-4D97-AF65-F5344CB8AC3E}">
        <p14:creationId xmlns:p14="http://schemas.microsoft.com/office/powerpoint/2010/main" val="3003783658"/>
      </p:ext>
    </p:extLst>
  </p:cSld>
  <p:clrMapOvr>
    <a:masterClrMapping/>
  </p:clrMapOvr>
  <p:transition spd="slow"/>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3121"/>
          <p:cNvSpPr>
            <a:spLocks noGrp="1" noChangeArrowheads="1"/>
          </p:cNvSpPr>
          <p:nvPr>
            <p:ph type="title"/>
          </p:nvPr>
        </p:nvSpPr>
        <p:spPr>
          <a:xfrm>
            <a:off x="574675" y="188913"/>
            <a:ext cx="8245475" cy="676275"/>
          </a:xfrm>
        </p:spPr>
        <p:txBody>
          <a:bodyPr/>
          <a:lstStyle/>
          <a:p>
            <a:pPr eaLnBrk="1" hangingPunct="1"/>
            <a:r>
              <a:rPr lang="zh-CN" altLang="en-US" sz="3600" b="1"/>
              <a:t>三种通用寄存器型指令集结构的优缺点</a:t>
            </a:r>
          </a:p>
        </p:txBody>
      </p:sp>
      <p:sp>
        <p:nvSpPr>
          <p:cNvPr id="110642" name="Rectangle 3122"/>
          <p:cNvSpPr>
            <a:spLocks noGrp="1" noChangeArrowheads="1"/>
          </p:cNvSpPr>
          <p:nvPr>
            <p:ph type="body" idx="1"/>
          </p:nvPr>
        </p:nvSpPr>
        <p:spPr>
          <a:xfrm>
            <a:off x="467544" y="1196752"/>
            <a:ext cx="7992888" cy="5184576"/>
          </a:xfrm>
        </p:spPr>
        <p:txBody>
          <a:bodyPr/>
          <a:lstStyle/>
          <a:p>
            <a:pPr algn="just" eaLnBrk="1" hangingPunct="1">
              <a:lnSpc>
                <a:spcPct val="120000"/>
              </a:lnSpc>
              <a:defRPr/>
            </a:pPr>
            <a:r>
              <a:rPr lang="zh-CN" altLang="en-US" sz="2600" b="1" dirty="0">
                <a:latin typeface="+mj-ea"/>
                <a:ea typeface="+mj-ea"/>
              </a:rPr>
              <a:t>寄存器－存储器型（</a:t>
            </a:r>
            <a:r>
              <a:rPr lang="en-US" altLang="zh-CN" sz="2600" b="1" dirty="0">
                <a:latin typeface="+mj-ea"/>
                <a:ea typeface="+mj-ea"/>
              </a:rPr>
              <a:t>1,2</a:t>
            </a:r>
            <a:r>
              <a:rPr lang="zh-CN" altLang="en-US" sz="2600" b="1" dirty="0">
                <a:latin typeface="+mj-ea"/>
                <a:ea typeface="+mj-ea"/>
              </a:rPr>
              <a:t>）</a:t>
            </a:r>
          </a:p>
          <a:p>
            <a:pPr lvl="1" algn="just" eaLnBrk="1" hangingPunct="1">
              <a:lnSpc>
                <a:spcPct val="120000"/>
              </a:lnSpc>
              <a:defRPr/>
            </a:pPr>
            <a:r>
              <a:rPr lang="zh-CN" altLang="en-US" sz="2400" b="1" dirty="0">
                <a:latin typeface="+mj-ea"/>
                <a:ea typeface="+mj-ea"/>
              </a:rPr>
              <a:t>优点：</a:t>
            </a:r>
          </a:p>
          <a:p>
            <a:pPr lvl="2" algn="just" eaLnBrk="1" hangingPunct="1">
              <a:lnSpc>
                <a:spcPct val="120000"/>
              </a:lnSpc>
              <a:defRPr/>
            </a:pPr>
            <a:r>
              <a:rPr kumimoji="1" lang="zh-CN" altLang="en-US" sz="2200" b="1" dirty="0">
                <a:latin typeface="+mj-ea"/>
                <a:ea typeface="+mj-ea"/>
              </a:rPr>
              <a:t>可以在</a:t>
            </a:r>
            <a:r>
              <a:rPr kumimoji="1" lang="en-US" altLang="zh-CN" sz="2200" b="1" dirty="0">
                <a:latin typeface="+mj-ea"/>
                <a:ea typeface="+mj-ea"/>
              </a:rPr>
              <a:t>ALU</a:t>
            </a:r>
            <a:r>
              <a:rPr kumimoji="1" lang="zh-CN" altLang="en-US" sz="2200" b="1" dirty="0">
                <a:latin typeface="+mj-ea"/>
                <a:ea typeface="+mj-ea"/>
              </a:rPr>
              <a:t>指令中直接对存储器操作数进行引用，而不必先用</a:t>
            </a:r>
            <a:r>
              <a:rPr kumimoji="1" lang="en-US" altLang="zh-CN" sz="2200" b="1" dirty="0">
                <a:latin typeface="+mj-ea"/>
                <a:ea typeface="+mj-ea"/>
              </a:rPr>
              <a:t>load</a:t>
            </a:r>
            <a:r>
              <a:rPr kumimoji="1" lang="zh-CN" altLang="en-US" sz="2200" b="1" dirty="0">
                <a:latin typeface="+mj-ea"/>
                <a:ea typeface="+mj-ea"/>
              </a:rPr>
              <a:t>指令进行加载，容易对指令进行编码，目标代码比较紧凑。</a:t>
            </a:r>
          </a:p>
          <a:p>
            <a:pPr lvl="1" algn="just" eaLnBrk="1" hangingPunct="1">
              <a:lnSpc>
                <a:spcPct val="120000"/>
              </a:lnSpc>
              <a:defRPr/>
            </a:pPr>
            <a:r>
              <a:rPr lang="zh-CN" altLang="en-US" sz="2400" b="1" dirty="0">
                <a:latin typeface="+mj-ea"/>
                <a:ea typeface="+mj-ea"/>
              </a:rPr>
              <a:t>缺点：</a:t>
            </a:r>
          </a:p>
          <a:p>
            <a:pPr lvl="2" algn="just" eaLnBrk="1" hangingPunct="1">
              <a:lnSpc>
                <a:spcPct val="120000"/>
              </a:lnSpc>
              <a:defRPr/>
            </a:pPr>
            <a:r>
              <a:rPr kumimoji="1" lang="zh-CN" altLang="en-US" sz="2200" b="1" dirty="0">
                <a:latin typeface="+mj-ea"/>
                <a:ea typeface="+mj-ea"/>
              </a:rPr>
              <a:t>由于有一个操作数的内容将被破坏，所以指令中的两个操作数不对称。在一条指令中同时对寄存器操作数和存储器操作数进行编码，有可能限制指令所能够表示的寄存器个数。指令的执行时钟周期因操作数的来源（寄存器或存储器）的不同而差别比较大</a:t>
            </a:r>
            <a:r>
              <a:rPr lang="zh-CN" altLang="en-US" sz="2200" b="1" dirty="0">
                <a:latin typeface="+mj-ea"/>
                <a:ea typeface="+mj-ea"/>
              </a:rPr>
              <a:t>。</a:t>
            </a:r>
          </a:p>
        </p:txBody>
      </p:sp>
      <p:sp>
        <p:nvSpPr>
          <p:cNvPr id="2" name="日期占位符 1">
            <a:extLst>
              <a:ext uri="{FF2B5EF4-FFF2-40B4-BE49-F238E27FC236}">
                <a16:creationId xmlns:a16="http://schemas.microsoft.com/office/drawing/2014/main" id="{67B67218-10A9-F021-DD09-9731ECB032FD}"/>
              </a:ext>
            </a:extLst>
          </p:cNvPr>
          <p:cNvSpPr>
            <a:spLocks noGrp="1"/>
          </p:cNvSpPr>
          <p:nvPr>
            <p:ph type="dt" sz="half" idx="10"/>
          </p:nvPr>
        </p:nvSpPr>
        <p:spPr/>
        <p:txBody>
          <a:bodyPr/>
          <a:lstStyle/>
          <a:p>
            <a:pPr>
              <a:defRPr/>
            </a:pPr>
            <a:fld id="{A692D3D7-A788-4771-80A9-7B4D541F4492}" type="datetime1">
              <a:rPr lang="zh-CN" altLang="en-US" smtClean="0"/>
              <a:t>2025/9/16</a:t>
            </a:fld>
            <a:endParaRPr lang="en-US" altLang="zh-CN"/>
          </a:p>
        </p:txBody>
      </p:sp>
      <p:sp>
        <p:nvSpPr>
          <p:cNvPr id="3" name="页脚占位符 2">
            <a:extLst>
              <a:ext uri="{FF2B5EF4-FFF2-40B4-BE49-F238E27FC236}">
                <a16:creationId xmlns:a16="http://schemas.microsoft.com/office/drawing/2014/main" id="{62C6F712-C88E-3FB8-BB75-EB6A0505A435}"/>
              </a:ext>
            </a:extLst>
          </p:cNvPr>
          <p:cNvSpPr>
            <a:spLocks noGrp="1"/>
          </p:cNvSpPr>
          <p:nvPr>
            <p:ph type="ftr" sz="quarter" idx="11"/>
          </p:nvPr>
        </p:nvSpPr>
        <p:spPr/>
        <p:txBody>
          <a:bodyPr/>
          <a:lstStyle/>
          <a:p>
            <a:pPr>
              <a:defRPr/>
            </a:pPr>
            <a:r>
              <a:rPr lang="zh-CN" altLang="en-US"/>
              <a:t>计算学部 刘宏伟</a:t>
            </a:r>
            <a:endParaRPr lang="en-US" altLang="zh-CN"/>
          </a:p>
        </p:txBody>
      </p:sp>
      <p:sp>
        <p:nvSpPr>
          <p:cNvPr id="4" name="灯片编号占位符 3">
            <a:extLst>
              <a:ext uri="{FF2B5EF4-FFF2-40B4-BE49-F238E27FC236}">
                <a16:creationId xmlns:a16="http://schemas.microsoft.com/office/drawing/2014/main" id="{B1F6B9B4-29F6-E0EE-E4A7-D0F1CCCBB0DD}"/>
              </a:ext>
            </a:extLst>
          </p:cNvPr>
          <p:cNvSpPr>
            <a:spLocks noGrp="1"/>
          </p:cNvSpPr>
          <p:nvPr>
            <p:ph type="sldNum" sz="quarter" idx="12"/>
          </p:nvPr>
        </p:nvSpPr>
        <p:spPr/>
        <p:txBody>
          <a:bodyPr/>
          <a:lstStyle/>
          <a:p>
            <a:pPr>
              <a:defRPr/>
            </a:pPr>
            <a:fld id="{8BCAC33D-D29A-48B3-BCD6-381D3D720D26}" type="slidenum">
              <a:rPr lang="zh-CN" altLang="en-US" smtClean="0"/>
              <a:t>41</a:t>
            </a:fld>
            <a:endParaRPr lang="en-US" altLang="zh-CN"/>
          </a:p>
        </p:txBody>
      </p:sp>
    </p:spTree>
    <p:extLst>
      <p:ext uri="{BB962C8B-B14F-4D97-AF65-F5344CB8AC3E}">
        <p14:creationId xmlns:p14="http://schemas.microsoft.com/office/powerpoint/2010/main" val="3948936644"/>
      </p:ext>
    </p:extLst>
  </p:cSld>
  <p:clrMapOvr>
    <a:masterClrMapping/>
  </p:clrMapOvr>
  <p:transition spd="slow"/>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1028"/>
          <p:cNvSpPr>
            <a:spLocks noGrp="1" noChangeArrowheads="1"/>
          </p:cNvSpPr>
          <p:nvPr>
            <p:ph type="title"/>
          </p:nvPr>
        </p:nvSpPr>
        <p:spPr>
          <a:xfrm>
            <a:off x="468313" y="333375"/>
            <a:ext cx="8064500" cy="676275"/>
          </a:xfrm>
        </p:spPr>
        <p:txBody>
          <a:bodyPr/>
          <a:lstStyle/>
          <a:p>
            <a:pPr eaLnBrk="1" hangingPunct="1"/>
            <a:r>
              <a:rPr lang="zh-CN" altLang="en-US" sz="3600" b="1"/>
              <a:t>三种通用寄存器型指令集结构的优缺点</a:t>
            </a:r>
          </a:p>
        </p:txBody>
      </p:sp>
      <p:sp>
        <p:nvSpPr>
          <p:cNvPr id="128005" name="Rectangle 1029"/>
          <p:cNvSpPr>
            <a:spLocks noGrp="1" noChangeArrowheads="1"/>
          </p:cNvSpPr>
          <p:nvPr>
            <p:ph type="body" idx="1"/>
          </p:nvPr>
        </p:nvSpPr>
        <p:spPr>
          <a:xfrm>
            <a:off x="539750" y="1268413"/>
            <a:ext cx="8001000" cy="5089525"/>
          </a:xfrm>
        </p:spPr>
        <p:txBody>
          <a:bodyPr/>
          <a:lstStyle/>
          <a:p>
            <a:pPr eaLnBrk="1" hangingPunct="1">
              <a:lnSpc>
                <a:spcPct val="140000"/>
              </a:lnSpc>
              <a:defRPr/>
            </a:pPr>
            <a:r>
              <a:rPr lang="zh-CN" altLang="en-US" sz="2400" b="1" dirty="0">
                <a:latin typeface="+mj-ea"/>
                <a:ea typeface="+mj-ea"/>
              </a:rPr>
              <a:t>存储器－存储器型（（</a:t>
            </a:r>
            <a:r>
              <a:rPr lang="en-US" altLang="zh-CN" sz="2400" b="1" dirty="0">
                <a:latin typeface="+mj-ea"/>
                <a:ea typeface="+mj-ea"/>
              </a:rPr>
              <a:t>2</a:t>
            </a:r>
            <a:r>
              <a:rPr lang="zh-CN" altLang="en-US" sz="2400" b="1" dirty="0">
                <a:latin typeface="+mj-ea"/>
                <a:ea typeface="+mj-ea"/>
              </a:rPr>
              <a:t>，</a:t>
            </a:r>
            <a:r>
              <a:rPr lang="en-US" altLang="zh-CN" sz="2400" b="1" dirty="0">
                <a:latin typeface="+mj-ea"/>
                <a:ea typeface="+mj-ea"/>
              </a:rPr>
              <a:t>2</a:t>
            </a:r>
            <a:r>
              <a:rPr lang="zh-CN" altLang="en-US" sz="2400" b="1" dirty="0">
                <a:latin typeface="+mj-ea"/>
                <a:ea typeface="+mj-ea"/>
              </a:rPr>
              <a:t>）或（</a:t>
            </a:r>
            <a:r>
              <a:rPr lang="en-US" altLang="zh-CN" sz="2400" b="1" dirty="0">
                <a:latin typeface="+mj-ea"/>
                <a:ea typeface="+mj-ea"/>
              </a:rPr>
              <a:t>3</a:t>
            </a:r>
            <a:r>
              <a:rPr lang="zh-CN" altLang="en-US" sz="2400" b="1" dirty="0">
                <a:latin typeface="+mj-ea"/>
                <a:ea typeface="+mj-ea"/>
              </a:rPr>
              <a:t>，</a:t>
            </a:r>
            <a:r>
              <a:rPr lang="en-US" altLang="zh-CN" sz="2400" b="1" dirty="0">
                <a:latin typeface="+mj-ea"/>
                <a:ea typeface="+mj-ea"/>
              </a:rPr>
              <a:t>3</a:t>
            </a:r>
            <a:r>
              <a:rPr lang="zh-CN" altLang="en-US" sz="2400" b="1" dirty="0">
                <a:latin typeface="+mj-ea"/>
                <a:ea typeface="+mj-ea"/>
              </a:rPr>
              <a:t>））</a:t>
            </a:r>
          </a:p>
          <a:p>
            <a:pPr lvl="1" eaLnBrk="1" hangingPunct="1">
              <a:lnSpc>
                <a:spcPct val="140000"/>
              </a:lnSpc>
              <a:defRPr/>
            </a:pPr>
            <a:r>
              <a:rPr lang="zh-CN" altLang="en-US" sz="2400" b="1" dirty="0">
                <a:latin typeface="+mj-ea"/>
                <a:ea typeface="+mj-ea"/>
              </a:rPr>
              <a:t>优点：</a:t>
            </a:r>
          </a:p>
          <a:p>
            <a:pPr lvl="2" eaLnBrk="1" hangingPunct="1">
              <a:lnSpc>
                <a:spcPct val="140000"/>
              </a:lnSpc>
              <a:defRPr/>
            </a:pPr>
            <a:r>
              <a:rPr kumimoji="1" lang="zh-CN" altLang="en-US" b="1" dirty="0">
                <a:latin typeface="+mj-ea"/>
                <a:ea typeface="+mj-ea"/>
              </a:rPr>
              <a:t>目标代码最紧凑，不需要设置寄存器来保存变量</a:t>
            </a:r>
            <a:r>
              <a:rPr lang="zh-CN" altLang="en-US" b="1" dirty="0">
                <a:latin typeface="+mj-ea"/>
                <a:ea typeface="+mj-ea"/>
              </a:rPr>
              <a:t>。</a:t>
            </a:r>
          </a:p>
          <a:p>
            <a:pPr lvl="1" eaLnBrk="1" hangingPunct="1">
              <a:lnSpc>
                <a:spcPct val="140000"/>
              </a:lnSpc>
              <a:defRPr/>
            </a:pPr>
            <a:r>
              <a:rPr lang="zh-CN" altLang="en-US" sz="2400" b="1" dirty="0">
                <a:latin typeface="+mj-ea"/>
                <a:ea typeface="+mj-ea"/>
              </a:rPr>
              <a:t>缺点：</a:t>
            </a:r>
          </a:p>
          <a:p>
            <a:pPr lvl="2" eaLnBrk="1" hangingPunct="1">
              <a:lnSpc>
                <a:spcPct val="140000"/>
              </a:lnSpc>
              <a:defRPr/>
            </a:pPr>
            <a:r>
              <a:rPr kumimoji="1" lang="zh-CN" altLang="en-US" b="1" dirty="0">
                <a:latin typeface="+mj-ea"/>
                <a:ea typeface="+mj-ea"/>
              </a:rPr>
              <a:t>指令字长变换很大，特别是</a:t>
            </a:r>
            <a:r>
              <a:rPr kumimoji="1" lang="en-US" altLang="zh-CN" b="1" dirty="0">
                <a:latin typeface="+mj-ea"/>
                <a:ea typeface="+mj-ea"/>
              </a:rPr>
              <a:t>3</a:t>
            </a:r>
            <a:r>
              <a:rPr kumimoji="1" lang="zh-CN" altLang="en-US" b="1" dirty="0">
                <a:latin typeface="+mj-ea"/>
                <a:ea typeface="+mj-ea"/>
              </a:rPr>
              <a:t>个操作数指令。而且每条指令完成的工作也差别很大。对存储器的频率访问会使存储器成为瓶颈。这种类型的指令系统现在已经不用了</a:t>
            </a:r>
            <a:r>
              <a:rPr lang="zh-CN" altLang="en-US" b="1" dirty="0">
                <a:latin typeface="+mj-ea"/>
                <a:ea typeface="+mj-ea"/>
              </a:rPr>
              <a:t>。</a:t>
            </a:r>
          </a:p>
        </p:txBody>
      </p:sp>
      <p:sp>
        <p:nvSpPr>
          <p:cNvPr id="2" name="日期占位符 1">
            <a:extLst>
              <a:ext uri="{FF2B5EF4-FFF2-40B4-BE49-F238E27FC236}">
                <a16:creationId xmlns:a16="http://schemas.microsoft.com/office/drawing/2014/main" id="{B6C1EF04-C5DE-6D87-603E-9A4A47945FB8}"/>
              </a:ext>
            </a:extLst>
          </p:cNvPr>
          <p:cNvSpPr>
            <a:spLocks noGrp="1"/>
          </p:cNvSpPr>
          <p:nvPr>
            <p:ph type="dt" sz="half" idx="10"/>
          </p:nvPr>
        </p:nvSpPr>
        <p:spPr/>
        <p:txBody>
          <a:bodyPr/>
          <a:lstStyle/>
          <a:p>
            <a:pPr>
              <a:defRPr/>
            </a:pPr>
            <a:fld id="{D51E82AE-73C0-469D-A7EB-CF431A6BF16F}" type="datetime1">
              <a:rPr lang="zh-CN" altLang="en-US" smtClean="0"/>
              <a:t>2025/9/16</a:t>
            </a:fld>
            <a:endParaRPr lang="en-US" altLang="zh-CN"/>
          </a:p>
        </p:txBody>
      </p:sp>
      <p:sp>
        <p:nvSpPr>
          <p:cNvPr id="3" name="页脚占位符 2">
            <a:extLst>
              <a:ext uri="{FF2B5EF4-FFF2-40B4-BE49-F238E27FC236}">
                <a16:creationId xmlns:a16="http://schemas.microsoft.com/office/drawing/2014/main" id="{C5DDBB93-9CDC-69FE-3E87-02CCF34E148A}"/>
              </a:ext>
            </a:extLst>
          </p:cNvPr>
          <p:cNvSpPr>
            <a:spLocks noGrp="1"/>
          </p:cNvSpPr>
          <p:nvPr>
            <p:ph type="ftr" sz="quarter" idx="11"/>
          </p:nvPr>
        </p:nvSpPr>
        <p:spPr/>
        <p:txBody>
          <a:bodyPr/>
          <a:lstStyle/>
          <a:p>
            <a:pPr>
              <a:defRPr/>
            </a:pPr>
            <a:r>
              <a:rPr lang="zh-CN" altLang="en-US"/>
              <a:t>计算学部 刘宏伟</a:t>
            </a:r>
            <a:endParaRPr lang="en-US" altLang="zh-CN"/>
          </a:p>
        </p:txBody>
      </p:sp>
      <p:sp>
        <p:nvSpPr>
          <p:cNvPr id="4" name="灯片编号占位符 3">
            <a:extLst>
              <a:ext uri="{FF2B5EF4-FFF2-40B4-BE49-F238E27FC236}">
                <a16:creationId xmlns:a16="http://schemas.microsoft.com/office/drawing/2014/main" id="{DF091748-40AE-7B53-0F25-8154AC46D7B0}"/>
              </a:ext>
            </a:extLst>
          </p:cNvPr>
          <p:cNvSpPr>
            <a:spLocks noGrp="1"/>
          </p:cNvSpPr>
          <p:nvPr>
            <p:ph type="sldNum" sz="quarter" idx="12"/>
          </p:nvPr>
        </p:nvSpPr>
        <p:spPr/>
        <p:txBody>
          <a:bodyPr/>
          <a:lstStyle/>
          <a:p>
            <a:pPr>
              <a:defRPr/>
            </a:pPr>
            <a:fld id="{8BCAC33D-D29A-48B3-BCD6-381D3D720D26}" type="slidenum">
              <a:rPr lang="zh-CN" altLang="en-US" smtClean="0"/>
              <a:t>42</a:t>
            </a:fld>
            <a:endParaRPr lang="en-US" altLang="zh-CN"/>
          </a:p>
        </p:txBody>
      </p:sp>
    </p:spTree>
    <p:extLst>
      <p:ext uri="{BB962C8B-B14F-4D97-AF65-F5344CB8AC3E}">
        <p14:creationId xmlns:p14="http://schemas.microsoft.com/office/powerpoint/2010/main" val="2665589020"/>
      </p:ext>
    </p:extLst>
  </p:cSld>
  <p:clrMapOvr>
    <a:masterClrMapping/>
  </p:clrMapOvr>
  <p:transition spd="slow"/>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85"/>
          <p:cNvSpPr>
            <a:spLocks noGrp="1" noChangeArrowheads="1"/>
          </p:cNvSpPr>
          <p:nvPr>
            <p:ph type="title"/>
          </p:nvPr>
        </p:nvSpPr>
        <p:spPr>
          <a:xfrm>
            <a:off x="574675" y="188913"/>
            <a:ext cx="7669213" cy="676275"/>
          </a:xfrm>
        </p:spPr>
        <p:txBody>
          <a:bodyPr/>
          <a:lstStyle/>
          <a:p>
            <a:pPr eaLnBrk="1" hangingPunct="1"/>
            <a:r>
              <a:rPr lang="zh-CN" altLang="en-US" sz="3600" b="1"/>
              <a:t>三种类型指令集结构的优缺点</a:t>
            </a:r>
          </a:p>
        </p:txBody>
      </p:sp>
      <p:graphicFrame>
        <p:nvGraphicFramePr>
          <p:cNvPr id="236624" name="Group 80"/>
          <p:cNvGraphicFramePr>
            <a:graphicFrameLocks noGrp="1"/>
          </p:cNvGraphicFramePr>
          <p:nvPr>
            <p:ph idx="1"/>
          </p:nvPr>
        </p:nvGraphicFramePr>
        <p:xfrm>
          <a:off x="250825" y="1052513"/>
          <a:ext cx="8715375" cy="5267325"/>
        </p:xfrm>
        <a:graphic>
          <a:graphicData uri="http://schemas.openxmlformats.org/drawingml/2006/table">
            <a:tbl>
              <a:tblPr/>
              <a:tblGrid>
                <a:gridCol w="1123983">
                  <a:extLst>
                    <a:ext uri="{9D8B030D-6E8A-4147-A177-3AD203B41FA5}">
                      <a16:colId xmlns:a16="http://schemas.microsoft.com/office/drawing/2014/main" val="20000"/>
                    </a:ext>
                  </a:extLst>
                </a:gridCol>
                <a:gridCol w="3662329">
                  <a:extLst>
                    <a:ext uri="{9D8B030D-6E8A-4147-A177-3AD203B41FA5}">
                      <a16:colId xmlns:a16="http://schemas.microsoft.com/office/drawing/2014/main" val="20001"/>
                    </a:ext>
                  </a:extLst>
                </a:gridCol>
                <a:gridCol w="3929063">
                  <a:extLst>
                    <a:ext uri="{9D8B030D-6E8A-4147-A177-3AD203B41FA5}">
                      <a16:colId xmlns:a16="http://schemas.microsoft.com/office/drawing/2014/main" val="20002"/>
                    </a:ext>
                  </a:extLst>
                </a:gridCol>
              </a:tblGrid>
              <a:tr h="640128">
                <a:tc>
                  <a:txBody>
                    <a:bodyPr/>
                    <a:lstStyle/>
                    <a:p>
                      <a:pPr marL="0" marR="0" lvl="0" indent="0" algn="ctr" defTabSz="914400" rtl="0" eaLnBrk="1" fontAlgn="base" latinLnBrk="0" hangingPunct="1">
                        <a:lnSpc>
                          <a:spcPct val="100000"/>
                        </a:lnSpc>
                        <a:spcBef>
                          <a:spcPct val="0"/>
                        </a:spcBef>
                        <a:spcAft>
                          <a:spcPct val="0"/>
                        </a:spcAft>
                        <a:buClr>
                          <a:srgbClr val="0000CC"/>
                        </a:buClr>
                        <a:buSzTx/>
                        <a:buFontTx/>
                        <a:buNone/>
                        <a:tabLst/>
                      </a:pPr>
                      <a:r>
                        <a:rPr kumimoji="1" lang="zh-CN" altLang="en-US" sz="1800" b="1" i="0" u="none" strike="noStrike" cap="none" normalizeH="0" baseline="0" dirty="0">
                          <a:ln>
                            <a:noFill/>
                          </a:ln>
                          <a:solidFill>
                            <a:srgbClr val="FF0000"/>
                          </a:solidFill>
                          <a:effectLst/>
                          <a:latin typeface="Times New Roman" pitchFamily="18" charset="0"/>
                          <a:ea typeface="华文中宋" pitchFamily="2" charset="-122"/>
                          <a:cs typeface="Times New Roman" pitchFamily="18" charset="0"/>
                        </a:rPr>
                        <a:t>指令集结构类型</a:t>
                      </a:r>
                      <a:endParaRPr kumimoji="1" lang="zh-CN" altLang="en-US" sz="1800" b="1" i="0" u="none" strike="noStrike" cap="none" normalizeH="0" baseline="0" dirty="0">
                        <a:ln>
                          <a:noFill/>
                        </a:ln>
                        <a:solidFill>
                          <a:srgbClr val="FF0000"/>
                        </a:solidFill>
                        <a:effectLst/>
                        <a:latin typeface="Times New Roman" pitchFamily="18" charset="0"/>
                        <a:ea typeface="华文中宋" pitchFamily="2" charset="-122"/>
                      </a:endParaRPr>
                    </a:p>
                  </a:txBody>
                  <a:tcPr marL="91439" marR="91439" marT="45723" marB="45723"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0000CC"/>
                        </a:buClr>
                        <a:buSzTx/>
                        <a:buFontTx/>
                        <a:buNone/>
                        <a:tabLst/>
                      </a:pPr>
                      <a:r>
                        <a:rPr kumimoji="1" lang="zh-CN" altLang="en-US" sz="1800" b="1" i="0" u="none" strike="noStrike" cap="none" normalizeH="0" baseline="0" dirty="0">
                          <a:ln>
                            <a:noFill/>
                          </a:ln>
                          <a:solidFill>
                            <a:srgbClr val="FF0000"/>
                          </a:solidFill>
                          <a:effectLst/>
                          <a:latin typeface="Times New Roman" pitchFamily="18" charset="0"/>
                          <a:ea typeface="华文中宋" pitchFamily="2" charset="-122"/>
                          <a:cs typeface="Times New Roman" pitchFamily="18" charset="0"/>
                        </a:rPr>
                        <a:t>优点</a:t>
                      </a:r>
                      <a:endParaRPr kumimoji="1" lang="zh-CN" altLang="en-US" sz="1800" b="1" i="0" u="none" strike="noStrike" cap="none" normalizeH="0" baseline="0" dirty="0">
                        <a:ln>
                          <a:noFill/>
                        </a:ln>
                        <a:solidFill>
                          <a:srgbClr val="FF0000"/>
                        </a:solidFill>
                        <a:effectLst/>
                        <a:latin typeface="Times New Roman" pitchFamily="18" charset="0"/>
                        <a:ea typeface="华文中宋" pitchFamily="2" charset="-122"/>
                      </a:endParaRPr>
                    </a:p>
                  </a:txBody>
                  <a:tcPr marL="91439" marR="91439" marT="45723" marB="45723"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0000CC"/>
                        </a:buClr>
                        <a:buSzTx/>
                        <a:buFontTx/>
                        <a:buNone/>
                        <a:tabLst/>
                      </a:pPr>
                      <a:r>
                        <a:rPr kumimoji="1" lang="zh-CN" altLang="en-US" sz="1800" b="1" i="0" u="none" strike="noStrike" cap="none" normalizeH="0" baseline="0" dirty="0">
                          <a:ln>
                            <a:noFill/>
                          </a:ln>
                          <a:solidFill>
                            <a:srgbClr val="FF0000"/>
                          </a:solidFill>
                          <a:effectLst/>
                          <a:latin typeface="Times New Roman" pitchFamily="18" charset="0"/>
                          <a:ea typeface="华文中宋" pitchFamily="2" charset="-122"/>
                          <a:cs typeface="Times New Roman" pitchFamily="18" charset="0"/>
                        </a:rPr>
                        <a:t>缺点</a:t>
                      </a:r>
                      <a:endParaRPr kumimoji="1" lang="zh-CN" altLang="en-US" sz="1800" b="1" i="0" u="none" strike="noStrike" cap="none" normalizeH="0" baseline="0" dirty="0">
                        <a:ln>
                          <a:noFill/>
                        </a:ln>
                        <a:solidFill>
                          <a:srgbClr val="FF0000"/>
                        </a:solidFill>
                        <a:effectLst/>
                        <a:latin typeface="Times New Roman" pitchFamily="18" charset="0"/>
                        <a:ea typeface="华文中宋" pitchFamily="2" charset="-122"/>
                      </a:endParaRPr>
                    </a:p>
                  </a:txBody>
                  <a:tcPr marL="91439" marR="91439" marT="45723" marB="45723"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r h="1152215">
                <a:tc>
                  <a:txBody>
                    <a:bodyPr/>
                    <a:lstStyle/>
                    <a:p>
                      <a:pPr marL="0" marR="0" lvl="0" indent="0" algn="ctr" defTabSz="914400" rtl="0" eaLnBrk="1" fontAlgn="base" latinLnBrk="0" hangingPunct="1">
                        <a:lnSpc>
                          <a:spcPct val="100000"/>
                        </a:lnSpc>
                        <a:spcBef>
                          <a:spcPct val="0"/>
                        </a:spcBef>
                        <a:spcAft>
                          <a:spcPct val="0"/>
                        </a:spcAft>
                        <a:buClr>
                          <a:srgbClr val="0000CC"/>
                        </a:buClr>
                        <a:buSzTx/>
                        <a:buFontTx/>
                        <a:buNone/>
                        <a:tabLst/>
                      </a:pPr>
                      <a:r>
                        <a:rPr kumimoji="1" lang="zh-CN" altLang="en-US" sz="1800" b="0" i="0" u="none" strike="noStrike" cap="none" normalizeH="0" baseline="0" dirty="0">
                          <a:ln>
                            <a:noFill/>
                          </a:ln>
                          <a:solidFill>
                            <a:schemeClr val="tx1"/>
                          </a:solidFill>
                          <a:effectLst/>
                          <a:latin typeface="Times New Roman" pitchFamily="18" charset="0"/>
                          <a:ea typeface="华文中宋" pitchFamily="2" charset="-122"/>
                        </a:rPr>
                        <a:t>寄存器</a:t>
                      </a:r>
                      <a:r>
                        <a:rPr kumimoji="1" lang="en-US" altLang="zh-CN" sz="1800" b="0" i="0" u="none" strike="noStrike" cap="none" normalizeH="0" baseline="0" dirty="0">
                          <a:ln>
                            <a:noFill/>
                          </a:ln>
                          <a:solidFill>
                            <a:schemeClr val="tx1"/>
                          </a:solidFill>
                          <a:effectLst/>
                          <a:latin typeface="Times New Roman" pitchFamily="18" charset="0"/>
                          <a:ea typeface="华文中宋" pitchFamily="2" charset="-122"/>
                        </a:rPr>
                        <a:t>-</a:t>
                      </a:r>
                      <a:r>
                        <a:rPr kumimoji="1" lang="zh-CN" altLang="en-US" sz="1800" b="0" i="0" u="none" strike="noStrike" cap="none" normalizeH="0" baseline="0" dirty="0">
                          <a:ln>
                            <a:noFill/>
                          </a:ln>
                          <a:solidFill>
                            <a:schemeClr val="tx1"/>
                          </a:solidFill>
                          <a:effectLst/>
                          <a:latin typeface="Times New Roman" pitchFamily="18" charset="0"/>
                          <a:ea typeface="华文中宋" pitchFamily="2" charset="-122"/>
                        </a:rPr>
                        <a:t>寄存器（</a:t>
                      </a:r>
                      <a:r>
                        <a:rPr kumimoji="1" lang="en-US" altLang="zh-CN" sz="1800" b="0" i="0" u="none" strike="noStrike" cap="none" normalizeH="0" baseline="0" dirty="0">
                          <a:ln>
                            <a:noFill/>
                          </a:ln>
                          <a:solidFill>
                            <a:schemeClr val="tx1"/>
                          </a:solidFill>
                          <a:effectLst/>
                          <a:latin typeface="Times New Roman" pitchFamily="18" charset="0"/>
                          <a:ea typeface="华文中宋" pitchFamily="2" charset="-122"/>
                        </a:rPr>
                        <a:t>0</a:t>
                      </a:r>
                      <a:r>
                        <a:rPr kumimoji="1" lang="zh-CN" altLang="en-US" sz="1800" b="0" i="0" u="none" strike="noStrike" cap="none" normalizeH="0" baseline="0" dirty="0">
                          <a:ln>
                            <a:noFill/>
                          </a:ln>
                          <a:solidFill>
                            <a:schemeClr val="tx1"/>
                          </a:solidFill>
                          <a:effectLst/>
                          <a:latin typeface="Times New Roman" pitchFamily="18" charset="0"/>
                          <a:ea typeface="华文中宋" pitchFamily="2" charset="-122"/>
                        </a:rPr>
                        <a:t>，</a:t>
                      </a:r>
                      <a:r>
                        <a:rPr kumimoji="1" lang="en-US" altLang="zh-CN" sz="1800" b="0" i="0" u="none" strike="noStrike" cap="none" normalizeH="0" baseline="0" dirty="0">
                          <a:ln>
                            <a:noFill/>
                          </a:ln>
                          <a:solidFill>
                            <a:schemeClr val="tx1"/>
                          </a:solidFill>
                          <a:effectLst/>
                          <a:latin typeface="Times New Roman" pitchFamily="18" charset="0"/>
                          <a:ea typeface="华文中宋" pitchFamily="2" charset="-122"/>
                        </a:rPr>
                        <a:t>3</a:t>
                      </a:r>
                      <a:r>
                        <a:rPr kumimoji="1" lang="zh-CN" altLang="en-US" sz="1800" b="0" i="0" u="none" strike="noStrike" cap="none" normalizeH="0" baseline="0" dirty="0">
                          <a:ln>
                            <a:noFill/>
                          </a:ln>
                          <a:solidFill>
                            <a:schemeClr val="tx1"/>
                          </a:solidFill>
                          <a:effectLst/>
                          <a:latin typeface="Times New Roman" pitchFamily="18" charset="0"/>
                          <a:ea typeface="华文中宋" pitchFamily="2" charset="-122"/>
                        </a:rPr>
                        <a:t>）</a:t>
                      </a:r>
                    </a:p>
                  </a:txBody>
                  <a:tcPr marL="91439" marR="91439" marT="45723" marB="45723"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0000CC"/>
                        </a:buClr>
                        <a:buSzTx/>
                        <a:buFontTx/>
                        <a:buNone/>
                        <a:tabLst/>
                      </a:pPr>
                      <a:r>
                        <a:rPr kumimoji="1" lang="zh-CN" altLang="en-US" sz="1800" b="0" i="0" u="none" strike="noStrike" cap="none" normalizeH="0" baseline="0" dirty="0">
                          <a:ln>
                            <a:noFill/>
                          </a:ln>
                          <a:solidFill>
                            <a:schemeClr val="tx1"/>
                          </a:solidFill>
                          <a:effectLst/>
                          <a:latin typeface="Times New Roman" pitchFamily="18" charset="0"/>
                          <a:ea typeface="华文中宋" pitchFamily="2" charset="-122"/>
                        </a:rPr>
                        <a:t>指令字长固定，指令结构简洁，是一种简单的代码生成模型，各种指令的执行时钟周期数相近</a:t>
                      </a:r>
                    </a:p>
                  </a:txBody>
                  <a:tcPr marL="91439" marR="91439" marT="45723" marB="45723"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0000CC"/>
                        </a:buClr>
                        <a:buSzTx/>
                        <a:buFontTx/>
                        <a:buNone/>
                        <a:tabLst/>
                      </a:pPr>
                      <a:r>
                        <a:rPr kumimoji="1" lang="zh-CN" altLang="en-US" sz="1800" b="0" i="0" u="none" strike="noStrike" cap="none" normalizeH="0" baseline="0" dirty="0">
                          <a:ln>
                            <a:noFill/>
                          </a:ln>
                          <a:solidFill>
                            <a:schemeClr val="tx1"/>
                          </a:solidFill>
                          <a:effectLst/>
                          <a:latin typeface="Times New Roman" pitchFamily="18" charset="0"/>
                          <a:ea typeface="华文中宋" pitchFamily="2" charset="-122"/>
                        </a:rPr>
                        <a:t>与指令中含存储器操作数的指令系统结构相比，指令条数多，目标代码不够紧凑，因而程序占用的空间比较大</a:t>
                      </a:r>
                    </a:p>
                  </a:txBody>
                  <a:tcPr marL="91439" marR="91439" marT="45723" marB="45723"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2011832">
                <a:tc>
                  <a:txBody>
                    <a:bodyPr/>
                    <a:lstStyle/>
                    <a:p>
                      <a:pPr marL="0" marR="0" lvl="0" indent="0" algn="ctr" defTabSz="914400" rtl="0" eaLnBrk="1" fontAlgn="base" latinLnBrk="0" hangingPunct="1">
                        <a:lnSpc>
                          <a:spcPct val="100000"/>
                        </a:lnSpc>
                        <a:spcBef>
                          <a:spcPct val="0"/>
                        </a:spcBef>
                        <a:spcAft>
                          <a:spcPct val="0"/>
                        </a:spcAft>
                        <a:buClr>
                          <a:srgbClr val="0000CC"/>
                        </a:buClr>
                        <a:buSzTx/>
                        <a:buFontTx/>
                        <a:buNone/>
                        <a:tabLst/>
                      </a:pPr>
                      <a:r>
                        <a:rPr kumimoji="1" lang="zh-CN" altLang="en-US" sz="1800" b="0" i="0" u="none" strike="noStrike" cap="none" normalizeH="0" baseline="0" dirty="0">
                          <a:ln>
                            <a:noFill/>
                          </a:ln>
                          <a:solidFill>
                            <a:schemeClr val="tx1"/>
                          </a:solidFill>
                          <a:effectLst/>
                          <a:latin typeface="Times New Roman" pitchFamily="18" charset="0"/>
                          <a:ea typeface="华文中宋" pitchFamily="2" charset="-122"/>
                        </a:rPr>
                        <a:t>寄存器</a:t>
                      </a:r>
                      <a:r>
                        <a:rPr kumimoji="1" lang="en-US" altLang="zh-CN" sz="1800" b="0" i="0" u="none" strike="noStrike" cap="none" normalizeH="0" baseline="0" dirty="0">
                          <a:ln>
                            <a:noFill/>
                          </a:ln>
                          <a:solidFill>
                            <a:schemeClr val="tx1"/>
                          </a:solidFill>
                          <a:effectLst/>
                          <a:latin typeface="Times New Roman" pitchFamily="18" charset="0"/>
                          <a:ea typeface="华文中宋" pitchFamily="2" charset="-122"/>
                        </a:rPr>
                        <a:t>-</a:t>
                      </a:r>
                      <a:r>
                        <a:rPr kumimoji="1" lang="zh-CN" altLang="en-US" sz="1800" b="0" i="0" u="none" strike="noStrike" cap="none" normalizeH="0" baseline="0" dirty="0">
                          <a:ln>
                            <a:noFill/>
                          </a:ln>
                          <a:solidFill>
                            <a:schemeClr val="tx1"/>
                          </a:solidFill>
                          <a:effectLst/>
                          <a:latin typeface="Times New Roman" pitchFamily="18" charset="0"/>
                          <a:ea typeface="华文中宋" pitchFamily="2" charset="-122"/>
                        </a:rPr>
                        <a:t>存储器型</a:t>
                      </a:r>
                      <a:endParaRPr kumimoji="1" lang="en-US" altLang="zh-CN" sz="1800" b="0" i="0" u="none" strike="noStrike" cap="none" normalizeH="0" baseline="0" dirty="0">
                        <a:ln>
                          <a:noFill/>
                        </a:ln>
                        <a:solidFill>
                          <a:schemeClr val="tx1"/>
                        </a:solidFill>
                        <a:effectLst/>
                        <a:latin typeface="Times New Roman" pitchFamily="18" charset="0"/>
                        <a:ea typeface="华文中宋" pitchFamily="2" charset="-122"/>
                      </a:endParaRPr>
                    </a:p>
                    <a:p>
                      <a:pPr marL="0" marR="0" lvl="0" indent="0" algn="ctr" defTabSz="914400" rtl="0" eaLnBrk="1" fontAlgn="base" latinLnBrk="0" hangingPunct="1">
                        <a:lnSpc>
                          <a:spcPct val="100000"/>
                        </a:lnSpc>
                        <a:spcBef>
                          <a:spcPct val="0"/>
                        </a:spcBef>
                        <a:spcAft>
                          <a:spcPct val="0"/>
                        </a:spcAft>
                        <a:buClr>
                          <a:srgbClr val="0000CC"/>
                        </a:buClr>
                        <a:buSzTx/>
                        <a:buFontTx/>
                        <a:buNone/>
                        <a:tabLst/>
                      </a:pPr>
                      <a:r>
                        <a:rPr kumimoji="1" lang="zh-CN" altLang="en-US" sz="1800" b="0" i="0" u="none" strike="noStrike" cap="none" normalizeH="0" baseline="0" dirty="0">
                          <a:ln>
                            <a:noFill/>
                          </a:ln>
                          <a:solidFill>
                            <a:schemeClr val="tx1"/>
                          </a:solidFill>
                          <a:effectLst/>
                          <a:latin typeface="Times New Roman" pitchFamily="18" charset="0"/>
                          <a:ea typeface="华文中宋" pitchFamily="2" charset="-122"/>
                        </a:rPr>
                        <a:t>（</a:t>
                      </a:r>
                      <a:r>
                        <a:rPr kumimoji="1" lang="en-US" altLang="zh-CN" sz="1800" b="0" i="0" u="none" strike="noStrike" cap="none" normalizeH="0" baseline="0" dirty="0">
                          <a:ln>
                            <a:noFill/>
                          </a:ln>
                          <a:solidFill>
                            <a:schemeClr val="tx1"/>
                          </a:solidFill>
                          <a:effectLst/>
                          <a:latin typeface="Times New Roman" pitchFamily="18" charset="0"/>
                          <a:ea typeface="华文中宋" pitchFamily="2" charset="-122"/>
                        </a:rPr>
                        <a:t>1</a:t>
                      </a:r>
                      <a:r>
                        <a:rPr kumimoji="1" lang="zh-CN" altLang="en-US" sz="1800" b="0" i="0" u="none" strike="noStrike" cap="none" normalizeH="0" baseline="0" dirty="0">
                          <a:ln>
                            <a:noFill/>
                          </a:ln>
                          <a:solidFill>
                            <a:schemeClr val="tx1"/>
                          </a:solidFill>
                          <a:effectLst/>
                          <a:latin typeface="Times New Roman" pitchFamily="18" charset="0"/>
                          <a:ea typeface="华文中宋" pitchFamily="2" charset="-122"/>
                        </a:rPr>
                        <a:t>，</a:t>
                      </a:r>
                      <a:r>
                        <a:rPr kumimoji="1" lang="en-US" altLang="zh-CN" sz="1800" b="0" i="0" u="none" strike="noStrike" cap="none" normalizeH="0" baseline="0" dirty="0">
                          <a:ln>
                            <a:noFill/>
                          </a:ln>
                          <a:solidFill>
                            <a:schemeClr val="tx1"/>
                          </a:solidFill>
                          <a:effectLst/>
                          <a:latin typeface="Times New Roman" pitchFamily="18" charset="0"/>
                          <a:ea typeface="华文中宋" pitchFamily="2" charset="-122"/>
                        </a:rPr>
                        <a:t>2</a:t>
                      </a:r>
                      <a:r>
                        <a:rPr kumimoji="1" lang="zh-CN" altLang="en-US" sz="1800" b="0" i="0" u="none" strike="noStrike" cap="none" normalizeH="0" baseline="0" dirty="0">
                          <a:ln>
                            <a:noFill/>
                          </a:ln>
                          <a:solidFill>
                            <a:schemeClr val="tx1"/>
                          </a:solidFill>
                          <a:effectLst/>
                          <a:latin typeface="Times New Roman" pitchFamily="18" charset="0"/>
                          <a:ea typeface="华文中宋" pitchFamily="2" charset="-122"/>
                        </a:rPr>
                        <a:t>）</a:t>
                      </a:r>
                    </a:p>
                  </a:txBody>
                  <a:tcPr marL="91439" marR="91439" marT="45723" marB="45723"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0000CC"/>
                        </a:buClr>
                        <a:buSzTx/>
                        <a:buFontTx/>
                        <a:buNone/>
                        <a:tabLst/>
                      </a:pPr>
                      <a:r>
                        <a:rPr kumimoji="1" lang="zh-CN" altLang="en-US" sz="1800" b="0" i="0" u="none" strike="noStrike" cap="none" normalizeH="0" baseline="0" dirty="0">
                          <a:ln>
                            <a:noFill/>
                          </a:ln>
                          <a:solidFill>
                            <a:schemeClr val="tx1"/>
                          </a:solidFill>
                          <a:effectLst/>
                          <a:latin typeface="Times New Roman" pitchFamily="18" charset="0"/>
                          <a:ea typeface="华文中宋" pitchFamily="2" charset="-122"/>
                        </a:rPr>
                        <a:t>可以在</a:t>
                      </a:r>
                      <a:r>
                        <a:rPr kumimoji="1" lang="en-US" altLang="zh-CN" sz="1800" b="0" i="0" u="none" strike="noStrike" cap="none" normalizeH="0" baseline="0" dirty="0">
                          <a:ln>
                            <a:noFill/>
                          </a:ln>
                          <a:solidFill>
                            <a:schemeClr val="tx1"/>
                          </a:solidFill>
                          <a:effectLst/>
                          <a:latin typeface="Times New Roman" pitchFamily="18" charset="0"/>
                          <a:ea typeface="华文中宋" pitchFamily="2" charset="-122"/>
                        </a:rPr>
                        <a:t>ALU</a:t>
                      </a:r>
                      <a:r>
                        <a:rPr kumimoji="1" lang="zh-CN" altLang="en-US" sz="1800" b="0" i="0" u="none" strike="noStrike" cap="none" normalizeH="0" baseline="0" dirty="0">
                          <a:ln>
                            <a:noFill/>
                          </a:ln>
                          <a:solidFill>
                            <a:schemeClr val="tx1"/>
                          </a:solidFill>
                          <a:effectLst/>
                          <a:latin typeface="Times New Roman" pitchFamily="18" charset="0"/>
                          <a:ea typeface="华文中宋" pitchFamily="2" charset="-122"/>
                        </a:rPr>
                        <a:t>指令中直接对存储器操作数进行引用，而不必先用</a:t>
                      </a:r>
                      <a:r>
                        <a:rPr kumimoji="1" lang="en-US" altLang="zh-CN" sz="1800" b="0" i="0" u="none" strike="noStrike" cap="none" normalizeH="0" baseline="0" dirty="0">
                          <a:ln>
                            <a:noFill/>
                          </a:ln>
                          <a:solidFill>
                            <a:schemeClr val="tx1"/>
                          </a:solidFill>
                          <a:effectLst/>
                          <a:latin typeface="Times New Roman" pitchFamily="18" charset="0"/>
                          <a:ea typeface="华文中宋" pitchFamily="2" charset="-122"/>
                        </a:rPr>
                        <a:t>load</a:t>
                      </a:r>
                      <a:r>
                        <a:rPr kumimoji="1" lang="zh-CN" altLang="en-US" sz="1800" b="0" i="0" u="none" strike="noStrike" cap="none" normalizeH="0" baseline="0" dirty="0">
                          <a:ln>
                            <a:noFill/>
                          </a:ln>
                          <a:solidFill>
                            <a:schemeClr val="tx1"/>
                          </a:solidFill>
                          <a:effectLst/>
                          <a:latin typeface="Times New Roman" pitchFamily="18" charset="0"/>
                          <a:ea typeface="华文中宋" pitchFamily="2" charset="-122"/>
                        </a:rPr>
                        <a:t>指令进行加载，容易对指令进行编码，目标代码比较紧凑</a:t>
                      </a:r>
                    </a:p>
                  </a:txBody>
                  <a:tcPr marL="91439" marR="91439" marT="45723" marB="45723"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0000CC"/>
                        </a:buClr>
                        <a:buSzTx/>
                        <a:buFontTx/>
                        <a:buNone/>
                        <a:tabLst/>
                      </a:pPr>
                      <a:r>
                        <a:rPr kumimoji="1" lang="zh-CN" altLang="en-US" sz="1800" b="0" i="0" u="none" strike="noStrike" cap="none" normalizeH="0" baseline="0" dirty="0">
                          <a:ln>
                            <a:noFill/>
                          </a:ln>
                          <a:solidFill>
                            <a:schemeClr val="tx1"/>
                          </a:solidFill>
                          <a:effectLst/>
                          <a:latin typeface="Times New Roman" pitchFamily="18" charset="0"/>
                          <a:ea typeface="华文中宋" pitchFamily="2" charset="-122"/>
                        </a:rPr>
                        <a:t>由于有一个操作数的内容将被破坏，所以指令中的两个操作数不对称。在一条指令中同时对寄存器操作数和存储器操作数进行编码，有可能限制指令所能够表示的寄存器个数。指令的执行时钟周期因操作数的来源（寄存器或存储器）的不同而差别比较大</a:t>
                      </a:r>
                    </a:p>
                  </a:txBody>
                  <a:tcPr marL="91439" marR="91439" marT="45723" marB="45723"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1463150">
                <a:tc>
                  <a:txBody>
                    <a:bodyPr/>
                    <a:lstStyle/>
                    <a:p>
                      <a:pPr marL="0" marR="0" lvl="0" indent="0" algn="ctr" defTabSz="914400" rtl="0" eaLnBrk="1" fontAlgn="base" latinLnBrk="0" hangingPunct="1">
                        <a:lnSpc>
                          <a:spcPct val="100000"/>
                        </a:lnSpc>
                        <a:spcBef>
                          <a:spcPct val="0"/>
                        </a:spcBef>
                        <a:spcAft>
                          <a:spcPct val="0"/>
                        </a:spcAft>
                        <a:buClr>
                          <a:srgbClr val="0000CC"/>
                        </a:buClr>
                        <a:buSzTx/>
                        <a:buFontTx/>
                        <a:buNone/>
                        <a:tabLst/>
                      </a:pPr>
                      <a:r>
                        <a:rPr kumimoji="1" lang="zh-CN" altLang="en-US" sz="1800" b="0" i="0" u="none" strike="noStrike" cap="none" normalizeH="0" baseline="0" dirty="0">
                          <a:ln>
                            <a:noFill/>
                          </a:ln>
                          <a:solidFill>
                            <a:schemeClr val="tx1"/>
                          </a:solidFill>
                          <a:effectLst/>
                          <a:latin typeface="Times New Roman" pitchFamily="18" charset="0"/>
                          <a:ea typeface="华文中宋" pitchFamily="2" charset="-122"/>
                        </a:rPr>
                        <a:t>存储器</a:t>
                      </a:r>
                      <a:r>
                        <a:rPr kumimoji="1" lang="en-US" altLang="zh-CN" sz="1800" b="0" i="0" u="none" strike="noStrike" cap="none" normalizeH="0" baseline="0" dirty="0">
                          <a:ln>
                            <a:noFill/>
                          </a:ln>
                          <a:solidFill>
                            <a:schemeClr val="tx1"/>
                          </a:solidFill>
                          <a:effectLst/>
                          <a:latin typeface="Times New Roman" pitchFamily="18" charset="0"/>
                          <a:ea typeface="华文中宋" pitchFamily="2" charset="-122"/>
                        </a:rPr>
                        <a:t>-</a:t>
                      </a:r>
                      <a:r>
                        <a:rPr kumimoji="1" lang="zh-CN" altLang="en-US" sz="1800" b="0" i="0" u="none" strike="noStrike" cap="none" normalizeH="0" baseline="0" dirty="0">
                          <a:ln>
                            <a:noFill/>
                          </a:ln>
                          <a:solidFill>
                            <a:schemeClr val="tx1"/>
                          </a:solidFill>
                          <a:effectLst/>
                          <a:latin typeface="Times New Roman" pitchFamily="18" charset="0"/>
                          <a:ea typeface="华文中宋" pitchFamily="2" charset="-122"/>
                        </a:rPr>
                        <a:t>存储器（</a:t>
                      </a:r>
                      <a:r>
                        <a:rPr kumimoji="1" lang="en-US" altLang="zh-CN" sz="1800" b="0" i="0" u="none" strike="noStrike" cap="none" normalizeH="0" baseline="0" dirty="0">
                          <a:ln>
                            <a:noFill/>
                          </a:ln>
                          <a:solidFill>
                            <a:schemeClr val="tx1"/>
                          </a:solidFill>
                          <a:effectLst/>
                          <a:latin typeface="Times New Roman" pitchFamily="18" charset="0"/>
                          <a:ea typeface="华文中宋" pitchFamily="2" charset="-122"/>
                        </a:rPr>
                        <a:t>2</a:t>
                      </a:r>
                      <a:r>
                        <a:rPr kumimoji="1" lang="zh-CN" altLang="en-US" sz="1800" b="0" i="0" u="none" strike="noStrike" cap="none" normalizeH="0" baseline="0" dirty="0">
                          <a:ln>
                            <a:noFill/>
                          </a:ln>
                          <a:solidFill>
                            <a:schemeClr val="tx1"/>
                          </a:solidFill>
                          <a:effectLst/>
                          <a:latin typeface="Times New Roman" pitchFamily="18" charset="0"/>
                          <a:ea typeface="华文中宋" pitchFamily="2" charset="-122"/>
                        </a:rPr>
                        <a:t>，</a:t>
                      </a:r>
                      <a:r>
                        <a:rPr kumimoji="1" lang="en-US" altLang="zh-CN" sz="1800" b="0" i="0" u="none" strike="noStrike" cap="none" normalizeH="0" baseline="0" dirty="0">
                          <a:ln>
                            <a:noFill/>
                          </a:ln>
                          <a:solidFill>
                            <a:schemeClr val="tx1"/>
                          </a:solidFill>
                          <a:effectLst/>
                          <a:latin typeface="Times New Roman" pitchFamily="18" charset="0"/>
                          <a:ea typeface="华文中宋" pitchFamily="2" charset="-122"/>
                        </a:rPr>
                        <a:t>2</a:t>
                      </a:r>
                      <a:r>
                        <a:rPr kumimoji="1" lang="zh-CN" altLang="en-US" sz="1800" b="0" i="0" u="none" strike="noStrike" cap="none" normalizeH="0" baseline="0" dirty="0">
                          <a:ln>
                            <a:noFill/>
                          </a:ln>
                          <a:solidFill>
                            <a:schemeClr val="tx1"/>
                          </a:solidFill>
                          <a:effectLst/>
                          <a:latin typeface="Times New Roman" pitchFamily="18" charset="0"/>
                          <a:ea typeface="华文中宋" pitchFamily="2" charset="-122"/>
                        </a:rPr>
                        <a:t>）或（</a:t>
                      </a:r>
                      <a:r>
                        <a:rPr kumimoji="1" lang="en-US" altLang="zh-CN" sz="1800" b="0" i="0" u="none" strike="noStrike" cap="none" normalizeH="0" baseline="0" dirty="0">
                          <a:ln>
                            <a:noFill/>
                          </a:ln>
                          <a:solidFill>
                            <a:schemeClr val="tx1"/>
                          </a:solidFill>
                          <a:effectLst/>
                          <a:latin typeface="Times New Roman" pitchFamily="18" charset="0"/>
                          <a:ea typeface="华文中宋" pitchFamily="2" charset="-122"/>
                        </a:rPr>
                        <a:t>3</a:t>
                      </a:r>
                      <a:r>
                        <a:rPr kumimoji="1" lang="zh-CN" altLang="en-US" sz="1800" b="0" i="0" u="none" strike="noStrike" cap="none" normalizeH="0" baseline="0" dirty="0">
                          <a:ln>
                            <a:noFill/>
                          </a:ln>
                          <a:solidFill>
                            <a:schemeClr val="tx1"/>
                          </a:solidFill>
                          <a:effectLst/>
                          <a:latin typeface="Times New Roman" pitchFamily="18" charset="0"/>
                          <a:ea typeface="华文中宋" pitchFamily="2" charset="-122"/>
                        </a:rPr>
                        <a:t>，</a:t>
                      </a:r>
                      <a:r>
                        <a:rPr kumimoji="1" lang="en-US" altLang="zh-CN" sz="1800" b="0" i="0" u="none" strike="noStrike" cap="none" normalizeH="0" baseline="0" dirty="0">
                          <a:ln>
                            <a:noFill/>
                          </a:ln>
                          <a:solidFill>
                            <a:schemeClr val="tx1"/>
                          </a:solidFill>
                          <a:effectLst/>
                          <a:latin typeface="Times New Roman" pitchFamily="18" charset="0"/>
                          <a:ea typeface="华文中宋" pitchFamily="2" charset="-122"/>
                        </a:rPr>
                        <a:t>3</a:t>
                      </a:r>
                      <a:r>
                        <a:rPr kumimoji="1" lang="zh-CN" altLang="en-US" sz="1800" b="0" i="0" u="none" strike="noStrike" cap="none" normalizeH="0" baseline="0" dirty="0">
                          <a:ln>
                            <a:noFill/>
                          </a:ln>
                          <a:solidFill>
                            <a:schemeClr val="tx1"/>
                          </a:solidFill>
                          <a:effectLst/>
                          <a:latin typeface="Times New Roman" pitchFamily="18" charset="0"/>
                          <a:ea typeface="华文中宋" pitchFamily="2" charset="-122"/>
                        </a:rPr>
                        <a:t>）</a:t>
                      </a:r>
                    </a:p>
                  </a:txBody>
                  <a:tcPr marL="91439" marR="91439" marT="45723" marB="45723"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0000CC"/>
                        </a:buClr>
                        <a:buSzTx/>
                        <a:buFontTx/>
                        <a:buNone/>
                        <a:tabLst/>
                      </a:pPr>
                      <a:r>
                        <a:rPr kumimoji="1" lang="zh-CN" altLang="en-US" sz="1800" b="0" i="0" u="none" strike="noStrike" cap="none" normalizeH="0" baseline="0" dirty="0">
                          <a:ln>
                            <a:noFill/>
                          </a:ln>
                          <a:solidFill>
                            <a:schemeClr val="tx1"/>
                          </a:solidFill>
                          <a:effectLst/>
                          <a:latin typeface="Times New Roman" pitchFamily="18" charset="0"/>
                          <a:ea typeface="华文中宋" pitchFamily="2" charset="-122"/>
                        </a:rPr>
                        <a:t>目标代码最紧凑，不需要设置存储器来保存变量</a:t>
                      </a:r>
                    </a:p>
                  </a:txBody>
                  <a:tcPr marL="91439" marR="91439" marT="45723" marB="45723"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0000CC"/>
                        </a:buClr>
                        <a:buSzTx/>
                        <a:buFontTx/>
                        <a:buNone/>
                        <a:tabLst/>
                      </a:pPr>
                      <a:r>
                        <a:rPr kumimoji="1" lang="zh-CN" altLang="en-US" sz="1800" b="0" i="0" u="none" strike="noStrike" cap="none" normalizeH="0" baseline="0" dirty="0">
                          <a:ln>
                            <a:noFill/>
                          </a:ln>
                          <a:solidFill>
                            <a:schemeClr val="tx1"/>
                          </a:solidFill>
                          <a:effectLst/>
                          <a:latin typeface="Times New Roman" pitchFamily="18" charset="0"/>
                          <a:ea typeface="华文中宋" pitchFamily="2" charset="-122"/>
                        </a:rPr>
                        <a:t>指令字长变换很大，特别是</a:t>
                      </a:r>
                      <a:r>
                        <a:rPr kumimoji="1" lang="en-US" altLang="zh-CN" sz="1800" b="0" i="0" u="none" strike="noStrike" cap="none" normalizeH="0" baseline="0" dirty="0">
                          <a:ln>
                            <a:noFill/>
                          </a:ln>
                          <a:solidFill>
                            <a:schemeClr val="tx1"/>
                          </a:solidFill>
                          <a:effectLst/>
                          <a:latin typeface="Times New Roman" pitchFamily="18" charset="0"/>
                          <a:ea typeface="华文中宋" pitchFamily="2" charset="-122"/>
                        </a:rPr>
                        <a:t>3</a:t>
                      </a:r>
                      <a:r>
                        <a:rPr kumimoji="1" lang="zh-CN" altLang="en-US" sz="1800" b="0" i="0" u="none" strike="noStrike" cap="none" normalizeH="0" baseline="0" dirty="0">
                          <a:ln>
                            <a:noFill/>
                          </a:ln>
                          <a:solidFill>
                            <a:schemeClr val="tx1"/>
                          </a:solidFill>
                          <a:effectLst/>
                          <a:latin typeface="Times New Roman" pitchFamily="18" charset="0"/>
                          <a:ea typeface="华文中宋" pitchFamily="2" charset="-122"/>
                        </a:rPr>
                        <a:t>个操作数指令。而且每条指令完成的工作也差别很大。对存储器的频率访问会使存储器成为瓶颈。这种类型的指令系统现在已经不用了</a:t>
                      </a:r>
                    </a:p>
                  </a:txBody>
                  <a:tcPr marL="91439" marR="91439" marT="45723" marB="45723"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bl>
          </a:graphicData>
        </a:graphic>
      </p:graphicFrame>
      <p:sp>
        <p:nvSpPr>
          <p:cNvPr id="2" name="日期占位符 1">
            <a:extLst>
              <a:ext uri="{FF2B5EF4-FFF2-40B4-BE49-F238E27FC236}">
                <a16:creationId xmlns:a16="http://schemas.microsoft.com/office/drawing/2014/main" id="{D90B31A8-0793-68C4-B83D-1E2AD0B27685}"/>
              </a:ext>
            </a:extLst>
          </p:cNvPr>
          <p:cNvSpPr txBox="1">
            <a:spLocks/>
          </p:cNvSpPr>
          <p:nvPr/>
        </p:nvSpPr>
        <p:spPr>
          <a:xfrm>
            <a:off x="457200" y="6356350"/>
            <a:ext cx="2133600" cy="365125"/>
          </a:xfrm>
          <a:prstGeom prst="rect">
            <a:avLst/>
          </a:prstGeom>
        </p:spPr>
        <p:txBody>
          <a:bodyPr/>
          <a:lstStyle>
            <a:defPPr>
              <a:defRPr lang="en-US"/>
            </a:defPPr>
            <a:lvl1pPr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1pPr>
            <a:lvl2pPr marL="4572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2pPr>
            <a:lvl3pPr marL="9144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3pPr>
            <a:lvl4pPr marL="13716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4pPr>
            <a:lvl5pPr marL="18288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5pPr>
            <a:lvl6pPr marL="22860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6pPr>
            <a:lvl7pPr marL="27432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7pPr>
            <a:lvl8pPr marL="32004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8pPr>
            <a:lvl9pPr marL="36576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9pPr>
          </a:lstStyle>
          <a:p>
            <a:pPr>
              <a:defRPr/>
            </a:pPr>
            <a:fld id="{4349BE7F-346D-41C2-AC16-4B645E86F7D0}" type="datetime1">
              <a:rPr lang="zh-CN" altLang="en-US" smtClean="0"/>
              <a:pPr>
                <a:defRPr/>
              </a:pPr>
              <a:t>2025/9/16</a:t>
            </a:fld>
            <a:endParaRPr lang="en-US" altLang="zh-CN" dirty="0"/>
          </a:p>
        </p:txBody>
      </p:sp>
      <p:sp>
        <p:nvSpPr>
          <p:cNvPr id="3" name="页脚占位符 3">
            <a:extLst>
              <a:ext uri="{FF2B5EF4-FFF2-40B4-BE49-F238E27FC236}">
                <a16:creationId xmlns:a16="http://schemas.microsoft.com/office/drawing/2014/main" id="{C1DA46E0-CFF0-7249-4AAB-D634EC684CF0}"/>
              </a:ext>
            </a:extLst>
          </p:cNvPr>
          <p:cNvSpPr txBox="1">
            <a:spLocks/>
          </p:cNvSpPr>
          <p:nvPr/>
        </p:nvSpPr>
        <p:spPr>
          <a:xfrm>
            <a:off x="3124200" y="6356350"/>
            <a:ext cx="2895600" cy="365125"/>
          </a:xfrm>
          <a:prstGeom prst="rect">
            <a:avLst/>
          </a:prstGeom>
        </p:spPr>
        <p:txBody>
          <a:bodyPr/>
          <a:lstStyle>
            <a:defPPr>
              <a:defRPr lang="en-US"/>
            </a:defPPr>
            <a:lvl1pPr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1pPr>
            <a:lvl2pPr marL="4572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2pPr>
            <a:lvl3pPr marL="9144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3pPr>
            <a:lvl4pPr marL="13716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4pPr>
            <a:lvl5pPr marL="18288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5pPr>
            <a:lvl6pPr marL="22860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6pPr>
            <a:lvl7pPr marL="27432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7pPr>
            <a:lvl8pPr marL="32004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8pPr>
            <a:lvl9pPr marL="36576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9pPr>
          </a:lstStyle>
          <a:p>
            <a:pPr>
              <a:defRPr/>
            </a:pPr>
            <a:r>
              <a:rPr lang="zh-CN" altLang="en-US"/>
              <a:t>计算学部 刘宏伟</a:t>
            </a:r>
            <a:endParaRPr lang="en-US" altLang="zh-CN"/>
          </a:p>
        </p:txBody>
      </p:sp>
      <p:sp>
        <p:nvSpPr>
          <p:cNvPr id="4" name="灯片编号占位符 4">
            <a:extLst>
              <a:ext uri="{FF2B5EF4-FFF2-40B4-BE49-F238E27FC236}">
                <a16:creationId xmlns:a16="http://schemas.microsoft.com/office/drawing/2014/main" id="{6AE57B11-E5E3-A11B-11ED-CD506A4D258F}"/>
              </a:ext>
            </a:extLst>
          </p:cNvPr>
          <p:cNvSpPr txBox="1">
            <a:spLocks/>
          </p:cNvSpPr>
          <p:nvPr/>
        </p:nvSpPr>
        <p:spPr>
          <a:xfrm>
            <a:off x="6553200" y="6356350"/>
            <a:ext cx="2133600" cy="365125"/>
          </a:xfrm>
          <a:prstGeom prst="rect">
            <a:avLst/>
          </a:prstGeom>
        </p:spPr>
        <p:txBody>
          <a:bodyPr/>
          <a:lstStyle>
            <a:defPPr>
              <a:defRPr lang="en-US"/>
            </a:defPPr>
            <a:lvl1pPr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1pPr>
            <a:lvl2pPr marL="4572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2pPr>
            <a:lvl3pPr marL="9144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3pPr>
            <a:lvl4pPr marL="13716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4pPr>
            <a:lvl5pPr marL="18288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5pPr>
            <a:lvl6pPr marL="22860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6pPr>
            <a:lvl7pPr marL="27432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7pPr>
            <a:lvl8pPr marL="32004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8pPr>
            <a:lvl9pPr marL="36576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9pPr>
          </a:lstStyle>
          <a:p>
            <a:pPr>
              <a:defRPr/>
            </a:pPr>
            <a:fld id="{8BCAC33D-D29A-48B3-BCD6-381D3D720D26}" type="slidenum">
              <a:rPr lang="zh-CN" altLang="en-US" smtClean="0"/>
              <a:pPr>
                <a:defRPr/>
              </a:pPr>
              <a:t>43</a:t>
            </a:fld>
            <a:endParaRPr lang="en-US" altLang="zh-CN"/>
          </a:p>
        </p:txBody>
      </p:sp>
    </p:spTree>
    <p:extLst>
      <p:ext uri="{BB962C8B-B14F-4D97-AF65-F5344CB8AC3E}">
        <p14:creationId xmlns:p14="http://schemas.microsoft.com/office/powerpoint/2010/main" val="2882339255"/>
      </p:ext>
    </p:extLst>
  </p:cSld>
  <p:clrMapOvr>
    <a:masterClrMapping/>
  </p:clrMapOvr>
  <p:transition>
    <p:pull dir="rd"/>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p:txBody>
          <a:bodyPr/>
          <a:lstStyle/>
          <a:p>
            <a:pPr eaLnBrk="1" hangingPunct="1"/>
            <a:r>
              <a:rPr lang="zh-CN" altLang="en-US" sz="3600" b="1" dirty="0"/>
              <a:t>指令集结构设计概观</a:t>
            </a:r>
          </a:p>
        </p:txBody>
      </p:sp>
      <p:grpSp>
        <p:nvGrpSpPr>
          <p:cNvPr id="68611" name="Group 54"/>
          <p:cNvGrpSpPr>
            <a:grpSpLocks/>
          </p:cNvGrpSpPr>
          <p:nvPr/>
        </p:nvGrpSpPr>
        <p:grpSpPr bwMode="auto">
          <a:xfrm>
            <a:off x="827088" y="1628775"/>
            <a:ext cx="7620000" cy="3352800"/>
            <a:chOff x="528" y="1104"/>
            <a:chExt cx="4800" cy="2112"/>
          </a:xfrm>
        </p:grpSpPr>
        <p:sp>
          <p:nvSpPr>
            <p:cNvPr id="39957" name="Text Box 21"/>
            <p:cNvSpPr txBox="1">
              <a:spLocks noChangeArrowheads="1"/>
            </p:cNvSpPr>
            <p:nvPr/>
          </p:nvSpPr>
          <p:spPr bwMode="auto">
            <a:xfrm>
              <a:off x="3456" y="2784"/>
              <a:ext cx="1344" cy="288"/>
            </a:xfrm>
            <a:prstGeom prst="rect">
              <a:avLst/>
            </a:prstGeom>
            <a:noFill/>
            <a:ln w="12700" cap="sq">
              <a:noFill/>
              <a:miter lim="800000"/>
              <a:headEnd type="none" w="sm" len="sm"/>
              <a:tailEnd type="none" w="sm" len="sm"/>
            </a:ln>
            <a:effectLst/>
          </p:spPr>
          <p:txBody>
            <a:bodyPr>
              <a:spAutoFit/>
            </a:bodyPr>
            <a:lstStyle/>
            <a:p>
              <a:pPr>
                <a:spcBef>
                  <a:spcPct val="50000"/>
                </a:spcBef>
                <a:defRPr/>
              </a:pPr>
              <a:r>
                <a:rPr lang="zh-CN" altLang="en-US" sz="2400">
                  <a:effectLst>
                    <a:outerShdw blurRad="38100" dist="38100" dir="2700000" algn="tl">
                      <a:srgbClr val="C0C0C0"/>
                    </a:outerShdw>
                  </a:effectLst>
                  <a:latin typeface="华文中宋" pitchFamily="2" charset="-122"/>
                  <a:ea typeface="华文中宋" pitchFamily="2" charset="-122"/>
                </a:rPr>
                <a:t>硬     件</a:t>
              </a:r>
            </a:p>
          </p:txBody>
        </p:sp>
        <p:sp>
          <p:nvSpPr>
            <p:cNvPr id="39958" name="Text Box 22"/>
            <p:cNvSpPr txBox="1">
              <a:spLocks noChangeArrowheads="1"/>
            </p:cNvSpPr>
            <p:nvPr/>
          </p:nvSpPr>
          <p:spPr bwMode="auto">
            <a:xfrm>
              <a:off x="3456" y="2448"/>
              <a:ext cx="1200" cy="288"/>
            </a:xfrm>
            <a:prstGeom prst="rect">
              <a:avLst/>
            </a:prstGeom>
            <a:noFill/>
            <a:ln w="12700" cap="sq">
              <a:noFill/>
              <a:miter lim="800000"/>
              <a:headEnd type="none" w="sm" len="sm"/>
              <a:tailEnd type="none" w="sm" len="sm"/>
            </a:ln>
            <a:effectLst/>
          </p:spPr>
          <p:txBody>
            <a:bodyPr>
              <a:spAutoFit/>
            </a:bodyPr>
            <a:lstStyle/>
            <a:p>
              <a:pPr>
                <a:spcBef>
                  <a:spcPct val="50000"/>
                </a:spcBef>
                <a:defRPr/>
              </a:pPr>
              <a:r>
                <a:rPr lang="zh-CN" altLang="en-US" sz="2400">
                  <a:effectLst>
                    <a:outerShdw blurRad="38100" dist="38100" dir="2700000" algn="tl">
                      <a:srgbClr val="C0C0C0"/>
                    </a:outerShdw>
                  </a:effectLst>
                  <a:latin typeface="华文中宋" pitchFamily="2" charset="-122"/>
                  <a:ea typeface="华文中宋" pitchFamily="2" charset="-122"/>
                </a:rPr>
                <a:t>指 令 集</a:t>
              </a:r>
            </a:p>
          </p:txBody>
        </p:sp>
        <p:grpSp>
          <p:nvGrpSpPr>
            <p:cNvPr id="68628" name="Group 32"/>
            <p:cNvGrpSpPr>
              <a:grpSpLocks/>
            </p:cNvGrpSpPr>
            <p:nvPr/>
          </p:nvGrpSpPr>
          <p:grpSpPr bwMode="auto">
            <a:xfrm>
              <a:off x="960" y="1248"/>
              <a:ext cx="3696" cy="1872"/>
              <a:chOff x="912" y="1152"/>
              <a:chExt cx="4464" cy="2256"/>
            </a:xfrm>
          </p:grpSpPr>
          <p:grpSp>
            <p:nvGrpSpPr>
              <p:cNvPr id="68632" name="Group 13"/>
              <p:cNvGrpSpPr>
                <a:grpSpLocks/>
              </p:cNvGrpSpPr>
              <p:nvPr/>
            </p:nvGrpSpPr>
            <p:grpSpPr bwMode="auto">
              <a:xfrm>
                <a:off x="912" y="1152"/>
                <a:ext cx="2256" cy="2256"/>
                <a:chOff x="1008" y="1008"/>
                <a:chExt cx="2592" cy="2544"/>
              </a:xfrm>
            </p:grpSpPr>
            <p:sp>
              <p:nvSpPr>
                <p:cNvPr id="68645" name="Oval 12"/>
                <p:cNvSpPr>
                  <a:spLocks noChangeArrowheads="1"/>
                </p:cNvSpPr>
                <p:nvPr/>
              </p:nvSpPr>
              <p:spPr bwMode="auto">
                <a:xfrm>
                  <a:off x="1008" y="1008"/>
                  <a:ext cx="2592" cy="2544"/>
                </a:xfrm>
                <a:prstGeom prst="ellipse">
                  <a:avLst/>
                </a:prstGeom>
                <a:solidFill>
                  <a:srgbClr val="800080"/>
                </a:solidFill>
                <a:ln w="12700" cap="sq">
                  <a:solidFill>
                    <a:srgbClr val="0000FF"/>
                  </a:solidFill>
                  <a:round/>
                  <a:headEnd type="none" w="sm" len="sm"/>
                  <a:tailEnd type="none" w="sm" len="sm"/>
                </a:ln>
              </p:spPr>
              <p:txBody>
                <a:bodyPr wrap="none" anchor="ctr"/>
                <a:lstStyle/>
                <a:p>
                  <a:endParaRPr lang="zh-CN" altLang="en-US"/>
                </a:p>
              </p:txBody>
            </p:sp>
            <p:grpSp>
              <p:nvGrpSpPr>
                <p:cNvPr id="68646" name="Group 11"/>
                <p:cNvGrpSpPr>
                  <a:grpSpLocks/>
                </p:cNvGrpSpPr>
                <p:nvPr/>
              </p:nvGrpSpPr>
              <p:grpSpPr bwMode="auto">
                <a:xfrm>
                  <a:off x="1248" y="1248"/>
                  <a:ext cx="2112" cy="2064"/>
                  <a:chOff x="864" y="1392"/>
                  <a:chExt cx="2112" cy="2064"/>
                </a:xfrm>
              </p:grpSpPr>
              <p:sp>
                <p:nvSpPr>
                  <p:cNvPr id="68647" name="Oval 10"/>
                  <p:cNvSpPr>
                    <a:spLocks noChangeArrowheads="1"/>
                  </p:cNvSpPr>
                  <p:nvPr/>
                </p:nvSpPr>
                <p:spPr bwMode="auto">
                  <a:xfrm>
                    <a:off x="864" y="1392"/>
                    <a:ext cx="2112" cy="2064"/>
                  </a:xfrm>
                  <a:prstGeom prst="ellipse">
                    <a:avLst/>
                  </a:prstGeom>
                  <a:solidFill>
                    <a:srgbClr val="0000FF"/>
                  </a:solidFill>
                  <a:ln w="12700" cap="sq">
                    <a:solidFill>
                      <a:srgbClr val="0000FF"/>
                    </a:solidFill>
                    <a:round/>
                    <a:headEnd type="none" w="sm" len="sm"/>
                    <a:tailEnd type="none" w="sm" len="sm"/>
                  </a:ln>
                </p:spPr>
                <p:txBody>
                  <a:bodyPr wrap="none" anchor="ctr"/>
                  <a:lstStyle/>
                  <a:p>
                    <a:endParaRPr lang="zh-CN" altLang="en-US"/>
                  </a:p>
                </p:txBody>
              </p:sp>
              <p:sp>
                <p:nvSpPr>
                  <p:cNvPr id="68648" name="Oval 9"/>
                  <p:cNvSpPr>
                    <a:spLocks noChangeArrowheads="1"/>
                  </p:cNvSpPr>
                  <p:nvPr/>
                </p:nvSpPr>
                <p:spPr bwMode="auto">
                  <a:xfrm>
                    <a:off x="1200" y="1728"/>
                    <a:ext cx="1440" cy="1392"/>
                  </a:xfrm>
                  <a:prstGeom prst="ellipse">
                    <a:avLst/>
                  </a:prstGeom>
                  <a:solidFill>
                    <a:srgbClr val="00FF00"/>
                  </a:solidFill>
                  <a:ln w="12700" cap="sq">
                    <a:solidFill>
                      <a:srgbClr val="0000FF"/>
                    </a:solidFill>
                    <a:round/>
                    <a:headEnd type="none" w="sm" len="sm"/>
                    <a:tailEnd type="none" w="sm" len="sm"/>
                  </a:ln>
                </p:spPr>
                <p:txBody>
                  <a:bodyPr wrap="none" anchor="ctr"/>
                  <a:lstStyle/>
                  <a:p>
                    <a:endParaRPr lang="zh-CN" altLang="en-US"/>
                  </a:p>
                </p:txBody>
              </p:sp>
              <p:sp>
                <p:nvSpPr>
                  <p:cNvPr id="68649" name="Oval 8"/>
                  <p:cNvSpPr>
                    <a:spLocks noChangeArrowheads="1"/>
                  </p:cNvSpPr>
                  <p:nvPr/>
                </p:nvSpPr>
                <p:spPr bwMode="auto">
                  <a:xfrm>
                    <a:off x="1536" y="2064"/>
                    <a:ext cx="768" cy="768"/>
                  </a:xfrm>
                  <a:prstGeom prst="ellipse">
                    <a:avLst/>
                  </a:prstGeom>
                  <a:solidFill>
                    <a:srgbClr val="FF0000"/>
                  </a:solidFill>
                  <a:ln w="12700" cap="sq">
                    <a:solidFill>
                      <a:srgbClr val="0000FF"/>
                    </a:solidFill>
                    <a:round/>
                    <a:headEnd type="none" w="sm" len="sm"/>
                    <a:tailEnd type="none" w="sm" len="sm"/>
                  </a:ln>
                </p:spPr>
                <p:txBody>
                  <a:bodyPr wrap="none" anchor="ctr"/>
                  <a:lstStyle/>
                  <a:p>
                    <a:endParaRPr lang="zh-CN" altLang="en-US"/>
                  </a:p>
                </p:txBody>
              </p:sp>
            </p:grpSp>
          </p:grpSp>
          <p:grpSp>
            <p:nvGrpSpPr>
              <p:cNvPr id="68633" name="Group 17"/>
              <p:cNvGrpSpPr>
                <a:grpSpLocks/>
              </p:cNvGrpSpPr>
              <p:nvPr/>
            </p:nvGrpSpPr>
            <p:grpSpPr bwMode="auto">
              <a:xfrm>
                <a:off x="2064" y="2352"/>
                <a:ext cx="3312" cy="960"/>
                <a:chOff x="2064" y="2352"/>
                <a:chExt cx="3312" cy="960"/>
              </a:xfrm>
            </p:grpSpPr>
            <p:sp>
              <p:nvSpPr>
                <p:cNvPr id="68643" name="Line 15"/>
                <p:cNvSpPr>
                  <a:spLocks noChangeShapeType="1"/>
                </p:cNvSpPr>
                <p:nvPr/>
              </p:nvSpPr>
              <p:spPr bwMode="auto">
                <a:xfrm flipH="1" flipV="1">
                  <a:off x="2064" y="2352"/>
                  <a:ext cx="864" cy="960"/>
                </a:xfrm>
                <a:prstGeom prst="line">
                  <a:avLst/>
                </a:prstGeom>
                <a:noFill/>
                <a:ln w="25400" cap="sq">
                  <a:solidFill>
                    <a:srgbClr val="0000FF"/>
                  </a:solidFill>
                  <a:round/>
                  <a:headEnd type="none" w="sm" len="sm"/>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8644" name="Line 16"/>
                <p:cNvSpPr>
                  <a:spLocks noChangeShapeType="1"/>
                </p:cNvSpPr>
                <p:nvPr/>
              </p:nvSpPr>
              <p:spPr bwMode="auto">
                <a:xfrm flipV="1">
                  <a:off x="2928" y="3312"/>
                  <a:ext cx="2448" cy="0"/>
                </a:xfrm>
                <a:prstGeom prst="line">
                  <a:avLst/>
                </a:prstGeom>
                <a:noFill/>
                <a:ln w="25400" cap="sq">
                  <a:solidFill>
                    <a:srgbClr val="0000FF"/>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68634" name="Group 20"/>
              <p:cNvGrpSpPr>
                <a:grpSpLocks/>
              </p:cNvGrpSpPr>
              <p:nvPr/>
            </p:nvGrpSpPr>
            <p:grpSpPr bwMode="auto">
              <a:xfrm>
                <a:off x="2448" y="2448"/>
                <a:ext cx="2928" cy="480"/>
                <a:chOff x="2448" y="2448"/>
                <a:chExt cx="2928" cy="480"/>
              </a:xfrm>
            </p:grpSpPr>
            <p:sp>
              <p:nvSpPr>
                <p:cNvPr id="68641" name="Line 18"/>
                <p:cNvSpPr>
                  <a:spLocks noChangeShapeType="1"/>
                </p:cNvSpPr>
                <p:nvPr/>
              </p:nvSpPr>
              <p:spPr bwMode="auto">
                <a:xfrm flipH="1" flipV="1">
                  <a:off x="2448" y="2448"/>
                  <a:ext cx="912" cy="480"/>
                </a:xfrm>
                <a:prstGeom prst="line">
                  <a:avLst/>
                </a:prstGeom>
                <a:noFill/>
                <a:ln w="25400" cap="sq">
                  <a:solidFill>
                    <a:srgbClr val="0000FF"/>
                  </a:solidFill>
                  <a:round/>
                  <a:headEnd type="none" w="sm" len="sm"/>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8642" name="Line 19"/>
                <p:cNvSpPr>
                  <a:spLocks noChangeShapeType="1"/>
                </p:cNvSpPr>
                <p:nvPr/>
              </p:nvSpPr>
              <p:spPr bwMode="auto">
                <a:xfrm>
                  <a:off x="3360" y="2928"/>
                  <a:ext cx="2016" cy="0"/>
                </a:xfrm>
                <a:prstGeom prst="line">
                  <a:avLst/>
                </a:prstGeom>
                <a:noFill/>
                <a:ln w="25400" cap="sq">
                  <a:solidFill>
                    <a:srgbClr val="0000FF"/>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68635" name="Group 24"/>
              <p:cNvGrpSpPr>
                <a:grpSpLocks/>
              </p:cNvGrpSpPr>
              <p:nvPr/>
            </p:nvGrpSpPr>
            <p:grpSpPr bwMode="auto">
              <a:xfrm flipV="1">
                <a:off x="2736" y="1920"/>
                <a:ext cx="2640" cy="480"/>
                <a:chOff x="2448" y="2448"/>
                <a:chExt cx="2928" cy="480"/>
              </a:xfrm>
            </p:grpSpPr>
            <p:sp>
              <p:nvSpPr>
                <p:cNvPr id="68639" name="Line 25"/>
                <p:cNvSpPr>
                  <a:spLocks noChangeShapeType="1"/>
                </p:cNvSpPr>
                <p:nvPr/>
              </p:nvSpPr>
              <p:spPr bwMode="auto">
                <a:xfrm flipH="1" flipV="1">
                  <a:off x="2448" y="2448"/>
                  <a:ext cx="912" cy="480"/>
                </a:xfrm>
                <a:prstGeom prst="line">
                  <a:avLst/>
                </a:prstGeom>
                <a:noFill/>
                <a:ln w="25400" cap="sq">
                  <a:solidFill>
                    <a:srgbClr val="0000FF"/>
                  </a:solidFill>
                  <a:round/>
                  <a:headEnd type="none" w="sm" len="sm"/>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8640" name="Line 26"/>
                <p:cNvSpPr>
                  <a:spLocks noChangeShapeType="1"/>
                </p:cNvSpPr>
                <p:nvPr/>
              </p:nvSpPr>
              <p:spPr bwMode="auto">
                <a:xfrm>
                  <a:off x="3360" y="2928"/>
                  <a:ext cx="2016" cy="0"/>
                </a:xfrm>
                <a:prstGeom prst="line">
                  <a:avLst/>
                </a:prstGeom>
                <a:noFill/>
                <a:ln w="25400" cap="sq">
                  <a:solidFill>
                    <a:srgbClr val="0000FF"/>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68636" name="Group 27"/>
              <p:cNvGrpSpPr>
                <a:grpSpLocks/>
              </p:cNvGrpSpPr>
              <p:nvPr/>
            </p:nvGrpSpPr>
            <p:grpSpPr bwMode="auto">
              <a:xfrm flipV="1">
                <a:off x="2928" y="1536"/>
                <a:ext cx="2448" cy="288"/>
                <a:chOff x="2064" y="2352"/>
                <a:chExt cx="3312" cy="960"/>
              </a:xfrm>
            </p:grpSpPr>
            <p:sp>
              <p:nvSpPr>
                <p:cNvPr id="68637" name="Line 28"/>
                <p:cNvSpPr>
                  <a:spLocks noChangeShapeType="1"/>
                </p:cNvSpPr>
                <p:nvPr/>
              </p:nvSpPr>
              <p:spPr bwMode="auto">
                <a:xfrm flipH="1" flipV="1">
                  <a:off x="2064" y="2352"/>
                  <a:ext cx="864" cy="960"/>
                </a:xfrm>
                <a:prstGeom prst="line">
                  <a:avLst/>
                </a:prstGeom>
                <a:noFill/>
                <a:ln w="25400" cap="sq">
                  <a:solidFill>
                    <a:srgbClr val="0000FF"/>
                  </a:solidFill>
                  <a:round/>
                  <a:headEnd type="none" w="sm" len="sm"/>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8638" name="Line 29"/>
                <p:cNvSpPr>
                  <a:spLocks noChangeShapeType="1"/>
                </p:cNvSpPr>
                <p:nvPr/>
              </p:nvSpPr>
              <p:spPr bwMode="auto">
                <a:xfrm flipV="1">
                  <a:off x="2928" y="3312"/>
                  <a:ext cx="2448" cy="0"/>
                </a:xfrm>
                <a:prstGeom prst="line">
                  <a:avLst/>
                </a:prstGeom>
                <a:noFill/>
                <a:ln w="25400" cap="sq">
                  <a:solidFill>
                    <a:srgbClr val="0000FF"/>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grpSp>
        <p:sp>
          <p:nvSpPr>
            <p:cNvPr id="39966" name="Text Box 30"/>
            <p:cNvSpPr txBox="1">
              <a:spLocks noChangeArrowheads="1"/>
            </p:cNvSpPr>
            <p:nvPr/>
          </p:nvSpPr>
          <p:spPr bwMode="auto">
            <a:xfrm>
              <a:off x="3456" y="1584"/>
              <a:ext cx="960" cy="288"/>
            </a:xfrm>
            <a:prstGeom prst="rect">
              <a:avLst/>
            </a:prstGeom>
            <a:noFill/>
            <a:ln w="12700" cap="sq">
              <a:noFill/>
              <a:miter lim="800000"/>
              <a:headEnd type="none" w="sm" len="sm"/>
              <a:tailEnd type="none" w="sm" len="sm"/>
            </a:ln>
            <a:effectLst/>
          </p:spPr>
          <p:txBody>
            <a:bodyPr>
              <a:spAutoFit/>
            </a:bodyPr>
            <a:lstStyle/>
            <a:p>
              <a:pPr>
                <a:spcBef>
                  <a:spcPct val="50000"/>
                </a:spcBef>
                <a:defRPr/>
              </a:pPr>
              <a:r>
                <a:rPr lang="zh-CN" altLang="en-US" sz="2400">
                  <a:effectLst>
                    <a:outerShdw blurRad="38100" dist="38100" dir="2700000" algn="tl">
                      <a:srgbClr val="C0C0C0"/>
                    </a:outerShdw>
                  </a:effectLst>
                  <a:latin typeface="华文中宋" pitchFamily="2" charset="-122"/>
                  <a:ea typeface="华文中宋" pitchFamily="2" charset="-122"/>
                </a:rPr>
                <a:t>操作系统</a:t>
              </a:r>
            </a:p>
          </p:txBody>
        </p:sp>
        <p:sp>
          <p:nvSpPr>
            <p:cNvPr id="39967" name="Text Box 31"/>
            <p:cNvSpPr txBox="1">
              <a:spLocks noChangeArrowheads="1"/>
            </p:cNvSpPr>
            <p:nvPr/>
          </p:nvSpPr>
          <p:spPr bwMode="auto">
            <a:xfrm>
              <a:off x="3456" y="1296"/>
              <a:ext cx="960" cy="288"/>
            </a:xfrm>
            <a:prstGeom prst="rect">
              <a:avLst/>
            </a:prstGeom>
            <a:noFill/>
            <a:ln w="12700" cap="sq">
              <a:noFill/>
              <a:miter lim="800000"/>
              <a:headEnd type="none" w="sm" len="sm"/>
              <a:tailEnd type="none" w="sm" len="sm"/>
            </a:ln>
            <a:effectLst/>
          </p:spPr>
          <p:txBody>
            <a:bodyPr>
              <a:spAutoFit/>
            </a:bodyPr>
            <a:lstStyle/>
            <a:p>
              <a:pPr>
                <a:spcBef>
                  <a:spcPct val="50000"/>
                </a:spcBef>
                <a:defRPr/>
              </a:pPr>
              <a:r>
                <a:rPr lang="zh-CN" altLang="en-US" sz="2400">
                  <a:effectLst>
                    <a:outerShdw blurRad="38100" dist="38100" dir="2700000" algn="tl">
                      <a:srgbClr val="C0C0C0"/>
                    </a:outerShdw>
                  </a:effectLst>
                  <a:latin typeface="华文中宋" pitchFamily="2" charset="-122"/>
                  <a:ea typeface="华文中宋" pitchFamily="2" charset="-122"/>
                </a:rPr>
                <a:t>应用软件</a:t>
              </a:r>
            </a:p>
          </p:txBody>
        </p:sp>
        <p:sp>
          <p:nvSpPr>
            <p:cNvPr id="39969" name="Rectangle 33"/>
            <p:cNvSpPr>
              <a:spLocks noChangeArrowheads="1"/>
            </p:cNvSpPr>
            <p:nvPr/>
          </p:nvSpPr>
          <p:spPr bwMode="auto">
            <a:xfrm>
              <a:off x="528" y="1104"/>
              <a:ext cx="4800" cy="2112"/>
            </a:xfrm>
            <a:prstGeom prst="rect">
              <a:avLst/>
            </a:prstGeom>
            <a:noFill/>
            <a:ln w="25400" cap="sq">
              <a:solidFill>
                <a:srgbClr val="0000FF"/>
              </a:solidFill>
              <a:miter lim="800000"/>
              <a:headEnd type="none" w="sm" len="sm"/>
              <a:tailEnd type="none" w="sm" len="sm"/>
            </a:ln>
            <a:effectLst/>
          </p:spPr>
          <p:txBody>
            <a:bodyPr wrap="none" anchor="ctr"/>
            <a:lstStyle/>
            <a:p>
              <a:pPr algn="ctr" eaLnBrk="0" hangingPunct="0">
                <a:defRPr/>
              </a:pPr>
              <a:endParaRPr lang="en-US" sz="2400">
                <a:effectLst>
                  <a:outerShdw blurRad="38100" dist="38100" dir="2700000" algn="tl">
                    <a:srgbClr val="C0C0C0"/>
                  </a:outerShdw>
                </a:effectLst>
                <a:latin typeface="华文中宋" pitchFamily="2" charset="-122"/>
                <a:ea typeface="华文中宋" pitchFamily="2" charset="-122"/>
              </a:endParaRPr>
            </a:p>
          </p:txBody>
        </p:sp>
      </p:grpSp>
      <p:grpSp>
        <p:nvGrpSpPr>
          <p:cNvPr id="68612" name="Group 52"/>
          <p:cNvGrpSpPr>
            <a:grpSpLocks/>
          </p:cNvGrpSpPr>
          <p:nvPr/>
        </p:nvGrpSpPr>
        <p:grpSpPr bwMode="auto">
          <a:xfrm>
            <a:off x="900113" y="5157788"/>
            <a:ext cx="7408862" cy="849312"/>
            <a:chOff x="876" y="3452"/>
            <a:chExt cx="4667" cy="535"/>
          </a:xfrm>
        </p:grpSpPr>
        <p:grpSp>
          <p:nvGrpSpPr>
            <p:cNvPr id="68613" name="Group 49"/>
            <p:cNvGrpSpPr>
              <a:grpSpLocks/>
            </p:cNvGrpSpPr>
            <p:nvPr/>
          </p:nvGrpSpPr>
          <p:grpSpPr bwMode="auto">
            <a:xfrm>
              <a:off x="876" y="3456"/>
              <a:ext cx="1008" cy="528"/>
              <a:chOff x="816" y="3504"/>
              <a:chExt cx="1008" cy="528"/>
            </a:xfrm>
          </p:grpSpPr>
          <p:sp>
            <p:nvSpPr>
              <p:cNvPr id="39972" name="Rectangle 36"/>
              <p:cNvSpPr>
                <a:spLocks noChangeArrowheads="1"/>
              </p:cNvSpPr>
              <p:nvPr/>
            </p:nvSpPr>
            <p:spPr bwMode="auto">
              <a:xfrm>
                <a:off x="816" y="3504"/>
                <a:ext cx="1008" cy="528"/>
              </a:xfrm>
              <a:prstGeom prst="rect">
                <a:avLst/>
              </a:prstGeom>
              <a:solidFill>
                <a:srgbClr val="0000FF"/>
              </a:solidFill>
              <a:ln w="25400" cap="sq">
                <a:solidFill>
                  <a:schemeClr val="tx1"/>
                </a:solidFill>
                <a:miter lim="800000"/>
                <a:headEnd type="none" w="sm" len="sm"/>
                <a:tailEnd type="none" w="sm" len="sm"/>
              </a:ln>
              <a:effectLst/>
            </p:spPr>
            <p:txBody>
              <a:bodyPr wrap="none" anchor="ctr"/>
              <a:lstStyle/>
              <a:p>
                <a:pPr algn="ctr" eaLnBrk="0" hangingPunct="0">
                  <a:defRPr/>
                </a:pPr>
                <a:endParaRPr lang="en-US" sz="2400">
                  <a:effectLst>
                    <a:outerShdw blurRad="38100" dist="38100" dir="2700000" algn="tl">
                      <a:srgbClr val="FFFFFF"/>
                    </a:outerShdw>
                  </a:effectLst>
                  <a:latin typeface="Arial" charset="0"/>
                  <a:ea typeface="MS PGothic" pitchFamily="34" charset="-128"/>
                </a:endParaRPr>
              </a:p>
            </p:txBody>
          </p:sp>
          <p:sp>
            <p:nvSpPr>
              <p:cNvPr id="39973" name="Text Box 37"/>
              <p:cNvSpPr txBox="1">
                <a:spLocks noChangeArrowheads="1"/>
              </p:cNvSpPr>
              <p:nvPr/>
            </p:nvSpPr>
            <p:spPr bwMode="auto">
              <a:xfrm>
                <a:off x="1008" y="3600"/>
                <a:ext cx="768" cy="288"/>
              </a:xfrm>
              <a:prstGeom prst="rect">
                <a:avLst/>
              </a:prstGeom>
              <a:noFill/>
              <a:ln w="12700" cap="sq">
                <a:noFill/>
                <a:miter lim="800000"/>
                <a:headEnd type="none" w="sm" len="sm"/>
                <a:tailEnd type="none" w="sm" len="sm"/>
              </a:ln>
              <a:effectLst/>
            </p:spPr>
            <p:txBody>
              <a:bodyPr>
                <a:spAutoFit/>
              </a:bodyPr>
              <a:lstStyle/>
              <a:p>
                <a:pPr>
                  <a:spcBef>
                    <a:spcPct val="50000"/>
                  </a:spcBef>
                  <a:defRPr/>
                </a:pPr>
                <a:r>
                  <a:rPr lang="zh-CN" altLang="en-US" sz="2400">
                    <a:solidFill>
                      <a:srgbClr val="FF0000"/>
                    </a:solidFill>
                    <a:effectLst>
                      <a:outerShdw blurRad="38100" dist="38100" dir="2700000" algn="tl">
                        <a:srgbClr val="C0C0C0"/>
                      </a:outerShdw>
                    </a:effectLst>
                    <a:latin typeface="Times New Roman" pitchFamily="18" charset="0"/>
                    <a:ea typeface="华文中宋" pitchFamily="2" charset="-122"/>
                  </a:rPr>
                  <a:t>操作码</a:t>
                </a:r>
              </a:p>
            </p:txBody>
          </p:sp>
        </p:grpSp>
        <p:grpSp>
          <p:nvGrpSpPr>
            <p:cNvPr id="68614" name="Group 43"/>
            <p:cNvGrpSpPr>
              <a:grpSpLocks/>
            </p:cNvGrpSpPr>
            <p:nvPr/>
          </p:nvGrpSpPr>
          <p:grpSpPr bwMode="auto">
            <a:xfrm>
              <a:off x="1884" y="3456"/>
              <a:ext cx="1836" cy="528"/>
              <a:chOff x="1824" y="3504"/>
              <a:chExt cx="1824" cy="528"/>
            </a:xfrm>
          </p:grpSpPr>
          <p:sp>
            <p:nvSpPr>
              <p:cNvPr id="68620" name="Rectangle 42"/>
              <p:cNvSpPr>
                <a:spLocks noChangeArrowheads="1"/>
              </p:cNvSpPr>
              <p:nvPr/>
            </p:nvSpPr>
            <p:spPr bwMode="auto">
              <a:xfrm>
                <a:off x="1824" y="3504"/>
                <a:ext cx="1824" cy="528"/>
              </a:xfrm>
              <a:prstGeom prst="rect">
                <a:avLst/>
              </a:prstGeom>
              <a:solidFill>
                <a:srgbClr val="00FF00"/>
              </a:solidFill>
              <a:ln w="25400" cap="sq">
                <a:solidFill>
                  <a:schemeClr val="tx1"/>
                </a:solidFill>
                <a:miter lim="800000"/>
                <a:headEnd type="none" w="sm" len="sm"/>
                <a:tailEnd type="none" w="sm" len="sm"/>
              </a:ln>
            </p:spPr>
            <p:txBody>
              <a:bodyPr wrap="none" anchor="ctr"/>
              <a:lstStyle/>
              <a:p>
                <a:pPr algn="ctr" eaLnBrk="0" hangingPunct="0"/>
                <a:endParaRPr lang="en-US" altLang="zh-CN" sz="2400">
                  <a:latin typeface="Arial" charset="0"/>
                  <a:ea typeface="MS PGothic" pitchFamily="34" charset="-128"/>
                </a:endParaRPr>
              </a:p>
            </p:txBody>
          </p:sp>
          <p:sp>
            <p:nvSpPr>
              <p:cNvPr id="39975" name="Text Box 39"/>
              <p:cNvSpPr txBox="1">
                <a:spLocks noChangeArrowheads="1"/>
              </p:cNvSpPr>
              <p:nvPr/>
            </p:nvSpPr>
            <p:spPr bwMode="auto">
              <a:xfrm>
                <a:off x="1872" y="3600"/>
                <a:ext cx="912" cy="288"/>
              </a:xfrm>
              <a:prstGeom prst="rect">
                <a:avLst/>
              </a:prstGeom>
              <a:solidFill>
                <a:srgbClr val="00FF00"/>
              </a:solidFill>
              <a:ln w="12700" cap="sq">
                <a:noFill/>
                <a:miter lim="800000"/>
                <a:headEnd type="none" w="sm" len="sm"/>
                <a:tailEnd type="none" w="sm" len="sm"/>
              </a:ln>
              <a:effectLst/>
            </p:spPr>
            <p:txBody>
              <a:bodyPr>
                <a:spAutoFit/>
              </a:bodyPr>
              <a:lstStyle/>
              <a:p>
                <a:pPr>
                  <a:spcBef>
                    <a:spcPct val="50000"/>
                  </a:spcBef>
                  <a:defRPr/>
                </a:pPr>
                <a:r>
                  <a:rPr lang="zh-CN" altLang="en-US" sz="2400">
                    <a:solidFill>
                      <a:srgbClr val="FF0000"/>
                    </a:solidFill>
                    <a:effectLst>
                      <a:outerShdw blurRad="38100" dist="38100" dir="2700000" algn="tl">
                        <a:srgbClr val="000000"/>
                      </a:outerShdw>
                    </a:effectLst>
                    <a:latin typeface="Times New Roman" pitchFamily="18" charset="0"/>
                    <a:ea typeface="华文中宋" pitchFamily="2" charset="-122"/>
                  </a:rPr>
                  <a:t>寻址方式</a:t>
                </a:r>
                <a:endParaRPr lang="zh-CN" altLang="en-US" sz="2400">
                  <a:effectLst>
                    <a:outerShdw blurRad="38100" dist="38100" dir="2700000" algn="tl">
                      <a:srgbClr val="FFFFFF"/>
                    </a:outerShdw>
                  </a:effectLst>
                  <a:latin typeface="Times New Roman" pitchFamily="18" charset="0"/>
                  <a:ea typeface="华文中宋" pitchFamily="2" charset="-122"/>
                </a:endParaRPr>
              </a:p>
            </p:txBody>
          </p:sp>
          <p:sp>
            <p:nvSpPr>
              <p:cNvPr id="68622" name="Line 40"/>
              <p:cNvSpPr>
                <a:spLocks noChangeShapeType="1"/>
              </p:cNvSpPr>
              <p:nvPr/>
            </p:nvSpPr>
            <p:spPr bwMode="auto">
              <a:xfrm>
                <a:off x="2784" y="3504"/>
                <a:ext cx="0" cy="528"/>
              </a:xfrm>
              <a:prstGeom prst="line">
                <a:avLst/>
              </a:prstGeom>
              <a:noFill/>
              <a:ln w="254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977" name="Text Box 41"/>
              <p:cNvSpPr txBox="1">
                <a:spLocks noChangeArrowheads="1"/>
              </p:cNvSpPr>
              <p:nvPr/>
            </p:nvSpPr>
            <p:spPr bwMode="auto">
              <a:xfrm>
                <a:off x="2880" y="3600"/>
                <a:ext cx="720" cy="288"/>
              </a:xfrm>
              <a:prstGeom prst="rect">
                <a:avLst/>
              </a:prstGeom>
              <a:solidFill>
                <a:srgbClr val="00FF00"/>
              </a:solidFill>
              <a:ln w="12700" cap="sq">
                <a:noFill/>
                <a:miter lim="800000"/>
                <a:headEnd type="none" w="sm" len="sm"/>
                <a:tailEnd type="none" w="sm" len="sm"/>
              </a:ln>
              <a:effectLst/>
            </p:spPr>
            <p:txBody>
              <a:bodyPr>
                <a:spAutoFit/>
              </a:bodyPr>
              <a:lstStyle/>
              <a:p>
                <a:pPr>
                  <a:spcBef>
                    <a:spcPct val="50000"/>
                  </a:spcBef>
                  <a:defRPr/>
                </a:pPr>
                <a:r>
                  <a:rPr lang="zh-CN" altLang="en-US" sz="2400" dirty="0">
                    <a:solidFill>
                      <a:srgbClr val="FF0000"/>
                    </a:solidFill>
                    <a:effectLst>
                      <a:outerShdw blurRad="38100" dist="38100" dir="2700000" algn="tl">
                        <a:srgbClr val="000000"/>
                      </a:outerShdw>
                    </a:effectLst>
                    <a:latin typeface="Times New Roman" pitchFamily="18" charset="0"/>
                    <a:ea typeface="华文中宋" pitchFamily="2" charset="-122"/>
                  </a:rPr>
                  <a:t>操作数</a:t>
                </a:r>
                <a:endParaRPr lang="zh-CN" altLang="en-US" sz="2400" dirty="0">
                  <a:effectLst>
                    <a:outerShdw blurRad="38100" dist="38100" dir="2700000" algn="tl">
                      <a:srgbClr val="FFFFFF"/>
                    </a:outerShdw>
                  </a:effectLst>
                  <a:latin typeface="Times New Roman" pitchFamily="18" charset="0"/>
                  <a:ea typeface="华文中宋" pitchFamily="2" charset="-122"/>
                </a:endParaRPr>
              </a:p>
            </p:txBody>
          </p:sp>
        </p:grpSp>
        <p:grpSp>
          <p:nvGrpSpPr>
            <p:cNvPr id="68615" name="Group 44"/>
            <p:cNvGrpSpPr>
              <a:grpSpLocks/>
            </p:cNvGrpSpPr>
            <p:nvPr/>
          </p:nvGrpSpPr>
          <p:grpSpPr bwMode="auto">
            <a:xfrm>
              <a:off x="3707" y="3452"/>
              <a:ext cx="1836" cy="535"/>
              <a:chOff x="1824" y="3504"/>
              <a:chExt cx="1824" cy="528"/>
            </a:xfrm>
          </p:grpSpPr>
          <p:sp>
            <p:nvSpPr>
              <p:cNvPr id="68616" name="Rectangle 45"/>
              <p:cNvSpPr>
                <a:spLocks noChangeArrowheads="1"/>
              </p:cNvSpPr>
              <p:nvPr/>
            </p:nvSpPr>
            <p:spPr bwMode="auto">
              <a:xfrm>
                <a:off x="1824" y="3504"/>
                <a:ext cx="1824" cy="528"/>
              </a:xfrm>
              <a:prstGeom prst="rect">
                <a:avLst/>
              </a:prstGeom>
              <a:solidFill>
                <a:srgbClr val="00FF00"/>
              </a:solidFill>
              <a:ln w="25400" cap="sq">
                <a:solidFill>
                  <a:schemeClr val="tx1"/>
                </a:solidFill>
                <a:miter lim="800000"/>
                <a:headEnd type="none" w="sm" len="sm"/>
                <a:tailEnd type="none" w="sm" len="sm"/>
              </a:ln>
            </p:spPr>
            <p:txBody>
              <a:bodyPr wrap="none" anchor="ctr"/>
              <a:lstStyle/>
              <a:p>
                <a:endParaRPr lang="zh-CN" altLang="en-US"/>
              </a:p>
            </p:txBody>
          </p:sp>
          <p:sp>
            <p:nvSpPr>
              <p:cNvPr id="39982" name="Text Box 46"/>
              <p:cNvSpPr txBox="1">
                <a:spLocks noChangeArrowheads="1"/>
              </p:cNvSpPr>
              <p:nvPr/>
            </p:nvSpPr>
            <p:spPr bwMode="auto">
              <a:xfrm>
                <a:off x="1872" y="3600"/>
                <a:ext cx="912" cy="284"/>
              </a:xfrm>
              <a:prstGeom prst="rect">
                <a:avLst/>
              </a:prstGeom>
              <a:solidFill>
                <a:srgbClr val="00FF00"/>
              </a:solidFill>
              <a:ln w="12700" cap="sq">
                <a:noFill/>
                <a:miter lim="800000"/>
                <a:headEnd type="none" w="sm" len="sm"/>
                <a:tailEnd type="none" w="sm" len="sm"/>
              </a:ln>
              <a:effectLst/>
            </p:spPr>
            <p:txBody>
              <a:bodyPr>
                <a:spAutoFit/>
              </a:bodyPr>
              <a:lstStyle/>
              <a:p>
                <a:pPr>
                  <a:spcBef>
                    <a:spcPct val="50000"/>
                  </a:spcBef>
                  <a:defRPr/>
                </a:pPr>
                <a:r>
                  <a:rPr lang="zh-CN" altLang="en-US" sz="2400">
                    <a:solidFill>
                      <a:srgbClr val="FF0000"/>
                    </a:solidFill>
                    <a:effectLst>
                      <a:outerShdw blurRad="38100" dist="38100" dir="2700000" algn="tl">
                        <a:srgbClr val="000000"/>
                      </a:outerShdw>
                    </a:effectLst>
                    <a:latin typeface="Times New Roman" pitchFamily="18" charset="0"/>
                    <a:ea typeface="华文中宋" pitchFamily="2" charset="-122"/>
                  </a:rPr>
                  <a:t>寻址方式</a:t>
                </a:r>
                <a:endParaRPr lang="zh-CN" altLang="en-US" sz="2400">
                  <a:effectLst>
                    <a:outerShdw blurRad="38100" dist="38100" dir="2700000" algn="tl">
                      <a:srgbClr val="FFFFFF"/>
                    </a:outerShdw>
                  </a:effectLst>
                  <a:latin typeface="Times New Roman" pitchFamily="18" charset="0"/>
                  <a:ea typeface="华文中宋" pitchFamily="2" charset="-122"/>
                </a:endParaRPr>
              </a:p>
            </p:txBody>
          </p:sp>
          <p:sp>
            <p:nvSpPr>
              <p:cNvPr id="68618" name="Line 47"/>
              <p:cNvSpPr>
                <a:spLocks noChangeShapeType="1"/>
              </p:cNvSpPr>
              <p:nvPr/>
            </p:nvSpPr>
            <p:spPr bwMode="auto">
              <a:xfrm>
                <a:off x="2784" y="3504"/>
                <a:ext cx="0" cy="528"/>
              </a:xfrm>
              <a:prstGeom prst="line">
                <a:avLst/>
              </a:prstGeom>
              <a:noFill/>
              <a:ln w="254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984" name="Text Box 48"/>
              <p:cNvSpPr txBox="1">
                <a:spLocks noChangeArrowheads="1"/>
              </p:cNvSpPr>
              <p:nvPr/>
            </p:nvSpPr>
            <p:spPr bwMode="auto">
              <a:xfrm>
                <a:off x="2880" y="3600"/>
                <a:ext cx="720" cy="284"/>
              </a:xfrm>
              <a:prstGeom prst="rect">
                <a:avLst/>
              </a:prstGeom>
              <a:solidFill>
                <a:srgbClr val="00FF00"/>
              </a:solidFill>
              <a:ln w="12700" cap="sq">
                <a:noFill/>
                <a:miter lim="800000"/>
                <a:headEnd type="none" w="sm" len="sm"/>
                <a:tailEnd type="none" w="sm" len="sm"/>
              </a:ln>
              <a:effectLst/>
            </p:spPr>
            <p:txBody>
              <a:bodyPr>
                <a:spAutoFit/>
              </a:bodyPr>
              <a:lstStyle/>
              <a:p>
                <a:pPr>
                  <a:spcBef>
                    <a:spcPct val="50000"/>
                  </a:spcBef>
                  <a:defRPr/>
                </a:pPr>
                <a:r>
                  <a:rPr lang="zh-CN" altLang="en-US" sz="2400">
                    <a:solidFill>
                      <a:srgbClr val="FF0000"/>
                    </a:solidFill>
                    <a:effectLst>
                      <a:outerShdw blurRad="38100" dist="38100" dir="2700000" algn="tl">
                        <a:srgbClr val="000000"/>
                      </a:outerShdw>
                    </a:effectLst>
                    <a:latin typeface="Times New Roman" pitchFamily="18" charset="0"/>
                    <a:ea typeface="华文中宋" pitchFamily="2" charset="-122"/>
                  </a:rPr>
                  <a:t>操作数</a:t>
                </a:r>
                <a:endParaRPr lang="zh-CN" altLang="en-US" sz="2400">
                  <a:effectLst>
                    <a:outerShdw blurRad="38100" dist="38100" dir="2700000" algn="tl">
                      <a:srgbClr val="FFFFFF"/>
                    </a:outerShdw>
                  </a:effectLst>
                  <a:latin typeface="Times New Roman" pitchFamily="18" charset="0"/>
                  <a:ea typeface="华文中宋" pitchFamily="2" charset="-122"/>
                </a:endParaRPr>
              </a:p>
            </p:txBody>
          </p:sp>
        </p:grpSp>
      </p:grpSp>
      <p:sp>
        <p:nvSpPr>
          <p:cNvPr id="2" name="日期占位符 1">
            <a:extLst>
              <a:ext uri="{FF2B5EF4-FFF2-40B4-BE49-F238E27FC236}">
                <a16:creationId xmlns:a16="http://schemas.microsoft.com/office/drawing/2014/main" id="{3A64AD0C-0859-C6BE-9357-820B10A110C2}"/>
              </a:ext>
            </a:extLst>
          </p:cNvPr>
          <p:cNvSpPr>
            <a:spLocks noGrp="1"/>
          </p:cNvSpPr>
          <p:nvPr>
            <p:ph type="dt" sz="half" idx="10"/>
          </p:nvPr>
        </p:nvSpPr>
        <p:spPr/>
        <p:txBody>
          <a:bodyPr/>
          <a:lstStyle/>
          <a:p>
            <a:pPr>
              <a:defRPr/>
            </a:pPr>
            <a:fld id="{E45FDD50-54E4-4A09-BE04-CCBBE7474F5F}" type="datetime1">
              <a:rPr lang="zh-CN" altLang="en-US" smtClean="0"/>
              <a:t>2025/9/16</a:t>
            </a:fld>
            <a:endParaRPr lang="en-US" altLang="zh-CN"/>
          </a:p>
        </p:txBody>
      </p:sp>
      <p:sp>
        <p:nvSpPr>
          <p:cNvPr id="3" name="页脚占位符 2">
            <a:extLst>
              <a:ext uri="{FF2B5EF4-FFF2-40B4-BE49-F238E27FC236}">
                <a16:creationId xmlns:a16="http://schemas.microsoft.com/office/drawing/2014/main" id="{CA4BD90D-B76C-FDA9-A705-6ACA8A4EB7F4}"/>
              </a:ext>
            </a:extLst>
          </p:cNvPr>
          <p:cNvSpPr>
            <a:spLocks noGrp="1"/>
          </p:cNvSpPr>
          <p:nvPr>
            <p:ph type="ftr" sz="quarter" idx="11"/>
          </p:nvPr>
        </p:nvSpPr>
        <p:spPr/>
        <p:txBody>
          <a:bodyPr/>
          <a:lstStyle/>
          <a:p>
            <a:pPr>
              <a:defRPr/>
            </a:pPr>
            <a:r>
              <a:rPr lang="zh-CN" altLang="en-US"/>
              <a:t>计算学部 刘宏伟</a:t>
            </a:r>
            <a:endParaRPr lang="en-US" altLang="zh-CN"/>
          </a:p>
        </p:txBody>
      </p:sp>
      <p:sp>
        <p:nvSpPr>
          <p:cNvPr id="4" name="灯片编号占位符 3">
            <a:extLst>
              <a:ext uri="{FF2B5EF4-FFF2-40B4-BE49-F238E27FC236}">
                <a16:creationId xmlns:a16="http://schemas.microsoft.com/office/drawing/2014/main" id="{218E1A92-481C-0E19-C555-2A7AE9A56465}"/>
              </a:ext>
            </a:extLst>
          </p:cNvPr>
          <p:cNvSpPr>
            <a:spLocks noGrp="1"/>
          </p:cNvSpPr>
          <p:nvPr>
            <p:ph type="sldNum" sz="quarter" idx="12"/>
          </p:nvPr>
        </p:nvSpPr>
        <p:spPr/>
        <p:txBody>
          <a:bodyPr/>
          <a:lstStyle/>
          <a:p>
            <a:pPr>
              <a:defRPr/>
            </a:pPr>
            <a:fld id="{8BCAC33D-D29A-48B3-BCD6-381D3D720D26}" type="slidenum">
              <a:rPr lang="zh-CN" altLang="en-US" smtClean="0"/>
              <a:t>44</a:t>
            </a:fld>
            <a:endParaRPr lang="en-US" altLang="zh-CN"/>
          </a:p>
        </p:txBody>
      </p:sp>
    </p:spTree>
    <p:extLst>
      <p:ext uri="{BB962C8B-B14F-4D97-AF65-F5344CB8AC3E}">
        <p14:creationId xmlns:p14="http://schemas.microsoft.com/office/powerpoint/2010/main" val="164126032"/>
      </p:ext>
    </p:extLst>
  </p:cSld>
  <p:clrMapOvr>
    <a:masterClrMapping/>
  </p:clrMapOvr>
  <p:transition spd="slow"/>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1450</TotalTime>
  <Words>2861</Words>
  <Application>Microsoft Office PowerPoint</Application>
  <PresentationFormat>全屏显示(4:3)</PresentationFormat>
  <Paragraphs>547</Paragraphs>
  <Slides>44</Slides>
  <Notes>15</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2</vt:i4>
      </vt:variant>
      <vt:variant>
        <vt:lpstr>幻灯片标题</vt:lpstr>
      </vt:variant>
      <vt:variant>
        <vt:i4>44</vt:i4>
      </vt:variant>
    </vt:vector>
  </HeadingPairs>
  <TitlesOfParts>
    <vt:vector size="56" baseType="lpstr">
      <vt:lpstr>黑体</vt:lpstr>
      <vt:lpstr>华文中宋</vt:lpstr>
      <vt:lpstr>宋体</vt:lpstr>
      <vt:lpstr>Arial</vt:lpstr>
      <vt:lpstr>Calibri</vt:lpstr>
      <vt:lpstr>Cambria Math</vt:lpstr>
      <vt:lpstr>Times New Roman</vt:lpstr>
      <vt:lpstr>Verdana</vt:lpstr>
      <vt:lpstr>Wingdings</vt:lpstr>
      <vt:lpstr>Office 主题​​</vt:lpstr>
      <vt:lpstr>Microsoft 公式 3.0</vt:lpstr>
      <vt:lpstr>公式</vt:lpstr>
      <vt:lpstr>计算机体系结构</vt:lpstr>
      <vt:lpstr>Recap</vt:lpstr>
      <vt:lpstr>2.3.3 量化设计的基本原则</vt:lpstr>
      <vt:lpstr>大概率事件优先的原则</vt:lpstr>
      <vt:lpstr>Amdahl定律</vt:lpstr>
      <vt:lpstr>Amdahl定律</vt:lpstr>
      <vt:lpstr>Amdahl的系统执行时间</vt:lpstr>
      <vt:lpstr>Amdahl的系统加速比</vt:lpstr>
      <vt:lpstr>Amdahl定律的观点</vt:lpstr>
      <vt:lpstr>Amdahl定律练习</vt:lpstr>
      <vt:lpstr>Amdahl定律练习</vt:lpstr>
      <vt:lpstr>Amdahl定律练习</vt:lpstr>
      <vt:lpstr>程序局部性</vt:lpstr>
      <vt:lpstr>1.3.3 量化设计的基本原则</vt:lpstr>
      <vt:lpstr>CPU性能公式</vt:lpstr>
      <vt:lpstr>CPU性能公式</vt:lpstr>
      <vt:lpstr>CPU性能公式</vt:lpstr>
      <vt:lpstr>CPU性能公式</vt:lpstr>
      <vt:lpstr>CPU性能公式</vt:lpstr>
      <vt:lpstr>CPU性能公式</vt:lpstr>
      <vt:lpstr>CPU性能公式</vt:lpstr>
      <vt:lpstr>CPU性能公式</vt:lpstr>
      <vt:lpstr>CPU性能公式</vt:lpstr>
      <vt:lpstr>CPU性能公式</vt:lpstr>
      <vt:lpstr>CPU性能公式</vt:lpstr>
      <vt:lpstr>本章小结</vt:lpstr>
      <vt:lpstr> 本章小结</vt:lpstr>
      <vt:lpstr>第2章   指 令 系 统</vt:lpstr>
      <vt:lpstr>2.1 指令系统概述 </vt:lpstr>
      <vt:lpstr>2.1 指令系统概述 </vt:lpstr>
      <vt:lpstr>第2章   指 令 系 统</vt:lpstr>
      <vt:lpstr>2.2 指令集结构的分类</vt:lpstr>
      <vt:lpstr>2.2 指令集结构的分类</vt:lpstr>
      <vt:lpstr>2.2 指令集结构的分类</vt:lpstr>
      <vt:lpstr>2.2  指令集结构的分类</vt:lpstr>
      <vt:lpstr>通用寄存器型指令集结构</vt:lpstr>
      <vt:lpstr>通用寄存器型指令集结构</vt:lpstr>
      <vt:lpstr>通用寄存器型指令集结构</vt:lpstr>
      <vt:lpstr>通用寄存器型指令集结构的分类</vt:lpstr>
      <vt:lpstr>三种通用寄存器型指令集结构的优缺点</vt:lpstr>
      <vt:lpstr>三种通用寄存器型指令集结构的优缺点</vt:lpstr>
      <vt:lpstr>三种通用寄存器型指令集结构的优缺点</vt:lpstr>
      <vt:lpstr>三种类型指令集结构的优缺点</vt:lpstr>
      <vt:lpstr>指令集结构设计概观</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suzi</dc:creator>
  <cp:lastModifiedBy>hw liu</cp:lastModifiedBy>
  <cp:revision>1748</cp:revision>
  <cp:lastPrinted>2018-09-10T02:49:00Z</cp:lastPrinted>
  <dcterms:created xsi:type="dcterms:W3CDTF">2113-01-01T00:00:00Z</dcterms:created>
  <dcterms:modified xsi:type="dcterms:W3CDTF">2025-09-16T15:14:34Z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2052-10.1.0.7520</vt:lpwstr>
  </property>
</Properties>
</file>