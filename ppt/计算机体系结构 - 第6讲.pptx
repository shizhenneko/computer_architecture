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1.xml" ContentType="application/vnd.openxmlformats-officedocument.presentationml.tags+xml"/>
  <Override PartName="/ppt/notesSlides/notesSlide37.xml" ContentType="application/vnd.openxmlformats-officedocument.presentationml.notesSlide+xml"/>
  <Override PartName="/ppt/tags/tag2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4"/>
  </p:notesMasterIdLst>
  <p:handoutMasterIdLst>
    <p:handoutMasterId r:id="rId65"/>
  </p:handoutMasterIdLst>
  <p:sldIdLst>
    <p:sldId id="256" r:id="rId2"/>
    <p:sldId id="1033" r:id="rId3"/>
    <p:sldId id="4816" r:id="rId4"/>
    <p:sldId id="1353" r:id="rId5"/>
    <p:sldId id="1354" r:id="rId6"/>
    <p:sldId id="1355" r:id="rId7"/>
    <p:sldId id="1356" r:id="rId8"/>
    <p:sldId id="1238" r:id="rId9"/>
    <p:sldId id="1308" r:id="rId10"/>
    <p:sldId id="654" r:id="rId11"/>
    <p:sldId id="659" r:id="rId12"/>
    <p:sldId id="655" r:id="rId13"/>
    <p:sldId id="656" r:id="rId14"/>
    <p:sldId id="657" r:id="rId15"/>
    <p:sldId id="1310" r:id="rId16"/>
    <p:sldId id="1311" r:id="rId17"/>
    <p:sldId id="1312" r:id="rId18"/>
    <p:sldId id="1313" r:id="rId19"/>
    <p:sldId id="1314" r:id="rId20"/>
    <p:sldId id="1315" r:id="rId21"/>
    <p:sldId id="1376" r:id="rId22"/>
    <p:sldId id="1369" r:id="rId23"/>
    <p:sldId id="1419" r:id="rId24"/>
    <p:sldId id="1368" r:id="rId25"/>
    <p:sldId id="1418" r:id="rId26"/>
    <p:sldId id="1320" r:id="rId27"/>
    <p:sldId id="1321" r:id="rId28"/>
    <p:sldId id="1322" r:id="rId29"/>
    <p:sldId id="1323" r:id="rId30"/>
    <p:sldId id="1324" r:id="rId31"/>
    <p:sldId id="1375" r:id="rId32"/>
    <p:sldId id="1326" r:id="rId33"/>
    <p:sldId id="1327" r:id="rId34"/>
    <p:sldId id="1328" r:id="rId35"/>
    <p:sldId id="1329" r:id="rId36"/>
    <p:sldId id="1334" r:id="rId37"/>
    <p:sldId id="1335" r:id="rId38"/>
    <p:sldId id="1336" r:id="rId39"/>
    <p:sldId id="1337" r:id="rId40"/>
    <p:sldId id="1338" r:id="rId41"/>
    <p:sldId id="1339" r:id="rId42"/>
    <p:sldId id="1340" r:id="rId43"/>
    <p:sldId id="1341" r:id="rId44"/>
    <p:sldId id="1342" r:id="rId45"/>
    <p:sldId id="1343" r:id="rId46"/>
    <p:sldId id="1344" r:id="rId47"/>
    <p:sldId id="1345" r:id="rId48"/>
    <p:sldId id="1365" r:id="rId49"/>
    <p:sldId id="1366" r:id="rId50"/>
    <p:sldId id="4817" r:id="rId51"/>
    <p:sldId id="2096" r:id="rId52"/>
    <p:sldId id="2097" r:id="rId53"/>
    <p:sldId id="2098" r:id="rId54"/>
    <p:sldId id="2099" r:id="rId55"/>
    <p:sldId id="2100" r:id="rId56"/>
    <p:sldId id="2102" r:id="rId57"/>
    <p:sldId id="2112" r:id="rId58"/>
    <p:sldId id="2113" r:id="rId59"/>
    <p:sldId id="4763" r:id="rId60"/>
    <p:sldId id="4794" r:id="rId61"/>
    <p:sldId id="4815" r:id="rId62"/>
    <p:sldId id="520" r:id="rId63"/>
  </p:sldIdLst>
  <p:sldSz cx="9144000" cy="6858000" type="screen4x3"/>
  <p:notesSz cx="7102475" cy="10233025"/>
  <p:kinsoku lang="zh-CN" invalStChars="!),.:;?]}、。—ˇ¨〃々～‖…’”〕〉》」』〗】∶！＂＇），．：；？］｀｜｝·" invalEndChars="([{‘“〔〈《「『〖【（［｛．·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66FF"/>
    <a:srgbClr val="003399"/>
    <a:srgbClr val="3366FF"/>
    <a:srgbClr val="C28F3E"/>
    <a:srgbClr val="BC7D3E"/>
    <a:srgbClr val="B0753A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86735" autoAdjust="0"/>
  </p:normalViewPr>
  <p:slideViewPr>
    <p:cSldViewPr>
      <p:cViewPr varScale="1">
        <p:scale>
          <a:sx n="82" d="100"/>
          <a:sy n="82" d="100"/>
        </p:scale>
        <p:origin x="1233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39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951" cy="511096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2937" y="0"/>
            <a:ext cx="3077951" cy="511096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C9833CB-0817-44DC-BDA6-97E8269B2A4B}" type="datetimeFigureOut">
              <a:rPr lang="zh-CN" altLang="en-US"/>
              <a:t>2025/9/23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342"/>
            <a:ext cx="3077951" cy="511096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2937" y="9720342"/>
            <a:ext cx="3077951" cy="511096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8BBD55E-9969-4143-865D-25DDD65926A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2760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7951" cy="5110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>
              <a:spcBef>
                <a:spcPct val="20000"/>
              </a:spcBef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525" y="0"/>
            <a:ext cx="3077951" cy="5110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>
              <a:spcBef>
                <a:spcPct val="20000"/>
              </a:spcBef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573" y="4860171"/>
            <a:ext cx="5209329" cy="46046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930"/>
            <a:ext cx="3077951" cy="5110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>
              <a:spcBef>
                <a:spcPct val="20000"/>
              </a:spcBef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525" y="9721930"/>
            <a:ext cx="3077951" cy="5110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>
              <a:spcBef>
                <a:spcPct val="20000"/>
              </a:spcBef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900B983-0E40-4C29-87BA-CE566D420E2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72892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16650" indent="-275634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02538" indent="-220508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543553" indent="-220508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1984568" indent="-220508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425583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866598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307613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748629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1502CD59-6F6A-46F7-8CCC-B90399BA28BE}" type="slidenum">
              <a:rPr lang="en-US" altLang="zh-CN" sz="1300">
                <a:latin typeface="Times New Roman" pitchFamily="18" charset="0"/>
              </a:rPr>
              <a:pPr eaLnBrk="1" hangingPunct="1"/>
              <a:t>4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16650" indent="-275634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02538" indent="-220508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543553" indent="-220508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1984568" indent="-220508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425583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866598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307613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748629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1502CD59-6F6A-46F7-8CCC-B90399BA28BE}" type="slidenum">
              <a:rPr lang="en-US" altLang="zh-CN" sz="1300">
                <a:latin typeface="Times New Roman" pitchFamily="18" charset="0"/>
              </a:rPr>
              <a:pPr eaLnBrk="1" hangingPunct="1"/>
              <a:t>5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16650" indent="-275634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02538" indent="-220508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543553" indent="-220508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1984568" indent="-220508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425583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866598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307613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748629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1502CD59-6F6A-46F7-8CCC-B90399BA28BE}" type="slidenum">
              <a:rPr lang="en-US" altLang="zh-CN" sz="1300">
                <a:latin typeface="Times New Roman" pitchFamily="18" charset="0"/>
              </a:rPr>
              <a:pPr eaLnBrk="1" hangingPunct="1"/>
              <a:t>6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16650" indent="-275634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02538" indent="-220508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543553" indent="-220508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1984568" indent="-220508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425583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866598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307613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748629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1502CD59-6F6A-46F7-8CCC-B90399BA28BE}" type="slidenum">
              <a:rPr lang="en-US" altLang="zh-CN" sz="1300">
                <a:latin typeface="Times New Roman" pitchFamily="18" charset="0"/>
              </a:rPr>
              <a:pPr eaLnBrk="1" hangingPunct="1"/>
              <a:t>7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068C68DD-CC9B-4675-A2B9-216239731B76}" type="slidenum">
              <a:rPr lang="en-US" altLang="zh-CN" sz="1300" smtClean="0">
                <a:latin typeface="Times New Roman" pitchFamily="18" charset="0"/>
              </a:rPr>
              <a:pPr eaLnBrk="1" hangingPunct="1"/>
              <a:t>9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幻灯片图像占位符 1">
            <a:extLst>
              <a:ext uri="{FF2B5EF4-FFF2-40B4-BE49-F238E27FC236}">
                <a16:creationId xmlns:a16="http://schemas.microsoft.com/office/drawing/2014/main" id="{A89DA820-EAC8-46B6-9BAD-BF5ABC7CF2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0" name="备注占位符 2">
            <a:extLst>
              <a:ext uri="{FF2B5EF4-FFF2-40B4-BE49-F238E27FC236}">
                <a16:creationId xmlns:a16="http://schemas.microsoft.com/office/drawing/2014/main" id="{F43DB3C5-78A1-4B1A-8AE3-A783A4FDC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4451" name="灯片编号占位符 3">
            <a:extLst>
              <a:ext uri="{FF2B5EF4-FFF2-40B4-BE49-F238E27FC236}">
                <a16:creationId xmlns:a16="http://schemas.microsoft.com/office/drawing/2014/main" id="{C1A307AD-763A-47BA-BDEE-9960DD12D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fld id="{7F3B16F7-4A0F-43D0-9FBC-EC45C728CCA0}" type="slidenum">
              <a:rPr lang="en-US" altLang="zh-CN" sz="120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11</a:t>
            </a:fld>
            <a:endParaRPr lang="en-US" altLang="zh-CN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幻灯片图像占位符 1">
            <a:extLst>
              <a:ext uri="{FF2B5EF4-FFF2-40B4-BE49-F238E27FC236}">
                <a16:creationId xmlns:a16="http://schemas.microsoft.com/office/drawing/2014/main" id="{AD93A248-B696-42DC-9293-3A4C8D5367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2" name="备注占位符 2">
            <a:extLst>
              <a:ext uri="{FF2B5EF4-FFF2-40B4-BE49-F238E27FC236}">
                <a16:creationId xmlns:a16="http://schemas.microsoft.com/office/drawing/2014/main" id="{D27E9D83-CEB8-4ECF-AC8D-31BC196B9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7523" name="灯片编号占位符 3">
            <a:extLst>
              <a:ext uri="{FF2B5EF4-FFF2-40B4-BE49-F238E27FC236}">
                <a16:creationId xmlns:a16="http://schemas.microsoft.com/office/drawing/2014/main" id="{A0767C25-CFD9-4653-B6A7-7742D9B78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fld id="{5345F43A-F14D-4243-AE0E-DF628CF7AEB3}" type="slidenum">
              <a:rPr lang="en-US" altLang="zh-CN" sz="120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13</a:t>
            </a:fld>
            <a:endParaRPr lang="en-US" altLang="zh-CN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62EDFA91-2771-4CFA-91C5-5F58108B244A}" type="slidenum">
              <a:rPr lang="en-US" altLang="zh-CN" sz="1300" smtClean="0">
                <a:latin typeface="Times New Roman" pitchFamily="18" charset="0"/>
              </a:rPr>
              <a:pPr eaLnBrk="1" hangingPunct="1"/>
              <a:t>15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0364FD4F-BE86-4399-AD32-68553D374CAB}" type="slidenum">
              <a:rPr lang="en-US" altLang="zh-CN" sz="1300" smtClean="0">
                <a:latin typeface="Times New Roman" pitchFamily="18" charset="0"/>
              </a:rPr>
              <a:pPr eaLnBrk="1" hangingPunct="1"/>
              <a:t>16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267AC026-9F7B-4978-83C2-D1523364D792}" type="slidenum">
              <a:rPr lang="en-US" altLang="zh-CN" sz="1300" smtClean="0">
                <a:latin typeface="Times New Roman" pitchFamily="18" charset="0"/>
              </a:rPr>
              <a:pPr eaLnBrk="1" hangingPunct="1"/>
              <a:t>17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400EACC8-958B-4B3A-898B-A3FE8B94118E}" type="slidenum">
              <a:rPr lang="en-US" altLang="zh-CN" sz="1300" smtClean="0">
                <a:latin typeface="Times New Roman" pitchFamily="18" charset="0"/>
              </a:rPr>
              <a:pPr eaLnBrk="1" hangingPunct="1"/>
              <a:t>19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3A3DB89A-6C7A-4F8A-B9C5-3F44893FD310}" type="slidenum">
              <a:rPr lang="en-US" altLang="zh-CN" sz="1300" smtClean="0">
                <a:latin typeface="Times New Roman" pitchFamily="18" charset="0"/>
              </a:rPr>
              <a:pPr eaLnBrk="1" hangingPunct="1"/>
              <a:t>20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20714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49324BA2-B136-4536-A3AA-7DF565754FD8}" type="slidenum">
              <a:rPr lang="en-US" altLang="zh-CN" sz="1300" smtClean="0">
                <a:latin typeface="Times New Roman" pitchFamily="18" charset="0"/>
              </a:rPr>
              <a:pPr eaLnBrk="1" hangingPunct="1"/>
              <a:t>26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F3F98984-DCA1-4E75-A9A6-C0C1C519028A}" type="slidenum">
              <a:rPr lang="en-US" altLang="zh-CN" sz="1300" smtClean="0">
                <a:latin typeface="Times New Roman" pitchFamily="18" charset="0"/>
              </a:rPr>
              <a:pPr eaLnBrk="1" hangingPunct="1"/>
              <a:t>27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7533890F-789D-4CEA-AE6B-F9107A6FEFE8}" type="slidenum">
              <a:rPr lang="en-US" altLang="zh-CN" sz="1300" smtClean="0">
                <a:latin typeface="Times New Roman" pitchFamily="18" charset="0"/>
              </a:rPr>
              <a:pPr eaLnBrk="1" hangingPunct="1"/>
              <a:t>30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78DDB114-B270-4F0C-89A0-B4AEF8493E38}" type="slidenum">
              <a:rPr lang="en-US" altLang="zh-CN" sz="1300" smtClean="0">
                <a:latin typeface="Times New Roman" pitchFamily="18" charset="0"/>
              </a:rPr>
              <a:pPr eaLnBrk="1" hangingPunct="1"/>
              <a:t>31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89E3E489-AE59-4D39-98C0-5A88C59FA0A3}" type="slidenum">
              <a:rPr lang="en-US" altLang="zh-CN" sz="1300" smtClean="0">
                <a:latin typeface="Times New Roman" pitchFamily="18" charset="0"/>
              </a:rPr>
              <a:pPr eaLnBrk="1" hangingPunct="1"/>
              <a:t>32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92243768-E5E2-4DA9-B9F7-82B455424C8A}" type="slidenum">
              <a:rPr lang="en-US" altLang="zh-CN" sz="1300" smtClean="0">
                <a:latin typeface="Times New Roman" pitchFamily="18" charset="0"/>
              </a:rPr>
              <a:pPr eaLnBrk="1" hangingPunct="1"/>
              <a:t>33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3B68812A-8561-4C52-A1A1-EC5AC7E35CE6}" type="slidenum">
              <a:rPr lang="en-US" altLang="zh-CN" sz="1300" smtClean="0">
                <a:latin typeface="Times New Roman" pitchFamily="18" charset="0"/>
              </a:rPr>
              <a:pPr eaLnBrk="1" hangingPunct="1"/>
              <a:t>34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B9DCBE57-18A0-443E-A716-B58507635499}" type="slidenum">
              <a:rPr lang="en-US" altLang="zh-CN" sz="1300" smtClean="0">
                <a:latin typeface="Times New Roman" pitchFamily="18" charset="0"/>
              </a:rPr>
              <a:pPr eaLnBrk="1" hangingPunct="1"/>
              <a:t>35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557B3D22-F25E-4C3C-B931-F86650FBEA15}" type="slidenum">
              <a:rPr lang="en-US" altLang="zh-CN" sz="1300" smtClean="0">
                <a:latin typeface="Times New Roman" pitchFamily="18" charset="0"/>
              </a:rPr>
              <a:pPr eaLnBrk="1" hangingPunct="1"/>
              <a:t>36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B638D063-194A-4205-AB1B-52FFCF6F0C9F}" type="slidenum">
              <a:rPr lang="en-US" altLang="zh-CN" sz="1300" smtClean="0">
                <a:latin typeface="Times New Roman" pitchFamily="18" charset="0"/>
              </a:rPr>
              <a:pPr eaLnBrk="1" hangingPunct="1"/>
              <a:t>37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C49CE39B-9902-4BD0-9539-CC97724D800F}" type="slidenum">
              <a:rPr lang="en-US" altLang="zh-CN" sz="1300" smtClean="0">
                <a:latin typeface="Times New Roman" pitchFamily="18" charset="0"/>
              </a:rPr>
              <a:pPr eaLnBrk="1" hangingPunct="1"/>
              <a:t>39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40ABD1B9-89D5-424D-A40D-61320563039D}" type="slidenum">
              <a:rPr lang="en-US" altLang="zh-CN" sz="1300" smtClean="0">
                <a:latin typeface="Times New Roman" pitchFamily="18" charset="0"/>
              </a:rPr>
              <a:pPr eaLnBrk="1" hangingPunct="1"/>
              <a:t>40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35E32D8F-3257-4D97-9656-0B4C0D92FD3B}" type="slidenum">
              <a:rPr lang="en-US" altLang="zh-CN" sz="1300" smtClean="0">
                <a:latin typeface="Times New Roman" pitchFamily="18" charset="0"/>
              </a:rPr>
              <a:pPr eaLnBrk="1" hangingPunct="1"/>
              <a:t>42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20950E88-C786-44A6-A56B-3E8BFA0A9654}" type="slidenum">
              <a:rPr lang="en-US" altLang="zh-CN" sz="1300" smtClean="0">
                <a:latin typeface="Times New Roman" pitchFamily="18" charset="0"/>
              </a:rPr>
              <a:pPr eaLnBrk="1" hangingPunct="1"/>
              <a:t>43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DF947AB4-0EA0-41BD-8BE6-D262DAC1FFD7}" type="slidenum">
              <a:rPr lang="en-US" altLang="zh-CN" sz="1300" smtClean="0">
                <a:latin typeface="Times New Roman" pitchFamily="18" charset="0"/>
              </a:rPr>
              <a:pPr eaLnBrk="1" hangingPunct="1"/>
              <a:t>44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46359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88000776-51F7-4C50-93F9-1FCB03E75CC8}" type="slidenum">
              <a:rPr lang="en-US" altLang="zh-CN" sz="1300" smtClean="0">
                <a:latin typeface="Times New Roman" pitchFamily="18" charset="0"/>
              </a:rPr>
              <a:pPr eaLnBrk="1" hangingPunct="1"/>
              <a:t>46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fld id="{A8C410F4-0AA7-478F-8295-9605A5C0BD0F}" type="slidenum">
              <a:rPr lang="en-US" altLang="zh-CN" sz="1300" smtClean="0">
                <a:latin typeface="Times New Roman" pitchFamily="18" charset="0"/>
              </a:rPr>
              <a:pPr eaLnBrk="1" hangingPunct="1"/>
              <a:t>47</a:t>
            </a:fld>
            <a:endParaRPr lang="en-US" altLang="zh-CN" sz="1300">
              <a:latin typeface="Times New Roman" pitchFamily="18" charset="0"/>
            </a:endParaRPr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MIPS</a:t>
            </a:r>
            <a:r>
              <a:rPr lang="zh-CN" altLang="en-US">
                <a:ea typeface="宋体" charset="-122"/>
              </a:rPr>
              <a:t>是</a:t>
            </a:r>
            <a:r>
              <a:rPr lang="en-US" altLang="zh-CN">
                <a:ea typeface="宋体" charset="-122"/>
              </a:rPr>
              <a:t>RISC</a:t>
            </a:r>
            <a:r>
              <a:rPr lang="zh-CN" altLang="en-US">
                <a:ea typeface="宋体" charset="-122"/>
              </a:rPr>
              <a:t>的代表。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53574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>
            <a:extLst>
              <a:ext uri="{FF2B5EF4-FFF2-40B4-BE49-F238E27FC236}">
                <a16:creationId xmlns:a16="http://schemas.microsoft.com/office/drawing/2014/main" id="{E5120D76-7056-4E09-B7DF-1D96921F17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备注占位符 2">
            <a:extLst>
              <a:ext uri="{FF2B5EF4-FFF2-40B4-BE49-F238E27FC236}">
                <a16:creationId xmlns:a16="http://schemas.microsoft.com/office/drawing/2014/main" id="{0432F4E6-675D-4C8C-85B4-8CBB7079BA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2228" name="灯片编号占位符 3">
            <a:extLst>
              <a:ext uri="{FF2B5EF4-FFF2-40B4-BE49-F238E27FC236}">
                <a16:creationId xmlns:a16="http://schemas.microsoft.com/office/drawing/2014/main" id="{FD60474D-9B09-49A6-A2F2-FDB3E7C97B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16650" indent="-275634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02538" indent="-22050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543553" indent="-22050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1984568" indent="-22050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425583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866598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307613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748629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fld id="{CC8E63D5-5A9B-4067-925F-D16D2EEEB1EA}" type="slidenum">
              <a:rPr lang="zh-CN" altLang="en-US" sz="1200"/>
              <a:pPr/>
              <a:t>55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86479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>
            <a:extLst>
              <a:ext uri="{FF2B5EF4-FFF2-40B4-BE49-F238E27FC236}">
                <a16:creationId xmlns:a16="http://schemas.microsoft.com/office/drawing/2014/main" id="{759F8D68-5FCA-412F-93C7-CF050D51E1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备注占位符 2">
            <a:extLst>
              <a:ext uri="{FF2B5EF4-FFF2-40B4-BE49-F238E27FC236}">
                <a16:creationId xmlns:a16="http://schemas.microsoft.com/office/drawing/2014/main" id="{AAC442DC-3012-4C07-B624-A5CF96538F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5780" name="灯片编号占位符 3">
            <a:extLst>
              <a:ext uri="{FF2B5EF4-FFF2-40B4-BE49-F238E27FC236}">
                <a16:creationId xmlns:a16="http://schemas.microsoft.com/office/drawing/2014/main" id="{698B269F-5243-4942-8F68-07EDB01FFE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16650" indent="-275634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02538" indent="-22050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543553" indent="-22050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1984568" indent="-22050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425583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866598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307613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748629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fld id="{9C24D2FF-D2BF-4904-9410-C174E6D830DD}" type="slidenum">
              <a:rPr lang="zh-CN" altLang="en-US" sz="1200"/>
              <a:pPr/>
              <a:t>59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>
            <a:extLst>
              <a:ext uri="{FF2B5EF4-FFF2-40B4-BE49-F238E27FC236}">
                <a16:creationId xmlns:a16="http://schemas.microsoft.com/office/drawing/2014/main" id="{96185FB4-D7F8-4BD9-AB1C-08E62CA710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备注占位符 2">
            <a:extLst>
              <a:ext uri="{FF2B5EF4-FFF2-40B4-BE49-F238E27FC236}">
                <a16:creationId xmlns:a16="http://schemas.microsoft.com/office/drawing/2014/main" id="{E39173BB-5C13-4EE0-8689-6ED2B9C488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7828" name="灯片编号占位符 3">
            <a:extLst>
              <a:ext uri="{FF2B5EF4-FFF2-40B4-BE49-F238E27FC236}">
                <a16:creationId xmlns:a16="http://schemas.microsoft.com/office/drawing/2014/main" id="{1AF40127-FD22-4B7B-849D-DF0BD6DBA6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16650" indent="-275634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02538" indent="-22050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543553" indent="-22050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1984568" indent="-22050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425583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866598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307613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748629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fld id="{6C64F9DD-706D-4F80-86FB-B1C273B9FF70}" type="slidenum">
              <a:rPr lang="zh-CN" altLang="en-US" sz="1200"/>
              <a:pPr/>
              <a:t>60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>
            <a:extLst>
              <a:ext uri="{FF2B5EF4-FFF2-40B4-BE49-F238E27FC236}">
                <a16:creationId xmlns:a16="http://schemas.microsoft.com/office/drawing/2014/main" id="{744D908E-ED67-4ED6-AC93-3FA38571BD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备注占位符 2">
            <a:extLst>
              <a:ext uri="{FF2B5EF4-FFF2-40B4-BE49-F238E27FC236}">
                <a16:creationId xmlns:a16="http://schemas.microsoft.com/office/drawing/2014/main" id="{69C43B31-FE9A-47C3-8302-50D4AD6482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79876" name="灯片编号占位符 3">
            <a:extLst>
              <a:ext uri="{FF2B5EF4-FFF2-40B4-BE49-F238E27FC236}">
                <a16:creationId xmlns:a16="http://schemas.microsoft.com/office/drawing/2014/main" id="{5AB893D6-F104-498C-9E6F-1D887C2896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16650" indent="-275634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02538" indent="-22050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543553" indent="-22050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1984568" indent="-22050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425583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866598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307613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748629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fld id="{2EF91E57-324D-4DF4-BDA5-69EB5274FC61}" type="slidenum">
              <a:rPr lang="zh-CN" altLang="en-US" sz="1200"/>
              <a:pPr/>
              <a:t>61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>
            <a:extLst>
              <a:ext uri="{FF2B5EF4-FFF2-40B4-BE49-F238E27FC236}">
                <a16:creationId xmlns:a16="http://schemas.microsoft.com/office/drawing/2014/main" id="{D5FB9429-959C-4396-9175-B736483EE9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备注占位符 2">
            <a:extLst>
              <a:ext uri="{FF2B5EF4-FFF2-40B4-BE49-F238E27FC236}">
                <a16:creationId xmlns:a16="http://schemas.microsoft.com/office/drawing/2014/main" id="{5145F338-5919-4AE1-A1B8-30E100FDB2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1924" name="灯片编号占位符 3">
            <a:extLst>
              <a:ext uri="{FF2B5EF4-FFF2-40B4-BE49-F238E27FC236}">
                <a16:creationId xmlns:a16="http://schemas.microsoft.com/office/drawing/2014/main" id="{FD0DB363-4018-45FF-8C75-5D5C4FA292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16650" indent="-275634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02538" indent="-22050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543553" indent="-22050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1984568" indent="-22050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425583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866598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307613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748629" indent="-22050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fld id="{9CEB8BCE-9E6A-452A-A67D-6EB1AABE714F}" type="slidenum">
              <a:rPr lang="zh-CN" altLang="en-US" sz="1200"/>
              <a:pPr/>
              <a:t>62</a:t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F150F-9DC8-4803-AFBC-EF80A75D48D1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E633C-541A-4E3F-A22A-3C4C63E8EF5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31C471-B431-4294-BA4D-7124D141D7E6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031976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AC33D-D29A-48B3-BCD6-381D3D720D2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5153FA-B5FD-465C-B189-94803F82E318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031976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36AFD5-B4CE-4309-A85F-E56CFD431173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8BF06-1401-4C8C-866B-F0CD0B721040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987824" y="6356350"/>
            <a:ext cx="3031976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CC3E9-608E-4023-AA79-77ECC6312F5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14AEBE-FC74-45FB-9AEF-8F94ABE7CC2C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987824" y="6356350"/>
            <a:ext cx="3031976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980664-B5A2-458D-9781-BDBB3E44461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224FC-6AF4-49D9-A9FE-3D47F526DBA2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915816" y="6356350"/>
            <a:ext cx="310398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2FEDC-7E89-472C-BFD5-D857A9C78A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3BF223-F02B-49AE-BE52-58BB3AE4B18D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915816" y="6356350"/>
            <a:ext cx="310398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B7EA61-351E-4105-9AD9-76D38C6E993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8CABFB-B070-446A-B632-F295DB9FE0D7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987824" y="6356350"/>
            <a:ext cx="3031976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75736-67D3-4C0D-9AD3-EBB1133B7A1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0908E1-728F-4603-BC89-075CD0A0C6ED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987824" y="6356350"/>
            <a:ext cx="3031976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3B5C7-14AB-4EB9-8E35-9962854618D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49BE6D-0E15-44C9-ACFA-D186DA3E8500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987824" y="6356350"/>
            <a:ext cx="3031976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9E446-6F6B-46FF-A641-54E99657CB0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4A31D0-0EDD-4D4F-85A9-9152819BB52D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915816" y="6356350"/>
            <a:ext cx="310398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5BA35-14E5-4401-B968-D9FCFD45D96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188913"/>
            <a:ext cx="5942013" cy="676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39750" y="1393825"/>
            <a:ext cx="8001000" cy="44831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09C199-A98C-AE75-FBBE-7786AD434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A31D0-0EDD-4D4F-85A9-9152819BB52D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052776-3AD7-8419-F7F5-EB792A1DB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15816" y="6356350"/>
            <a:ext cx="310398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364F2A-AEB8-F7B3-2B30-100981781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5BA35-14E5-4401-B968-D9FCFD45D966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9101112"/>
      </p:ext>
    </p:extLst>
  </p:cSld>
  <p:clrMapOvr>
    <a:masterClrMapping/>
  </p:clrMapOvr>
  <p:transition>
    <p:pull dir="r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86200" y="247650"/>
            <a:ext cx="5105400" cy="381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D100929-3858-1973-A975-1327D7A8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A31D0-0EDD-4D4F-85A9-9152819BB52D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F17C615-84CD-6730-8743-B7F483FBC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15816" y="6356350"/>
            <a:ext cx="310398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AD77F96-8777-87B0-48A0-077D9ABAF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5BA35-14E5-4401-B968-D9FCFD45D966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2053151"/>
      </p:ext>
    </p:extLst>
  </p:cSld>
  <p:clrMapOvr>
    <a:masterClrMapping/>
  </p:clrMapOvr>
  <p:transition>
    <p:pull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8F025D6-DF30-471A-B0AF-0049E6E94F2C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E38698-3FD2-4DD5-AB6F-61E8F41EBC15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  <p:sldLayoutId id="2147483664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367681" y="1412776"/>
            <a:ext cx="6408638" cy="1143000"/>
          </a:xfrm>
        </p:spPr>
        <p:txBody>
          <a:bodyPr/>
          <a:lstStyle/>
          <a:p>
            <a:pPr algn="dist" eaLnBrk="1" hangingPunct="1"/>
            <a:r>
              <a:rPr lang="zh-CN" altLang="en-US" sz="5400" b="1" dirty="0"/>
              <a:t>计算机体系结构</a:t>
            </a:r>
          </a:p>
        </p:txBody>
      </p:sp>
      <p:sp>
        <p:nvSpPr>
          <p:cNvPr id="2051" name="Text Box 7"/>
          <p:cNvSpPr txBox="1">
            <a:spLocks noChangeArrowheads="1"/>
          </p:cNvSpPr>
          <p:nvPr/>
        </p:nvSpPr>
        <p:spPr bwMode="auto">
          <a:xfrm>
            <a:off x="3714750" y="5072063"/>
            <a:ext cx="2951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 刘宏伟</a:t>
            </a:r>
          </a:p>
        </p:txBody>
      </p:sp>
      <p:sp>
        <p:nvSpPr>
          <p:cNvPr id="2052" name="Text Box 7"/>
          <p:cNvSpPr txBox="1">
            <a:spLocks noChangeArrowheads="1"/>
          </p:cNvSpPr>
          <p:nvPr/>
        </p:nvSpPr>
        <p:spPr bwMode="auto">
          <a:xfrm>
            <a:off x="2555776" y="4529571"/>
            <a:ext cx="4357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 计算机科学与技术学院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714500" y="3071813"/>
            <a:ext cx="5673725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defRPr/>
            </a:pPr>
            <a:r>
              <a:rPr lang="zh-CN" altLang="en-US" sz="4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第六讲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9E2B80-318D-1637-FE99-4627518EC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B8A14D-EA40-419F-AEDF-4C62827204EB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642E2C0-9821-6CDA-8171-47987AE29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175992" cy="365125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70AFC6-79A4-7F6B-2067-6AC32E6F4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785813"/>
          </a:xfrm>
        </p:spPr>
        <p:txBody>
          <a:bodyPr/>
          <a:lstStyle/>
          <a:p>
            <a:pPr eaLnBrk="1" hangingPunct="1"/>
            <a:r>
              <a:rPr lang="en-US" altLang="zh-CN" b="1" dirty="0"/>
              <a:t>Recap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3" y="1124744"/>
            <a:ext cx="8352927" cy="5214938"/>
          </a:xfrm>
        </p:spPr>
        <p:txBody>
          <a:bodyPr rtlCol="0">
            <a:normAutofit/>
          </a:bodyPr>
          <a:lstStyle/>
          <a:p>
            <a:pPr lvl="1" eaLnBrk="1" hangingPunct="1">
              <a:defRPr/>
            </a:pPr>
            <a:r>
              <a:rPr lang="zh-CN" altLang="en-US" b="1" dirty="0"/>
              <a:t>寻址方式</a:t>
            </a:r>
            <a:endParaRPr lang="en-US" altLang="zh-CN" b="1" dirty="0"/>
          </a:p>
          <a:p>
            <a:pPr marL="1101600" lvl="1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zh-CN" b="1" dirty="0"/>
              <a:t> </a:t>
            </a:r>
            <a:r>
              <a:rPr lang="zh-CN" altLang="en-US" b="1" dirty="0"/>
              <a:t>常用寻址方式（偏移寻址和立即寻址）</a:t>
            </a:r>
            <a:endParaRPr lang="en-US" altLang="zh-CN" b="1" dirty="0"/>
          </a:p>
          <a:p>
            <a:pPr marL="1101600" lvl="1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zh-CN" b="1" dirty="0"/>
              <a:t> </a:t>
            </a:r>
            <a:r>
              <a:rPr lang="zh-CN" altLang="en-US" b="1" dirty="0"/>
              <a:t>寻址方式的表示方式</a:t>
            </a:r>
            <a:endParaRPr lang="en-US" altLang="zh-CN" b="1" dirty="0"/>
          </a:p>
          <a:p>
            <a:pPr marL="1101600" lvl="1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zh-CN" b="1" dirty="0"/>
              <a:t> </a:t>
            </a:r>
            <a:r>
              <a:rPr lang="zh-CN" altLang="en-US" b="1" dirty="0"/>
              <a:t>存储器边界对齐</a:t>
            </a:r>
            <a:r>
              <a:rPr lang="en-US" altLang="zh-CN" b="1" dirty="0"/>
              <a:t>    </a:t>
            </a:r>
          </a:p>
          <a:p>
            <a:pPr lvl="1" eaLnBrk="1" hangingPunct="1">
              <a:defRPr/>
            </a:pPr>
            <a:r>
              <a:rPr lang="zh-CN" altLang="en-US" b="1" dirty="0"/>
              <a:t>操作数类型和大小</a:t>
            </a:r>
            <a:endParaRPr lang="en-US" altLang="zh-CN" b="1" dirty="0"/>
          </a:p>
          <a:p>
            <a:pPr marL="1101600" lvl="1" eaLnBrk="1" hangingPunct="1">
              <a:buFont typeface="Wingdings" panose="05000000000000000000" pitchFamily="2" charset="2"/>
              <a:buChar char="ü"/>
              <a:defRPr/>
            </a:pPr>
            <a:r>
              <a:rPr lang="zh-CN" altLang="en-US" b="1" dirty="0"/>
              <a:t> 操作数类型和操作数表示</a:t>
            </a:r>
            <a:endParaRPr lang="en-US" altLang="zh-CN" b="1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latin typeface="+mj-lt"/>
              </a:rPr>
              <a:t>指令系统的设计和优化</a:t>
            </a:r>
            <a:endParaRPr lang="en-US" altLang="zh-CN" b="1" dirty="0">
              <a:latin typeface="+mj-lt"/>
            </a:endParaRPr>
          </a:p>
          <a:p>
            <a:pPr marL="1101600" lvl="1" eaLnBrk="1" fontAlgn="auto" hangingPunct="1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b="1" dirty="0">
                <a:latin typeface="+mj-lt"/>
              </a:rPr>
              <a:t> </a:t>
            </a:r>
            <a:r>
              <a:rPr lang="zh-CN" altLang="en-US" b="1" dirty="0">
                <a:latin typeface="+mj-lt"/>
              </a:rPr>
              <a:t>指令系统设计的基本原则</a:t>
            </a:r>
            <a:endParaRPr lang="en-US" altLang="zh-CN" b="1" dirty="0">
              <a:latin typeface="+mj-lt"/>
            </a:endParaRPr>
          </a:p>
          <a:p>
            <a:pPr marL="1101600" lvl="1" eaLnBrk="1" fontAlgn="auto" hangingPunct="1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b="1" dirty="0">
                <a:latin typeface="+mj-lt"/>
              </a:rPr>
              <a:t> 控制指令（分支）</a:t>
            </a:r>
            <a:endParaRPr lang="en-US" altLang="zh-CN" b="1" dirty="0">
              <a:latin typeface="+mj-lt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1DB356-0E59-77A2-E3D4-866F121C3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23C20E-9919-409D-AD1C-920D806019F5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1D860C-8110-1698-F802-D61A5C986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55FADC-CAC7-8366-C6B8-C58B43DFF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 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指令系统的设计和优化</a:t>
            </a:r>
          </a:p>
        </p:txBody>
      </p:sp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1782281" y="2012831"/>
            <a:ext cx="49600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r>
              <a:rPr lang="en-US" altLang="zh-CN" sz="2800" dirty="0">
                <a:latin typeface="Times New Roman" pitchFamily="18" charset="0"/>
              </a:rPr>
              <a:t>2</a:t>
            </a:r>
            <a:r>
              <a:rPr lang="zh-CN" altLang="en-US" sz="2800" dirty="0">
                <a:latin typeface="Times New Roman" pitchFamily="18" charset="0"/>
              </a:rPr>
              <a:t>.</a:t>
            </a:r>
            <a:r>
              <a:rPr lang="en-US" altLang="zh-CN" sz="2800" dirty="0">
                <a:latin typeface="Times New Roman" pitchFamily="18" charset="0"/>
              </a:rPr>
              <a:t>5.1</a:t>
            </a:r>
            <a:r>
              <a:rPr lang="zh-CN" altLang="en-US" sz="2800" dirty="0">
                <a:latin typeface="Times New Roman" pitchFamily="18" charset="0"/>
              </a:rPr>
              <a:t> 指令系统设计的基本原则</a:t>
            </a:r>
          </a:p>
        </p:txBody>
      </p:sp>
      <p:sp>
        <p:nvSpPr>
          <p:cNvPr id="43" name="Text Box 7"/>
          <p:cNvSpPr txBox="1">
            <a:spLocks noChangeArrowheads="1"/>
          </p:cNvSpPr>
          <p:nvPr/>
        </p:nvSpPr>
        <p:spPr bwMode="auto">
          <a:xfrm>
            <a:off x="1824530" y="2825909"/>
            <a:ext cx="24352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r>
              <a:rPr lang="en-US" altLang="zh-CN" sz="2800" dirty="0">
                <a:latin typeface="Times New Roman" pitchFamily="18" charset="0"/>
              </a:rPr>
              <a:t>2</a:t>
            </a:r>
            <a:r>
              <a:rPr lang="zh-CN" altLang="en-US" sz="2800" dirty="0">
                <a:latin typeface="Times New Roman" pitchFamily="18" charset="0"/>
              </a:rPr>
              <a:t>.</a:t>
            </a:r>
            <a:r>
              <a:rPr lang="en-US" altLang="zh-CN" sz="2800" dirty="0">
                <a:latin typeface="Times New Roman" pitchFamily="18" charset="0"/>
              </a:rPr>
              <a:t>5.2</a:t>
            </a:r>
            <a:r>
              <a:rPr lang="zh-CN" altLang="en-US" sz="2800" dirty="0">
                <a:latin typeface="Times New Roman" pitchFamily="18" charset="0"/>
              </a:rPr>
              <a:t> 控制指令</a:t>
            </a:r>
          </a:p>
        </p:txBody>
      </p:sp>
      <p:sp>
        <p:nvSpPr>
          <p:cNvPr id="44" name="Text Box 7"/>
          <p:cNvSpPr txBox="1">
            <a:spLocks noChangeArrowheads="1"/>
          </p:cNvSpPr>
          <p:nvPr/>
        </p:nvSpPr>
        <p:spPr bwMode="auto">
          <a:xfrm>
            <a:off x="1818568" y="3654464"/>
            <a:ext cx="38779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r>
              <a:rPr lang="en-US" altLang="zh-CN" sz="2800" u="sng" dirty="0">
                <a:latin typeface="Times New Roman" pitchFamily="18" charset="0"/>
              </a:rPr>
              <a:t>2</a:t>
            </a:r>
            <a:r>
              <a:rPr lang="zh-CN" altLang="en-US" sz="2800" u="sng" dirty="0">
                <a:latin typeface="Times New Roman" pitchFamily="18" charset="0"/>
              </a:rPr>
              <a:t>.</a:t>
            </a:r>
            <a:r>
              <a:rPr lang="en-US" altLang="zh-CN" sz="2800" u="sng" dirty="0">
                <a:latin typeface="Times New Roman" pitchFamily="18" charset="0"/>
              </a:rPr>
              <a:t>5.3</a:t>
            </a:r>
            <a:r>
              <a:rPr lang="zh-CN" altLang="en-US" sz="2800" u="sng" dirty="0">
                <a:latin typeface="Times New Roman" pitchFamily="18" charset="0"/>
              </a:rPr>
              <a:t> 指令操作码的优化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C9F64EF-90E2-0A5E-2A30-78D5B7FAA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01C985B-FDD6-4619-BD5C-7842117FF8E5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3907DD7-0F68-1F96-9921-165292875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AEC3C2-5275-A913-5984-5B20558D5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2306103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600" b="1" dirty="0">
                <a:latin typeface="黑体" pitchFamily="49" charset="-122"/>
              </a:rPr>
              <a:t>2.5.3</a:t>
            </a:r>
            <a:r>
              <a:rPr lang="en-US" altLang="zh-CN" sz="3600" b="1" dirty="0"/>
              <a:t>  </a:t>
            </a:r>
            <a:r>
              <a:rPr lang="zh-CN" altLang="en-US" sz="3600" b="1" dirty="0"/>
              <a:t>指令操作码的优化</a:t>
            </a:r>
          </a:p>
        </p:txBody>
      </p:sp>
      <p:sp>
        <p:nvSpPr>
          <p:cNvPr id="5" name="Rectangle 5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467544" y="1484784"/>
            <a:ext cx="7773988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5850" lvl="1" indent="-457200" eaLnBrk="1" hangingPunct="1"/>
            <a:r>
              <a:rPr lang="zh-CN" altLang="en-US" dirty="0"/>
              <a:t>指令由两部分组成：</a:t>
            </a:r>
            <a:r>
              <a:rPr lang="zh-CN" altLang="en-US" dirty="0">
                <a:solidFill>
                  <a:srgbClr val="FF0000"/>
                </a:solidFill>
              </a:rPr>
              <a:t>操作码、地址码</a:t>
            </a:r>
          </a:p>
          <a:p>
            <a:pPr marL="1085850" lvl="1" indent="-457200" eaLnBrk="1" hangingPunct="1"/>
            <a:r>
              <a:rPr lang="zh-CN" altLang="en-US" dirty="0"/>
              <a:t>指令格式的设计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zh-CN" altLang="en-US" dirty="0"/>
              <a:t>       确定指令字的编码方式，包括操作码字段和地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zh-CN" altLang="en-US" dirty="0"/>
              <a:t>址码字段的编码和表示方式。</a:t>
            </a:r>
          </a:p>
          <a:p>
            <a:pPr marL="1085850" lvl="1" indent="-457200" eaLnBrk="1" hangingPunct="1"/>
            <a:r>
              <a:rPr lang="zh-CN" altLang="en-US" dirty="0">
                <a:solidFill>
                  <a:srgbClr val="FF0000"/>
                </a:solidFill>
              </a:rPr>
              <a:t>指令格式的优化</a:t>
            </a:r>
            <a:r>
              <a:rPr lang="zh-CN" altLang="en-US" dirty="0"/>
              <a:t>：如何用最短的位数来表示指令的操作信息和地址信息。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0634AE6-6A27-BEAE-9198-471F5E6D8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2A560D-0A17-45A5-BAE6-C9312C65FC1E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7AEC133-A648-F0C4-8A66-F34F0D05C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20086F-8B50-2495-7926-9230CAD0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0658241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600" b="1" dirty="0">
                <a:latin typeface="黑体" pitchFamily="49" charset="-122"/>
              </a:rPr>
              <a:t>2.5.3</a:t>
            </a:r>
            <a:r>
              <a:rPr lang="en-US" altLang="zh-CN" sz="3600" b="1" dirty="0"/>
              <a:t>  </a:t>
            </a:r>
            <a:r>
              <a:rPr lang="zh-CN" altLang="en-US" sz="3600" b="1" dirty="0"/>
              <a:t>指令操作码的优化</a:t>
            </a:r>
          </a:p>
        </p:txBody>
      </p:sp>
      <p:sp>
        <p:nvSpPr>
          <p:cNvPr id="4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685800" y="1219200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altLang="zh-CN" sz="2800" dirty="0"/>
              <a:t>1. </a:t>
            </a:r>
            <a:r>
              <a:rPr lang="zh-CN" altLang="en-US" sz="2800" dirty="0"/>
              <a:t>等长扩展码</a:t>
            </a:r>
          </a:p>
          <a:p>
            <a:pPr marL="1085850" lvl="1" indent="-457200" eaLnBrk="1" hangingPunct="1"/>
            <a:r>
              <a:rPr lang="zh-CN" altLang="en-US" dirty="0"/>
              <a:t>为了便于分级译码，一般都采用</a:t>
            </a:r>
            <a:r>
              <a:rPr lang="zh-CN" altLang="en-US" dirty="0">
                <a:solidFill>
                  <a:srgbClr val="FF0000"/>
                </a:solidFill>
              </a:rPr>
              <a:t>等长扩展码</a:t>
            </a:r>
            <a:r>
              <a:rPr lang="zh-CN" altLang="en-US" dirty="0"/>
              <a:t>。（在早期的计算机上）</a:t>
            </a: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</a:rPr>
              <a:t>         例如：</a:t>
            </a:r>
            <a:r>
              <a:rPr lang="en-US" altLang="zh-CN" sz="2000" b="1" dirty="0">
                <a:solidFill>
                  <a:srgbClr val="9933FF"/>
                </a:solidFill>
                <a:latin typeface="Times New Roman" pitchFamily="18" charset="0"/>
                <a:ea typeface="宋体" pitchFamily="2" charset="-122"/>
              </a:rPr>
              <a:t>15/15/15</a:t>
            </a:r>
            <a:r>
              <a:rPr lang="zh-CN" altLang="en-US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法和</a:t>
            </a:r>
            <a:r>
              <a:rPr lang="en-US" altLang="zh-CN" sz="2000" b="1" dirty="0">
                <a:solidFill>
                  <a:srgbClr val="9933FF"/>
                </a:solidFill>
                <a:latin typeface="Times New Roman" pitchFamily="18" charset="0"/>
                <a:ea typeface="宋体" pitchFamily="2" charset="-122"/>
              </a:rPr>
              <a:t>8/64/512</a:t>
            </a:r>
            <a:r>
              <a:rPr lang="zh-CN" altLang="en-US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法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</a:rPr>
              <a:t>选用哪种编码法取决于指令使用频度</a:t>
            </a:r>
            <a:r>
              <a:rPr lang="en-US" altLang="zh-CN" dirty="0">
                <a:solidFill>
                  <a:srgbClr val="9933FF"/>
                </a:solidFill>
                <a:latin typeface="Times New Roman" pitchFamily="18" charset="0"/>
              </a:rPr>
              <a:t>p</a:t>
            </a:r>
            <a:r>
              <a:rPr lang="en-US" altLang="zh-CN" baseline="-25000" dirty="0">
                <a:solidFill>
                  <a:srgbClr val="9933FF"/>
                </a:solidFill>
                <a:latin typeface="Times New Roman" pitchFamily="18" charset="0"/>
              </a:rPr>
              <a:t>i</a:t>
            </a:r>
            <a:r>
              <a:rPr lang="zh-CN" altLang="en-US" dirty="0">
                <a:latin typeface="Times New Roman" pitchFamily="18" charset="0"/>
              </a:rPr>
              <a:t>的分布。若在头</a:t>
            </a:r>
            <a:r>
              <a:rPr lang="en-US" altLang="zh-CN" dirty="0">
                <a:solidFill>
                  <a:srgbClr val="9933FF"/>
                </a:solidFill>
                <a:latin typeface="Times New Roman" pitchFamily="18" charset="0"/>
              </a:rPr>
              <a:t>15</a:t>
            </a:r>
            <a:r>
              <a:rPr lang="zh-CN" altLang="en-US" dirty="0">
                <a:solidFill>
                  <a:srgbClr val="9933FF"/>
                </a:solidFill>
                <a:latin typeface="Times New Roman" pitchFamily="18" charset="0"/>
              </a:rPr>
              <a:t>种</a:t>
            </a:r>
            <a:r>
              <a:rPr lang="zh-CN" altLang="en-US" dirty="0">
                <a:latin typeface="Times New Roman" pitchFamily="18" charset="0"/>
              </a:rPr>
              <a:t>指令中</a:t>
            </a:r>
            <a:r>
              <a:rPr lang="en-US" altLang="zh-CN" dirty="0">
                <a:solidFill>
                  <a:srgbClr val="9933FF"/>
                </a:solidFill>
                <a:latin typeface="Times New Roman" pitchFamily="18" charset="0"/>
              </a:rPr>
              <a:t>p</a:t>
            </a:r>
            <a:r>
              <a:rPr lang="en-US" altLang="zh-CN" baseline="-25000" dirty="0">
                <a:solidFill>
                  <a:srgbClr val="9933FF"/>
                </a:solidFill>
                <a:latin typeface="Times New Roman" pitchFamily="18" charset="0"/>
              </a:rPr>
              <a:t>i </a:t>
            </a:r>
            <a:r>
              <a:rPr lang="zh-CN" altLang="en-US" dirty="0">
                <a:latin typeface="Times New Roman" pitchFamily="18" charset="0"/>
              </a:rPr>
              <a:t>的值都比较大，但在后</a:t>
            </a:r>
            <a:r>
              <a:rPr lang="en-US" altLang="zh-CN" dirty="0">
                <a:solidFill>
                  <a:srgbClr val="9933FF"/>
                </a:solidFill>
                <a:latin typeface="Times New Roman" pitchFamily="18" charset="0"/>
              </a:rPr>
              <a:t>30</a:t>
            </a:r>
            <a:r>
              <a:rPr lang="zh-CN" altLang="en-US" dirty="0">
                <a:solidFill>
                  <a:srgbClr val="9933FF"/>
                </a:solidFill>
                <a:latin typeface="Times New Roman" pitchFamily="18" charset="0"/>
              </a:rPr>
              <a:t>种</a:t>
            </a:r>
            <a:r>
              <a:rPr lang="zh-CN" altLang="en-US" dirty="0">
                <a:latin typeface="Times New Roman" pitchFamily="18" charset="0"/>
              </a:rPr>
              <a:t>指令后急剧减少，则应选择</a:t>
            </a:r>
            <a:r>
              <a:rPr lang="en-US" altLang="zh-CN" dirty="0">
                <a:latin typeface="Times New Roman" pitchFamily="18" charset="0"/>
              </a:rPr>
              <a:t>15/15/15</a:t>
            </a:r>
            <a:r>
              <a:rPr lang="zh-CN" altLang="en-US" dirty="0">
                <a:latin typeface="Times New Roman" pitchFamily="18" charset="0"/>
              </a:rPr>
              <a:t>法；若</a:t>
            </a:r>
            <a:r>
              <a:rPr lang="en-US" altLang="zh-CN" dirty="0">
                <a:solidFill>
                  <a:srgbClr val="9933FF"/>
                </a:solidFill>
                <a:latin typeface="Times New Roman" pitchFamily="18" charset="0"/>
              </a:rPr>
              <a:t>p</a:t>
            </a:r>
            <a:r>
              <a:rPr lang="en-US" altLang="zh-CN" baseline="-25000" dirty="0">
                <a:solidFill>
                  <a:srgbClr val="9933FF"/>
                </a:solidFill>
                <a:latin typeface="Times New Roman" pitchFamily="18" charset="0"/>
              </a:rPr>
              <a:t>i</a:t>
            </a:r>
            <a:r>
              <a:rPr lang="en-US" altLang="zh-CN" dirty="0">
                <a:solidFill>
                  <a:srgbClr val="9933FF"/>
                </a:solidFill>
                <a:latin typeface="Times New Roman" pitchFamily="18" charset="0"/>
              </a:rPr>
              <a:t> </a:t>
            </a:r>
            <a:r>
              <a:rPr lang="zh-CN" altLang="en-US" dirty="0">
                <a:latin typeface="Times New Roman" pitchFamily="18" charset="0"/>
              </a:rPr>
              <a:t>的值在头</a:t>
            </a:r>
            <a:r>
              <a:rPr lang="en-US" altLang="zh-CN" dirty="0">
                <a:solidFill>
                  <a:srgbClr val="9933FF"/>
                </a:solidFill>
                <a:latin typeface="Times New Roman" pitchFamily="18" charset="0"/>
              </a:rPr>
              <a:t>8</a:t>
            </a:r>
            <a:r>
              <a:rPr lang="zh-CN" altLang="en-US" dirty="0">
                <a:solidFill>
                  <a:srgbClr val="9933FF"/>
                </a:solidFill>
                <a:latin typeface="Times New Roman" pitchFamily="18" charset="0"/>
              </a:rPr>
              <a:t>种</a:t>
            </a:r>
            <a:r>
              <a:rPr lang="zh-CN" altLang="en-US" dirty="0">
                <a:latin typeface="Times New Roman" pitchFamily="18" charset="0"/>
              </a:rPr>
              <a:t>指令中较大，之后的</a:t>
            </a:r>
            <a:r>
              <a:rPr lang="en-US" altLang="zh-CN" dirty="0">
                <a:solidFill>
                  <a:srgbClr val="9933FF"/>
                </a:solidFill>
                <a:latin typeface="Times New Roman" pitchFamily="18" charset="0"/>
              </a:rPr>
              <a:t>64</a:t>
            </a:r>
            <a:r>
              <a:rPr lang="zh-CN" altLang="en-US" dirty="0">
                <a:solidFill>
                  <a:srgbClr val="9933FF"/>
                </a:solidFill>
                <a:latin typeface="Times New Roman" pitchFamily="18" charset="0"/>
              </a:rPr>
              <a:t>种</a:t>
            </a:r>
            <a:r>
              <a:rPr lang="zh-CN" altLang="en-US" dirty="0">
                <a:latin typeface="Times New Roman" pitchFamily="18" charset="0"/>
              </a:rPr>
              <a:t>指令的</a:t>
            </a:r>
            <a:r>
              <a:rPr lang="en-US" altLang="zh-CN" dirty="0">
                <a:solidFill>
                  <a:srgbClr val="9933FF"/>
                </a:solidFill>
                <a:latin typeface="Times New Roman" pitchFamily="18" charset="0"/>
              </a:rPr>
              <a:t>p</a:t>
            </a:r>
            <a:r>
              <a:rPr lang="en-US" altLang="zh-CN" baseline="-25000" dirty="0">
                <a:solidFill>
                  <a:srgbClr val="9933FF"/>
                </a:solidFill>
                <a:latin typeface="Times New Roman" pitchFamily="18" charset="0"/>
              </a:rPr>
              <a:t>i</a:t>
            </a:r>
            <a:r>
              <a:rPr lang="zh-CN" altLang="en-US" dirty="0">
                <a:latin typeface="Times New Roman" pitchFamily="18" charset="0"/>
              </a:rPr>
              <a:t>值也不太低，则应选择</a:t>
            </a:r>
            <a:r>
              <a:rPr lang="en-US" altLang="zh-CN" dirty="0">
                <a:latin typeface="Times New Roman" pitchFamily="18" charset="0"/>
              </a:rPr>
              <a:t>8/64/512</a:t>
            </a:r>
            <a:r>
              <a:rPr lang="zh-CN" altLang="en-US" dirty="0">
                <a:latin typeface="Times New Roman" pitchFamily="18" charset="0"/>
              </a:rPr>
              <a:t>法。</a:t>
            </a:r>
          </a:p>
          <a:p>
            <a:pPr lvl="2" eaLnBrk="1" hangingPunct="1"/>
            <a:r>
              <a:rPr lang="zh-CN" altLang="en-US" dirty="0">
                <a:solidFill>
                  <a:srgbClr val="D60093"/>
                </a:solidFill>
                <a:latin typeface="Times New Roman" pitchFamily="18" charset="0"/>
              </a:rPr>
              <a:t>衡量标准：</a:t>
            </a:r>
            <a:r>
              <a:rPr lang="zh-CN" altLang="en-US" dirty="0">
                <a:latin typeface="Times New Roman" pitchFamily="18" charset="0"/>
              </a:rPr>
              <a:t>看哪种编码法能使平均码长最短。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05853B0-FF1A-72A0-6CB5-422618B8D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B1823C-D10D-4665-80F6-1E4417278D40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867625-164F-CC64-DCC7-EB8B3818B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FC0090-25E1-F215-CC3F-87162B9F6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1429231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600" b="1" dirty="0">
                <a:latin typeface="黑体" pitchFamily="49" charset="-122"/>
              </a:rPr>
              <a:t>2.5.3</a:t>
            </a:r>
            <a:r>
              <a:rPr lang="en-US" altLang="zh-CN" sz="3600" b="1" dirty="0"/>
              <a:t>  </a:t>
            </a:r>
            <a:r>
              <a:rPr lang="zh-CN" altLang="en-US" sz="3600" b="1" dirty="0"/>
              <a:t>指令操作码的优化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691680" y="1196975"/>
          <a:ext cx="5759450" cy="500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3" imgW="3169920" imgH="2755392" progId="Word.Picture.8">
                  <p:embed/>
                </p:oleObj>
              </mc:Choice>
              <mc:Fallback>
                <p:oleObj name="图片" r:id="rId3" imgW="3169920" imgH="2755392" progId="Word.Picture.8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1196975"/>
                        <a:ext cx="5759450" cy="500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40826A-E40F-F776-0528-1C8C21804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E5AF7D-AD8D-4749-9889-1D109C0B9225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94A620-4A66-B8D7-8E5A-82EBA65F4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EDD092-09AD-5654-2308-7E58AD5F5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4892208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600" b="1" dirty="0">
                <a:latin typeface="黑体" pitchFamily="49" charset="-122"/>
              </a:rPr>
              <a:t>2.5.3</a:t>
            </a:r>
            <a:r>
              <a:rPr lang="en-US" altLang="zh-CN" sz="3600" b="1" dirty="0"/>
              <a:t>  </a:t>
            </a:r>
            <a:r>
              <a:rPr lang="zh-CN" altLang="en-US" sz="3600" b="1" dirty="0"/>
              <a:t>指令操作码的优化</a:t>
            </a:r>
          </a:p>
        </p:txBody>
      </p:sp>
      <p:sp>
        <p:nvSpPr>
          <p:cNvPr id="4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395536" y="1268760"/>
            <a:ext cx="8352928" cy="422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altLang="zh-CN" dirty="0"/>
              <a:t>2. </a:t>
            </a:r>
            <a:r>
              <a:rPr lang="zh-CN" altLang="en-US" dirty="0"/>
              <a:t>定长操作码</a:t>
            </a:r>
          </a:p>
          <a:p>
            <a:pPr marL="1085850" lvl="1" indent="-457200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固定长度的操作码</a:t>
            </a:r>
            <a:r>
              <a:rPr lang="zh-CN" altLang="en-US" dirty="0">
                <a:latin typeface="Times New Roman" pitchFamily="18" charset="0"/>
              </a:rPr>
              <a:t>：所有指令的操作码都是同一的长度（如</a:t>
            </a:r>
            <a:r>
              <a:rPr lang="en-US" altLang="zh-CN" dirty="0">
                <a:solidFill>
                  <a:srgbClr val="9933FF"/>
                </a:solidFill>
                <a:latin typeface="Times New Roman" pitchFamily="18" charset="0"/>
              </a:rPr>
              <a:t>8</a:t>
            </a:r>
            <a:r>
              <a:rPr lang="zh-CN" altLang="en-US" dirty="0">
                <a:latin typeface="Times New Roman" pitchFamily="18" charset="0"/>
              </a:rPr>
              <a:t>位）。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    许多计算机都采用（特别是</a:t>
            </a:r>
            <a:r>
              <a:rPr lang="en-US" altLang="zh-CN" dirty="0">
                <a:solidFill>
                  <a:srgbClr val="9933FF"/>
                </a:solidFill>
                <a:latin typeface="Times New Roman" pitchFamily="18" charset="0"/>
              </a:rPr>
              <a:t>RISC</a:t>
            </a:r>
            <a:r>
              <a:rPr lang="zh-CN" altLang="en-US" dirty="0">
                <a:latin typeface="Times New Roman" pitchFamily="18" charset="0"/>
              </a:rPr>
              <a:t>结构的计算机）</a:t>
            </a:r>
          </a:p>
          <a:p>
            <a:pPr marL="1085850" lvl="1" indent="-457200" eaLnBrk="1" hangingPunct="1"/>
            <a:r>
              <a:rPr lang="zh-CN" altLang="en-US" dirty="0">
                <a:latin typeface="Times New Roman" pitchFamily="18" charset="0"/>
              </a:rPr>
              <a:t>保证操作码的译码速度、减少译码的复杂度。</a:t>
            </a:r>
          </a:p>
          <a:p>
            <a:pPr marL="1085850" lvl="1" indent="-457200" eaLnBrk="1" hangingPunct="1"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</a:rPr>
              <a:t>以程序的存储空间为代价来换取硬件实现上的好处。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3407B39-F59A-BD6D-9E3B-236C7642B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05D6A3-18B7-4E12-9C67-29C2D32C01A8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FAF787D-979B-52D9-5315-066223A2C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A41DF5-EBFA-F6EC-9A01-05BE9ED9E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0873114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第</a:t>
            </a:r>
            <a:r>
              <a:rPr kumimoji="1" lang="en-US" altLang="zh-CN" b="1" dirty="0">
                <a:latin typeface="Times New Roman" pitchFamily="18" charset="0"/>
                <a:cs typeface="+mn-cs"/>
              </a:rPr>
              <a:t>2</a:t>
            </a:r>
            <a:r>
              <a:rPr lang="zh-CN" altLang="en-US" b="1" dirty="0"/>
              <a:t>章   指 令 系 统</a:t>
            </a:r>
          </a:p>
        </p:txBody>
      </p:sp>
      <p:grpSp>
        <p:nvGrpSpPr>
          <p:cNvPr id="6147" name="Group 3"/>
          <p:cNvGrpSpPr>
            <a:grpSpLocks/>
          </p:cNvGrpSpPr>
          <p:nvPr/>
        </p:nvGrpSpPr>
        <p:grpSpPr bwMode="auto">
          <a:xfrm>
            <a:off x="2151961" y="1437839"/>
            <a:ext cx="4630738" cy="4007385"/>
            <a:chOff x="434" y="1127"/>
            <a:chExt cx="2917" cy="2192"/>
          </a:xfrm>
        </p:grpSpPr>
        <p:sp>
          <p:nvSpPr>
            <p:cNvPr id="6149" name="Text Box 4"/>
            <p:cNvSpPr txBox="1">
              <a:spLocks noChangeArrowheads="1"/>
            </p:cNvSpPr>
            <p:nvPr/>
          </p:nvSpPr>
          <p:spPr bwMode="auto">
            <a:xfrm>
              <a:off x="439" y="1127"/>
              <a:ext cx="1875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800" dirty="0">
                  <a:latin typeface="Times New Roman" pitchFamily="18" charset="0"/>
                </a:rPr>
                <a:t>2</a:t>
              </a:r>
              <a:r>
                <a:rPr lang="zh-CN" altLang="en-US" sz="2800" dirty="0">
                  <a:latin typeface="Times New Roman" pitchFamily="18" charset="0"/>
                </a:rPr>
                <a:t>.1 指令系统概述 </a:t>
              </a:r>
            </a:p>
          </p:txBody>
        </p:sp>
        <p:sp>
          <p:nvSpPr>
            <p:cNvPr id="6150" name="Text Box 5"/>
            <p:cNvSpPr txBox="1">
              <a:spLocks noChangeArrowheads="1"/>
            </p:cNvSpPr>
            <p:nvPr/>
          </p:nvSpPr>
          <p:spPr bwMode="auto">
            <a:xfrm>
              <a:off x="447" y="1472"/>
              <a:ext cx="2904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eaLnBrk="1" hangingPunct="1">
                <a:defRPr sz="2800"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宋体" charset="-122"/>
                  <a:ea typeface="宋体" charset="-122"/>
                </a:defRPr>
              </a:lvl9pPr>
            </a:lstStyle>
            <a:p>
              <a:r>
                <a:rPr lang="en-US" altLang="zh-CN" dirty="0"/>
                <a:t>2</a:t>
              </a:r>
              <a:r>
                <a:rPr lang="zh-CN" altLang="en-US" dirty="0"/>
                <a:t>.2 指令系统结构的分类</a:t>
              </a:r>
            </a:p>
          </p:txBody>
        </p:sp>
        <p:sp>
          <p:nvSpPr>
            <p:cNvPr id="6151" name="Text Box 6"/>
            <p:cNvSpPr txBox="1">
              <a:spLocks noChangeArrowheads="1"/>
            </p:cNvSpPr>
            <p:nvPr/>
          </p:nvSpPr>
          <p:spPr bwMode="auto">
            <a:xfrm>
              <a:off x="447" y="1763"/>
              <a:ext cx="147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800" dirty="0">
                  <a:latin typeface="Times New Roman" pitchFamily="18" charset="0"/>
                </a:rPr>
                <a:t>2</a:t>
              </a:r>
              <a:r>
                <a:rPr lang="zh-CN" altLang="en-US" sz="2800" dirty="0">
                  <a:latin typeface="Times New Roman" pitchFamily="18" charset="0"/>
                </a:rPr>
                <a:t>.3</a:t>
              </a:r>
              <a:r>
                <a:rPr lang="zh-CN" altLang="en-US" sz="3200" dirty="0">
                  <a:latin typeface="Times New Roman" pitchFamily="18" charset="0"/>
                </a:rPr>
                <a:t> </a:t>
              </a:r>
              <a:r>
                <a:rPr lang="zh-CN" altLang="en-US" sz="2800" dirty="0">
                  <a:latin typeface="Times New Roman" pitchFamily="18" charset="0"/>
                </a:rPr>
                <a:t>寻址方式</a:t>
              </a:r>
              <a:r>
                <a:rPr lang="zh-CN" altLang="en-US" sz="3200" dirty="0">
                  <a:latin typeface="Times New Roman" pitchFamily="18" charset="0"/>
                </a:rPr>
                <a:t> </a:t>
              </a:r>
            </a:p>
          </p:txBody>
        </p:sp>
        <p:sp>
          <p:nvSpPr>
            <p:cNvPr id="6152" name="Text Box 7"/>
            <p:cNvSpPr txBox="1">
              <a:spLocks noChangeArrowheads="1"/>
            </p:cNvSpPr>
            <p:nvPr/>
          </p:nvSpPr>
          <p:spPr bwMode="auto">
            <a:xfrm>
              <a:off x="447" y="2395"/>
              <a:ext cx="272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800" dirty="0">
                  <a:latin typeface="Times New Roman" pitchFamily="18" charset="0"/>
                </a:rPr>
                <a:t>2</a:t>
              </a:r>
              <a:r>
                <a:rPr lang="zh-CN" altLang="en-US" sz="2800" dirty="0">
                  <a:latin typeface="Times New Roman" pitchFamily="18" charset="0"/>
                </a:rPr>
                <a:t>.</a:t>
              </a:r>
              <a:r>
                <a:rPr lang="en-US" altLang="zh-CN" sz="2800" dirty="0">
                  <a:latin typeface="Times New Roman" pitchFamily="18" charset="0"/>
                </a:rPr>
                <a:t>5</a:t>
              </a:r>
              <a:r>
                <a:rPr lang="zh-CN" altLang="en-US" sz="2800" dirty="0">
                  <a:latin typeface="Times New Roman" pitchFamily="18" charset="0"/>
                </a:rPr>
                <a:t> 指令系统的设计与优化</a:t>
              </a:r>
            </a:p>
          </p:txBody>
        </p:sp>
        <p:sp>
          <p:nvSpPr>
            <p:cNvPr id="6153" name="Text Box 8"/>
            <p:cNvSpPr txBox="1">
              <a:spLocks noChangeArrowheads="1"/>
            </p:cNvSpPr>
            <p:nvPr/>
          </p:nvSpPr>
          <p:spPr bwMode="auto">
            <a:xfrm>
              <a:off x="447" y="3036"/>
              <a:ext cx="1875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800" dirty="0">
                  <a:latin typeface="Times New Roman" pitchFamily="18" charset="0"/>
                </a:rPr>
                <a:t>2</a:t>
              </a:r>
              <a:r>
                <a:rPr lang="zh-CN" altLang="en-US" sz="2800" dirty="0">
                  <a:latin typeface="Times New Roman" pitchFamily="18" charset="0"/>
                </a:rPr>
                <a:t>.</a:t>
              </a:r>
              <a:r>
                <a:rPr lang="en-US" altLang="zh-CN" sz="2800" dirty="0">
                  <a:latin typeface="Times New Roman" pitchFamily="18" charset="0"/>
                </a:rPr>
                <a:t>7</a:t>
              </a:r>
              <a:r>
                <a:rPr lang="zh-CN" altLang="en-US" sz="2800" dirty="0">
                  <a:latin typeface="Times New Roman" pitchFamily="18" charset="0"/>
                </a:rPr>
                <a:t> 指令格式举例 </a:t>
              </a:r>
            </a:p>
          </p:txBody>
        </p:sp>
        <p:sp>
          <p:nvSpPr>
            <p:cNvPr id="6154" name="Text Box 7"/>
            <p:cNvSpPr txBox="1">
              <a:spLocks noChangeArrowheads="1"/>
            </p:cNvSpPr>
            <p:nvPr/>
          </p:nvSpPr>
          <p:spPr bwMode="auto">
            <a:xfrm>
              <a:off x="434" y="2688"/>
              <a:ext cx="27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800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2</a:t>
              </a:r>
              <a:r>
                <a:rPr lang="zh-CN" altLang="en-US" sz="2800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.</a:t>
              </a:r>
              <a:r>
                <a:rPr lang="en-US" altLang="zh-CN" sz="2800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6</a:t>
              </a:r>
              <a:r>
                <a:rPr lang="zh-CN" altLang="en-US" sz="2800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 指令系统的发展和改进</a:t>
              </a:r>
            </a:p>
          </p:txBody>
        </p:sp>
        <p:sp>
          <p:nvSpPr>
            <p:cNvPr id="6155" name="Text Box 7"/>
            <p:cNvSpPr txBox="1">
              <a:spLocks noChangeArrowheads="1"/>
            </p:cNvSpPr>
            <p:nvPr/>
          </p:nvSpPr>
          <p:spPr bwMode="auto">
            <a:xfrm>
              <a:off x="439" y="2079"/>
              <a:ext cx="2273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800" dirty="0">
                  <a:latin typeface="Times New Roman" pitchFamily="18" charset="0"/>
                </a:rPr>
                <a:t>2</a:t>
              </a:r>
              <a:r>
                <a:rPr lang="zh-CN" altLang="en-US" sz="2800" dirty="0">
                  <a:latin typeface="Times New Roman" pitchFamily="18" charset="0"/>
                </a:rPr>
                <a:t>.4 操作数类型和大小</a:t>
              </a: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A4AEC2-3A89-E2C8-018B-4F5F77D13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F8FA86-9157-4D43-BF92-673ED9B484F8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58AFA9-2E90-CED3-DE38-0519F1397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AB7104-0C94-F278-D19C-DD092E93B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281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b="1" dirty="0"/>
              <a:t>2.6 </a:t>
            </a:r>
            <a:r>
              <a:rPr lang="zh-CN" altLang="en-US" sz="3600" b="1" dirty="0"/>
              <a:t>指令系统的发展和改进</a:t>
            </a:r>
          </a:p>
        </p:txBody>
      </p:sp>
      <p:sp>
        <p:nvSpPr>
          <p:cNvPr id="20992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b="1"/>
              <a:t>一个方向是强化指令功能，实现软件功能向硬件功能转移，基于这种指令集结构而设计实现的计算机系统称为</a:t>
            </a:r>
            <a:r>
              <a:rPr lang="zh-CN" altLang="en-US" sz="2400" b="1">
                <a:solidFill>
                  <a:srgbClr val="FF0000"/>
                </a:solidFill>
              </a:rPr>
              <a:t>复杂指令集计算机</a:t>
            </a:r>
            <a:r>
              <a:rPr lang="zh-CN" altLang="en-US" sz="2400" b="1"/>
              <a:t>（</a:t>
            </a:r>
            <a:r>
              <a:rPr lang="en-US" altLang="zh-CN" sz="2400" b="1"/>
              <a:t>CISC</a:t>
            </a:r>
            <a:r>
              <a:rPr lang="zh-CN" altLang="en-US" sz="2400" b="1"/>
              <a:t>）。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b="1"/>
              <a:t>八十年代发展起来的</a:t>
            </a:r>
            <a:r>
              <a:rPr lang="zh-CN" altLang="en-US" sz="2400" b="1">
                <a:solidFill>
                  <a:srgbClr val="FF0000"/>
                </a:solidFill>
              </a:rPr>
              <a:t>精简指令集计算机</a:t>
            </a:r>
            <a:r>
              <a:rPr lang="zh-CN" altLang="en-US" sz="2400" b="1"/>
              <a:t>（</a:t>
            </a:r>
            <a:r>
              <a:rPr lang="en-US" altLang="zh-CN" sz="2400" b="1"/>
              <a:t>RISC</a:t>
            </a:r>
            <a:r>
              <a:rPr lang="zh-CN" altLang="en-US" sz="2400" b="1"/>
              <a:t>），其目的是尽可能地降低指令集结构的复杂性，以达到简化实现，提高性能的目的。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06F560D-5725-ABAF-A6AB-8BA56732B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72FBBA-2FBC-4647-9A2D-BDE8AE245C22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568AB7-3E9E-67A2-8539-972B9AC5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F7B284-9F1A-5587-23BE-D48A18F4C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15693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39BB273-EAA4-4BC7-BA1B-468753FDA4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6725" y="1341438"/>
            <a:ext cx="8137723" cy="4968875"/>
          </a:xfrm>
        </p:spPr>
        <p:txBody>
          <a:bodyPr/>
          <a:lstStyle/>
          <a:p>
            <a:pPr marL="0" lvl="1" indent="0" eaLnBrk="1" hangingPunct="1">
              <a:lnSpc>
                <a:spcPct val="110000"/>
              </a:lnSpc>
              <a:buNone/>
            </a:pPr>
            <a:r>
              <a:rPr lang="en-US" altLang="zh-CN" b="1" dirty="0"/>
              <a:t>1 </a:t>
            </a:r>
            <a:r>
              <a:rPr lang="zh-CN" altLang="en-US" sz="2600" b="1" dirty="0"/>
              <a:t>面向目标程序增强指令功能 </a:t>
            </a:r>
          </a:p>
          <a:p>
            <a:pPr marL="784800" lvl="2" eaLnBrk="1" hangingPunct="1">
              <a:lnSpc>
                <a:spcPct val="110000"/>
              </a:lnSpc>
            </a:pPr>
            <a:r>
              <a:rPr lang="zh-CN" altLang="en-US" b="1" dirty="0"/>
              <a:t>对大量的目标程序及其执行情况进行统计分析，找出那些使用频度高、执行时间长的指令或指令串。</a:t>
            </a:r>
            <a:r>
              <a:rPr lang="zh-CN" altLang="en-US" b="1" dirty="0">
                <a:solidFill>
                  <a:srgbClr val="0033CC"/>
                </a:solidFill>
              </a:rPr>
              <a:t>对于使用频度高的指令，用硬件加快其执行；</a:t>
            </a:r>
            <a:r>
              <a:rPr lang="zh-CN" altLang="en-US" b="1" dirty="0">
                <a:solidFill>
                  <a:srgbClr val="C00000"/>
                </a:solidFill>
              </a:rPr>
              <a:t>对于使用频度高的指令串，用一条新的指令来替代。</a:t>
            </a:r>
          </a:p>
          <a:p>
            <a:pPr marL="784800" lvl="2" eaLnBrk="1" hangingPunct="1">
              <a:lnSpc>
                <a:spcPct val="110000"/>
              </a:lnSpc>
            </a:pPr>
            <a:r>
              <a:rPr lang="zh-CN" altLang="en-US" b="1" dirty="0"/>
              <a:t>既能</a:t>
            </a:r>
            <a:r>
              <a:rPr lang="zh-CN" altLang="en-US" b="1" dirty="0">
                <a:solidFill>
                  <a:srgbClr val="C00000"/>
                </a:solidFill>
              </a:rPr>
              <a:t>减少</a:t>
            </a:r>
            <a:r>
              <a:rPr lang="zh-CN" altLang="en-US" b="1" dirty="0"/>
              <a:t>目标程序的</a:t>
            </a:r>
            <a:r>
              <a:rPr lang="zh-CN" altLang="en-US" b="1" dirty="0">
                <a:solidFill>
                  <a:srgbClr val="C00000"/>
                </a:solidFill>
              </a:rPr>
              <a:t>执行时间</a:t>
            </a:r>
            <a:r>
              <a:rPr lang="zh-CN" altLang="en-US" b="1" dirty="0"/>
              <a:t>，也能有效地</a:t>
            </a:r>
            <a:r>
              <a:rPr lang="zh-CN" altLang="en-US" b="1" dirty="0">
                <a:solidFill>
                  <a:srgbClr val="C00000"/>
                </a:solidFill>
              </a:rPr>
              <a:t>缩短</a:t>
            </a:r>
            <a:r>
              <a:rPr lang="zh-CN" altLang="en-US" b="1" dirty="0"/>
              <a:t>程序的</a:t>
            </a:r>
            <a:r>
              <a:rPr lang="zh-CN" altLang="en-US" b="1" dirty="0">
                <a:solidFill>
                  <a:srgbClr val="C00000"/>
                </a:solidFill>
              </a:rPr>
              <a:t>长度</a:t>
            </a:r>
            <a:r>
              <a:rPr lang="zh-CN" altLang="en-US" b="1" dirty="0"/>
              <a:t>。</a:t>
            </a:r>
          </a:p>
          <a:p>
            <a:pPr marL="784800" lvl="2" eaLnBrk="1" hangingPunct="1">
              <a:lnSpc>
                <a:spcPct val="110000"/>
              </a:lnSpc>
            </a:pPr>
            <a:r>
              <a:rPr lang="zh-CN" altLang="en-US" b="1" dirty="0"/>
              <a:t>可以从以下几个方面来改进： </a:t>
            </a:r>
          </a:p>
          <a:p>
            <a:pPr marL="1013400" lvl="3" indent="0" eaLnBrk="1" hangingPunct="1">
              <a:lnSpc>
                <a:spcPct val="110000"/>
              </a:lnSpc>
              <a:buNone/>
            </a:pPr>
            <a:r>
              <a:rPr lang="en-US" altLang="zh-CN" b="1" dirty="0"/>
              <a:t>(1) </a:t>
            </a:r>
            <a:r>
              <a:rPr lang="zh-CN" altLang="en-US" b="1" dirty="0"/>
              <a:t>增强运算型指令的功能</a:t>
            </a:r>
          </a:p>
          <a:p>
            <a:pPr marL="1013400" lvl="3" indent="0" eaLnBrk="1" hangingPunct="1">
              <a:lnSpc>
                <a:spcPct val="110000"/>
              </a:lnSpc>
              <a:buNone/>
            </a:pPr>
            <a:r>
              <a:rPr lang="en-US" altLang="zh-CN" b="1" dirty="0"/>
              <a:t>(2) </a:t>
            </a:r>
            <a:r>
              <a:rPr lang="zh-CN" altLang="en-US" b="1" dirty="0"/>
              <a:t>增强数据传送指令的功能</a:t>
            </a:r>
          </a:p>
          <a:p>
            <a:pPr marL="1013400" lvl="3" indent="0" eaLnBrk="1" hangingPunct="1">
              <a:lnSpc>
                <a:spcPct val="110000"/>
              </a:lnSpc>
              <a:buNone/>
            </a:pPr>
            <a:r>
              <a:rPr lang="en-US" altLang="zh-CN" b="1" dirty="0"/>
              <a:t>(3) </a:t>
            </a:r>
            <a:r>
              <a:rPr lang="zh-CN" altLang="en-US" b="1" dirty="0"/>
              <a:t>增强程序控制指令的功能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2CC31F5-FD0F-48EE-9F79-AE65C9BCA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指令集功能设计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43FB89-CEBB-C7EC-8598-1415B112D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0F5F2B-C1D1-4B54-ADF5-F374D61D4208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3430E3-00DF-BE42-CDB6-C2F81E93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6376B8-19D2-447A-4C03-C55E87537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10</a:t>
            </a:fld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544EA8F-038A-4B68-8CA2-902D1913AAA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7544" y="692696"/>
            <a:ext cx="5184576" cy="5112568"/>
          </a:xfrm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例如：</a:t>
            </a:r>
            <a:r>
              <a:rPr lang="zh-CN" altLang="en-US" sz="2800" b="1" dirty="0">
                <a:solidFill>
                  <a:srgbClr val="000000"/>
                </a:solidFill>
              </a:rPr>
              <a:t>循环在程序中占有相当大的比例，所以在指令上提供专门的支持。</a:t>
            </a:r>
          </a:p>
          <a:p>
            <a:pPr marL="1085850" lvl="1" indent="-457200" eaLnBrk="1" hangingPunct="1"/>
            <a:r>
              <a:rPr lang="zh-CN" altLang="en-US" sz="2400" b="1" dirty="0">
                <a:latin typeface="黑体" panose="02010609060101010101" pitchFamily="49" charset="-122"/>
              </a:rPr>
              <a:t>循环控制占有较大比例</a:t>
            </a:r>
            <a:endParaRPr lang="en-US" altLang="zh-CN" sz="2400" b="1" dirty="0">
              <a:latin typeface="黑体" panose="02010609060101010101" pitchFamily="49" charset="-122"/>
            </a:endParaRPr>
          </a:p>
          <a:p>
            <a:pPr marL="1085850" lvl="1" indent="-457200" eaLnBrk="1" hangingPunct="1"/>
            <a:r>
              <a:rPr lang="zh-CN" altLang="en-US" sz="2400" b="1" dirty="0">
                <a:latin typeface="黑体" panose="02010609060101010101" pitchFamily="49" charset="-122"/>
              </a:rPr>
              <a:t>循环控制部分通常用</a:t>
            </a:r>
            <a:r>
              <a:rPr lang="en-US" altLang="zh-CN" sz="2400" b="1" dirty="0">
                <a:solidFill>
                  <a:srgbClr val="9933FF"/>
                </a:solidFill>
                <a:latin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</a:rPr>
              <a:t>条指令完成：</a:t>
            </a:r>
          </a:p>
          <a:p>
            <a:pPr lvl="2" eaLnBrk="1" hangingPunct="1"/>
            <a:r>
              <a:rPr lang="zh-CN" altLang="en-US" sz="2000" b="1" dirty="0"/>
              <a:t>一条加法指令</a:t>
            </a:r>
          </a:p>
          <a:p>
            <a:pPr lvl="2" eaLnBrk="1" hangingPunct="1"/>
            <a:r>
              <a:rPr lang="zh-CN" altLang="en-US" sz="2000" b="1" dirty="0"/>
              <a:t>一条比较指令</a:t>
            </a:r>
          </a:p>
          <a:p>
            <a:pPr lvl="2" eaLnBrk="1" hangingPunct="1"/>
            <a:r>
              <a:rPr lang="zh-CN" altLang="en-US" sz="2000" b="1" dirty="0"/>
              <a:t>一条分支指令</a:t>
            </a:r>
          </a:p>
          <a:p>
            <a:pPr marL="1085850" lvl="1" indent="-457200" eaLnBrk="1" hangingPunct="1"/>
            <a:r>
              <a:rPr lang="zh-CN" altLang="en-US" sz="2400" b="1" dirty="0"/>
              <a:t>设置</a:t>
            </a:r>
            <a:r>
              <a:rPr lang="zh-CN" altLang="en-US" b="1" dirty="0">
                <a:solidFill>
                  <a:srgbClr val="C00000"/>
                </a:solidFill>
              </a:rPr>
              <a:t>循环控制指令</a:t>
            </a:r>
            <a:r>
              <a:rPr lang="zh-CN" altLang="en-US" sz="2400" b="1" dirty="0"/>
              <a:t>，用一条指令完成上述</a:t>
            </a:r>
            <a:r>
              <a:rPr lang="en-US" altLang="zh-CN" sz="2400" b="1" dirty="0">
                <a:solidFill>
                  <a:srgbClr val="9933FF"/>
                </a:solidFill>
                <a:latin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</a:rPr>
              <a:t>条</a:t>
            </a:r>
            <a:r>
              <a:rPr lang="zh-CN" altLang="en-US" sz="2400" b="1" dirty="0"/>
              <a:t>指令的功能。</a:t>
            </a:r>
            <a:r>
              <a:rPr lang="zh-CN" altLang="en-US" sz="3200" b="1" dirty="0">
                <a:solidFill>
                  <a:srgbClr val="000000"/>
                </a:solidFill>
              </a:rPr>
              <a:t> </a:t>
            </a:r>
          </a:p>
        </p:txBody>
      </p:sp>
      <p:graphicFrame>
        <p:nvGraphicFramePr>
          <p:cNvPr id="103427" name="Object 5">
            <a:extLst>
              <a:ext uri="{FF2B5EF4-FFF2-40B4-BE49-F238E27FC236}">
                <a16:creationId xmlns:a16="http://schemas.microsoft.com/office/drawing/2014/main" id="{786D0372-9110-4E00-AC52-B155101C9A7B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5796136" y="692696"/>
          <a:ext cx="2541588" cy="417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3" imgW="1263721" imgH="2075380" progId="Word.Picture.8">
                  <p:embed/>
                </p:oleObj>
              </mc:Choice>
              <mc:Fallback>
                <p:oleObj name="图片" r:id="rId3" imgW="1263721" imgH="2075380" progId="Word.Picture.8">
                  <p:embed/>
                  <p:pic>
                    <p:nvPicPr>
                      <p:cNvPr id="103427" name="Object 5">
                        <a:extLst>
                          <a:ext uri="{FF2B5EF4-FFF2-40B4-BE49-F238E27FC236}">
                            <a16:creationId xmlns:a16="http://schemas.microsoft.com/office/drawing/2014/main" id="{786D0372-9110-4E00-AC52-B155101C9A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692696"/>
                        <a:ext cx="2541588" cy="417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8" name="Text Box 9">
            <a:extLst>
              <a:ext uri="{FF2B5EF4-FFF2-40B4-BE49-F238E27FC236}">
                <a16:creationId xmlns:a16="http://schemas.microsoft.com/office/drawing/2014/main" id="{EB1A8D4D-01FB-458A-A396-9E3DAD8A2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6600" y="5085184"/>
            <a:ext cx="2952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ea typeface="宋体" panose="02010600030101010101" pitchFamily="2" charset="-122"/>
              </a:rPr>
              <a:t>一般循环程序的结构</a:t>
            </a:r>
          </a:p>
        </p:txBody>
      </p:sp>
      <p:sp>
        <p:nvSpPr>
          <p:cNvPr id="2" name="日期占位符 3">
            <a:extLst>
              <a:ext uri="{FF2B5EF4-FFF2-40B4-BE49-F238E27FC236}">
                <a16:creationId xmlns:a16="http://schemas.microsoft.com/office/drawing/2014/main" id="{16779BD2-2822-D482-2D5E-D26122F9AE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A31D0-0EDD-4D4F-85A9-9152819BB52D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4B212303-82D5-90A6-18E7-181EDB06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15816" y="6356350"/>
            <a:ext cx="310398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F5A4E11D-265B-F51F-ADB5-0253AD475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5BA35-14E5-4401-B968-D9FCFD45D966}" type="slidenum">
              <a:rPr lang="zh-CN" altLang="en-US"/>
              <a:t>11</a:t>
            </a:fld>
            <a:endParaRPr lang="en-US" altLang="zh-CN"/>
          </a:p>
        </p:txBody>
      </p:sp>
    </p:spTree>
  </p:cSld>
  <p:clrMapOvr>
    <a:masterClrMapping/>
  </p:clrMapOvr>
  <p:transition>
    <p:pull dir="r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EC0724A-4895-4DB8-AAEE-6995EF0287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8874" y="1593056"/>
            <a:ext cx="7772400" cy="3671887"/>
          </a:xfrm>
        </p:spPr>
        <p:txBody>
          <a:bodyPr/>
          <a:lstStyle/>
          <a:p>
            <a:pPr marL="270000" lvl="1" indent="0" eaLnBrk="1" hangingPunct="1">
              <a:buNone/>
            </a:pPr>
            <a:r>
              <a:rPr lang="en-US" altLang="zh-CN" b="1" dirty="0"/>
              <a:t>2 </a:t>
            </a:r>
            <a:r>
              <a:rPr lang="zh-CN" altLang="en-US" sz="2600" b="1" dirty="0"/>
              <a:t>面向高级语言的优化实现来改进指令系统</a:t>
            </a:r>
          </a:p>
          <a:p>
            <a:pPr marL="727200" lvl="1" indent="-457200"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   （缩小高级语言与机器语言的语义差距）</a:t>
            </a:r>
          </a:p>
          <a:p>
            <a:pPr marL="727200" lvl="1" indent="-457200"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E24C05"/>
                </a:solidFill>
              </a:rPr>
              <a:t>            高级语言与一般的机器语言的语义差距非常大，为高级语言程序的编译带来了一些问题。</a:t>
            </a:r>
          </a:p>
          <a:p>
            <a:pPr lvl="2" eaLnBrk="1" hangingPunct="1"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宋体" panose="02010600030101010101" pitchFamily="2" charset="-122"/>
              </a:rPr>
              <a:t> 编译器本身比较复杂；</a:t>
            </a:r>
          </a:p>
          <a:p>
            <a:pPr lvl="2" eaLnBrk="1" hangingPunct="1"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宋体" panose="02010600030101010101" pitchFamily="2" charset="-122"/>
              </a:rPr>
              <a:t> 编译生成</a:t>
            </a:r>
            <a:r>
              <a:rPr lang="zh-CN" altLang="en-US" b="1" dirty="0"/>
              <a:t>的目标代码比较难以得到很好的优化。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41724B-9416-42E8-9E56-B58CDF5CE7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指令集功能设计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DF2C63-F27E-42F3-FB6E-DD2CA5415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AC1616-E5C5-4A8B-9668-6154D3AC36FA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E9A3B7-AE30-2A6D-D1CF-E3EEA67C7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C45927-5B54-6073-5D05-DD28F740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12</a:t>
            </a:fld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05EA34F-1563-4947-8E06-9BD8075158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628775"/>
            <a:ext cx="7993136" cy="4619625"/>
          </a:xfrm>
        </p:spPr>
        <p:txBody>
          <a:bodyPr/>
          <a:lstStyle/>
          <a:p>
            <a:pPr marL="556200" lvl="2" indent="0" eaLnBrk="1" hangingPunct="1">
              <a:buNone/>
              <a:tabLst>
                <a:tab pos="1349375" algn="l"/>
              </a:tabLst>
            </a:pPr>
            <a:r>
              <a:rPr lang="en-US" altLang="zh-CN" b="1" dirty="0"/>
              <a:t>(1) </a:t>
            </a:r>
            <a:r>
              <a:rPr lang="zh-CN" altLang="en-US" b="1" dirty="0"/>
              <a:t>增强对高级语言和编译器的支持 </a:t>
            </a:r>
          </a:p>
          <a:p>
            <a:pPr marL="1282500" lvl="3" indent="-342900" eaLnBrk="1" hangingPunct="1">
              <a:lnSpc>
                <a:spcPct val="120000"/>
              </a:lnSpc>
              <a:buFont typeface="Wingdings" panose="05000000000000000000" pitchFamily="2" charset="2"/>
              <a:buChar char="ü"/>
              <a:tabLst>
                <a:tab pos="1349375" algn="l"/>
              </a:tabLst>
            </a:pPr>
            <a:r>
              <a:rPr lang="zh-CN" altLang="en-US" sz="2400" b="1" dirty="0">
                <a:latin typeface="宋体" panose="02010600030101010101" pitchFamily="2" charset="-122"/>
              </a:rPr>
              <a:t>对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</a:rPr>
              <a:t>高级语言中使用频度高、执行时间长的语句，增强有关指令的功能</a:t>
            </a:r>
            <a:r>
              <a:rPr lang="zh-CN" altLang="en-US" sz="2400" b="1" dirty="0">
                <a:latin typeface="宋体" panose="02010600030101010101" pitchFamily="2" charset="-122"/>
              </a:rPr>
              <a:t>，加快这些指令的执行速度，或者增加专门的指令，可以达到减少目标程序的执行时间和减少目标程序长度的目的。 </a:t>
            </a:r>
          </a:p>
          <a:p>
            <a:pPr marL="1282500" lvl="3" indent="-342900" eaLnBrk="1" hangingPunct="1">
              <a:lnSpc>
                <a:spcPct val="120000"/>
              </a:lnSpc>
              <a:buFont typeface="Wingdings" panose="05000000000000000000" pitchFamily="2" charset="2"/>
              <a:buChar char="ü"/>
              <a:tabLst>
                <a:tab pos="1349375" algn="l"/>
              </a:tabLst>
            </a:pPr>
            <a:r>
              <a:rPr lang="zh-CN" altLang="en-US" sz="2400" b="1" dirty="0"/>
              <a:t>增强系统结构的规整性，减少系统结构中的各种例外情况。</a:t>
            </a:r>
          </a:p>
          <a:p>
            <a:pPr lvl="2" eaLnBrk="1" hangingPunct="1">
              <a:buFont typeface="Wingdings" panose="05000000000000000000" pitchFamily="2" charset="2"/>
              <a:buNone/>
              <a:tabLst>
                <a:tab pos="1349375" algn="l"/>
              </a:tabLst>
            </a:pPr>
            <a:r>
              <a:rPr lang="zh-CN" altLang="en-US" dirty="0"/>
              <a:t>      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634BC02-C872-4697-A763-E8AA1AF2D8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指令集功能设计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D0F2D5-EA2C-1946-A1D3-D76F3F50C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15CB762-18AC-44ED-BA2F-87611F6DA21A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1A3AF9-9AC7-CD12-356B-B033B5E93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2EE18E-2F5B-0899-54F2-317131485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13</a:t>
            </a:fld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7EFDCED-3A85-4B70-815F-5BAFF0EB0E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914400"/>
            <a:ext cx="7772400" cy="4953000"/>
          </a:xfrm>
        </p:spPr>
        <p:txBody>
          <a:bodyPr/>
          <a:lstStyle/>
          <a:p>
            <a:pPr marL="457200" indent="-457200" eaLnBrk="1" hangingPunct="1"/>
            <a:endParaRPr lang="en-US" altLang="zh-CN" b="1" dirty="0"/>
          </a:p>
          <a:p>
            <a:pPr marL="556200" lvl="2" indent="0" eaLnBrk="1" hangingPunct="1">
              <a:buNone/>
            </a:pPr>
            <a:r>
              <a:rPr lang="en-US" altLang="zh-CN" b="1" dirty="0"/>
              <a:t>(2) </a:t>
            </a:r>
            <a:r>
              <a:rPr lang="zh-CN" altLang="en-US" b="1" dirty="0"/>
              <a:t>高级语言计算机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   ① </a:t>
            </a:r>
            <a:r>
              <a:rPr lang="zh-CN" altLang="en-US" b="1" dirty="0">
                <a:solidFill>
                  <a:srgbClr val="FF0000"/>
                </a:solidFill>
              </a:rPr>
              <a:t>间接执行高级语言机器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          高级语言作为机器的汇编语言。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   ② </a:t>
            </a:r>
            <a:r>
              <a:rPr lang="zh-CN" altLang="en-US" b="1" dirty="0">
                <a:solidFill>
                  <a:srgbClr val="FF0000"/>
                </a:solidFill>
              </a:rPr>
              <a:t>直接执行高级语言的机器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         直接把高级语言作为机器语言。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          （一种比较激进的方法 ）</a:t>
            </a:r>
          </a:p>
          <a:p>
            <a:pPr marL="840600" lvl="2" indent="0" eaLnBrk="1" hangingPunct="1">
              <a:buNone/>
            </a:pPr>
            <a:r>
              <a:rPr lang="zh-CN" altLang="en-US" b="1" dirty="0"/>
              <a:t>采用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b="1" dirty="0">
                <a:solidFill>
                  <a:srgbClr val="C00000"/>
                </a:solidFill>
              </a:rPr>
              <a:t>比较简单的系统结构＋软件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b="1" dirty="0"/>
              <a:t>的做法能够在较低成本和复杂度的前提下，提供更高的性能和灵活性。 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C4713C5-0F73-411D-9034-439FAAD612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指令集功能设计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D88657-9FDB-1760-C143-916F679BE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3F828C-10AD-43A6-A221-44DF93C4C583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3B07BF-72C1-CA2A-9AD7-FB67632F8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3B6E22-6A6F-DEB5-99B7-A834E8BB2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14</a:t>
            </a:fld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指令集功能设计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393825"/>
            <a:ext cx="8208963" cy="448310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400" b="1" dirty="0"/>
              <a:t>3 </a:t>
            </a:r>
            <a:r>
              <a:rPr lang="zh-CN" altLang="en-US" sz="2400" b="1" dirty="0"/>
              <a:t>面向操作系统的优化实现改进指令系统</a:t>
            </a:r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sz="2400" b="1" dirty="0"/>
              <a:t>(1) </a:t>
            </a:r>
            <a:r>
              <a:rPr lang="zh-CN" altLang="en-US" sz="2400" b="1" dirty="0"/>
              <a:t>处理机工作状态和访问方式的切换；</a:t>
            </a:r>
            <a:endParaRPr lang="en-US" altLang="zh-CN" sz="2400" b="1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sz="2400" b="1" dirty="0"/>
              <a:t>(2) </a:t>
            </a:r>
            <a:r>
              <a:rPr lang="zh-CN" altLang="en-US" sz="2400" b="1" dirty="0"/>
              <a:t>进程的管理和切换；</a:t>
            </a:r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sz="2400" b="1" dirty="0"/>
              <a:t>(3) </a:t>
            </a:r>
            <a:r>
              <a:rPr lang="zh-CN" altLang="en-US" sz="2400" b="1" dirty="0"/>
              <a:t>存储管理和信息保护；</a:t>
            </a:r>
            <a:endParaRPr lang="en-US" altLang="zh-CN" sz="2400" b="1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sz="2400" b="1" dirty="0"/>
              <a:t>(4) </a:t>
            </a:r>
            <a:r>
              <a:rPr lang="zh-CN" altLang="en-US" sz="2400" b="1" dirty="0"/>
              <a:t>进程的同步与互斥，信号灯的管理等。</a:t>
            </a:r>
            <a:endParaRPr lang="en-US" altLang="zh-CN" sz="2400" b="1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CF2208-1677-31A1-E252-B42F3B2D6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B06465-603E-497D-9F95-089747CFD899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4F9B569-5D31-0099-BF34-CC0D8AB26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20B6A6-510A-ECFF-9E77-339E8668A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9104546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RISC</a:t>
            </a:r>
            <a:r>
              <a:rPr lang="zh-CN" altLang="en-US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指令集功能设计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1813" y="1268413"/>
            <a:ext cx="8001000" cy="44831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CISC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结构存在着如下缺点：</a:t>
            </a:r>
          </a:p>
          <a:p>
            <a:pPr marL="914400" lvl="1" indent="-457200" eaLnBrk="1" hangingPunct="1">
              <a:lnSpc>
                <a:spcPct val="140000"/>
              </a:lnSpc>
              <a:buFont typeface="+mj-lt"/>
              <a:buAutoNum type="arabicPeriod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在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CISC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结构的指令系统中，各种指令的使用频率相差悬殊。据统计，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％的指令使用频率最大，占运行时间的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80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％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。也就是说，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80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％的指令在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％的运行时间内才会用到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DAB275-A56F-89D3-FFF4-930F41DFF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5379EB-C8AD-4326-9875-73F59D462E7C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C8F7F9-E0F2-E82B-40FD-49AC591F9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CBF8E3-5795-E7DE-96D6-A3B2C6BC0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16571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指令集功能设计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68413"/>
            <a:ext cx="8893175" cy="4483100"/>
          </a:xfrm>
        </p:spPr>
        <p:txBody>
          <a:bodyPr/>
          <a:lstStyle/>
          <a:p>
            <a:pPr marL="914400" lvl="1" indent="-457200" eaLnBrk="1" hangingPunct="1">
              <a:lnSpc>
                <a:spcPct val="160000"/>
              </a:lnSpc>
              <a:buFont typeface="+mj-lt"/>
              <a:buAutoNum type="arabicPeriod" startAt="2"/>
              <a:defRPr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结构指令系统的复杂性带来了计算机体系结构的复杂性。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大量占用芯片面积，给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VLSI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设计造成很大困难。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这不仅增加了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研制时间和成本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，而且还容易造成设计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eaLnBrk="1" hangingPunct="1">
              <a:lnSpc>
                <a:spcPct val="160000"/>
              </a:lnSpc>
              <a:buFont typeface="+mj-lt"/>
              <a:buAutoNum type="arabicPeriod" startAt="2"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CISC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结构的指令系统中，许多复杂指令需要很复杂的操作，因而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运行速度慢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914400" lvl="1" indent="-457200" eaLnBrk="1" hangingPunct="1">
              <a:lnSpc>
                <a:spcPct val="160000"/>
              </a:lnSpc>
              <a:buFont typeface="+mj-lt"/>
              <a:buAutoNum type="arabicPeriod" startAt="2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在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CISC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结构的指令系统中，由于各条指令的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功能不均衡性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，不利于采用先进的计算机体系结构技术（如流水技术）来提高系统的性能。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984D05-E8A2-132F-C5F7-347986A9D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354BA6-EB32-46E4-8365-9E30EC07FEE5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0F57B74-F773-0673-D0A7-4853A67EA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A374A5-0BB6-8C11-9D9B-565F56243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09320"/>
            <a:ext cx="2133600" cy="365125"/>
          </a:xfrm>
        </p:spPr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3628030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32"/>
          <p:cNvSpPr>
            <a:spLocks noGrp="1" noChangeArrowheads="1"/>
          </p:cNvSpPr>
          <p:nvPr>
            <p:ph type="title"/>
          </p:nvPr>
        </p:nvSpPr>
        <p:spPr>
          <a:xfrm>
            <a:off x="1692275" y="188913"/>
            <a:ext cx="5942013" cy="6762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指令集功能设计</a:t>
            </a:r>
          </a:p>
        </p:txBody>
      </p:sp>
      <p:graphicFrame>
        <p:nvGraphicFramePr>
          <p:cNvPr id="227565" name="Group 237"/>
          <p:cNvGraphicFramePr>
            <a:graphicFrameLocks noGrp="1"/>
          </p:cNvGraphicFramePr>
          <p:nvPr>
            <p:ph idx="1"/>
          </p:nvPr>
        </p:nvGraphicFramePr>
        <p:xfrm>
          <a:off x="539750" y="1270000"/>
          <a:ext cx="8001000" cy="4919664"/>
        </p:xfrm>
        <a:graphic>
          <a:graphicData uri="http://schemas.openxmlformats.org/drawingml/2006/table">
            <a:tbl>
              <a:tblPr/>
              <a:tblGrid>
                <a:gridCol w="1985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1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972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执行频率排序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80X86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指令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指令执行频率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972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Load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22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％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972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条件分支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20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％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972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比较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16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％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972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Store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12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％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972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加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8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％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972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与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6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％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972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7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减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％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972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8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寄存器－寄存器间数据移动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％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9972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9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调用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％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9972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返回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％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9972">
                <a:tc gridSpan="2"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合  计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95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％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日期占位符 3">
            <a:extLst>
              <a:ext uri="{FF2B5EF4-FFF2-40B4-BE49-F238E27FC236}">
                <a16:creationId xmlns:a16="http://schemas.microsoft.com/office/drawing/2014/main" id="{F54C22A3-9601-2661-CB9B-6E09726997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A31D0-0EDD-4D4F-85A9-9152819BB52D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0D14ECD9-B3E0-9529-1CFF-1597E912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15816" y="6356350"/>
            <a:ext cx="310398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8CB58A4B-047F-00DE-163B-C09BCE16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5BA35-14E5-4401-B968-D9FCFD45D966}" type="slidenum">
              <a:rPr lang="zh-CN" altLang="en-US"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1886572"/>
      </p:ext>
    </p:extLst>
  </p:cSld>
  <p:clrMapOvr>
    <a:masterClrMapping/>
  </p:clrMapOvr>
  <p:transition>
    <p:pull dir="r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RISC</a:t>
            </a:r>
            <a:r>
              <a:rPr lang="zh-CN" altLang="en-US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指令集功能设计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1813" y="1268413"/>
            <a:ext cx="8001000" cy="44831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进行</a:t>
            </a:r>
            <a:r>
              <a:rPr lang="en-US" altLang="zh-CN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RISC</a:t>
            </a: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计算机指令集结构的功能设计时，我们并不能简单地着眼于精简指令系统上，更重要的目的是使得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计算机体系结构</a:t>
            </a: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更加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简单</a:t>
            </a: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、更加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合理</a:t>
            </a: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和更加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有效</a:t>
            </a: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，克服</a:t>
            </a:r>
            <a:r>
              <a:rPr lang="en-US" altLang="zh-CN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CISC</a:t>
            </a: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结构的缺点，使机器速度更快，程序运行时间缩短，从而提高计算机系统的性能。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00F6F5-A79C-FCB0-6281-6F6CBD2B1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FB1FD2-67DD-4645-91DB-6080EF67F4BE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19644F-B65E-F39C-E426-BDBFBF51C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C2FA46-FEFE-9243-B601-D1AD052E3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5567691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9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指令集功能设计原则</a:t>
            </a:r>
          </a:p>
        </p:txBody>
      </p:sp>
      <p:sp>
        <p:nvSpPr>
          <p:cNvPr id="133130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539750" y="1196974"/>
            <a:ext cx="8280400" cy="5256361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选取使用频率最高的指令，并补充一些最有用的指令；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每条指令的功能应尽可能简单，并在一个机器周期内完成（采用流水线技术后）；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所有指令长度均相同；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只有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操作指令才访问存储器，其它指令操作均在寄存器之间进行；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大多数指令都采用硬连线技术；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以简单有效的方式支持高级语言；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充分利用流水线技术。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5023A71-A37E-6447-0271-384C74016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A010A8D-1372-4515-97FB-DAE3196EA9BD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F502E8-09E9-3FC0-5045-E9C039FB8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A2CA74-1B30-9B6E-0C5C-2D27919A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1191274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第</a:t>
            </a:r>
            <a:r>
              <a:rPr kumimoji="1" lang="en-US" altLang="zh-CN" b="1" dirty="0">
                <a:latin typeface="Times New Roman" pitchFamily="18" charset="0"/>
                <a:cs typeface="+mn-cs"/>
              </a:rPr>
              <a:t>2</a:t>
            </a:r>
            <a:r>
              <a:rPr lang="zh-CN" altLang="en-US" b="1" dirty="0"/>
              <a:t>章   指 令 系 统</a:t>
            </a:r>
          </a:p>
        </p:txBody>
      </p:sp>
      <p:grpSp>
        <p:nvGrpSpPr>
          <p:cNvPr id="6147" name="Group 3"/>
          <p:cNvGrpSpPr>
            <a:grpSpLocks/>
          </p:cNvGrpSpPr>
          <p:nvPr/>
        </p:nvGrpSpPr>
        <p:grpSpPr bwMode="auto">
          <a:xfrm>
            <a:off x="2151961" y="1437839"/>
            <a:ext cx="4630738" cy="4012870"/>
            <a:chOff x="434" y="1127"/>
            <a:chExt cx="2917" cy="2195"/>
          </a:xfrm>
        </p:grpSpPr>
        <p:sp>
          <p:nvSpPr>
            <p:cNvPr id="6149" name="Text Box 4"/>
            <p:cNvSpPr txBox="1">
              <a:spLocks noChangeArrowheads="1"/>
            </p:cNvSpPr>
            <p:nvPr/>
          </p:nvSpPr>
          <p:spPr bwMode="auto">
            <a:xfrm>
              <a:off x="439" y="1127"/>
              <a:ext cx="1875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800" dirty="0">
                  <a:latin typeface="Times New Roman" pitchFamily="18" charset="0"/>
                </a:rPr>
                <a:t>2</a:t>
              </a:r>
              <a:r>
                <a:rPr lang="zh-CN" altLang="en-US" sz="2800" dirty="0">
                  <a:latin typeface="Times New Roman" pitchFamily="18" charset="0"/>
                </a:rPr>
                <a:t>.1 指令系统概述 </a:t>
              </a:r>
            </a:p>
          </p:txBody>
        </p:sp>
        <p:sp>
          <p:nvSpPr>
            <p:cNvPr id="6150" name="Text Box 5"/>
            <p:cNvSpPr txBox="1">
              <a:spLocks noChangeArrowheads="1"/>
            </p:cNvSpPr>
            <p:nvPr/>
          </p:nvSpPr>
          <p:spPr bwMode="auto">
            <a:xfrm>
              <a:off x="447" y="1472"/>
              <a:ext cx="2904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eaLnBrk="1" hangingPunct="1">
                <a:defRPr sz="2800"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宋体" charset="-122"/>
                  <a:ea typeface="宋体" charset="-122"/>
                </a:defRPr>
              </a:lvl9pPr>
            </a:lstStyle>
            <a:p>
              <a:r>
                <a:rPr lang="en-US" altLang="zh-CN" dirty="0"/>
                <a:t>2</a:t>
              </a:r>
              <a:r>
                <a:rPr lang="zh-CN" altLang="en-US" dirty="0"/>
                <a:t>.2 指令系统结构的分类</a:t>
              </a:r>
            </a:p>
          </p:txBody>
        </p:sp>
        <p:sp>
          <p:nvSpPr>
            <p:cNvPr id="6151" name="Text Box 6"/>
            <p:cNvSpPr txBox="1">
              <a:spLocks noChangeArrowheads="1"/>
            </p:cNvSpPr>
            <p:nvPr/>
          </p:nvSpPr>
          <p:spPr bwMode="auto">
            <a:xfrm>
              <a:off x="447" y="1763"/>
              <a:ext cx="147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800" dirty="0">
                  <a:latin typeface="Times New Roman" pitchFamily="18" charset="0"/>
                </a:rPr>
                <a:t>2</a:t>
              </a:r>
              <a:r>
                <a:rPr lang="zh-CN" altLang="en-US" sz="2800" dirty="0">
                  <a:latin typeface="Times New Roman" pitchFamily="18" charset="0"/>
                </a:rPr>
                <a:t>.3</a:t>
              </a:r>
              <a:r>
                <a:rPr lang="zh-CN" altLang="en-US" sz="3200" dirty="0">
                  <a:latin typeface="Times New Roman" pitchFamily="18" charset="0"/>
                </a:rPr>
                <a:t> </a:t>
              </a:r>
              <a:r>
                <a:rPr lang="zh-CN" altLang="en-US" sz="2800" dirty="0">
                  <a:latin typeface="Times New Roman" pitchFamily="18" charset="0"/>
                </a:rPr>
                <a:t>寻址方式</a:t>
              </a:r>
              <a:r>
                <a:rPr lang="zh-CN" altLang="en-US" sz="3200" dirty="0">
                  <a:latin typeface="Times New Roman" pitchFamily="18" charset="0"/>
                </a:rPr>
                <a:t> </a:t>
              </a:r>
            </a:p>
          </p:txBody>
        </p:sp>
        <p:sp>
          <p:nvSpPr>
            <p:cNvPr id="6152" name="Text Box 7"/>
            <p:cNvSpPr txBox="1">
              <a:spLocks noChangeArrowheads="1"/>
            </p:cNvSpPr>
            <p:nvPr/>
          </p:nvSpPr>
          <p:spPr bwMode="auto">
            <a:xfrm>
              <a:off x="447" y="2395"/>
              <a:ext cx="272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800" dirty="0">
                  <a:latin typeface="Times New Roman" pitchFamily="18" charset="0"/>
                </a:rPr>
                <a:t>2</a:t>
              </a:r>
              <a:r>
                <a:rPr lang="zh-CN" altLang="en-US" sz="2800" dirty="0">
                  <a:latin typeface="Times New Roman" pitchFamily="18" charset="0"/>
                </a:rPr>
                <a:t>.</a:t>
              </a:r>
              <a:r>
                <a:rPr lang="en-US" altLang="zh-CN" sz="2800" dirty="0">
                  <a:latin typeface="Times New Roman" pitchFamily="18" charset="0"/>
                </a:rPr>
                <a:t>5</a:t>
              </a:r>
              <a:r>
                <a:rPr lang="zh-CN" altLang="en-US" sz="2800" dirty="0">
                  <a:latin typeface="Times New Roman" pitchFamily="18" charset="0"/>
                </a:rPr>
                <a:t> 指令系统的设计与优化</a:t>
              </a:r>
            </a:p>
          </p:txBody>
        </p:sp>
        <p:sp>
          <p:nvSpPr>
            <p:cNvPr id="6153" name="Text Box 8"/>
            <p:cNvSpPr txBox="1">
              <a:spLocks noChangeArrowheads="1"/>
            </p:cNvSpPr>
            <p:nvPr/>
          </p:nvSpPr>
          <p:spPr bwMode="auto">
            <a:xfrm>
              <a:off x="447" y="3036"/>
              <a:ext cx="187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800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2</a:t>
              </a:r>
              <a:r>
                <a:rPr lang="zh-CN" altLang="en-US" sz="2800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.</a:t>
              </a:r>
              <a:r>
                <a:rPr lang="en-US" altLang="zh-CN" sz="2800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7</a:t>
              </a:r>
              <a:r>
                <a:rPr lang="zh-CN" altLang="en-US" sz="2800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 指令格式举例 </a:t>
              </a:r>
            </a:p>
          </p:txBody>
        </p:sp>
        <p:sp>
          <p:nvSpPr>
            <p:cNvPr id="6154" name="Text Box 7"/>
            <p:cNvSpPr txBox="1">
              <a:spLocks noChangeArrowheads="1"/>
            </p:cNvSpPr>
            <p:nvPr/>
          </p:nvSpPr>
          <p:spPr bwMode="auto">
            <a:xfrm>
              <a:off x="434" y="2688"/>
              <a:ext cx="27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800" dirty="0">
                  <a:latin typeface="Times New Roman" pitchFamily="18" charset="0"/>
                </a:rPr>
                <a:t>2</a:t>
              </a:r>
              <a:r>
                <a:rPr lang="zh-CN" altLang="en-US" sz="2800" dirty="0">
                  <a:latin typeface="Times New Roman" pitchFamily="18" charset="0"/>
                </a:rPr>
                <a:t>.</a:t>
              </a:r>
              <a:r>
                <a:rPr lang="en-US" altLang="zh-CN" sz="2800" dirty="0">
                  <a:latin typeface="Times New Roman" pitchFamily="18" charset="0"/>
                </a:rPr>
                <a:t>6</a:t>
              </a:r>
              <a:r>
                <a:rPr lang="zh-CN" altLang="en-US" sz="2800" dirty="0">
                  <a:latin typeface="Times New Roman" pitchFamily="18" charset="0"/>
                </a:rPr>
                <a:t> 指令系统的发展和改进</a:t>
              </a:r>
            </a:p>
          </p:txBody>
        </p:sp>
        <p:sp>
          <p:nvSpPr>
            <p:cNvPr id="6155" name="Text Box 7"/>
            <p:cNvSpPr txBox="1">
              <a:spLocks noChangeArrowheads="1"/>
            </p:cNvSpPr>
            <p:nvPr/>
          </p:nvSpPr>
          <p:spPr bwMode="auto">
            <a:xfrm>
              <a:off x="439" y="2079"/>
              <a:ext cx="2273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800" dirty="0">
                  <a:latin typeface="Times New Roman" pitchFamily="18" charset="0"/>
                </a:rPr>
                <a:t>2</a:t>
              </a:r>
              <a:r>
                <a:rPr lang="zh-CN" altLang="en-US" sz="2800" dirty="0">
                  <a:latin typeface="Times New Roman" pitchFamily="18" charset="0"/>
                </a:rPr>
                <a:t>.4 操作数类型和大小</a:t>
              </a: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BDCF88-42A5-4B8A-0642-594028552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9B483B-65CC-4556-87C2-26E8F268123C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3181B1-A9E1-F61B-2AA7-58DB67624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BF7BE0-B6DE-6C56-F4CF-CF9BD0BD3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4085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32"/>
          <p:cNvSpPr>
            <a:spLocks noGrp="1" noChangeArrowheads="1"/>
          </p:cNvSpPr>
          <p:nvPr>
            <p:ph type="title"/>
          </p:nvPr>
        </p:nvSpPr>
        <p:spPr>
          <a:xfrm>
            <a:off x="1692275" y="188913"/>
            <a:ext cx="5942013" cy="6762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四大主流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ISA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AED7C61-C1E8-40E8-A810-84A215D31A67}"/>
              </a:ext>
            </a:extLst>
          </p:cNvPr>
          <p:cNvGraphicFramePr>
            <a:graphicFrameLocks noGrp="1"/>
          </p:cNvGraphicFramePr>
          <p:nvPr/>
        </p:nvGraphicFramePr>
        <p:xfrm>
          <a:off x="467544" y="1412776"/>
          <a:ext cx="8208912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66725026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22525807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1715698604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32774151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77953732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591857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序号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架构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特点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代表性厂商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运营机构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发明时间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219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x86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性能高、速度快、兼容性好、实用性强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Intel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AMD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Intel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1978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655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ARM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成本低、低功耗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高通、</a:t>
                      </a:r>
                      <a:r>
                        <a:rPr lang="en-US" altLang="zh-CN" dirty="0" err="1"/>
                        <a:t>Nivda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Pythium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Huawei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ARM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1983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771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RISC-V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完全开源、架构简单、模块化、极简、可扩展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Samsung</a:t>
                      </a:r>
                      <a:r>
                        <a:rPr lang="zh-CN" altLang="en-US"/>
                        <a:t>、阿里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RISC-V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2014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23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MIPS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简洁、优化方便包含大量寄存器、高拓展性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Loongson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MIPS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MIPS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1981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525764"/>
                  </a:ext>
                </a:extLst>
              </a:tr>
            </a:tbl>
          </a:graphicData>
        </a:graphic>
      </p:graphicFrame>
      <p:sp>
        <p:nvSpPr>
          <p:cNvPr id="2" name="日期占位符 3">
            <a:extLst>
              <a:ext uri="{FF2B5EF4-FFF2-40B4-BE49-F238E27FC236}">
                <a16:creationId xmlns:a16="http://schemas.microsoft.com/office/drawing/2014/main" id="{EFF2C7BF-A469-76D5-1527-2900BEEF82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A31D0-0EDD-4D4F-85A9-9152819BB52D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0A62E0C3-FDAF-ED56-CD8A-96E1F839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15816" y="6356350"/>
            <a:ext cx="310398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8F2A8D-4D77-488F-032A-5B7F8532A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5BA35-14E5-4401-B968-D9FCFD45D966}" type="slidenum">
              <a:rPr lang="zh-CN" altLang="en-US"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2349745"/>
      </p:ext>
    </p:extLst>
  </p:cSld>
  <p:clrMapOvr>
    <a:masterClrMapping/>
  </p:clrMapOvr>
  <p:transition>
    <p:pull dir="r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ext Box 2">
            <a:extLst>
              <a:ext uri="{FF2B5EF4-FFF2-40B4-BE49-F238E27FC236}">
                <a16:creationId xmlns:a16="http://schemas.microsoft.com/office/drawing/2014/main" id="{7BB9FEE1-2F8D-4175-85CB-343CB3B6B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19710"/>
            <a:ext cx="3429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</a:rPr>
              <a:t>Intel 8086</a:t>
            </a:r>
          </a:p>
        </p:txBody>
      </p:sp>
      <p:sp>
        <p:nvSpPr>
          <p:cNvPr id="518147" name="Text Box 3">
            <a:extLst>
              <a:ext uri="{FF2B5EF4-FFF2-40B4-BE49-F238E27FC236}">
                <a16:creationId xmlns:a16="http://schemas.microsoft.com/office/drawing/2014/main" id="{0CF1B34C-B004-4787-8B1A-07EE70227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" y="936625"/>
            <a:ext cx="2117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latin typeface="Times New Roman" panose="02020603050405020304" pitchFamily="18" charset="0"/>
              </a:rPr>
              <a:t>(1) 指令字长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518148" name="Text Box 4">
            <a:extLst>
              <a:ext uri="{FF2B5EF4-FFF2-40B4-BE49-F238E27FC236}">
                <a16:creationId xmlns:a16="http://schemas.microsoft.com/office/drawing/2014/main" id="{71006257-B221-4A29-B74E-E0CAD7FEE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" y="2590800"/>
            <a:ext cx="2193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>
                <a:latin typeface="Times New Roman" panose="02020603050405020304" pitchFamily="18" charset="0"/>
              </a:rPr>
              <a:t>(2) 地址格式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518149" name="Text Box 5">
            <a:extLst>
              <a:ext uri="{FF2B5EF4-FFF2-40B4-BE49-F238E27FC236}">
                <a16:creationId xmlns:a16="http://schemas.microsoft.com/office/drawing/2014/main" id="{847DB9A9-DE13-4D03-8E89-5503A1E86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914400"/>
            <a:ext cx="2498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1 ~ 6 个字节</a:t>
            </a:r>
            <a:endParaRPr lang="zh-CN" altLang="en-US" sz="24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8150" name="Text Box 6">
            <a:extLst>
              <a:ext uri="{FF2B5EF4-FFF2-40B4-BE49-F238E27FC236}">
                <a16:creationId xmlns:a16="http://schemas.microsoft.com/office/drawing/2014/main" id="{DC5D41A0-A7BB-4CE4-909F-6AA32605F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057400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MOV    WORD  PTR[0204], 0138H      </a:t>
            </a:r>
            <a:r>
              <a:rPr lang="en-US" altLang="zh-CN" sz="2200">
                <a:latin typeface="Times New Roman" panose="02020603050405020304" pitchFamily="18" charset="0"/>
              </a:rPr>
              <a:t>6 </a:t>
            </a:r>
            <a:r>
              <a:rPr lang="zh-CN" altLang="en-US" sz="2200">
                <a:latin typeface="Times New Roman" panose="02020603050405020304" pitchFamily="18" charset="0"/>
              </a:rPr>
              <a:t>字节</a:t>
            </a:r>
            <a:endParaRPr lang="en-US" altLang="zh-CN" sz="2200">
              <a:latin typeface="Times New Roman" panose="02020603050405020304" pitchFamily="18" charset="0"/>
            </a:endParaRPr>
          </a:p>
        </p:txBody>
      </p:sp>
      <p:sp>
        <p:nvSpPr>
          <p:cNvPr id="518151" name="Text Box 7">
            <a:extLst>
              <a:ext uri="{FF2B5EF4-FFF2-40B4-BE49-F238E27FC236}">
                <a16:creationId xmlns:a16="http://schemas.microsoft.com/office/drawing/2014/main" id="{21948629-56E1-48FB-99EA-53A73B41A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524000"/>
            <a:ext cx="518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INC     AX      </a:t>
            </a:r>
            <a:r>
              <a:rPr lang="en-US" altLang="zh-CN" sz="2200">
                <a:latin typeface="Times New Roman" panose="02020603050405020304" pitchFamily="18" charset="0"/>
              </a:rPr>
              <a:t>1 </a:t>
            </a:r>
            <a:r>
              <a:rPr lang="zh-CN" altLang="en-US" sz="2200">
                <a:latin typeface="Times New Roman" panose="02020603050405020304" pitchFamily="18" charset="0"/>
              </a:rPr>
              <a:t>字节</a:t>
            </a:r>
            <a:endParaRPr lang="en-US" altLang="zh-CN" sz="2200">
              <a:latin typeface="Times New Roman" panose="02020603050405020304" pitchFamily="18" charset="0"/>
            </a:endParaRPr>
          </a:p>
        </p:txBody>
      </p:sp>
      <p:sp>
        <p:nvSpPr>
          <p:cNvPr id="518152" name="Text Box 8">
            <a:extLst>
              <a:ext uri="{FF2B5EF4-FFF2-40B4-BE49-F238E27FC236}">
                <a16:creationId xmlns:a16="http://schemas.microsoft.com/office/drawing/2014/main" id="{0709DD55-7062-476B-8BD2-7B47AF7C2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75" y="3735388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一地址</a:t>
            </a:r>
          </a:p>
        </p:txBody>
      </p:sp>
      <p:sp>
        <p:nvSpPr>
          <p:cNvPr id="518153" name="Text Box 9">
            <a:extLst>
              <a:ext uri="{FF2B5EF4-FFF2-40B4-BE49-F238E27FC236}">
                <a16:creationId xmlns:a16="http://schemas.microsoft.com/office/drawing/2014/main" id="{1D0C0DCD-6EC5-46EE-9C92-8AF715468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200400"/>
            <a:ext cx="441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>
                <a:latin typeface="Times New Roman" panose="02020603050405020304" pitchFamily="18" charset="0"/>
              </a:rPr>
              <a:t>NOP                             </a:t>
            </a:r>
            <a:r>
              <a:rPr lang="en-US" altLang="zh-CN" sz="2200">
                <a:latin typeface="Times New Roman" panose="02020603050405020304" pitchFamily="18" charset="0"/>
              </a:rPr>
              <a:t>1 </a:t>
            </a:r>
            <a:r>
              <a:rPr lang="zh-CN" altLang="en-US" sz="2200">
                <a:latin typeface="Times New Roman" panose="02020603050405020304" pitchFamily="18" charset="0"/>
              </a:rPr>
              <a:t>字节</a:t>
            </a:r>
          </a:p>
        </p:txBody>
      </p:sp>
      <p:sp>
        <p:nvSpPr>
          <p:cNvPr id="518154" name="Text Box 10">
            <a:extLst>
              <a:ext uri="{FF2B5EF4-FFF2-40B4-BE49-F238E27FC236}">
                <a16:creationId xmlns:a16="http://schemas.microsoft.com/office/drawing/2014/main" id="{57381B6F-21BE-49AF-9111-6605CA588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733800"/>
            <a:ext cx="1031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latin typeface="Times New Roman" panose="02020603050405020304" pitchFamily="18" charset="0"/>
              </a:rPr>
              <a:t>CALL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A24AE414-D2FF-4711-A04F-C0D87C124DD2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91013"/>
            <a:ext cx="2514600" cy="431800"/>
            <a:chOff x="2256" y="2703"/>
            <a:chExt cx="1584" cy="272"/>
          </a:xfrm>
        </p:grpSpPr>
        <p:sp>
          <p:nvSpPr>
            <p:cNvPr id="39947" name="Text Box 12">
              <a:extLst>
                <a:ext uri="{FF2B5EF4-FFF2-40B4-BE49-F238E27FC236}">
                  <a16:creationId xmlns:a16="http://schemas.microsoft.com/office/drawing/2014/main" id="{F85C1F4F-CF2D-4EB0-98E6-FBB0656EB0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706"/>
              <a:ext cx="8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200">
                  <a:latin typeface="Times New Roman" panose="02020603050405020304" pitchFamily="18" charset="0"/>
                </a:rPr>
                <a:t>段内调用</a:t>
              </a:r>
            </a:p>
          </p:txBody>
        </p:sp>
        <p:sp>
          <p:nvSpPr>
            <p:cNvPr id="39948" name="Text Box 13">
              <a:extLst>
                <a:ext uri="{FF2B5EF4-FFF2-40B4-BE49-F238E27FC236}">
                  <a16:creationId xmlns:a16="http://schemas.microsoft.com/office/drawing/2014/main" id="{18CD61E4-013E-4C17-A9D4-C6284E03F3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2703"/>
              <a:ext cx="64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200">
                  <a:latin typeface="Times New Roman" panose="02020603050405020304" pitchFamily="18" charset="0"/>
                </a:rPr>
                <a:t> 3 字节</a:t>
              </a:r>
            </a:p>
          </p:txBody>
        </p:sp>
      </p:grpSp>
      <p:sp>
        <p:nvSpPr>
          <p:cNvPr id="518158" name="Text Box 14">
            <a:extLst>
              <a:ext uri="{FF2B5EF4-FFF2-40B4-BE49-F238E27FC236}">
                <a16:creationId xmlns:a16="http://schemas.microsoft.com/office/drawing/2014/main" id="{0D142E30-225D-466E-AE86-E3EC67B4E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75" y="3201988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零地址</a:t>
            </a: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EF9E652C-45D5-4F15-92AE-DAABB20F875F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757613"/>
            <a:ext cx="2514600" cy="431800"/>
            <a:chOff x="2256" y="2367"/>
            <a:chExt cx="1584" cy="272"/>
          </a:xfrm>
        </p:grpSpPr>
        <p:sp>
          <p:nvSpPr>
            <p:cNvPr id="39951" name="Text Box 16">
              <a:extLst>
                <a:ext uri="{FF2B5EF4-FFF2-40B4-BE49-F238E27FC236}">
                  <a16:creationId xmlns:a16="http://schemas.microsoft.com/office/drawing/2014/main" id="{CE99D8D6-9F48-4538-ADCD-BCAD5C538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2367"/>
              <a:ext cx="64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200">
                  <a:latin typeface="Times New Roman" panose="02020603050405020304" pitchFamily="18" charset="0"/>
                </a:rPr>
                <a:t> 5 字节</a:t>
              </a:r>
            </a:p>
          </p:txBody>
        </p:sp>
        <p:sp>
          <p:nvSpPr>
            <p:cNvPr id="39952" name="Text Box 17">
              <a:extLst>
                <a:ext uri="{FF2B5EF4-FFF2-40B4-BE49-F238E27FC236}">
                  <a16:creationId xmlns:a16="http://schemas.microsoft.com/office/drawing/2014/main" id="{FB904A36-2839-4F8E-9FDE-E9FB7936F6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370"/>
              <a:ext cx="8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200">
                  <a:latin typeface="Times New Roman" panose="02020603050405020304" pitchFamily="18" charset="0"/>
                </a:rPr>
                <a:t>段间调用</a:t>
              </a:r>
            </a:p>
          </p:txBody>
        </p:sp>
      </p:grpSp>
      <p:sp>
        <p:nvSpPr>
          <p:cNvPr id="518162" name="Text Box 18">
            <a:extLst>
              <a:ext uri="{FF2B5EF4-FFF2-40B4-BE49-F238E27FC236}">
                <a16:creationId xmlns:a16="http://schemas.microsoft.com/office/drawing/2014/main" id="{0B2E2474-B901-48BD-8C91-9DFAB2B2B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0925" y="4876800"/>
            <a:ext cx="21494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200">
                <a:latin typeface="Times New Roman" panose="02020603050405020304" pitchFamily="18" charset="0"/>
              </a:rPr>
              <a:t>寄存器 </a:t>
            </a:r>
            <a:r>
              <a:rPr lang="en-US" altLang="zh-CN" sz="2200">
                <a:latin typeface="Times New Roman" panose="02020603050405020304" pitchFamily="18" charset="0"/>
              </a:rPr>
              <a:t>–</a:t>
            </a:r>
            <a:r>
              <a:rPr lang="zh-CN" altLang="en-US" sz="2200">
                <a:latin typeface="Times New Roman" panose="02020603050405020304" pitchFamily="18" charset="0"/>
              </a:rPr>
              <a:t> 寄存器</a:t>
            </a:r>
          </a:p>
        </p:txBody>
      </p:sp>
      <p:sp>
        <p:nvSpPr>
          <p:cNvPr id="518163" name="Text Box 19">
            <a:extLst>
              <a:ext uri="{FF2B5EF4-FFF2-40B4-BE49-F238E27FC236}">
                <a16:creationId xmlns:a16="http://schemas.microsoft.com/office/drawing/2014/main" id="{A1B860C9-05E4-4848-AF2C-AA8289CD7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0925" y="5486400"/>
            <a:ext cx="21494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200">
                <a:latin typeface="Times New Roman" panose="02020603050405020304" pitchFamily="18" charset="0"/>
              </a:rPr>
              <a:t>寄存器 </a:t>
            </a:r>
            <a:r>
              <a:rPr lang="en-US" altLang="zh-CN" sz="2200">
                <a:latin typeface="Times New Roman" panose="02020603050405020304" pitchFamily="18" charset="0"/>
              </a:rPr>
              <a:t>–</a:t>
            </a:r>
            <a:r>
              <a:rPr lang="zh-CN" altLang="en-US" sz="2200">
                <a:latin typeface="Times New Roman" panose="02020603050405020304" pitchFamily="18" charset="0"/>
              </a:rPr>
              <a:t> 立即数</a:t>
            </a:r>
          </a:p>
        </p:txBody>
      </p:sp>
      <p:sp>
        <p:nvSpPr>
          <p:cNvPr id="518164" name="Text Box 20">
            <a:extLst>
              <a:ext uri="{FF2B5EF4-FFF2-40B4-BE49-F238E27FC236}">
                <a16:creationId xmlns:a16="http://schemas.microsoft.com/office/drawing/2014/main" id="{2083E46E-D8B8-4E82-8CFA-C1DA53E9C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0925" y="6096000"/>
            <a:ext cx="21494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200">
                <a:latin typeface="Times New Roman" panose="02020603050405020304" pitchFamily="18" charset="0"/>
              </a:rPr>
              <a:t>寄存器 </a:t>
            </a:r>
            <a:r>
              <a:rPr lang="en-US" altLang="zh-CN" sz="2200">
                <a:latin typeface="Times New Roman" panose="02020603050405020304" pitchFamily="18" charset="0"/>
              </a:rPr>
              <a:t>–</a:t>
            </a:r>
            <a:r>
              <a:rPr lang="zh-CN" altLang="en-US" sz="2200">
                <a:latin typeface="Times New Roman" panose="02020603050405020304" pitchFamily="18" charset="0"/>
              </a:rPr>
              <a:t> 存储器</a:t>
            </a:r>
          </a:p>
        </p:txBody>
      </p:sp>
      <p:sp>
        <p:nvSpPr>
          <p:cNvPr id="518165" name="Text Box 21">
            <a:extLst>
              <a:ext uri="{FF2B5EF4-FFF2-40B4-BE49-F238E27FC236}">
                <a16:creationId xmlns:a16="http://schemas.microsoft.com/office/drawing/2014/main" id="{04B68C26-F308-453A-8C88-A501DF878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876800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ADD  AX，BX           </a:t>
            </a:r>
            <a:r>
              <a:rPr lang="en-US" altLang="zh-CN" sz="2200">
                <a:latin typeface="Times New Roman" panose="02020603050405020304" pitchFamily="18" charset="0"/>
              </a:rPr>
              <a:t>2 </a:t>
            </a:r>
            <a:r>
              <a:rPr lang="zh-CN" altLang="en-US" sz="2200">
                <a:latin typeface="Times New Roman" panose="02020603050405020304" pitchFamily="18" charset="0"/>
              </a:rPr>
              <a:t>字节</a:t>
            </a:r>
          </a:p>
        </p:txBody>
      </p:sp>
      <p:sp>
        <p:nvSpPr>
          <p:cNvPr id="518166" name="Text Box 22">
            <a:extLst>
              <a:ext uri="{FF2B5EF4-FFF2-40B4-BE49-F238E27FC236}">
                <a16:creationId xmlns:a16="http://schemas.microsoft.com/office/drawing/2014/main" id="{773B0D91-1B74-45CD-9587-7FA1C4DCF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6096000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ADD  AX，[3048H]   </a:t>
            </a:r>
            <a:r>
              <a:rPr lang="en-US" altLang="zh-CN" sz="2200">
                <a:latin typeface="Times New Roman" panose="02020603050405020304" pitchFamily="18" charset="0"/>
              </a:rPr>
              <a:t>4 </a:t>
            </a:r>
            <a:r>
              <a:rPr lang="zh-CN" altLang="en-US" sz="2200">
                <a:latin typeface="Times New Roman" panose="02020603050405020304" pitchFamily="18" charset="0"/>
              </a:rPr>
              <a:t>字节</a:t>
            </a:r>
          </a:p>
        </p:txBody>
      </p:sp>
      <p:sp>
        <p:nvSpPr>
          <p:cNvPr id="518167" name="Text Box 23">
            <a:extLst>
              <a:ext uri="{FF2B5EF4-FFF2-40B4-BE49-F238E27FC236}">
                <a16:creationId xmlns:a16="http://schemas.microsoft.com/office/drawing/2014/main" id="{286987F2-5D58-42C0-B09E-C278DEA6C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486400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ADD  AX，3048H     </a:t>
            </a:r>
            <a:r>
              <a:rPr lang="en-US" altLang="zh-CN" sz="1000">
                <a:latin typeface="Times New Roman" panose="02020603050405020304" pitchFamily="18" charset="0"/>
              </a:rPr>
              <a:t> </a:t>
            </a:r>
            <a:r>
              <a:rPr lang="en-US" altLang="zh-CN" sz="2200">
                <a:latin typeface="Times New Roman" panose="02020603050405020304" pitchFamily="18" charset="0"/>
              </a:rPr>
              <a:t>3 </a:t>
            </a:r>
            <a:r>
              <a:rPr lang="zh-CN" altLang="en-US" sz="2200">
                <a:latin typeface="Times New Roman" panose="02020603050405020304" pitchFamily="18" charset="0"/>
              </a:rPr>
              <a:t>字节</a:t>
            </a:r>
          </a:p>
        </p:txBody>
      </p:sp>
      <p:sp>
        <p:nvSpPr>
          <p:cNvPr id="518168" name="Text Box 24">
            <a:extLst>
              <a:ext uri="{FF2B5EF4-FFF2-40B4-BE49-F238E27FC236}">
                <a16:creationId xmlns:a16="http://schemas.microsoft.com/office/drawing/2014/main" id="{11009F25-9F6A-4E94-A466-ACE471167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75" y="4876800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二地址</a:t>
            </a:r>
          </a:p>
        </p:txBody>
      </p:sp>
      <p:sp>
        <p:nvSpPr>
          <p:cNvPr id="518169" name="Text Box 25">
            <a:extLst>
              <a:ext uri="{FF2B5EF4-FFF2-40B4-BE49-F238E27FC236}">
                <a16:creationId xmlns:a16="http://schemas.microsoft.com/office/drawing/2014/main" id="{DFC30E15-7F2E-4EAB-A31A-8F5670219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291013"/>
            <a:ext cx="1031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latin typeface="Times New Roman" panose="02020603050405020304" pitchFamily="18" charset="0"/>
              </a:rPr>
              <a:t>CALL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EB1E3-6F7C-4CE3-6C9B-13FEE846F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52CFEE5-F4CE-4091-A7A1-B9226F294FD9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C0A2B5-0AC0-8C60-D6CE-69C3DEE9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A0EEAE-EFBB-880D-E94A-F53E93CD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23</a:t>
            </a:fld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517525" y="273050"/>
            <a:ext cx="12875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Times New Roman" pitchFamily="18" charset="0"/>
              </a:rPr>
              <a:t>ARM</a:t>
            </a:r>
          </a:p>
        </p:txBody>
      </p:sp>
      <p:grpSp>
        <p:nvGrpSpPr>
          <p:cNvPr id="11" name="Group 74"/>
          <p:cNvGrpSpPr>
            <a:grpSpLocks/>
          </p:cNvGrpSpPr>
          <p:nvPr/>
        </p:nvGrpSpPr>
        <p:grpSpPr bwMode="auto">
          <a:xfrm>
            <a:off x="517525" y="3645024"/>
            <a:ext cx="7773988" cy="757236"/>
            <a:chOff x="528" y="3408"/>
            <a:chExt cx="4897" cy="477"/>
          </a:xfrm>
        </p:grpSpPr>
        <p:sp>
          <p:nvSpPr>
            <p:cNvPr id="6159" name="Rectangle 34"/>
            <p:cNvSpPr>
              <a:spLocks noChangeArrowheads="1"/>
            </p:cNvSpPr>
            <p:nvPr/>
          </p:nvSpPr>
          <p:spPr bwMode="auto">
            <a:xfrm>
              <a:off x="528" y="3408"/>
              <a:ext cx="5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dirty="0" err="1">
                  <a:latin typeface="Times New Roman" pitchFamily="18" charset="0"/>
                </a:rPr>
                <a:t>cond</a:t>
              </a:r>
              <a:endParaRPr lang="en-US" altLang="zh-CN" sz="2000" dirty="0">
                <a:latin typeface="Times New Roman" pitchFamily="18" charset="0"/>
              </a:endParaRPr>
            </a:p>
          </p:txBody>
        </p:sp>
        <p:sp>
          <p:nvSpPr>
            <p:cNvPr id="6160" name="Rectangle 35"/>
            <p:cNvSpPr>
              <a:spLocks noChangeArrowheads="1"/>
            </p:cNvSpPr>
            <p:nvPr/>
          </p:nvSpPr>
          <p:spPr bwMode="auto">
            <a:xfrm>
              <a:off x="1381" y="3408"/>
              <a:ext cx="17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Times New Roman" pitchFamily="18" charset="0"/>
                </a:rPr>
                <a:t>X</a:t>
              </a:r>
              <a:endParaRPr lang="en-US" altLang="zh-CN" sz="2000" baseline="-15000" dirty="0">
                <a:latin typeface="Times New Roman" pitchFamily="18" charset="0"/>
              </a:endParaRPr>
            </a:p>
          </p:txBody>
        </p:sp>
        <p:sp>
          <p:nvSpPr>
            <p:cNvPr id="6161" name="Rectangle 36"/>
            <p:cNvSpPr>
              <a:spLocks noChangeArrowheads="1"/>
            </p:cNvSpPr>
            <p:nvPr/>
          </p:nvSpPr>
          <p:spPr bwMode="auto">
            <a:xfrm>
              <a:off x="2553" y="3408"/>
              <a:ext cx="70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Times New Roman" pitchFamily="18" charset="0"/>
                </a:rPr>
                <a:t>Rn</a:t>
              </a:r>
              <a:endParaRPr lang="en-US" altLang="zh-CN" sz="2000" baseline="-15000" dirty="0">
                <a:latin typeface="Times New Roman" pitchFamily="18" charset="0"/>
              </a:endParaRPr>
            </a:p>
          </p:txBody>
        </p:sp>
        <p:sp>
          <p:nvSpPr>
            <p:cNvPr id="6162" name="Rectangle 37"/>
            <p:cNvSpPr>
              <a:spLocks noChangeArrowheads="1"/>
            </p:cNvSpPr>
            <p:nvPr/>
          </p:nvSpPr>
          <p:spPr bwMode="auto">
            <a:xfrm>
              <a:off x="1101" y="3408"/>
              <a:ext cx="271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Times New Roman" pitchFamily="18" charset="0"/>
                </a:rPr>
                <a:t>00</a:t>
              </a:r>
            </a:p>
          </p:txBody>
        </p:sp>
        <p:sp>
          <p:nvSpPr>
            <p:cNvPr id="6163" name="Rectangle 38"/>
            <p:cNvSpPr>
              <a:spLocks noChangeArrowheads="1"/>
            </p:cNvSpPr>
            <p:nvPr/>
          </p:nvSpPr>
          <p:spPr bwMode="auto">
            <a:xfrm>
              <a:off x="3255" y="3408"/>
              <a:ext cx="7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Times New Roman" pitchFamily="18" charset="0"/>
                </a:rPr>
                <a:t>R</a:t>
              </a:r>
              <a:r>
                <a:rPr lang="en-US" altLang="zh-CN" sz="2400" baseline="-15000" dirty="0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6164" name="Rectangle 39"/>
            <p:cNvSpPr>
              <a:spLocks noChangeArrowheads="1"/>
            </p:cNvSpPr>
            <p:nvPr/>
          </p:nvSpPr>
          <p:spPr bwMode="auto">
            <a:xfrm>
              <a:off x="4035" y="3408"/>
              <a:ext cx="139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Times New Roman" pitchFamily="18" charset="0"/>
                </a:rPr>
                <a:t>Shifter-operand</a:t>
              </a:r>
              <a:endParaRPr lang="en-US" altLang="zh-CN" sz="2000" baseline="-15000" dirty="0">
                <a:latin typeface="Times New Roman" pitchFamily="18" charset="0"/>
              </a:endParaRPr>
            </a:p>
          </p:txBody>
        </p:sp>
        <p:sp>
          <p:nvSpPr>
            <p:cNvPr id="6166" name="Text Box 68"/>
            <p:cNvSpPr txBox="1">
              <a:spLocks noChangeArrowheads="1"/>
            </p:cNvSpPr>
            <p:nvPr/>
          </p:nvSpPr>
          <p:spPr bwMode="auto">
            <a:xfrm>
              <a:off x="699" y="3626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6167" name="Text Box 69"/>
            <p:cNvSpPr txBox="1">
              <a:spLocks noChangeArrowheads="1"/>
            </p:cNvSpPr>
            <p:nvPr/>
          </p:nvSpPr>
          <p:spPr bwMode="auto">
            <a:xfrm>
              <a:off x="1132" y="3634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6168" name="Text Box 70"/>
            <p:cNvSpPr txBox="1">
              <a:spLocks noChangeArrowheads="1"/>
            </p:cNvSpPr>
            <p:nvPr/>
          </p:nvSpPr>
          <p:spPr bwMode="auto">
            <a:xfrm>
              <a:off x="1380" y="3621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6169" name="Text Box 71"/>
            <p:cNvSpPr txBox="1">
              <a:spLocks noChangeArrowheads="1"/>
            </p:cNvSpPr>
            <p:nvPr/>
          </p:nvSpPr>
          <p:spPr bwMode="auto">
            <a:xfrm>
              <a:off x="2727" y="3626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6170" name="Text Box 72"/>
            <p:cNvSpPr txBox="1">
              <a:spLocks noChangeArrowheads="1"/>
            </p:cNvSpPr>
            <p:nvPr/>
          </p:nvSpPr>
          <p:spPr bwMode="auto">
            <a:xfrm>
              <a:off x="3518" y="3635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6171" name="Text Box 73"/>
            <p:cNvSpPr txBox="1">
              <a:spLocks noChangeArrowheads="1"/>
            </p:cNvSpPr>
            <p:nvPr/>
          </p:nvSpPr>
          <p:spPr bwMode="auto">
            <a:xfrm>
              <a:off x="4658" y="3621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itchFamily="18" charset="0"/>
                </a:rPr>
                <a:t>12</a:t>
              </a:r>
            </a:p>
          </p:txBody>
        </p:sp>
      </p:grpSp>
      <p:sp>
        <p:nvSpPr>
          <p:cNvPr id="60" name="Rectangle 35">
            <a:extLst>
              <a:ext uri="{FF2B5EF4-FFF2-40B4-BE49-F238E27FC236}">
                <a16:creationId xmlns:a16="http://schemas.microsoft.com/office/drawing/2014/main" id="{D58C50FA-AC6C-4253-8F9B-8A1B3A710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857" y="3645031"/>
            <a:ext cx="1202530" cy="380999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altLang="zh-CN" sz="2000" dirty="0">
                <a:latin typeface="Times New Roman" pitchFamily="18" charset="0"/>
              </a:rPr>
              <a:t>opcode</a:t>
            </a:r>
          </a:p>
        </p:txBody>
      </p:sp>
      <p:sp>
        <p:nvSpPr>
          <p:cNvPr id="61" name="Rectangle 35">
            <a:extLst>
              <a:ext uri="{FF2B5EF4-FFF2-40B4-BE49-F238E27FC236}">
                <a16:creationId xmlns:a16="http://schemas.microsoft.com/office/drawing/2014/main" id="{9F966D26-F3AF-430C-9B20-E539AD4C3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387" y="3648953"/>
            <a:ext cx="377825" cy="380999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altLang="zh-CN" sz="2000" dirty="0">
                <a:latin typeface="Times New Roman" pitchFamily="18" charset="0"/>
              </a:rPr>
              <a:t>S</a:t>
            </a:r>
            <a:endParaRPr lang="en-US" altLang="zh-CN" sz="2000" baseline="-15000" dirty="0">
              <a:latin typeface="Times New Roman" pitchFamily="18" charset="0"/>
            </a:endParaRPr>
          </a:p>
        </p:txBody>
      </p:sp>
      <p:sp>
        <p:nvSpPr>
          <p:cNvPr id="62" name="Text Box 68">
            <a:extLst>
              <a:ext uri="{FF2B5EF4-FFF2-40B4-BE49-F238E27FC236}">
                <a16:creationId xmlns:a16="http://schemas.microsoft.com/office/drawing/2014/main" id="{77F5E579-6939-497A-A1C8-59DC2A661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9531" y="4006125"/>
            <a:ext cx="460375" cy="396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Times New Roman" pitchFamily="18" charset="0"/>
              </a:rPr>
              <a:t>4</a:t>
            </a:r>
          </a:p>
        </p:txBody>
      </p:sp>
      <p:sp>
        <p:nvSpPr>
          <p:cNvPr id="22" name="Text Box 69">
            <a:extLst>
              <a:ext uri="{FF2B5EF4-FFF2-40B4-BE49-F238E27FC236}">
                <a16:creationId xmlns:a16="http://schemas.microsoft.com/office/drawing/2014/main" id="{684B0577-2BAD-4001-991D-5042C3F8B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9934" y="3999122"/>
            <a:ext cx="460375" cy="396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Times New Roman" pitchFamily="18" charset="0"/>
              </a:rPr>
              <a:t>2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7524D0-07C5-494F-A74C-D2FFE7C44FB2}"/>
              </a:ext>
            </a:extLst>
          </p:cNvPr>
          <p:cNvSpPr txBox="1"/>
          <p:nvPr/>
        </p:nvSpPr>
        <p:spPr>
          <a:xfrm>
            <a:off x="539341" y="4414176"/>
            <a:ext cx="73114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opcode: </a:t>
            </a:r>
            <a:r>
              <a:rPr lang="zh-CN" altLang="en-US" sz="2000" dirty="0"/>
              <a:t>指令操作码</a:t>
            </a:r>
            <a:endParaRPr lang="en-US" altLang="zh-CN" sz="2000" dirty="0"/>
          </a:p>
          <a:p>
            <a:r>
              <a:rPr lang="en-US" altLang="zh-CN" sz="2000" dirty="0" err="1"/>
              <a:t>cond</a:t>
            </a:r>
            <a:r>
              <a:rPr lang="zh-CN" altLang="en-US" sz="2000" dirty="0"/>
              <a:t>：指令执行条件</a:t>
            </a:r>
            <a:endParaRPr lang="en-US" altLang="zh-CN" sz="2000" dirty="0"/>
          </a:p>
          <a:p>
            <a:r>
              <a:rPr lang="en-US" altLang="zh-CN" sz="2000" dirty="0"/>
              <a:t>S</a:t>
            </a:r>
            <a:r>
              <a:rPr lang="zh-CN" altLang="en-US" sz="2000" dirty="0"/>
              <a:t>：指令的操作是否影响</a:t>
            </a:r>
            <a:r>
              <a:rPr lang="en-US" altLang="zh-CN" sz="2000" dirty="0"/>
              <a:t>CPSR</a:t>
            </a:r>
            <a:r>
              <a:rPr lang="zh-CN" altLang="en-US" sz="2000" dirty="0"/>
              <a:t>的值</a:t>
            </a:r>
            <a:endParaRPr lang="en-US" altLang="zh-CN" sz="2000" dirty="0"/>
          </a:p>
          <a:p>
            <a:r>
              <a:rPr lang="en-US" altLang="zh-CN" sz="2000" dirty="0"/>
              <a:t>Rn</a:t>
            </a:r>
            <a:r>
              <a:rPr lang="zh-CN" altLang="en-US" sz="2000" dirty="0"/>
              <a:t>：第一个操作数的寄存器地址</a:t>
            </a:r>
            <a:endParaRPr lang="en-US" altLang="zh-CN" sz="2000" dirty="0"/>
          </a:p>
          <a:p>
            <a:r>
              <a:rPr lang="en-US" altLang="zh-CN" sz="2000" dirty="0"/>
              <a:t>Rd</a:t>
            </a:r>
            <a:r>
              <a:rPr lang="zh-CN" altLang="en-US" sz="2000" dirty="0"/>
              <a:t>：目标寄存器地址</a:t>
            </a:r>
            <a:endParaRPr lang="en-US" altLang="zh-CN" sz="2000" dirty="0"/>
          </a:p>
          <a:p>
            <a:r>
              <a:rPr lang="en-US" altLang="zh-CN" sz="2000" dirty="0" err="1"/>
              <a:t>Shifter_operand</a:t>
            </a:r>
            <a:r>
              <a:rPr lang="en-US" altLang="zh-CN" sz="2000" dirty="0"/>
              <a:t>:</a:t>
            </a:r>
            <a:r>
              <a:rPr lang="zh-CN" altLang="en-US" sz="2000" dirty="0"/>
              <a:t>第二个操作数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3DCF1A-5C92-4B4C-BA46-5DF7293D6B70}"/>
              </a:ext>
            </a:extLst>
          </p:cNvPr>
          <p:cNvSpPr/>
          <p:nvPr/>
        </p:nvSpPr>
        <p:spPr>
          <a:xfrm>
            <a:off x="467122" y="1015872"/>
            <a:ext cx="7455842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基本格式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&lt;opcode&gt;{&lt;cond&gt;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{S}&lt;Rd&gt;&lt;Rn&gt;&lt;operand2&gt;</a:t>
            </a:r>
          </a:p>
          <a:p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&lt;&gt; 为必选项，{}为可选项</a:t>
            </a:r>
          </a:p>
          <a:p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{} 决定指令执行条件域</a:t>
            </a:r>
          </a:p>
          <a:p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{S} 决定指令执行是否影响当前程序状态寄存器CPSR的值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3AE893-18D3-4D3F-9C93-DE4FFF7105F1}"/>
              </a:ext>
            </a:extLst>
          </p:cNvPr>
          <p:cNvSpPr txBox="1"/>
          <p:nvPr/>
        </p:nvSpPr>
        <p:spPr>
          <a:xfrm>
            <a:off x="415646" y="3069850"/>
            <a:ext cx="28602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指令字长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845997C-0DC8-631B-BCB5-71FD57BAB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7B4573-CEC9-4D8C-A86B-1A0EFB3EEE3E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EC887F-7C76-6DF0-6D74-1B2345203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BD12FB-4492-71AD-66EF-81E3226D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0741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 Box 2">
            <a:extLst>
              <a:ext uri="{FF2B5EF4-FFF2-40B4-BE49-F238E27FC236}">
                <a16:creationId xmlns:a16="http://schemas.microsoft.com/office/drawing/2014/main" id="{273EEA81-8070-4BCB-B3D9-AAABAC10E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" y="312520"/>
            <a:ext cx="191590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</a:rPr>
              <a:t>IBM 360</a:t>
            </a:r>
          </a:p>
        </p:txBody>
      </p:sp>
      <p:grpSp>
        <p:nvGrpSpPr>
          <p:cNvPr id="2" name="Group 78">
            <a:extLst>
              <a:ext uri="{FF2B5EF4-FFF2-40B4-BE49-F238E27FC236}">
                <a16:creationId xmlns:a16="http://schemas.microsoft.com/office/drawing/2014/main" id="{B9DC6201-BBF8-46D2-AAFB-088332017854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143000"/>
            <a:ext cx="3276600" cy="877888"/>
            <a:chOff x="96" y="720"/>
            <a:chExt cx="2064" cy="553"/>
          </a:xfrm>
        </p:grpSpPr>
        <p:grpSp>
          <p:nvGrpSpPr>
            <p:cNvPr id="38915" name="Group 4">
              <a:extLst>
                <a:ext uri="{FF2B5EF4-FFF2-40B4-BE49-F238E27FC236}">
                  <a16:creationId xmlns:a16="http://schemas.microsoft.com/office/drawing/2014/main" id="{510B51FE-B1D8-4827-AAA2-CCDE92BE7E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816"/>
              <a:ext cx="1632" cy="240"/>
              <a:chOff x="528" y="1056"/>
              <a:chExt cx="1632" cy="240"/>
            </a:xfrm>
          </p:grpSpPr>
          <p:sp>
            <p:nvSpPr>
              <p:cNvPr id="38916" name="Rectangle 5">
                <a:extLst>
                  <a:ext uri="{FF2B5EF4-FFF2-40B4-BE49-F238E27FC236}">
                    <a16:creationId xmlns:a16="http://schemas.microsoft.com/office/drawing/2014/main" id="{06C4DED4-D97F-455E-A67C-8282BB2A3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1056"/>
                <a:ext cx="86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>
                    <a:latin typeface="Times New Roman" panose="02020603050405020304" pitchFamily="18" charset="0"/>
                  </a:rPr>
                  <a:t>OP</a:t>
                </a:r>
              </a:p>
            </p:txBody>
          </p:sp>
          <p:sp>
            <p:nvSpPr>
              <p:cNvPr id="38917" name="Rectangle 6">
                <a:extLst>
                  <a:ext uri="{FF2B5EF4-FFF2-40B4-BE49-F238E27FC236}">
                    <a16:creationId xmlns:a16="http://schemas.microsoft.com/office/drawing/2014/main" id="{15E8F9E3-C761-476F-8313-30B84DCCA1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056"/>
                <a:ext cx="38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aseline="-1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8918" name="Rectangle 7">
                <a:extLst>
                  <a:ext uri="{FF2B5EF4-FFF2-40B4-BE49-F238E27FC236}">
                    <a16:creationId xmlns:a16="http://schemas.microsoft.com/office/drawing/2014/main" id="{568A6070-3DF7-4F34-BFA1-91DBFECE56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056"/>
                <a:ext cx="384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aseline="-15000">
                    <a:latin typeface="Times New Roman" panose="02020603050405020304" pitchFamily="18" charset="0"/>
                  </a:rPr>
                  <a:t>2</a:t>
                </a:r>
              </a:p>
            </p:txBody>
          </p:sp>
        </p:grpSp>
        <p:sp>
          <p:nvSpPr>
            <p:cNvPr id="38919" name="Text Box 8">
              <a:extLst>
                <a:ext uri="{FF2B5EF4-FFF2-40B4-BE49-F238E27FC236}">
                  <a16:creationId xmlns:a16="http://schemas.microsoft.com/office/drawing/2014/main" id="{D69C6BAC-6D3B-44F9-8B49-B7337A7A8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720"/>
              <a:ext cx="43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Times New Roman" panose="02020603050405020304" pitchFamily="18" charset="0"/>
                </a:rPr>
                <a:t> RR</a:t>
              </a:r>
            </a:p>
            <a:p>
              <a:r>
                <a:rPr lang="zh-CN" altLang="en-US" sz="2000">
                  <a:latin typeface="Times New Roman" panose="02020603050405020304" pitchFamily="18" charset="0"/>
                </a:rPr>
                <a:t>格式</a:t>
              </a:r>
            </a:p>
          </p:txBody>
        </p:sp>
        <p:sp>
          <p:nvSpPr>
            <p:cNvPr id="38920" name="Text Box 9">
              <a:extLst>
                <a:ext uri="{FF2B5EF4-FFF2-40B4-BE49-F238E27FC236}">
                  <a16:creationId xmlns:a16="http://schemas.microsoft.com/office/drawing/2014/main" id="{469BEA2A-83BF-4EBE-8C44-8558EA380B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023"/>
              <a:ext cx="1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>
                  <a:latin typeface="Times New Roman" panose="02020603050405020304" pitchFamily="18" charset="0"/>
                </a:rPr>
                <a:t>8             4        4</a:t>
              </a:r>
            </a:p>
          </p:txBody>
        </p:sp>
      </p:grpSp>
      <p:grpSp>
        <p:nvGrpSpPr>
          <p:cNvPr id="4" name="Group 79">
            <a:extLst>
              <a:ext uri="{FF2B5EF4-FFF2-40B4-BE49-F238E27FC236}">
                <a16:creationId xmlns:a16="http://schemas.microsoft.com/office/drawing/2014/main" id="{6E9E7669-9B1C-4C15-8C41-BD492D30A25C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132013"/>
            <a:ext cx="5868988" cy="919162"/>
            <a:chOff x="96" y="1344"/>
            <a:chExt cx="3697" cy="579"/>
          </a:xfrm>
        </p:grpSpPr>
        <p:sp>
          <p:nvSpPr>
            <p:cNvPr id="38922" name="Rectangle 11">
              <a:extLst>
                <a:ext uri="{FF2B5EF4-FFF2-40B4-BE49-F238E27FC236}">
                  <a16:creationId xmlns:a16="http://schemas.microsoft.com/office/drawing/2014/main" id="{B90F1823-6B2C-4E80-B27E-D2FD9B729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464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OP</a:t>
              </a:r>
            </a:p>
          </p:txBody>
        </p:sp>
        <p:sp>
          <p:nvSpPr>
            <p:cNvPr id="38923" name="Rectangle 12">
              <a:extLst>
                <a:ext uri="{FF2B5EF4-FFF2-40B4-BE49-F238E27FC236}">
                  <a16:creationId xmlns:a16="http://schemas.microsoft.com/office/drawing/2014/main" id="{EB196815-B063-488F-B197-56B9D5AB5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464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R</a:t>
              </a:r>
              <a:r>
                <a:rPr lang="en-US" altLang="zh-CN" sz="2000" baseline="-1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24" name="Rectangle 13">
              <a:extLst>
                <a:ext uri="{FF2B5EF4-FFF2-40B4-BE49-F238E27FC236}">
                  <a16:creationId xmlns:a16="http://schemas.microsoft.com/office/drawing/2014/main" id="{B95A36EA-CB98-4CEC-8A97-259DE436D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464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X</a:t>
              </a:r>
              <a:endParaRPr lang="en-US" altLang="zh-CN" sz="2000" baseline="-15000">
                <a:latin typeface="Times New Roman" panose="02020603050405020304" pitchFamily="18" charset="0"/>
              </a:endParaRPr>
            </a:p>
          </p:txBody>
        </p:sp>
        <p:sp>
          <p:nvSpPr>
            <p:cNvPr id="38925" name="Rectangle 14">
              <a:extLst>
                <a:ext uri="{FF2B5EF4-FFF2-40B4-BE49-F238E27FC236}">
                  <a16:creationId xmlns:a16="http://schemas.microsoft.com/office/drawing/2014/main" id="{B85E141A-060A-4CEB-937D-EED95CF3E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464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B</a:t>
              </a:r>
              <a:endParaRPr lang="en-US" altLang="zh-CN" sz="2000" baseline="-15000">
                <a:latin typeface="Times New Roman" panose="02020603050405020304" pitchFamily="18" charset="0"/>
              </a:endParaRPr>
            </a:p>
          </p:txBody>
        </p:sp>
        <p:sp>
          <p:nvSpPr>
            <p:cNvPr id="38926" name="Rectangle 15">
              <a:extLst>
                <a:ext uri="{FF2B5EF4-FFF2-40B4-BE49-F238E27FC236}">
                  <a16:creationId xmlns:a16="http://schemas.microsoft.com/office/drawing/2014/main" id="{DE7E64C8-F778-4021-B19D-2E77E28DE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464"/>
              <a:ext cx="1249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8927" name="Text Box 16">
              <a:extLst>
                <a:ext uri="{FF2B5EF4-FFF2-40B4-BE49-F238E27FC236}">
                  <a16:creationId xmlns:a16="http://schemas.microsoft.com/office/drawing/2014/main" id="{219E5A50-8787-4702-9B9F-318CCB712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1344"/>
              <a:ext cx="43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Times New Roman" panose="02020603050405020304" pitchFamily="18" charset="0"/>
                </a:rPr>
                <a:t> RX</a:t>
              </a:r>
            </a:p>
            <a:p>
              <a:r>
                <a:rPr lang="zh-CN" altLang="en-US" sz="2000">
                  <a:latin typeface="Times New Roman" panose="02020603050405020304" pitchFamily="18" charset="0"/>
                </a:rPr>
                <a:t>格式</a:t>
              </a:r>
            </a:p>
          </p:txBody>
        </p:sp>
        <p:sp>
          <p:nvSpPr>
            <p:cNvPr id="38928" name="Text Box 17">
              <a:extLst>
                <a:ext uri="{FF2B5EF4-FFF2-40B4-BE49-F238E27FC236}">
                  <a16:creationId xmlns:a16="http://schemas.microsoft.com/office/drawing/2014/main" id="{07D31FD9-B473-4A2C-A452-2D2269EC51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673"/>
              <a:ext cx="23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>
                  <a:latin typeface="Times New Roman" panose="02020603050405020304" pitchFamily="18" charset="0"/>
                </a:rPr>
                <a:t>8              4        4       4                12</a:t>
              </a:r>
            </a:p>
          </p:txBody>
        </p:sp>
      </p:grpSp>
      <p:grpSp>
        <p:nvGrpSpPr>
          <p:cNvPr id="5" name="Group 80">
            <a:extLst>
              <a:ext uri="{FF2B5EF4-FFF2-40B4-BE49-F238E27FC236}">
                <a16:creationId xmlns:a16="http://schemas.microsoft.com/office/drawing/2014/main" id="{B274A01E-F762-418C-AD5D-85DEE96E49DA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3162300"/>
            <a:ext cx="5868988" cy="901700"/>
            <a:chOff x="96" y="2006"/>
            <a:chExt cx="3697" cy="568"/>
          </a:xfrm>
        </p:grpSpPr>
        <p:sp>
          <p:nvSpPr>
            <p:cNvPr id="38930" name="Rectangle 19">
              <a:extLst>
                <a:ext uri="{FF2B5EF4-FFF2-40B4-BE49-F238E27FC236}">
                  <a16:creationId xmlns:a16="http://schemas.microsoft.com/office/drawing/2014/main" id="{9B276263-BCE8-4395-8BEF-C3AD022CB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112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OP</a:t>
              </a:r>
            </a:p>
          </p:txBody>
        </p:sp>
        <p:sp>
          <p:nvSpPr>
            <p:cNvPr id="38931" name="Rectangle 20">
              <a:extLst>
                <a:ext uri="{FF2B5EF4-FFF2-40B4-BE49-F238E27FC236}">
                  <a16:creationId xmlns:a16="http://schemas.microsoft.com/office/drawing/2014/main" id="{4D05615F-40B8-45E2-AB07-CDAD848BA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112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R</a:t>
              </a:r>
              <a:r>
                <a:rPr lang="en-US" altLang="zh-CN" sz="2000" baseline="-1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32" name="Rectangle 21">
              <a:extLst>
                <a:ext uri="{FF2B5EF4-FFF2-40B4-BE49-F238E27FC236}">
                  <a16:creationId xmlns:a16="http://schemas.microsoft.com/office/drawing/2014/main" id="{98D32944-5674-449C-89B2-773631CEA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112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R</a:t>
              </a:r>
              <a:r>
                <a:rPr lang="en-US" altLang="zh-CN" sz="2000" baseline="-15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8933" name="Rectangle 22">
              <a:extLst>
                <a:ext uri="{FF2B5EF4-FFF2-40B4-BE49-F238E27FC236}">
                  <a16:creationId xmlns:a16="http://schemas.microsoft.com/office/drawing/2014/main" id="{A58D7746-68C4-45D0-A04A-2C646124F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112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B</a:t>
              </a:r>
              <a:endParaRPr lang="en-US" altLang="zh-CN" sz="2000" baseline="-15000">
                <a:latin typeface="Times New Roman" panose="02020603050405020304" pitchFamily="18" charset="0"/>
              </a:endParaRPr>
            </a:p>
          </p:txBody>
        </p:sp>
        <p:sp>
          <p:nvSpPr>
            <p:cNvPr id="38934" name="Rectangle 23">
              <a:extLst>
                <a:ext uri="{FF2B5EF4-FFF2-40B4-BE49-F238E27FC236}">
                  <a16:creationId xmlns:a16="http://schemas.microsoft.com/office/drawing/2014/main" id="{8BEB1C9F-D337-4014-86FB-F1C47AC4A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112"/>
              <a:ext cx="1249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8935" name="Text Box 24">
              <a:extLst>
                <a:ext uri="{FF2B5EF4-FFF2-40B4-BE49-F238E27FC236}">
                  <a16:creationId xmlns:a16="http://schemas.microsoft.com/office/drawing/2014/main" id="{F5EE57D3-36D5-4189-9FF2-3FDD9EB73A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006"/>
              <a:ext cx="43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Times New Roman" panose="02020603050405020304" pitchFamily="18" charset="0"/>
                </a:rPr>
                <a:t> RS</a:t>
              </a:r>
            </a:p>
            <a:p>
              <a:r>
                <a:rPr lang="zh-CN" altLang="en-US" sz="2000">
                  <a:latin typeface="Times New Roman" panose="02020603050405020304" pitchFamily="18" charset="0"/>
                </a:rPr>
                <a:t>格式</a:t>
              </a:r>
            </a:p>
          </p:txBody>
        </p:sp>
        <p:sp>
          <p:nvSpPr>
            <p:cNvPr id="38936" name="Text Box 25">
              <a:extLst>
                <a:ext uri="{FF2B5EF4-FFF2-40B4-BE49-F238E27FC236}">
                  <a16:creationId xmlns:a16="http://schemas.microsoft.com/office/drawing/2014/main" id="{E9866F6A-E95C-4186-83C3-AB79F681D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324"/>
              <a:ext cx="23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>
                  <a:latin typeface="Times New Roman" panose="02020603050405020304" pitchFamily="18" charset="0"/>
                </a:rPr>
                <a:t>8              4        4       4                12</a:t>
              </a:r>
            </a:p>
          </p:txBody>
        </p:sp>
      </p:grpSp>
      <p:grpSp>
        <p:nvGrpSpPr>
          <p:cNvPr id="6" name="Group 81">
            <a:extLst>
              <a:ext uri="{FF2B5EF4-FFF2-40B4-BE49-F238E27FC236}">
                <a16:creationId xmlns:a16="http://schemas.microsoft.com/office/drawing/2014/main" id="{F29396FD-10FF-42C6-9239-02B28C0F27E3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4175125"/>
            <a:ext cx="5868988" cy="869950"/>
            <a:chOff x="96" y="2630"/>
            <a:chExt cx="3697" cy="548"/>
          </a:xfrm>
        </p:grpSpPr>
        <p:sp>
          <p:nvSpPr>
            <p:cNvPr id="38938" name="Rectangle 27">
              <a:extLst>
                <a:ext uri="{FF2B5EF4-FFF2-40B4-BE49-F238E27FC236}">
                  <a16:creationId xmlns:a16="http://schemas.microsoft.com/office/drawing/2014/main" id="{F8834A4E-6CC7-4211-8DC5-BE9115BBD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712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OP</a:t>
              </a:r>
            </a:p>
          </p:txBody>
        </p:sp>
        <p:sp>
          <p:nvSpPr>
            <p:cNvPr id="38939" name="Rectangle 28">
              <a:extLst>
                <a:ext uri="{FF2B5EF4-FFF2-40B4-BE49-F238E27FC236}">
                  <a16:creationId xmlns:a16="http://schemas.microsoft.com/office/drawing/2014/main" id="{FCC6FFB1-A827-436D-9BE2-077BCEAA5F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712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B</a:t>
              </a:r>
              <a:endParaRPr lang="en-US" altLang="zh-CN" sz="2000" baseline="-15000">
                <a:latin typeface="Times New Roman" panose="02020603050405020304" pitchFamily="18" charset="0"/>
              </a:endParaRPr>
            </a:p>
          </p:txBody>
        </p:sp>
        <p:sp>
          <p:nvSpPr>
            <p:cNvPr id="38940" name="Rectangle 29">
              <a:extLst>
                <a:ext uri="{FF2B5EF4-FFF2-40B4-BE49-F238E27FC236}">
                  <a16:creationId xmlns:a16="http://schemas.microsoft.com/office/drawing/2014/main" id="{FF577979-1637-4F6B-B7F8-518A63FE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712"/>
              <a:ext cx="1249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8941" name="Rectangle 30">
              <a:extLst>
                <a:ext uri="{FF2B5EF4-FFF2-40B4-BE49-F238E27FC236}">
                  <a16:creationId xmlns:a16="http://schemas.microsoft.com/office/drawing/2014/main" id="{A03F940A-2FFA-4346-AED2-724F9E127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712"/>
              <a:ext cx="76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38942" name="Text Box 31">
              <a:extLst>
                <a:ext uri="{FF2B5EF4-FFF2-40B4-BE49-F238E27FC236}">
                  <a16:creationId xmlns:a16="http://schemas.microsoft.com/office/drawing/2014/main" id="{8D4D3930-C1E2-4B61-9F15-49DF484A5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630"/>
              <a:ext cx="43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Times New Roman" panose="02020603050405020304" pitchFamily="18" charset="0"/>
                </a:rPr>
                <a:t>  SI</a:t>
              </a:r>
            </a:p>
            <a:p>
              <a:r>
                <a:rPr lang="zh-CN" altLang="en-US" sz="2000">
                  <a:latin typeface="Times New Roman" panose="02020603050405020304" pitchFamily="18" charset="0"/>
                </a:rPr>
                <a:t>格式</a:t>
              </a:r>
            </a:p>
          </p:txBody>
        </p:sp>
        <p:sp>
          <p:nvSpPr>
            <p:cNvPr id="38943" name="Text Box 32">
              <a:extLst>
                <a:ext uri="{FF2B5EF4-FFF2-40B4-BE49-F238E27FC236}">
                  <a16:creationId xmlns:a16="http://schemas.microsoft.com/office/drawing/2014/main" id="{097C33DB-17C5-44EE-9201-2CB173234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928"/>
              <a:ext cx="23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>
                  <a:latin typeface="Times New Roman" panose="02020603050405020304" pitchFamily="18" charset="0"/>
                </a:rPr>
                <a:t>8                   8            4                12</a:t>
              </a:r>
            </a:p>
          </p:txBody>
        </p:sp>
      </p:grpSp>
      <p:sp>
        <p:nvSpPr>
          <p:cNvPr id="517163" name="Text Box 43">
            <a:extLst>
              <a:ext uri="{FF2B5EF4-FFF2-40B4-BE49-F238E27FC236}">
                <a16:creationId xmlns:a16="http://schemas.microsoft.com/office/drawing/2014/main" id="{53601EB6-F81F-45C6-A6ED-1F0B7C005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266825"/>
            <a:ext cx="2209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二地址 </a:t>
            </a: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R – R</a:t>
            </a:r>
          </a:p>
        </p:txBody>
      </p:sp>
      <p:grpSp>
        <p:nvGrpSpPr>
          <p:cNvPr id="7" name="Group 89">
            <a:extLst>
              <a:ext uri="{FF2B5EF4-FFF2-40B4-BE49-F238E27FC236}">
                <a16:creationId xmlns:a16="http://schemas.microsoft.com/office/drawing/2014/main" id="{DCB5F3BB-D281-4627-BBCD-E62C278DF0F5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2060575"/>
            <a:ext cx="2286000" cy="838200"/>
            <a:chOff x="3936" y="1298"/>
            <a:chExt cx="1440" cy="528"/>
          </a:xfrm>
        </p:grpSpPr>
        <p:sp>
          <p:nvSpPr>
            <p:cNvPr id="38946" name="Text Box 46">
              <a:extLst>
                <a:ext uri="{FF2B5EF4-FFF2-40B4-BE49-F238E27FC236}">
                  <a16:creationId xmlns:a16="http://schemas.microsoft.com/office/drawing/2014/main" id="{0E5DADF2-187F-4F67-86E8-E553A8ABA8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555"/>
              <a:ext cx="136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200">
                  <a:solidFill>
                    <a:srgbClr val="0000CC"/>
                  </a:solidFill>
                  <a:latin typeface="Times New Roman" panose="02020603050405020304" pitchFamily="18" charset="0"/>
                </a:rPr>
                <a:t>基址加变址寻址</a:t>
              </a:r>
            </a:p>
          </p:txBody>
        </p:sp>
        <p:sp>
          <p:nvSpPr>
            <p:cNvPr id="38947" name="Text Box 48">
              <a:extLst>
                <a:ext uri="{FF2B5EF4-FFF2-40B4-BE49-F238E27FC236}">
                  <a16:creationId xmlns:a16="http://schemas.microsoft.com/office/drawing/2014/main" id="{80DAC35F-6408-4ED3-B44A-C3DD69AA50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98"/>
              <a:ext cx="144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200">
                  <a:solidFill>
                    <a:srgbClr val="0000CC"/>
                  </a:solidFill>
                  <a:latin typeface="Times New Roman" panose="02020603050405020304" pitchFamily="18" charset="0"/>
                </a:rPr>
                <a:t>二地址 </a:t>
              </a:r>
              <a:r>
                <a:rPr lang="en-US" altLang="zh-CN" sz="2200">
                  <a:solidFill>
                    <a:srgbClr val="0000CC"/>
                  </a:solidFill>
                  <a:latin typeface="Times New Roman" panose="02020603050405020304" pitchFamily="18" charset="0"/>
                </a:rPr>
                <a:t>R – M</a:t>
              </a:r>
            </a:p>
          </p:txBody>
        </p:sp>
      </p:grpSp>
      <p:grpSp>
        <p:nvGrpSpPr>
          <p:cNvPr id="8" name="Group 90">
            <a:extLst>
              <a:ext uri="{FF2B5EF4-FFF2-40B4-BE49-F238E27FC236}">
                <a16:creationId xmlns:a16="http://schemas.microsoft.com/office/drawing/2014/main" id="{CEF80615-479A-4C78-A6FA-68401E8CC37E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3086100"/>
            <a:ext cx="2362200" cy="838200"/>
            <a:chOff x="3936" y="1944"/>
            <a:chExt cx="1488" cy="528"/>
          </a:xfrm>
        </p:grpSpPr>
        <p:sp>
          <p:nvSpPr>
            <p:cNvPr id="38949" name="Text Box 52">
              <a:extLst>
                <a:ext uri="{FF2B5EF4-FFF2-40B4-BE49-F238E27FC236}">
                  <a16:creationId xmlns:a16="http://schemas.microsoft.com/office/drawing/2014/main" id="{916EB457-C9F1-4CA0-996F-C4BC4875A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944"/>
              <a:ext cx="148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200">
                  <a:solidFill>
                    <a:srgbClr val="0000CC"/>
                  </a:solidFill>
                  <a:latin typeface="Times New Roman" panose="02020603050405020304" pitchFamily="18" charset="0"/>
                </a:rPr>
                <a:t>三地址 </a:t>
              </a:r>
              <a:r>
                <a:rPr lang="en-US" altLang="zh-CN" sz="2200">
                  <a:solidFill>
                    <a:srgbClr val="0000CC"/>
                  </a:solidFill>
                  <a:latin typeface="Times New Roman" panose="02020603050405020304" pitchFamily="18" charset="0"/>
                </a:rPr>
                <a:t>R – M</a:t>
              </a:r>
            </a:p>
          </p:txBody>
        </p:sp>
        <p:sp>
          <p:nvSpPr>
            <p:cNvPr id="38950" name="Text Box 54">
              <a:extLst>
                <a:ext uri="{FF2B5EF4-FFF2-40B4-BE49-F238E27FC236}">
                  <a16:creationId xmlns:a16="http://schemas.microsoft.com/office/drawing/2014/main" id="{6E319C2D-D167-490B-A843-B98C3BA009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201"/>
              <a:ext cx="83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200">
                  <a:solidFill>
                    <a:srgbClr val="0000CC"/>
                  </a:solidFill>
                  <a:latin typeface="Times New Roman" panose="02020603050405020304" pitchFamily="18" charset="0"/>
                </a:rPr>
                <a:t>基址寻址</a:t>
              </a:r>
            </a:p>
          </p:txBody>
        </p:sp>
      </p:grpSp>
      <p:grpSp>
        <p:nvGrpSpPr>
          <p:cNvPr id="9" name="Group 93">
            <a:extLst>
              <a:ext uri="{FF2B5EF4-FFF2-40B4-BE49-F238E27FC236}">
                <a16:creationId xmlns:a16="http://schemas.microsoft.com/office/drawing/2014/main" id="{B2627AAD-6D54-455F-80F5-182B7107836B}"/>
              </a:ext>
            </a:extLst>
          </p:cNvPr>
          <p:cNvGrpSpPr>
            <a:grpSpLocks/>
          </p:cNvGrpSpPr>
          <p:nvPr/>
        </p:nvGrpSpPr>
        <p:grpSpPr bwMode="auto">
          <a:xfrm>
            <a:off x="6246813" y="5907088"/>
            <a:ext cx="2286000" cy="839787"/>
            <a:chOff x="3935" y="3721"/>
            <a:chExt cx="1440" cy="529"/>
          </a:xfrm>
        </p:grpSpPr>
        <p:sp>
          <p:nvSpPr>
            <p:cNvPr id="38952" name="Text Box 57">
              <a:extLst>
                <a:ext uri="{FF2B5EF4-FFF2-40B4-BE49-F238E27FC236}">
                  <a16:creationId xmlns:a16="http://schemas.microsoft.com/office/drawing/2014/main" id="{41AAF562-AB64-4F67-91E8-8A220A27BB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5" y="3721"/>
              <a:ext cx="144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200">
                  <a:solidFill>
                    <a:srgbClr val="0000CC"/>
                  </a:solidFill>
                  <a:latin typeface="Times New Roman" panose="02020603050405020304" pitchFamily="18" charset="0"/>
                </a:rPr>
                <a:t>二地址 </a:t>
              </a:r>
              <a:r>
                <a:rPr lang="en-US" altLang="zh-CN" sz="2200">
                  <a:solidFill>
                    <a:srgbClr val="0000CC"/>
                  </a:solidFill>
                  <a:latin typeface="Times New Roman" panose="02020603050405020304" pitchFamily="18" charset="0"/>
                </a:rPr>
                <a:t>M – M</a:t>
              </a:r>
            </a:p>
          </p:txBody>
        </p:sp>
        <p:sp>
          <p:nvSpPr>
            <p:cNvPr id="38953" name="Text Box 59">
              <a:extLst>
                <a:ext uri="{FF2B5EF4-FFF2-40B4-BE49-F238E27FC236}">
                  <a16:creationId xmlns:a16="http://schemas.microsoft.com/office/drawing/2014/main" id="{22D1C17B-CD95-483A-82DA-4EA640A77D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5" y="3979"/>
              <a:ext cx="83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200">
                  <a:solidFill>
                    <a:srgbClr val="0000CC"/>
                  </a:solidFill>
                  <a:latin typeface="Times New Roman" panose="02020603050405020304" pitchFamily="18" charset="0"/>
                </a:rPr>
                <a:t>基址寻址</a:t>
              </a:r>
            </a:p>
          </p:txBody>
        </p:sp>
      </p:grpSp>
      <p:grpSp>
        <p:nvGrpSpPr>
          <p:cNvPr id="10" name="Group 92">
            <a:extLst>
              <a:ext uri="{FF2B5EF4-FFF2-40B4-BE49-F238E27FC236}">
                <a16:creationId xmlns:a16="http://schemas.microsoft.com/office/drawing/2014/main" id="{7EECF3A9-0D19-4C8D-AD42-DB15D3188B63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4090988"/>
            <a:ext cx="1584325" cy="814387"/>
            <a:chOff x="3936" y="2577"/>
            <a:chExt cx="998" cy="513"/>
          </a:xfrm>
        </p:grpSpPr>
        <p:sp>
          <p:nvSpPr>
            <p:cNvPr id="38955" name="Text Box 61">
              <a:extLst>
                <a:ext uri="{FF2B5EF4-FFF2-40B4-BE49-F238E27FC236}">
                  <a16:creationId xmlns:a16="http://schemas.microsoft.com/office/drawing/2014/main" id="{ADE1C195-0786-4FCE-B8C4-B86DCACA09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819"/>
              <a:ext cx="83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200">
                  <a:solidFill>
                    <a:srgbClr val="0000CC"/>
                  </a:solidFill>
                  <a:latin typeface="Times New Roman" panose="02020603050405020304" pitchFamily="18" charset="0"/>
                </a:rPr>
                <a:t>基址寻址</a:t>
              </a:r>
            </a:p>
          </p:txBody>
        </p:sp>
        <p:sp>
          <p:nvSpPr>
            <p:cNvPr id="38956" name="Text Box 63">
              <a:extLst>
                <a:ext uri="{FF2B5EF4-FFF2-40B4-BE49-F238E27FC236}">
                  <a16:creationId xmlns:a16="http://schemas.microsoft.com/office/drawing/2014/main" id="{9AC03679-3A4D-49B9-872B-5D9D56EF24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577"/>
              <a:ext cx="99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200">
                  <a:solidFill>
                    <a:srgbClr val="0000CC"/>
                  </a:solidFill>
                  <a:latin typeface="Times New Roman" panose="02020603050405020304" pitchFamily="18" charset="0"/>
                </a:rPr>
                <a:t>立即数 </a:t>
              </a:r>
              <a:r>
                <a:rPr lang="zh-CN" altLang="zh-CN" sz="2200">
                  <a:solidFill>
                    <a:srgbClr val="0000CC"/>
                  </a:solidFill>
                  <a:latin typeface="Times New Roman" panose="02020603050405020304" pitchFamily="18" charset="0"/>
                </a:rPr>
                <a:t>–</a:t>
              </a:r>
              <a:r>
                <a:rPr lang="zh-CN" altLang="en-US" sz="2200">
                  <a:solidFill>
                    <a:srgbClr val="0000C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200">
                  <a:solidFill>
                    <a:srgbClr val="0000CC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</p:grpSp>
      <p:grpSp>
        <p:nvGrpSpPr>
          <p:cNvPr id="11" name="Group 74">
            <a:extLst>
              <a:ext uri="{FF2B5EF4-FFF2-40B4-BE49-F238E27FC236}">
                <a16:creationId xmlns:a16="http://schemas.microsoft.com/office/drawing/2014/main" id="{B476476C-50AF-411B-A1F1-98B80DC01C8C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5157788"/>
            <a:ext cx="8459788" cy="887412"/>
            <a:chOff x="96" y="3312"/>
            <a:chExt cx="5329" cy="559"/>
          </a:xfrm>
        </p:grpSpPr>
        <p:sp>
          <p:nvSpPr>
            <p:cNvPr id="38959" name="Rectangle 34">
              <a:extLst>
                <a:ext uri="{FF2B5EF4-FFF2-40B4-BE49-F238E27FC236}">
                  <a16:creationId xmlns:a16="http://schemas.microsoft.com/office/drawing/2014/main" id="{4C310DB8-7840-45E0-BDF9-839397E53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408"/>
              <a:ext cx="86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OP</a:t>
              </a:r>
            </a:p>
          </p:txBody>
        </p:sp>
        <p:sp>
          <p:nvSpPr>
            <p:cNvPr id="38960" name="Rectangle 35">
              <a:extLst>
                <a:ext uri="{FF2B5EF4-FFF2-40B4-BE49-F238E27FC236}">
                  <a16:creationId xmlns:a16="http://schemas.microsoft.com/office/drawing/2014/main" id="{81B792F0-BC30-4FB3-9DB2-0FFE8786F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1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61" name="Rectangle 36">
              <a:extLst>
                <a:ext uri="{FF2B5EF4-FFF2-40B4-BE49-F238E27FC236}">
                  <a16:creationId xmlns:a16="http://schemas.microsoft.com/office/drawing/2014/main" id="{E6F9130A-1820-44EB-B90A-54781536B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408"/>
              <a:ext cx="1249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D</a:t>
              </a:r>
              <a:r>
                <a:rPr lang="en-US" altLang="zh-CN" sz="2000" baseline="-1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62" name="Rectangle 37">
              <a:extLst>
                <a:ext uri="{FF2B5EF4-FFF2-40B4-BE49-F238E27FC236}">
                  <a16:creationId xmlns:a16="http://schemas.microsoft.com/office/drawing/2014/main" id="{88C0F096-3735-44C6-B4BF-9E3E57279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408"/>
              <a:ext cx="76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38963" name="Rectangle 38">
              <a:extLst>
                <a:ext uri="{FF2B5EF4-FFF2-40B4-BE49-F238E27FC236}">
                  <a16:creationId xmlns:a16="http://schemas.microsoft.com/office/drawing/2014/main" id="{6A4699BB-2C04-46BB-A40B-91115B6C9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408"/>
              <a:ext cx="384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1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8964" name="Rectangle 39">
              <a:extLst>
                <a:ext uri="{FF2B5EF4-FFF2-40B4-BE49-F238E27FC236}">
                  <a16:creationId xmlns:a16="http://schemas.microsoft.com/office/drawing/2014/main" id="{3ACFF947-CD14-4509-B3DB-1417914FA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3408"/>
              <a:ext cx="1249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D</a:t>
              </a:r>
              <a:r>
                <a:rPr lang="en-US" altLang="zh-CN" sz="2000" baseline="-1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8965" name="Text Box 40">
              <a:extLst>
                <a:ext uri="{FF2B5EF4-FFF2-40B4-BE49-F238E27FC236}">
                  <a16:creationId xmlns:a16="http://schemas.microsoft.com/office/drawing/2014/main" id="{FC09FF94-FA51-41BB-A8BF-D12B1CE2A9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3312"/>
              <a:ext cx="43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Times New Roman" panose="02020603050405020304" pitchFamily="18" charset="0"/>
                </a:rPr>
                <a:t> SS</a:t>
              </a:r>
            </a:p>
            <a:p>
              <a:r>
                <a:rPr lang="zh-CN" altLang="en-US" sz="2000">
                  <a:latin typeface="Times New Roman" panose="02020603050405020304" pitchFamily="18" charset="0"/>
                </a:rPr>
                <a:t>格式</a:t>
              </a:r>
            </a:p>
          </p:txBody>
        </p:sp>
        <p:sp>
          <p:nvSpPr>
            <p:cNvPr id="38966" name="Text Box 68">
              <a:extLst>
                <a:ext uri="{FF2B5EF4-FFF2-40B4-BE49-F238E27FC236}">
                  <a16:creationId xmlns:a16="http://schemas.microsoft.com/office/drawing/2014/main" id="{95B287F5-C8DE-4E1D-8130-DE3D0F3815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" y="3621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8967" name="Text Box 69">
              <a:extLst>
                <a:ext uri="{FF2B5EF4-FFF2-40B4-BE49-F238E27FC236}">
                  <a16:creationId xmlns:a16="http://schemas.microsoft.com/office/drawing/2014/main" id="{8D72A129-3348-44E9-9EE2-3C38998E0E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3621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8968" name="Text Box 70">
              <a:extLst>
                <a:ext uri="{FF2B5EF4-FFF2-40B4-BE49-F238E27FC236}">
                  <a16:creationId xmlns:a16="http://schemas.microsoft.com/office/drawing/2014/main" id="{112102B9-8F1D-406B-891A-483A797A7F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3621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8969" name="Text Box 71">
              <a:extLst>
                <a:ext uri="{FF2B5EF4-FFF2-40B4-BE49-F238E27FC236}">
                  <a16:creationId xmlns:a16="http://schemas.microsoft.com/office/drawing/2014/main" id="{D7AD56A3-787D-4CC7-9140-23C6E5BE8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7" y="3621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38970" name="Text Box 72">
              <a:extLst>
                <a:ext uri="{FF2B5EF4-FFF2-40B4-BE49-F238E27FC236}">
                  <a16:creationId xmlns:a16="http://schemas.microsoft.com/office/drawing/2014/main" id="{5F556B6C-19AC-47D9-A2DB-BD571E4415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7" y="3621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8971" name="Text Box 73">
              <a:extLst>
                <a:ext uri="{FF2B5EF4-FFF2-40B4-BE49-F238E27FC236}">
                  <a16:creationId xmlns:a16="http://schemas.microsoft.com/office/drawing/2014/main" id="{B7F1C9CF-E719-4999-8AC1-CDF08D5D43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8" y="3621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12</a:t>
              </a:r>
            </a:p>
          </p:txBody>
        </p:sp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9EDB86-A2F5-50B5-C9C9-C30AC5411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1C74D4D-FCAE-4BB5-A0C5-4BEAD4D1667A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FACE5057-A78F-C4B1-EAB9-6417F483A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494E50D2-5469-9945-D057-337C3BB17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25</a:t>
            </a:fld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44824"/>
            <a:ext cx="8136904" cy="4104456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Load/Store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型指令集结构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2400" dirty="0"/>
              <a:t> Microprocessor without Interlocked Pipelined Stages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</a:t>
            </a:r>
            <a:endParaRPr lang="zh-CN" altLang="en-US" sz="26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MIPS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是一种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多元指令集结构</a:t>
            </a:r>
            <a:endParaRPr lang="zh-CN" altLang="en-US" sz="26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30000"/>
              </a:lnSpc>
              <a:defRPr/>
            </a:pPr>
            <a:r>
              <a:rPr lang="zh-CN" altLang="en-US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体现了当今多种机器（</a:t>
            </a:r>
            <a:r>
              <a:rPr lang="en-US" altLang="zh-CN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AMD29K</a:t>
            </a:r>
            <a:r>
              <a:rPr lang="zh-CN" altLang="en-US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DEC station 3100</a:t>
            </a:r>
            <a:r>
              <a:rPr lang="zh-CN" altLang="en-US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HP850</a:t>
            </a:r>
            <a:r>
              <a:rPr lang="zh-CN" altLang="en-US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IBM 801</a:t>
            </a:r>
            <a:r>
              <a:rPr lang="zh-CN" altLang="en-US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MIPS M/120A</a:t>
            </a:r>
            <a:r>
              <a:rPr lang="zh-CN" altLang="en-US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MIPS M/1000</a:t>
            </a:r>
            <a:r>
              <a:rPr lang="zh-CN" altLang="en-US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Motorola 88k</a:t>
            </a:r>
            <a:r>
              <a:rPr lang="zh-CN" altLang="en-US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RISC I</a:t>
            </a:r>
            <a:r>
              <a:rPr lang="zh-CN" altLang="en-US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SGI4D/60</a:t>
            </a:r>
            <a:r>
              <a:rPr lang="zh-CN" altLang="en-US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SPARC station 1</a:t>
            </a:r>
            <a:r>
              <a:rPr lang="zh-CN" altLang="en-US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Sun 4/110</a:t>
            </a:r>
            <a:r>
              <a:rPr lang="zh-CN" altLang="en-US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Sun 4/260</a:t>
            </a:r>
            <a:r>
              <a:rPr lang="zh-CN" altLang="en-US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等）的指令集结构的共同特点。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zh-CN" altLang="en-US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还将会体现未来一些机器的指令集结构的特点。</a:t>
            </a:r>
          </a:p>
        </p:txBody>
      </p:sp>
      <p:sp>
        <p:nvSpPr>
          <p:cNvPr id="5" name="Rectangle 2"/>
          <p:cNvSpPr txBox="1"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algn="ctr"/>
            <a:r>
              <a:rPr lang="en-US" altLang="zh-CN" sz="3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2.7</a:t>
            </a:r>
            <a:r>
              <a:rPr lang="zh-CN" altLang="en-US" sz="3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</a:t>
            </a:r>
            <a:r>
              <a:rPr lang="en-US" altLang="zh-CN" sz="3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MIPS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指令分析</a:t>
            </a:r>
          </a:p>
        </p:txBody>
      </p:sp>
      <p:sp>
        <p:nvSpPr>
          <p:cNvPr id="3" name="矩形 2"/>
          <p:cNvSpPr/>
          <p:nvPr/>
        </p:nvSpPr>
        <p:spPr>
          <a:xfrm>
            <a:off x="539552" y="1412776"/>
            <a:ext cx="620554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介绍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MIPS32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的一个子集，简称为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D6CC8B-7658-DC0B-429F-5B76F3A13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FA836D-6130-4C2A-88A2-52FAF8B30EEB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22A384-6B87-C6AA-70F1-8D4D62DAB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B22CA5-DF35-4EAB-18E3-DFDEE1E36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6473303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指令集结构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250950"/>
            <a:ext cx="8001000" cy="4483100"/>
          </a:xfrm>
        </p:spPr>
        <p:txBody>
          <a:bodyPr/>
          <a:lstStyle/>
          <a:p>
            <a:pPr eaLnBrk="1" hangingPunct="1">
              <a:lnSpc>
                <a:spcPct val="220000"/>
              </a:lnSpc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具有一个简单的</a:t>
            </a:r>
            <a:r>
              <a:rPr lang="en-US" altLang="zh-CN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Load/Store</a:t>
            </a: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指令集；</a:t>
            </a:r>
          </a:p>
          <a:p>
            <a:pPr eaLnBrk="1" hangingPunct="1">
              <a:lnSpc>
                <a:spcPct val="220000"/>
              </a:lnSpc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注重指令流水效率；</a:t>
            </a:r>
          </a:p>
          <a:p>
            <a:pPr eaLnBrk="1" hangingPunct="1">
              <a:lnSpc>
                <a:spcPct val="220000"/>
              </a:lnSpc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简化指令的译码；</a:t>
            </a:r>
          </a:p>
          <a:p>
            <a:pPr eaLnBrk="1" hangingPunct="1">
              <a:lnSpc>
                <a:spcPct val="220000"/>
              </a:lnSpc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高效支持编译器。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D6F4C6-E33F-B81F-3524-27C6A08C5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7141C9-6630-4B59-98BD-FF8A9BFFD828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62A3B4-6421-F35F-0AE5-D3F8CBEEA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9C405A-DAC9-D5AA-8C9F-7DECB9621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8792212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指令集结构：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寄存器</a:t>
            </a:r>
          </a:p>
        </p:txBody>
      </p:sp>
      <p:grpSp>
        <p:nvGrpSpPr>
          <p:cNvPr id="92163" name="Group 47"/>
          <p:cNvGrpSpPr>
            <a:grpSpLocks/>
          </p:cNvGrpSpPr>
          <p:nvPr/>
        </p:nvGrpSpPr>
        <p:grpSpPr bwMode="auto">
          <a:xfrm>
            <a:off x="684213" y="1628775"/>
            <a:ext cx="3886200" cy="4191000"/>
            <a:chOff x="816" y="1488"/>
            <a:chExt cx="2448" cy="2640"/>
          </a:xfrm>
        </p:grpSpPr>
        <p:sp>
          <p:nvSpPr>
            <p:cNvPr id="92165" name="Text Box 6"/>
            <p:cNvSpPr txBox="1">
              <a:spLocks noChangeArrowheads="1"/>
            </p:cNvSpPr>
            <p:nvPr/>
          </p:nvSpPr>
          <p:spPr bwMode="auto">
            <a:xfrm>
              <a:off x="816" y="1488"/>
              <a:ext cx="576" cy="288"/>
            </a:xfrm>
            <a:prstGeom prst="rect">
              <a:avLst/>
            </a:prstGeom>
            <a:solidFill>
              <a:srgbClr val="66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R0</a:t>
              </a:r>
            </a:p>
          </p:txBody>
        </p:sp>
        <p:sp>
          <p:nvSpPr>
            <p:cNvPr id="92166" name="Text Box 8"/>
            <p:cNvSpPr txBox="1">
              <a:spLocks noChangeArrowheads="1"/>
            </p:cNvSpPr>
            <p:nvPr/>
          </p:nvSpPr>
          <p:spPr bwMode="auto">
            <a:xfrm>
              <a:off x="1440" y="1488"/>
              <a:ext cx="576" cy="288"/>
            </a:xfrm>
            <a:prstGeom prst="rect">
              <a:avLst/>
            </a:prstGeom>
            <a:solidFill>
              <a:srgbClr val="00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9900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R1</a:t>
              </a:r>
            </a:p>
          </p:txBody>
        </p:sp>
        <p:sp>
          <p:nvSpPr>
            <p:cNvPr id="92167" name="Text Box 9"/>
            <p:cNvSpPr txBox="1">
              <a:spLocks noChangeArrowheads="1"/>
            </p:cNvSpPr>
            <p:nvPr/>
          </p:nvSpPr>
          <p:spPr bwMode="auto">
            <a:xfrm>
              <a:off x="2064" y="1488"/>
              <a:ext cx="576" cy="288"/>
            </a:xfrm>
            <a:prstGeom prst="rect">
              <a:avLst/>
            </a:prstGeom>
            <a:solidFill>
              <a:srgbClr val="00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9900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R2</a:t>
              </a:r>
            </a:p>
          </p:txBody>
        </p:sp>
        <p:sp>
          <p:nvSpPr>
            <p:cNvPr id="92168" name="Text Box 10"/>
            <p:cNvSpPr txBox="1">
              <a:spLocks noChangeArrowheads="1"/>
            </p:cNvSpPr>
            <p:nvPr/>
          </p:nvSpPr>
          <p:spPr bwMode="auto">
            <a:xfrm>
              <a:off x="2688" y="1488"/>
              <a:ext cx="576" cy="288"/>
            </a:xfrm>
            <a:prstGeom prst="rect">
              <a:avLst/>
            </a:prstGeom>
            <a:solidFill>
              <a:srgbClr val="00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9900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R3</a:t>
              </a:r>
            </a:p>
          </p:txBody>
        </p:sp>
        <p:grpSp>
          <p:nvGrpSpPr>
            <p:cNvPr id="92169" name="Group 12"/>
            <p:cNvGrpSpPr>
              <a:grpSpLocks/>
            </p:cNvGrpSpPr>
            <p:nvPr/>
          </p:nvGrpSpPr>
          <p:grpSpPr bwMode="auto">
            <a:xfrm>
              <a:off x="816" y="1824"/>
              <a:ext cx="2448" cy="288"/>
              <a:chOff x="816" y="1488"/>
              <a:chExt cx="2448" cy="288"/>
            </a:xfrm>
          </p:grpSpPr>
          <p:sp>
            <p:nvSpPr>
              <p:cNvPr id="92200" name="Text Box 13"/>
              <p:cNvSpPr txBox="1">
                <a:spLocks noChangeArrowheads="1"/>
              </p:cNvSpPr>
              <p:nvPr/>
            </p:nvSpPr>
            <p:spPr bwMode="auto">
              <a:xfrm>
                <a:off x="816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R4</a:t>
                </a:r>
              </a:p>
            </p:txBody>
          </p:sp>
          <p:sp>
            <p:nvSpPr>
              <p:cNvPr id="92201" name="Text Box 14"/>
              <p:cNvSpPr txBox="1">
                <a:spLocks noChangeArrowheads="1"/>
              </p:cNvSpPr>
              <p:nvPr/>
            </p:nvSpPr>
            <p:spPr bwMode="auto">
              <a:xfrm>
                <a:off x="1440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R5</a:t>
                </a:r>
              </a:p>
            </p:txBody>
          </p:sp>
          <p:sp>
            <p:nvSpPr>
              <p:cNvPr id="92202" name="Text Box 15"/>
              <p:cNvSpPr txBox="1">
                <a:spLocks noChangeArrowheads="1"/>
              </p:cNvSpPr>
              <p:nvPr/>
            </p:nvSpPr>
            <p:spPr bwMode="auto">
              <a:xfrm>
                <a:off x="2064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R6</a:t>
                </a:r>
              </a:p>
            </p:txBody>
          </p:sp>
          <p:sp>
            <p:nvSpPr>
              <p:cNvPr id="92203" name="Text Box 16"/>
              <p:cNvSpPr txBox="1">
                <a:spLocks noChangeArrowheads="1"/>
              </p:cNvSpPr>
              <p:nvPr/>
            </p:nvSpPr>
            <p:spPr bwMode="auto">
              <a:xfrm>
                <a:off x="2688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R7</a:t>
                </a:r>
              </a:p>
            </p:txBody>
          </p:sp>
        </p:grpSp>
        <p:grpSp>
          <p:nvGrpSpPr>
            <p:cNvPr id="92170" name="Group 17"/>
            <p:cNvGrpSpPr>
              <a:grpSpLocks/>
            </p:cNvGrpSpPr>
            <p:nvPr/>
          </p:nvGrpSpPr>
          <p:grpSpPr bwMode="auto">
            <a:xfrm>
              <a:off x="816" y="2160"/>
              <a:ext cx="2448" cy="288"/>
              <a:chOff x="816" y="1488"/>
              <a:chExt cx="2448" cy="288"/>
            </a:xfrm>
          </p:grpSpPr>
          <p:sp>
            <p:nvSpPr>
              <p:cNvPr id="92196" name="Text Box 18"/>
              <p:cNvSpPr txBox="1">
                <a:spLocks noChangeArrowheads="1"/>
              </p:cNvSpPr>
              <p:nvPr/>
            </p:nvSpPr>
            <p:spPr bwMode="auto">
              <a:xfrm>
                <a:off x="816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R8</a:t>
                </a:r>
              </a:p>
            </p:txBody>
          </p:sp>
          <p:sp>
            <p:nvSpPr>
              <p:cNvPr id="92197" name="Text Box 19"/>
              <p:cNvSpPr txBox="1">
                <a:spLocks noChangeArrowheads="1"/>
              </p:cNvSpPr>
              <p:nvPr/>
            </p:nvSpPr>
            <p:spPr bwMode="auto">
              <a:xfrm>
                <a:off x="1440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R9</a:t>
                </a:r>
              </a:p>
            </p:txBody>
          </p:sp>
          <p:sp>
            <p:nvSpPr>
              <p:cNvPr id="92198" name="Text Box 20"/>
              <p:cNvSpPr txBox="1">
                <a:spLocks noChangeArrowheads="1"/>
              </p:cNvSpPr>
              <p:nvPr/>
            </p:nvSpPr>
            <p:spPr bwMode="auto">
              <a:xfrm>
                <a:off x="2064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R10</a:t>
                </a:r>
              </a:p>
            </p:txBody>
          </p:sp>
          <p:sp>
            <p:nvSpPr>
              <p:cNvPr id="92199" name="Text Box 21"/>
              <p:cNvSpPr txBox="1">
                <a:spLocks noChangeArrowheads="1"/>
              </p:cNvSpPr>
              <p:nvPr/>
            </p:nvSpPr>
            <p:spPr bwMode="auto">
              <a:xfrm>
                <a:off x="2688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R11</a:t>
                </a:r>
              </a:p>
            </p:txBody>
          </p:sp>
        </p:grpSp>
        <p:grpSp>
          <p:nvGrpSpPr>
            <p:cNvPr id="92171" name="Group 22"/>
            <p:cNvGrpSpPr>
              <a:grpSpLocks/>
            </p:cNvGrpSpPr>
            <p:nvPr/>
          </p:nvGrpSpPr>
          <p:grpSpPr bwMode="auto">
            <a:xfrm>
              <a:off x="816" y="2496"/>
              <a:ext cx="2448" cy="288"/>
              <a:chOff x="816" y="1488"/>
              <a:chExt cx="2448" cy="288"/>
            </a:xfrm>
          </p:grpSpPr>
          <p:sp>
            <p:nvSpPr>
              <p:cNvPr id="92192" name="Text Box 23"/>
              <p:cNvSpPr txBox="1">
                <a:spLocks noChangeArrowheads="1"/>
              </p:cNvSpPr>
              <p:nvPr/>
            </p:nvSpPr>
            <p:spPr bwMode="auto">
              <a:xfrm>
                <a:off x="816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R12</a:t>
                </a:r>
              </a:p>
            </p:txBody>
          </p:sp>
          <p:sp>
            <p:nvSpPr>
              <p:cNvPr id="92193" name="Text Box 24"/>
              <p:cNvSpPr txBox="1">
                <a:spLocks noChangeArrowheads="1"/>
              </p:cNvSpPr>
              <p:nvPr/>
            </p:nvSpPr>
            <p:spPr bwMode="auto">
              <a:xfrm>
                <a:off x="1440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R13</a:t>
                </a:r>
              </a:p>
            </p:txBody>
          </p:sp>
          <p:sp>
            <p:nvSpPr>
              <p:cNvPr id="92194" name="Text Box 25"/>
              <p:cNvSpPr txBox="1">
                <a:spLocks noChangeArrowheads="1"/>
              </p:cNvSpPr>
              <p:nvPr/>
            </p:nvSpPr>
            <p:spPr bwMode="auto">
              <a:xfrm>
                <a:off x="2064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R14</a:t>
                </a:r>
              </a:p>
            </p:txBody>
          </p:sp>
          <p:sp>
            <p:nvSpPr>
              <p:cNvPr id="92195" name="Text Box 26"/>
              <p:cNvSpPr txBox="1">
                <a:spLocks noChangeArrowheads="1"/>
              </p:cNvSpPr>
              <p:nvPr/>
            </p:nvSpPr>
            <p:spPr bwMode="auto">
              <a:xfrm>
                <a:off x="2688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R15</a:t>
                </a:r>
              </a:p>
            </p:txBody>
          </p:sp>
        </p:grpSp>
        <p:grpSp>
          <p:nvGrpSpPr>
            <p:cNvPr id="92172" name="Group 27"/>
            <p:cNvGrpSpPr>
              <a:grpSpLocks/>
            </p:cNvGrpSpPr>
            <p:nvPr/>
          </p:nvGrpSpPr>
          <p:grpSpPr bwMode="auto">
            <a:xfrm>
              <a:off x="816" y="2832"/>
              <a:ext cx="2448" cy="288"/>
              <a:chOff x="816" y="1488"/>
              <a:chExt cx="2448" cy="288"/>
            </a:xfrm>
          </p:grpSpPr>
          <p:sp>
            <p:nvSpPr>
              <p:cNvPr id="92188" name="Text Box 28"/>
              <p:cNvSpPr txBox="1">
                <a:spLocks noChangeArrowheads="1"/>
              </p:cNvSpPr>
              <p:nvPr/>
            </p:nvSpPr>
            <p:spPr bwMode="auto">
              <a:xfrm>
                <a:off x="816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R16</a:t>
                </a:r>
              </a:p>
            </p:txBody>
          </p:sp>
          <p:sp>
            <p:nvSpPr>
              <p:cNvPr id="92189" name="Text Box 29"/>
              <p:cNvSpPr txBox="1">
                <a:spLocks noChangeArrowheads="1"/>
              </p:cNvSpPr>
              <p:nvPr/>
            </p:nvSpPr>
            <p:spPr bwMode="auto">
              <a:xfrm>
                <a:off x="1440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R17</a:t>
                </a:r>
              </a:p>
            </p:txBody>
          </p:sp>
          <p:sp>
            <p:nvSpPr>
              <p:cNvPr id="92190" name="Text Box 30"/>
              <p:cNvSpPr txBox="1">
                <a:spLocks noChangeArrowheads="1"/>
              </p:cNvSpPr>
              <p:nvPr/>
            </p:nvSpPr>
            <p:spPr bwMode="auto">
              <a:xfrm>
                <a:off x="2064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R18</a:t>
                </a:r>
              </a:p>
            </p:txBody>
          </p:sp>
          <p:sp>
            <p:nvSpPr>
              <p:cNvPr id="92191" name="Text Box 31"/>
              <p:cNvSpPr txBox="1">
                <a:spLocks noChangeArrowheads="1"/>
              </p:cNvSpPr>
              <p:nvPr/>
            </p:nvSpPr>
            <p:spPr bwMode="auto">
              <a:xfrm>
                <a:off x="2688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R19</a:t>
                </a:r>
              </a:p>
            </p:txBody>
          </p:sp>
        </p:grpSp>
        <p:grpSp>
          <p:nvGrpSpPr>
            <p:cNvPr id="92173" name="Group 32"/>
            <p:cNvGrpSpPr>
              <a:grpSpLocks/>
            </p:cNvGrpSpPr>
            <p:nvPr/>
          </p:nvGrpSpPr>
          <p:grpSpPr bwMode="auto">
            <a:xfrm>
              <a:off x="816" y="3168"/>
              <a:ext cx="2448" cy="288"/>
              <a:chOff x="816" y="1488"/>
              <a:chExt cx="2448" cy="288"/>
            </a:xfrm>
          </p:grpSpPr>
          <p:sp>
            <p:nvSpPr>
              <p:cNvPr id="92184" name="Text Box 33"/>
              <p:cNvSpPr txBox="1">
                <a:spLocks noChangeArrowheads="1"/>
              </p:cNvSpPr>
              <p:nvPr/>
            </p:nvSpPr>
            <p:spPr bwMode="auto">
              <a:xfrm>
                <a:off x="816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R20</a:t>
                </a:r>
              </a:p>
            </p:txBody>
          </p:sp>
          <p:sp>
            <p:nvSpPr>
              <p:cNvPr id="92185" name="Text Box 34"/>
              <p:cNvSpPr txBox="1">
                <a:spLocks noChangeArrowheads="1"/>
              </p:cNvSpPr>
              <p:nvPr/>
            </p:nvSpPr>
            <p:spPr bwMode="auto">
              <a:xfrm>
                <a:off x="1440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R21</a:t>
                </a:r>
              </a:p>
            </p:txBody>
          </p:sp>
          <p:sp>
            <p:nvSpPr>
              <p:cNvPr id="92186" name="Text Box 35"/>
              <p:cNvSpPr txBox="1">
                <a:spLocks noChangeArrowheads="1"/>
              </p:cNvSpPr>
              <p:nvPr/>
            </p:nvSpPr>
            <p:spPr bwMode="auto">
              <a:xfrm>
                <a:off x="2064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R22</a:t>
                </a:r>
              </a:p>
            </p:txBody>
          </p:sp>
          <p:sp>
            <p:nvSpPr>
              <p:cNvPr id="92187" name="Text Box 36"/>
              <p:cNvSpPr txBox="1">
                <a:spLocks noChangeArrowheads="1"/>
              </p:cNvSpPr>
              <p:nvPr/>
            </p:nvSpPr>
            <p:spPr bwMode="auto">
              <a:xfrm>
                <a:off x="2688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R23</a:t>
                </a:r>
              </a:p>
            </p:txBody>
          </p:sp>
        </p:grpSp>
        <p:grpSp>
          <p:nvGrpSpPr>
            <p:cNvPr id="92174" name="Group 37"/>
            <p:cNvGrpSpPr>
              <a:grpSpLocks/>
            </p:cNvGrpSpPr>
            <p:nvPr/>
          </p:nvGrpSpPr>
          <p:grpSpPr bwMode="auto">
            <a:xfrm>
              <a:off x="816" y="3504"/>
              <a:ext cx="2448" cy="288"/>
              <a:chOff x="816" y="1488"/>
              <a:chExt cx="2448" cy="288"/>
            </a:xfrm>
          </p:grpSpPr>
          <p:sp>
            <p:nvSpPr>
              <p:cNvPr id="92180" name="Text Box 38"/>
              <p:cNvSpPr txBox="1">
                <a:spLocks noChangeArrowheads="1"/>
              </p:cNvSpPr>
              <p:nvPr/>
            </p:nvSpPr>
            <p:spPr bwMode="auto">
              <a:xfrm>
                <a:off x="816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R24</a:t>
                </a:r>
              </a:p>
            </p:txBody>
          </p:sp>
          <p:sp>
            <p:nvSpPr>
              <p:cNvPr id="92181" name="Text Box 39"/>
              <p:cNvSpPr txBox="1">
                <a:spLocks noChangeArrowheads="1"/>
              </p:cNvSpPr>
              <p:nvPr/>
            </p:nvSpPr>
            <p:spPr bwMode="auto">
              <a:xfrm>
                <a:off x="1440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R25</a:t>
                </a:r>
              </a:p>
            </p:txBody>
          </p:sp>
          <p:sp>
            <p:nvSpPr>
              <p:cNvPr id="92182" name="Text Box 40"/>
              <p:cNvSpPr txBox="1">
                <a:spLocks noChangeArrowheads="1"/>
              </p:cNvSpPr>
              <p:nvPr/>
            </p:nvSpPr>
            <p:spPr bwMode="auto">
              <a:xfrm>
                <a:off x="2064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R26</a:t>
                </a:r>
              </a:p>
            </p:txBody>
          </p:sp>
          <p:sp>
            <p:nvSpPr>
              <p:cNvPr id="92183" name="Text Box 41"/>
              <p:cNvSpPr txBox="1">
                <a:spLocks noChangeArrowheads="1"/>
              </p:cNvSpPr>
              <p:nvPr/>
            </p:nvSpPr>
            <p:spPr bwMode="auto">
              <a:xfrm>
                <a:off x="2688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R27</a:t>
                </a:r>
              </a:p>
            </p:txBody>
          </p:sp>
        </p:grpSp>
        <p:grpSp>
          <p:nvGrpSpPr>
            <p:cNvPr id="92175" name="Group 42"/>
            <p:cNvGrpSpPr>
              <a:grpSpLocks/>
            </p:cNvGrpSpPr>
            <p:nvPr/>
          </p:nvGrpSpPr>
          <p:grpSpPr bwMode="auto">
            <a:xfrm>
              <a:off x="816" y="3840"/>
              <a:ext cx="2448" cy="288"/>
              <a:chOff x="816" y="1488"/>
              <a:chExt cx="2448" cy="288"/>
            </a:xfrm>
          </p:grpSpPr>
          <p:sp>
            <p:nvSpPr>
              <p:cNvPr id="92176" name="Text Box 43"/>
              <p:cNvSpPr txBox="1">
                <a:spLocks noChangeArrowheads="1"/>
              </p:cNvSpPr>
              <p:nvPr/>
            </p:nvSpPr>
            <p:spPr bwMode="auto">
              <a:xfrm>
                <a:off x="816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R28</a:t>
                </a:r>
              </a:p>
            </p:txBody>
          </p:sp>
          <p:sp>
            <p:nvSpPr>
              <p:cNvPr id="92177" name="Text Box 44"/>
              <p:cNvSpPr txBox="1">
                <a:spLocks noChangeArrowheads="1"/>
              </p:cNvSpPr>
              <p:nvPr/>
            </p:nvSpPr>
            <p:spPr bwMode="auto">
              <a:xfrm>
                <a:off x="1440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R29</a:t>
                </a:r>
              </a:p>
            </p:txBody>
          </p:sp>
          <p:sp>
            <p:nvSpPr>
              <p:cNvPr id="92178" name="Text Box 45"/>
              <p:cNvSpPr txBox="1">
                <a:spLocks noChangeArrowheads="1"/>
              </p:cNvSpPr>
              <p:nvPr/>
            </p:nvSpPr>
            <p:spPr bwMode="auto">
              <a:xfrm>
                <a:off x="2064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R30</a:t>
                </a:r>
              </a:p>
            </p:txBody>
          </p:sp>
          <p:sp>
            <p:nvSpPr>
              <p:cNvPr id="92179" name="Text Box 46"/>
              <p:cNvSpPr txBox="1">
                <a:spLocks noChangeArrowheads="1"/>
              </p:cNvSpPr>
              <p:nvPr/>
            </p:nvSpPr>
            <p:spPr bwMode="auto">
              <a:xfrm>
                <a:off x="2688" y="1488"/>
                <a:ext cx="576" cy="288"/>
              </a:xfrm>
              <a:prstGeom prst="rect">
                <a:avLst/>
              </a:prstGeom>
              <a:solidFill>
                <a:srgbClr val="009900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009900"/>
                </a:extrusionClr>
              </a:sp3d>
            </p:spPr>
            <p:txBody>
              <a:bodyPr>
                <a:spAutoFit/>
                <a:flatTx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R31</a:t>
                </a:r>
              </a:p>
            </p:txBody>
          </p:sp>
        </p:grpSp>
      </p:grpSp>
      <p:sp>
        <p:nvSpPr>
          <p:cNvPr id="110640" name="Text Box 48"/>
          <p:cNvSpPr txBox="1">
            <a:spLocks noChangeArrowheads="1"/>
          </p:cNvSpPr>
          <p:nvPr/>
        </p:nvSpPr>
        <p:spPr bwMode="auto">
          <a:xfrm>
            <a:off x="5148263" y="2708275"/>
            <a:ext cx="3311525" cy="18780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altLang="zh-CN" sz="260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32</a:t>
            </a:r>
            <a:r>
              <a:rPr lang="zh-CN" altLang="en-US" sz="260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个</a:t>
            </a:r>
            <a:r>
              <a:rPr lang="en-US" altLang="zh-CN" sz="260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32</a:t>
            </a:r>
            <a:r>
              <a:rPr lang="zh-CN" altLang="en-US" sz="260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位的通用寄存器（</a:t>
            </a:r>
            <a:r>
              <a:rPr lang="en-US" altLang="zh-CN" sz="260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GPRs</a:t>
            </a:r>
            <a:r>
              <a:rPr lang="zh-CN" altLang="en-US" sz="260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）。</a:t>
            </a:r>
          </a:p>
          <a:p>
            <a:pPr algn="just">
              <a:spcBef>
                <a:spcPct val="50000"/>
              </a:spcBef>
              <a:defRPr/>
            </a:pPr>
            <a:r>
              <a:rPr lang="zh-CN" altLang="en-US" sz="26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寄存器</a:t>
            </a:r>
            <a:r>
              <a:rPr lang="en-US" altLang="zh-CN" sz="26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R0</a:t>
            </a:r>
            <a:r>
              <a:rPr lang="zh-CN" altLang="en-US" sz="26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的内容恒为全</a:t>
            </a:r>
            <a:r>
              <a:rPr lang="en-US" altLang="zh-CN" sz="26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0</a:t>
            </a:r>
            <a:r>
              <a:rPr lang="zh-CN" altLang="en-US" sz="26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9A2BE2-07F9-8CAA-6312-753C151AB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9E0A4FE-12BF-415B-8809-14D7579C959B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B7C8C67-E936-25E6-3C0A-39F61E584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5BD3B9-1D25-290B-B6EC-B71918A9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42FEDC-7E89-472C-BFD5-D857A9C78A6E}" type="slidenum">
              <a:rPr lang="zh-CN" altLang="en-US" smtClean="0"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4029140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6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指令集结构：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寄存器</a:t>
            </a:r>
          </a:p>
        </p:txBody>
      </p:sp>
      <p:sp>
        <p:nvSpPr>
          <p:cNvPr id="111660" name="Text Box 44"/>
          <p:cNvSpPr txBox="1">
            <a:spLocks noChangeArrowheads="1"/>
          </p:cNvSpPr>
          <p:nvPr/>
        </p:nvSpPr>
        <p:spPr bwMode="auto">
          <a:xfrm>
            <a:off x="5364163" y="2636838"/>
            <a:ext cx="2895600" cy="22748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altLang="zh-CN" sz="260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32</a:t>
            </a:r>
            <a:r>
              <a:rPr lang="zh-CN" altLang="en-US" sz="260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个</a:t>
            </a:r>
            <a:r>
              <a:rPr lang="en-US" altLang="zh-CN" sz="260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32</a:t>
            </a:r>
            <a:r>
              <a:rPr lang="zh-CN" altLang="en-US" sz="260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位浮点寄存器（</a:t>
            </a:r>
            <a:r>
              <a:rPr lang="en-US" altLang="zh-CN" sz="260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FPRs</a:t>
            </a:r>
            <a:r>
              <a:rPr lang="zh-CN" altLang="en-US" sz="260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）。</a:t>
            </a:r>
          </a:p>
          <a:p>
            <a:pPr algn="just">
              <a:spcBef>
                <a:spcPct val="50000"/>
              </a:spcBef>
              <a:defRPr/>
            </a:pPr>
            <a:r>
              <a:rPr lang="zh-CN" altLang="en-US" sz="260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单精度浮点数表示和双精度浮点数表示。</a:t>
            </a:r>
            <a:endParaRPr lang="zh-CN" altLang="en-US" sz="26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grpSp>
        <p:nvGrpSpPr>
          <p:cNvPr id="93188" name="Group 61"/>
          <p:cNvGrpSpPr>
            <a:grpSpLocks/>
          </p:cNvGrpSpPr>
          <p:nvPr/>
        </p:nvGrpSpPr>
        <p:grpSpPr bwMode="auto">
          <a:xfrm>
            <a:off x="611188" y="1773238"/>
            <a:ext cx="3886200" cy="4191000"/>
            <a:chOff x="432" y="1344"/>
            <a:chExt cx="2448" cy="2640"/>
          </a:xfrm>
        </p:grpSpPr>
        <p:sp>
          <p:nvSpPr>
            <p:cNvPr id="93189" name="Text Box 5"/>
            <p:cNvSpPr txBox="1">
              <a:spLocks noChangeArrowheads="1"/>
            </p:cNvSpPr>
            <p:nvPr/>
          </p:nvSpPr>
          <p:spPr bwMode="auto">
            <a:xfrm>
              <a:off x="432" y="1344"/>
              <a:ext cx="576" cy="288"/>
            </a:xfrm>
            <a:prstGeom prst="rect">
              <a:avLst/>
            </a:prstGeom>
            <a:solidFill>
              <a:srgbClr val="66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F0</a:t>
              </a:r>
            </a:p>
          </p:txBody>
        </p:sp>
        <p:sp>
          <p:nvSpPr>
            <p:cNvPr id="93190" name="Text Box 6"/>
            <p:cNvSpPr txBox="1">
              <a:spLocks noChangeArrowheads="1"/>
            </p:cNvSpPr>
            <p:nvPr/>
          </p:nvSpPr>
          <p:spPr bwMode="auto">
            <a:xfrm>
              <a:off x="1056" y="1344"/>
              <a:ext cx="576" cy="288"/>
            </a:xfrm>
            <a:prstGeom prst="rect">
              <a:avLst/>
            </a:prstGeom>
            <a:solidFill>
              <a:srgbClr val="66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F1</a:t>
              </a:r>
            </a:p>
          </p:txBody>
        </p:sp>
        <p:sp>
          <p:nvSpPr>
            <p:cNvPr id="93191" name="Text Box 7"/>
            <p:cNvSpPr txBox="1">
              <a:spLocks noChangeArrowheads="1"/>
            </p:cNvSpPr>
            <p:nvPr/>
          </p:nvSpPr>
          <p:spPr bwMode="auto">
            <a:xfrm>
              <a:off x="1680" y="1344"/>
              <a:ext cx="576" cy="288"/>
            </a:xfrm>
            <a:prstGeom prst="rect">
              <a:avLst/>
            </a:prstGeom>
            <a:solidFill>
              <a:srgbClr val="00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9900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F2</a:t>
              </a:r>
            </a:p>
          </p:txBody>
        </p:sp>
        <p:sp>
          <p:nvSpPr>
            <p:cNvPr id="93192" name="Text Box 8"/>
            <p:cNvSpPr txBox="1">
              <a:spLocks noChangeArrowheads="1"/>
            </p:cNvSpPr>
            <p:nvPr/>
          </p:nvSpPr>
          <p:spPr bwMode="auto">
            <a:xfrm>
              <a:off x="2304" y="1344"/>
              <a:ext cx="576" cy="288"/>
            </a:xfrm>
            <a:prstGeom prst="rect">
              <a:avLst/>
            </a:prstGeom>
            <a:solidFill>
              <a:srgbClr val="00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9900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F3</a:t>
              </a:r>
            </a:p>
          </p:txBody>
        </p:sp>
        <p:sp>
          <p:nvSpPr>
            <p:cNvPr id="93193" name="Text Box 10"/>
            <p:cNvSpPr txBox="1">
              <a:spLocks noChangeArrowheads="1"/>
            </p:cNvSpPr>
            <p:nvPr/>
          </p:nvSpPr>
          <p:spPr bwMode="auto">
            <a:xfrm>
              <a:off x="432" y="1680"/>
              <a:ext cx="576" cy="288"/>
            </a:xfrm>
            <a:prstGeom prst="rect">
              <a:avLst/>
            </a:prstGeom>
            <a:solidFill>
              <a:srgbClr val="66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F4</a:t>
              </a:r>
            </a:p>
          </p:txBody>
        </p:sp>
        <p:sp>
          <p:nvSpPr>
            <p:cNvPr id="93194" name="Text Box 11"/>
            <p:cNvSpPr txBox="1">
              <a:spLocks noChangeArrowheads="1"/>
            </p:cNvSpPr>
            <p:nvPr/>
          </p:nvSpPr>
          <p:spPr bwMode="auto">
            <a:xfrm>
              <a:off x="1056" y="1680"/>
              <a:ext cx="576" cy="288"/>
            </a:xfrm>
            <a:prstGeom prst="rect">
              <a:avLst/>
            </a:prstGeom>
            <a:solidFill>
              <a:srgbClr val="66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F5</a:t>
              </a:r>
            </a:p>
          </p:txBody>
        </p:sp>
        <p:sp>
          <p:nvSpPr>
            <p:cNvPr id="93195" name="Text Box 12"/>
            <p:cNvSpPr txBox="1">
              <a:spLocks noChangeArrowheads="1"/>
            </p:cNvSpPr>
            <p:nvPr/>
          </p:nvSpPr>
          <p:spPr bwMode="auto">
            <a:xfrm>
              <a:off x="1680" y="1680"/>
              <a:ext cx="576" cy="288"/>
            </a:xfrm>
            <a:prstGeom prst="rect">
              <a:avLst/>
            </a:prstGeom>
            <a:solidFill>
              <a:srgbClr val="00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9900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F6</a:t>
              </a:r>
            </a:p>
          </p:txBody>
        </p:sp>
        <p:sp>
          <p:nvSpPr>
            <p:cNvPr id="93196" name="Text Box 13"/>
            <p:cNvSpPr txBox="1">
              <a:spLocks noChangeArrowheads="1"/>
            </p:cNvSpPr>
            <p:nvPr/>
          </p:nvSpPr>
          <p:spPr bwMode="auto">
            <a:xfrm>
              <a:off x="2304" y="1680"/>
              <a:ext cx="576" cy="288"/>
            </a:xfrm>
            <a:prstGeom prst="rect">
              <a:avLst/>
            </a:prstGeom>
            <a:solidFill>
              <a:srgbClr val="00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9900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F7</a:t>
              </a:r>
            </a:p>
          </p:txBody>
        </p:sp>
        <p:sp>
          <p:nvSpPr>
            <p:cNvPr id="93197" name="Text Box 15"/>
            <p:cNvSpPr txBox="1">
              <a:spLocks noChangeArrowheads="1"/>
            </p:cNvSpPr>
            <p:nvPr/>
          </p:nvSpPr>
          <p:spPr bwMode="auto">
            <a:xfrm>
              <a:off x="432" y="2016"/>
              <a:ext cx="576" cy="288"/>
            </a:xfrm>
            <a:prstGeom prst="rect">
              <a:avLst/>
            </a:prstGeom>
            <a:solidFill>
              <a:srgbClr val="66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F8</a:t>
              </a:r>
            </a:p>
          </p:txBody>
        </p:sp>
        <p:sp>
          <p:nvSpPr>
            <p:cNvPr id="93198" name="Text Box 16"/>
            <p:cNvSpPr txBox="1">
              <a:spLocks noChangeArrowheads="1"/>
            </p:cNvSpPr>
            <p:nvPr/>
          </p:nvSpPr>
          <p:spPr bwMode="auto">
            <a:xfrm>
              <a:off x="1056" y="2016"/>
              <a:ext cx="576" cy="288"/>
            </a:xfrm>
            <a:prstGeom prst="rect">
              <a:avLst/>
            </a:prstGeom>
            <a:solidFill>
              <a:srgbClr val="66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F9</a:t>
              </a:r>
            </a:p>
          </p:txBody>
        </p:sp>
        <p:sp>
          <p:nvSpPr>
            <p:cNvPr id="93199" name="Text Box 17"/>
            <p:cNvSpPr txBox="1">
              <a:spLocks noChangeArrowheads="1"/>
            </p:cNvSpPr>
            <p:nvPr/>
          </p:nvSpPr>
          <p:spPr bwMode="auto">
            <a:xfrm>
              <a:off x="1680" y="2016"/>
              <a:ext cx="576" cy="288"/>
            </a:xfrm>
            <a:prstGeom prst="rect">
              <a:avLst/>
            </a:prstGeom>
            <a:solidFill>
              <a:srgbClr val="00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9900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F10</a:t>
              </a:r>
            </a:p>
          </p:txBody>
        </p:sp>
        <p:sp>
          <p:nvSpPr>
            <p:cNvPr id="93200" name="Text Box 18"/>
            <p:cNvSpPr txBox="1">
              <a:spLocks noChangeArrowheads="1"/>
            </p:cNvSpPr>
            <p:nvPr/>
          </p:nvSpPr>
          <p:spPr bwMode="auto">
            <a:xfrm>
              <a:off x="2304" y="2016"/>
              <a:ext cx="576" cy="288"/>
            </a:xfrm>
            <a:prstGeom prst="rect">
              <a:avLst/>
            </a:prstGeom>
            <a:solidFill>
              <a:srgbClr val="00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9900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F11</a:t>
              </a:r>
            </a:p>
          </p:txBody>
        </p:sp>
        <p:sp>
          <p:nvSpPr>
            <p:cNvPr id="93201" name="Text Box 20"/>
            <p:cNvSpPr txBox="1">
              <a:spLocks noChangeArrowheads="1"/>
            </p:cNvSpPr>
            <p:nvPr/>
          </p:nvSpPr>
          <p:spPr bwMode="auto">
            <a:xfrm>
              <a:off x="432" y="2352"/>
              <a:ext cx="576" cy="288"/>
            </a:xfrm>
            <a:prstGeom prst="rect">
              <a:avLst/>
            </a:prstGeom>
            <a:solidFill>
              <a:srgbClr val="66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F12</a:t>
              </a:r>
            </a:p>
          </p:txBody>
        </p:sp>
        <p:sp>
          <p:nvSpPr>
            <p:cNvPr id="93202" name="Text Box 21"/>
            <p:cNvSpPr txBox="1">
              <a:spLocks noChangeArrowheads="1"/>
            </p:cNvSpPr>
            <p:nvPr/>
          </p:nvSpPr>
          <p:spPr bwMode="auto">
            <a:xfrm>
              <a:off x="1056" y="2352"/>
              <a:ext cx="576" cy="288"/>
            </a:xfrm>
            <a:prstGeom prst="rect">
              <a:avLst/>
            </a:prstGeom>
            <a:solidFill>
              <a:srgbClr val="66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F13</a:t>
              </a:r>
            </a:p>
          </p:txBody>
        </p:sp>
        <p:sp>
          <p:nvSpPr>
            <p:cNvPr id="93203" name="Text Box 22"/>
            <p:cNvSpPr txBox="1">
              <a:spLocks noChangeArrowheads="1"/>
            </p:cNvSpPr>
            <p:nvPr/>
          </p:nvSpPr>
          <p:spPr bwMode="auto">
            <a:xfrm>
              <a:off x="1680" y="2352"/>
              <a:ext cx="576" cy="288"/>
            </a:xfrm>
            <a:prstGeom prst="rect">
              <a:avLst/>
            </a:prstGeom>
            <a:solidFill>
              <a:srgbClr val="00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9900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F14</a:t>
              </a:r>
            </a:p>
          </p:txBody>
        </p:sp>
        <p:sp>
          <p:nvSpPr>
            <p:cNvPr id="93204" name="Text Box 23"/>
            <p:cNvSpPr txBox="1">
              <a:spLocks noChangeArrowheads="1"/>
            </p:cNvSpPr>
            <p:nvPr/>
          </p:nvSpPr>
          <p:spPr bwMode="auto">
            <a:xfrm>
              <a:off x="2304" y="2352"/>
              <a:ext cx="576" cy="288"/>
            </a:xfrm>
            <a:prstGeom prst="rect">
              <a:avLst/>
            </a:prstGeom>
            <a:solidFill>
              <a:srgbClr val="00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9900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F15</a:t>
              </a:r>
            </a:p>
          </p:txBody>
        </p:sp>
        <p:sp>
          <p:nvSpPr>
            <p:cNvPr id="93205" name="Text Box 45"/>
            <p:cNvSpPr txBox="1">
              <a:spLocks noChangeArrowheads="1"/>
            </p:cNvSpPr>
            <p:nvPr/>
          </p:nvSpPr>
          <p:spPr bwMode="auto">
            <a:xfrm>
              <a:off x="432" y="2688"/>
              <a:ext cx="576" cy="288"/>
            </a:xfrm>
            <a:prstGeom prst="rect">
              <a:avLst/>
            </a:prstGeom>
            <a:solidFill>
              <a:srgbClr val="66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F16</a:t>
              </a:r>
            </a:p>
          </p:txBody>
        </p:sp>
        <p:sp>
          <p:nvSpPr>
            <p:cNvPr id="93206" name="Text Box 46"/>
            <p:cNvSpPr txBox="1">
              <a:spLocks noChangeArrowheads="1"/>
            </p:cNvSpPr>
            <p:nvPr/>
          </p:nvSpPr>
          <p:spPr bwMode="auto">
            <a:xfrm>
              <a:off x="1056" y="2688"/>
              <a:ext cx="576" cy="288"/>
            </a:xfrm>
            <a:prstGeom prst="rect">
              <a:avLst/>
            </a:prstGeom>
            <a:solidFill>
              <a:srgbClr val="66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F17</a:t>
              </a:r>
            </a:p>
          </p:txBody>
        </p:sp>
        <p:sp>
          <p:nvSpPr>
            <p:cNvPr id="93207" name="Text Box 47"/>
            <p:cNvSpPr txBox="1">
              <a:spLocks noChangeArrowheads="1"/>
            </p:cNvSpPr>
            <p:nvPr/>
          </p:nvSpPr>
          <p:spPr bwMode="auto">
            <a:xfrm>
              <a:off x="1680" y="2688"/>
              <a:ext cx="576" cy="288"/>
            </a:xfrm>
            <a:prstGeom prst="rect">
              <a:avLst/>
            </a:prstGeom>
            <a:solidFill>
              <a:srgbClr val="00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9900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F18</a:t>
              </a:r>
            </a:p>
          </p:txBody>
        </p:sp>
        <p:sp>
          <p:nvSpPr>
            <p:cNvPr id="93208" name="Text Box 48"/>
            <p:cNvSpPr txBox="1">
              <a:spLocks noChangeArrowheads="1"/>
            </p:cNvSpPr>
            <p:nvPr/>
          </p:nvSpPr>
          <p:spPr bwMode="auto">
            <a:xfrm>
              <a:off x="2304" y="2688"/>
              <a:ext cx="576" cy="288"/>
            </a:xfrm>
            <a:prstGeom prst="rect">
              <a:avLst/>
            </a:prstGeom>
            <a:solidFill>
              <a:srgbClr val="00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9900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F19</a:t>
              </a:r>
            </a:p>
          </p:txBody>
        </p:sp>
        <p:sp>
          <p:nvSpPr>
            <p:cNvPr id="93209" name="Text Box 49"/>
            <p:cNvSpPr txBox="1">
              <a:spLocks noChangeArrowheads="1"/>
            </p:cNvSpPr>
            <p:nvPr/>
          </p:nvSpPr>
          <p:spPr bwMode="auto">
            <a:xfrm>
              <a:off x="432" y="3024"/>
              <a:ext cx="576" cy="288"/>
            </a:xfrm>
            <a:prstGeom prst="rect">
              <a:avLst/>
            </a:prstGeom>
            <a:solidFill>
              <a:srgbClr val="66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F20</a:t>
              </a:r>
            </a:p>
          </p:txBody>
        </p:sp>
        <p:sp>
          <p:nvSpPr>
            <p:cNvPr id="93210" name="Text Box 50"/>
            <p:cNvSpPr txBox="1">
              <a:spLocks noChangeArrowheads="1"/>
            </p:cNvSpPr>
            <p:nvPr/>
          </p:nvSpPr>
          <p:spPr bwMode="auto">
            <a:xfrm>
              <a:off x="1056" y="3024"/>
              <a:ext cx="576" cy="288"/>
            </a:xfrm>
            <a:prstGeom prst="rect">
              <a:avLst/>
            </a:prstGeom>
            <a:solidFill>
              <a:srgbClr val="66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F21</a:t>
              </a:r>
            </a:p>
          </p:txBody>
        </p:sp>
        <p:sp>
          <p:nvSpPr>
            <p:cNvPr id="93211" name="Text Box 51"/>
            <p:cNvSpPr txBox="1">
              <a:spLocks noChangeArrowheads="1"/>
            </p:cNvSpPr>
            <p:nvPr/>
          </p:nvSpPr>
          <p:spPr bwMode="auto">
            <a:xfrm>
              <a:off x="1680" y="3024"/>
              <a:ext cx="576" cy="288"/>
            </a:xfrm>
            <a:prstGeom prst="rect">
              <a:avLst/>
            </a:prstGeom>
            <a:solidFill>
              <a:srgbClr val="00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9900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F22</a:t>
              </a:r>
            </a:p>
          </p:txBody>
        </p:sp>
        <p:sp>
          <p:nvSpPr>
            <p:cNvPr id="93212" name="Text Box 52"/>
            <p:cNvSpPr txBox="1">
              <a:spLocks noChangeArrowheads="1"/>
            </p:cNvSpPr>
            <p:nvPr/>
          </p:nvSpPr>
          <p:spPr bwMode="auto">
            <a:xfrm>
              <a:off x="2304" y="3024"/>
              <a:ext cx="576" cy="288"/>
            </a:xfrm>
            <a:prstGeom prst="rect">
              <a:avLst/>
            </a:prstGeom>
            <a:solidFill>
              <a:srgbClr val="00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9900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F23</a:t>
              </a:r>
            </a:p>
          </p:txBody>
        </p:sp>
        <p:sp>
          <p:nvSpPr>
            <p:cNvPr id="93213" name="Text Box 53"/>
            <p:cNvSpPr txBox="1">
              <a:spLocks noChangeArrowheads="1"/>
            </p:cNvSpPr>
            <p:nvPr/>
          </p:nvSpPr>
          <p:spPr bwMode="auto">
            <a:xfrm>
              <a:off x="432" y="3360"/>
              <a:ext cx="576" cy="288"/>
            </a:xfrm>
            <a:prstGeom prst="rect">
              <a:avLst/>
            </a:prstGeom>
            <a:solidFill>
              <a:srgbClr val="66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F24</a:t>
              </a:r>
            </a:p>
          </p:txBody>
        </p:sp>
        <p:sp>
          <p:nvSpPr>
            <p:cNvPr id="93214" name="Text Box 54"/>
            <p:cNvSpPr txBox="1">
              <a:spLocks noChangeArrowheads="1"/>
            </p:cNvSpPr>
            <p:nvPr/>
          </p:nvSpPr>
          <p:spPr bwMode="auto">
            <a:xfrm>
              <a:off x="1056" y="3360"/>
              <a:ext cx="576" cy="288"/>
            </a:xfrm>
            <a:prstGeom prst="rect">
              <a:avLst/>
            </a:prstGeom>
            <a:solidFill>
              <a:srgbClr val="66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F25</a:t>
              </a:r>
            </a:p>
          </p:txBody>
        </p:sp>
        <p:sp>
          <p:nvSpPr>
            <p:cNvPr id="93215" name="Text Box 55"/>
            <p:cNvSpPr txBox="1">
              <a:spLocks noChangeArrowheads="1"/>
            </p:cNvSpPr>
            <p:nvPr/>
          </p:nvSpPr>
          <p:spPr bwMode="auto">
            <a:xfrm>
              <a:off x="1680" y="3360"/>
              <a:ext cx="576" cy="288"/>
            </a:xfrm>
            <a:prstGeom prst="rect">
              <a:avLst/>
            </a:prstGeom>
            <a:solidFill>
              <a:srgbClr val="00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9900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F26</a:t>
              </a:r>
            </a:p>
          </p:txBody>
        </p:sp>
        <p:sp>
          <p:nvSpPr>
            <p:cNvPr id="93216" name="Text Box 56"/>
            <p:cNvSpPr txBox="1">
              <a:spLocks noChangeArrowheads="1"/>
            </p:cNvSpPr>
            <p:nvPr/>
          </p:nvSpPr>
          <p:spPr bwMode="auto">
            <a:xfrm>
              <a:off x="2304" y="3360"/>
              <a:ext cx="576" cy="288"/>
            </a:xfrm>
            <a:prstGeom prst="rect">
              <a:avLst/>
            </a:prstGeom>
            <a:solidFill>
              <a:srgbClr val="00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9900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F27</a:t>
              </a:r>
            </a:p>
          </p:txBody>
        </p:sp>
        <p:sp>
          <p:nvSpPr>
            <p:cNvPr id="93217" name="Text Box 57"/>
            <p:cNvSpPr txBox="1">
              <a:spLocks noChangeArrowheads="1"/>
            </p:cNvSpPr>
            <p:nvPr/>
          </p:nvSpPr>
          <p:spPr bwMode="auto">
            <a:xfrm>
              <a:off x="432" y="3696"/>
              <a:ext cx="576" cy="288"/>
            </a:xfrm>
            <a:prstGeom prst="rect">
              <a:avLst/>
            </a:prstGeom>
            <a:solidFill>
              <a:srgbClr val="66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F28</a:t>
              </a:r>
            </a:p>
          </p:txBody>
        </p:sp>
        <p:sp>
          <p:nvSpPr>
            <p:cNvPr id="93218" name="Text Box 58"/>
            <p:cNvSpPr txBox="1">
              <a:spLocks noChangeArrowheads="1"/>
            </p:cNvSpPr>
            <p:nvPr/>
          </p:nvSpPr>
          <p:spPr bwMode="auto">
            <a:xfrm>
              <a:off x="1056" y="3696"/>
              <a:ext cx="576" cy="288"/>
            </a:xfrm>
            <a:prstGeom prst="rect">
              <a:avLst/>
            </a:prstGeom>
            <a:solidFill>
              <a:srgbClr val="66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F29</a:t>
              </a:r>
            </a:p>
          </p:txBody>
        </p:sp>
        <p:sp>
          <p:nvSpPr>
            <p:cNvPr id="93219" name="Text Box 59"/>
            <p:cNvSpPr txBox="1">
              <a:spLocks noChangeArrowheads="1"/>
            </p:cNvSpPr>
            <p:nvPr/>
          </p:nvSpPr>
          <p:spPr bwMode="auto">
            <a:xfrm>
              <a:off x="1680" y="3696"/>
              <a:ext cx="576" cy="288"/>
            </a:xfrm>
            <a:prstGeom prst="rect">
              <a:avLst/>
            </a:prstGeom>
            <a:solidFill>
              <a:srgbClr val="00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9900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F30</a:t>
              </a:r>
            </a:p>
          </p:txBody>
        </p:sp>
        <p:sp>
          <p:nvSpPr>
            <p:cNvPr id="93220" name="Text Box 60"/>
            <p:cNvSpPr txBox="1">
              <a:spLocks noChangeArrowheads="1"/>
            </p:cNvSpPr>
            <p:nvPr/>
          </p:nvSpPr>
          <p:spPr bwMode="auto">
            <a:xfrm>
              <a:off x="2304" y="3696"/>
              <a:ext cx="576" cy="288"/>
            </a:xfrm>
            <a:prstGeom prst="rect">
              <a:avLst/>
            </a:prstGeom>
            <a:solidFill>
              <a:srgbClr val="00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09900"/>
              </a:extrusionClr>
            </a:sp3d>
          </p:spPr>
          <p:txBody>
            <a:bodyPr>
              <a:spAutoFit/>
              <a:flatTx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</a:rPr>
                <a:t>F31</a:t>
              </a: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74C0B0-759A-CA9C-F367-7DE17B90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B2DA31-FEEC-488C-85EA-5DED929553C9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38ACA09-ABEF-C4F4-530C-B460C85B2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6573F2-9ECA-CA36-039D-E5487AC43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42FEDC-7E89-472C-BFD5-D857A9C78A6E}" type="slidenum">
              <a:rPr lang="zh-CN" altLang="en-US" smtClean="0"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1875812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指令集结构：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数据类型</a:t>
            </a:r>
          </a:p>
        </p:txBody>
      </p:sp>
      <p:sp>
        <p:nvSpPr>
          <p:cNvPr id="94211" name="Rectangle 23"/>
          <p:cNvSpPr>
            <a:spLocks noGrp="1" noChangeArrowheads="1"/>
          </p:cNvSpPr>
          <p:nvPr>
            <p:ph type="body" idx="1"/>
          </p:nvPr>
        </p:nvSpPr>
        <p:spPr>
          <a:xfrm>
            <a:off x="442913" y="1495425"/>
            <a:ext cx="8229600" cy="452596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整型数据：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b="1"/>
              <a:t>8</a:t>
            </a:r>
            <a:r>
              <a:rPr lang="zh-CN" altLang="en-US" sz="2400" b="1"/>
              <a:t>位、</a:t>
            </a:r>
            <a:r>
              <a:rPr lang="en-US" altLang="zh-CN" sz="2400" b="1"/>
              <a:t>16</a:t>
            </a:r>
            <a:r>
              <a:rPr lang="zh-CN" altLang="en-US" sz="2400" b="1"/>
              <a:t>位、</a:t>
            </a:r>
            <a:r>
              <a:rPr lang="en-US" altLang="zh-CN" sz="2400" b="1"/>
              <a:t>32</a:t>
            </a:r>
            <a:r>
              <a:rPr lang="zh-CN" altLang="en-US" sz="2400" b="1"/>
              <a:t>位。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浮点数据：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b="1"/>
              <a:t>32</a:t>
            </a:r>
            <a:r>
              <a:rPr lang="zh-CN" altLang="en-US" sz="2400" b="1"/>
              <a:t>位单精度浮点；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b="1"/>
              <a:t>64</a:t>
            </a:r>
            <a:r>
              <a:rPr lang="zh-CN" altLang="en-US" sz="2400" b="1"/>
              <a:t>位双精度浮点；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b="1"/>
              <a:t>IEEE 754</a:t>
            </a:r>
            <a:r>
              <a:rPr lang="zh-CN" altLang="en-US" sz="2400" b="1"/>
              <a:t>标准。</a:t>
            </a:r>
          </a:p>
        </p:txBody>
      </p:sp>
      <p:grpSp>
        <p:nvGrpSpPr>
          <p:cNvPr id="94212" name="Group 21"/>
          <p:cNvGrpSpPr>
            <a:grpSpLocks/>
          </p:cNvGrpSpPr>
          <p:nvPr/>
        </p:nvGrpSpPr>
        <p:grpSpPr bwMode="auto">
          <a:xfrm>
            <a:off x="900113" y="5084763"/>
            <a:ext cx="7315200" cy="1052512"/>
            <a:chOff x="384" y="3504"/>
            <a:chExt cx="4608" cy="663"/>
          </a:xfrm>
        </p:grpSpPr>
        <p:grpSp>
          <p:nvGrpSpPr>
            <p:cNvPr id="94213" name="Group 15"/>
            <p:cNvGrpSpPr>
              <a:grpSpLocks/>
            </p:cNvGrpSpPr>
            <p:nvPr/>
          </p:nvGrpSpPr>
          <p:grpSpPr bwMode="auto">
            <a:xfrm>
              <a:off x="384" y="3504"/>
              <a:ext cx="4608" cy="327"/>
              <a:chOff x="384" y="3504"/>
              <a:chExt cx="4608" cy="327"/>
            </a:xfrm>
          </p:grpSpPr>
          <p:sp>
            <p:nvSpPr>
              <p:cNvPr id="94218" name="Text Box 8"/>
              <p:cNvSpPr txBox="1">
                <a:spLocks noChangeArrowheads="1"/>
              </p:cNvSpPr>
              <p:nvPr/>
            </p:nvSpPr>
            <p:spPr bwMode="auto">
              <a:xfrm>
                <a:off x="384" y="3504"/>
                <a:ext cx="1152" cy="327"/>
              </a:xfrm>
              <a:prstGeom prst="rect">
                <a:avLst/>
              </a:prstGeom>
              <a:solidFill>
                <a:srgbClr val="66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800">
                    <a:solidFill>
                      <a:srgbClr val="0000CC"/>
                    </a:solidFill>
                    <a:latin typeface="Times New Roman" pitchFamily="18" charset="0"/>
                  </a:rPr>
                  <a:t>00000000</a:t>
                </a:r>
              </a:p>
            </p:txBody>
          </p:sp>
          <p:sp>
            <p:nvSpPr>
              <p:cNvPr id="94219" name="Text Box 12"/>
              <p:cNvSpPr txBox="1">
                <a:spLocks noChangeArrowheads="1"/>
              </p:cNvSpPr>
              <p:nvPr/>
            </p:nvSpPr>
            <p:spPr bwMode="auto">
              <a:xfrm>
                <a:off x="1536" y="3504"/>
                <a:ext cx="1152" cy="327"/>
              </a:xfrm>
              <a:prstGeom prst="rect">
                <a:avLst/>
              </a:prstGeom>
              <a:solidFill>
                <a:srgbClr val="66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800">
                    <a:solidFill>
                      <a:srgbClr val="0000CC"/>
                    </a:solidFill>
                    <a:latin typeface="Times New Roman" pitchFamily="18" charset="0"/>
                  </a:rPr>
                  <a:t>00000000</a:t>
                </a:r>
              </a:p>
            </p:txBody>
          </p:sp>
          <p:sp>
            <p:nvSpPr>
              <p:cNvPr id="94220" name="Text Box 13"/>
              <p:cNvSpPr txBox="1">
                <a:spLocks noChangeArrowheads="1"/>
              </p:cNvSpPr>
              <p:nvPr/>
            </p:nvSpPr>
            <p:spPr bwMode="auto">
              <a:xfrm>
                <a:off x="2688" y="3504"/>
                <a:ext cx="1152" cy="327"/>
              </a:xfrm>
              <a:prstGeom prst="rect">
                <a:avLst/>
              </a:prstGeom>
              <a:solidFill>
                <a:srgbClr val="66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800">
                    <a:solidFill>
                      <a:srgbClr val="0000CC"/>
                    </a:solidFill>
                    <a:latin typeface="Times New Roman" pitchFamily="18" charset="0"/>
                  </a:rPr>
                  <a:t>00000000</a:t>
                </a:r>
              </a:p>
            </p:txBody>
          </p:sp>
          <p:sp>
            <p:nvSpPr>
              <p:cNvPr id="94221" name="Text Box 14"/>
              <p:cNvSpPr txBox="1">
                <a:spLocks noChangeArrowheads="1"/>
              </p:cNvSpPr>
              <p:nvPr/>
            </p:nvSpPr>
            <p:spPr bwMode="auto">
              <a:xfrm>
                <a:off x="3840" y="3504"/>
                <a:ext cx="1152" cy="327"/>
              </a:xfrm>
              <a:prstGeom prst="rect">
                <a:avLst/>
              </a:prstGeom>
              <a:solidFill>
                <a:srgbClr val="00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800">
                    <a:solidFill>
                      <a:srgbClr val="FF0000"/>
                    </a:solidFill>
                    <a:latin typeface="Times New Roman" pitchFamily="18" charset="0"/>
                  </a:rPr>
                  <a:t>01100100</a:t>
                </a:r>
              </a:p>
            </p:txBody>
          </p:sp>
        </p:grpSp>
        <p:sp>
          <p:nvSpPr>
            <p:cNvPr id="94214" name="Text Box 17"/>
            <p:cNvSpPr txBox="1">
              <a:spLocks noChangeArrowheads="1"/>
            </p:cNvSpPr>
            <p:nvPr/>
          </p:nvSpPr>
          <p:spPr bwMode="auto">
            <a:xfrm>
              <a:off x="384" y="3840"/>
              <a:ext cx="1152" cy="327"/>
            </a:xfrm>
            <a:prstGeom prst="rect">
              <a:avLst/>
            </a:prstGeom>
            <a:solidFill>
              <a:srgbClr val="66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>
                  <a:solidFill>
                    <a:srgbClr val="0000CC"/>
                  </a:solidFill>
                  <a:latin typeface="Times New Roman" pitchFamily="18" charset="0"/>
                </a:rPr>
                <a:t>11111111</a:t>
              </a:r>
            </a:p>
          </p:txBody>
        </p:sp>
        <p:sp>
          <p:nvSpPr>
            <p:cNvPr id="94215" name="Text Box 18"/>
            <p:cNvSpPr txBox="1">
              <a:spLocks noChangeArrowheads="1"/>
            </p:cNvSpPr>
            <p:nvPr/>
          </p:nvSpPr>
          <p:spPr bwMode="auto">
            <a:xfrm>
              <a:off x="1536" y="3840"/>
              <a:ext cx="1152" cy="327"/>
            </a:xfrm>
            <a:prstGeom prst="rect">
              <a:avLst/>
            </a:prstGeom>
            <a:solidFill>
              <a:srgbClr val="66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>
                  <a:solidFill>
                    <a:srgbClr val="0000CC"/>
                  </a:solidFill>
                  <a:latin typeface="Times New Roman" pitchFamily="18" charset="0"/>
                </a:rPr>
                <a:t>11111111</a:t>
              </a:r>
            </a:p>
          </p:txBody>
        </p:sp>
        <p:sp>
          <p:nvSpPr>
            <p:cNvPr id="94216" name="Text Box 19"/>
            <p:cNvSpPr txBox="1">
              <a:spLocks noChangeArrowheads="1"/>
            </p:cNvSpPr>
            <p:nvPr/>
          </p:nvSpPr>
          <p:spPr bwMode="auto">
            <a:xfrm>
              <a:off x="2688" y="3840"/>
              <a:ext cx="1152" cy="327"/>
            </a:xfrm>
            <a:prstGeom prst="rect">
              <a:avLst/>
            </a:prstGeom>
            <a:solidFill>
              <a:srgbClr val="00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</a:rPr>
                <a:t>10011000</a:t>
              </a:r>
            </a:p>
          </p:txBody>
        </p:sp>
        <p:sp>
          <p:nvSpPr>
            <p:cNvPr id="94217" name="Text Box 20"/>
            <p:cNvSpPr txBox="1">
              <a:spLocks noChangeArrowheads="1"/>
            </p:cNvSpPr>
            <p:nvPr/>
          </p:nvSpPr>
          <p:spPr bwMode="auto">
            <a:xfrm>
              <a:off x="3840" y="3840"/>
              <a:ext cx="1152" cy="327"/>
            </a:xfrm>
            <a:prstGeom prst="rect">
              <a:avLst/>
            </a:prstGeom>
            <a:solidFill>
              <a:srgbClr val="00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</a:rPr>
                <a:t>01100100</a:t>
              </a: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947DF36-E03A-091D-5AC6-C49311A7A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5CEF73-542F-47D9-8FFD-92E4FE8BE0AB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BE5958D-F9C9-CB51-5E76-D1D381949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31BA59-4B53-03AA-C48B-D9F56A961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7841035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指令集结构：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寻址方式</a:t>
            </a:r>
          </a:p>
        </p:txBody>
      </p:sp>
      <p:sp>
        <p:nvSpPr>
          <p:cNvPr id="82947" name="Rectangle 15"/>
          <p:cNvSpPr>
            <a:spLocks noGrp="1" noChangeArrowheads="1"/>
          </p:cNvSpPr>
          <p:nvPr>
            <p:ph type="body" idx="1"/>
          </p:nvPr>
        </p:nvSpPr>
        <p:spPr>
          <a:xfrm>
            <a:off x="539750" y="1196975"/>
            <a:ext cx="8280400" cy="5040313"/>
          </a:xfrm>
        </p:spPr>
        <p:txBody>
          <a:bodyPr/>
          <a:lstStyle/>
          <a:p>
            <a:pPr eaLnBrk="1" hangingPunct="1">
              <a:lnSpc>
                <a:spcPct val="21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寄存器寻址；如 </a:t>
            </a:r>
            <a:r>
              <a:rPr lang="en-US" altLang="zh-CN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ADD R1, R2, R3</a:t>
            </a:r>
          </a:p>
          <a:p>
            <a:pPr eaLnBrk="1" hangingPunct="1">
              <a:lnSpc>
                <a:spcPct val="21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立即值寻址；如 </a:t>
            </a:r>
            <a:r>
              <a:rPr lang="en-US" altLang="zh-CN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ADD R1, R2, #42</a:t>
            </a:r>
          </a:p>
          <a:p>
            <a:pPr eaLnBrk="1" hangingPunct="1">
              <a:lnSpc>
                <a:spcPct val="21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偏移寻址；  如 </a:t>
            </a:r>
            <a:r>
              <a:rPr lang="en-US" altLang="zh-CN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LW R2, 40(R3)</a:t>
            </a:r>
          </a:p>
          <a:p>
            <a:pPr marL="1176300" indent="-457200" eaLnBrk="1" hangingPunct="1">
              <a:lnSpc>
                <a:spcPct val="21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寄存器间接寻址； 如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LW R2, 0(R3)</a:t>
            </a:r>
          </a:p>
          <a:p>
            <a:pPr marL="1176300" indent="-457200" eaLnBrk="1" hangingPunct="1">
              <a:lnSpc>
                <a:spcPct val="21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直接寻址；如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LW R2, 40(R0)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CE88E03-9809-C583-8F55-F8689B86A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6700FB-8ED4-4680-9F9E-635D4C767C33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330A99B-D302-DDA1-9294-AB3265381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3F7E7C-C619-CB5B-33A3-52AFCF5D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1928958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指令集结构：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指令格式</a:t>
            </a:r>
          </a:p>
        </p:txBody>
      </p:sp>
      <p:graphicFrame>
        <p:nvGraphicFramePr>
          <p:cNvPr id="96259" name="Object 4"/>
          <p:cNvGraphicFramePr>
            <a:graphicFrameLocks noChangeAspect="1"/>
          </p:cNvGraphicFramePr>
          <p:nvPr/>
        </p:nvGraphicFramePr>
        <p:xfrm>
          <a:off x="395288" y="1701800"/>
          <a:ext cx="8748712" cy="403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3" imgW="3579876" imgH="1383792" progId="Word.Picture.8">
                  <p:embed/>
                </p:oleObj>
              </mc:Choice>
              <mc:Fallback>
                <p:oleObj name="图片" r:id="rId3" imgW="3579876" imgH="1383792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701800"/>
                        <a:ext cx="8748712" cy="403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965E27-4136-3056-0947-5D410D6E3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9A103E-4B54-4A19-B195-8C2022223C3F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A35C2F-7A08-F8A7-52E4-BDE4BE434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D97CB1-D094-275B-8AB2-C838AF1F2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42FEDC-7E89-472C-BFD5-D857A9C78A6E}" type="slidenum">
              <a:rPr lang="zh-CN" altLang="en-US" smtClean="0"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3572010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指令集结构：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指令格式</a:t>
            </a:r>
          </a:p>
        </p:txBody>
      </p:sp>
      <p:graphicFrame>
        <p:nvGraphicFramePr>
          <p:cNvPr id="972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683237"/>
              </p:ext>
            </p:extLst>
          </p:nvPr>
        </p:nvGraphicFramePr>
        <p:xfrm>
          <a:off x="241300" y="1627188"/>
          <a:ext cx="8769350" cy="411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368717" imgH="1467564" progId="Word.Picture.8">
                  <p:embed/>
                </p:oleObj>
              </mc:Choice>
              <mc:Fallback>
                <p:oleObj name="Picture" r:id="rId3" imgW="3368717" imgH="1467564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" y="1627188"/>
                        <a:ext cx="8769350" cy="411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576023-29CF-050F-E7F5-A5E4FC34A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7A972BF-B863-4AC8-AB0D-392DD51BF857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F72C34-B7CB-6010-29C2-1E4866DF8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C5235B-C2F6-59A2-E2BF-F5D769D31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42FEDC-7E89-472C-BFD5-D857A9C78A6E}" type="slidenum">
              <a:rPr lang="zh-CN" altLang="en-US" smtClean="0"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9604349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指令集结构：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指令格式</a:t>
            </a:r>
          </a:p>
        </p:txBody>
      </p:sp>
      <p:graphicFrame>
        <p:nvGraphicFramePr>
          <p:cNvPr id="98307" name="Object 3"/>
          <p:cNvGraphicFramePr>
            <a:graphicFrameLocks noChangeAspect="1"/>
          </p:cNvGraphicFramePr>
          <p:nvPr/>
        </p:nvGraphicFramePr>
        <p:xfrm>
          <a:off x="323850" y="1773238"/>
          <a:ext cx="8748713" cy="346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3" imgW="3386779" imgH="1287159" progId="Word.Picture.8">
                  <p:embed/>
                </p:oleObj>
              </mc:Choice>
              <mc:Fallback>
                <p:oleObj name="图片" r:id="rId3" imgW="3386779" imgH="1287159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773238"/>
                        <a:ext cx="8748713" cy="346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6093CD-A253-6F5B-1078-9DCA569E4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D5D994-8352-4B43-BD57-F848904AE624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A43C6B-D7D8-4E78-4B95-EDDD2A07E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E2F934-471D-9781-831E-255B3CBC9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42FEDC-7E89-472C-BFD5-D857A9C78A6E}" type="slidenum">
              <a:rPr lang="zh-CN" altLang="en-US" smtClean="0"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783880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MPIS</a:t>
            </a:r>
            <a:r>
              <a:rPr lang="zh-CN" altLang="en-US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指令集结构：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操作类型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2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操作；</a:t>
            </a:r>
          </a:p>
          <a:p>
            <a:pPr eaLnBrk="1" hangingPunct="1">
              <a:lnSpc>
                <a:spcPct val="2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操作；</a:t>
            </a:r>
          </a:p>
          <a:p>
            <a:pPr eaLnBrk="1" hangingPunct="1">
              <a:lnSpc>
                <a:spcPct val="2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分支和跳转操作；</a:t>
            </a:r>
          </a:p>
          <a:p>
            <a:pPr eaLnBrk="1" hangingPunct="1">
              <a:lnSpc>
                <a:spcPct val="2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浮点操作。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2B7863-0107-4A9D-5FAA-59908542A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3D93C1-0C2C-48F9-AFE1-06E1F6047E6E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108B22-C309-3394-3F5D-DC2205A05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BDDF28-EB7D-24AA-5969-45D53C65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0928581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指令集结构：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77925"/>
            <a:ext cx="8001000" cy="4483100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Load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Store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操作</a:t>
            </a: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：可以对</a:t>
            </a:r>
            <a:r>
              <a:rPr lang="en-US" altLang="zh-CN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MIPS</a:t>
            </a: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的所有通用寄存器和浮点寄存器进行</a:t>
            </a:r>
            <a:r>
              <a:rPr lang="en-US" altLang="zh-CN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Load</a:t>
            </a: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（载入）和</a:t>
            </a:r>
            <a:r>
              <a:rPr lang="en-US" altLang="zh-CN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Store</a:t>
            </a: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（储存）操作，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但是对通用寄存器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R0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Load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操作没有任何效果</a:t>
            </a: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89974CD-A5EA-38AD-BB8C-A135B0194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4A0621-BF9B-4FC9-A2B3-8C97ED3459A0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C81905-97C6-7641-3ED7-2E21CA3E9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4F8384-B394-3DD3-07FC-1AE97A65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0255184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100"/>
          <p:cNvGraphicFramePr>
            <a:graphicFrameLocks/>
          </p:cNvGraphicFramePr>
          <p:nvPr/>
        </p:nvGraphicFramePr>
        <p:xfrm>
          <a:off x="395536" y="620688"/>
          <a:ext cx="8569325" cy="5310191"/>
        </p:xfrm>
        <a:graphic>
          <a:graphicData uri="http://schemas.openxmlformats.org/drawingml/2006/table">
            <a:tbl>
              <a:tblPr/>
              <a:tblGrid>
                <a:gridCol w="1871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指令举例 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指令名称 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含 义 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LW R2</a:t>
                      </a: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40(R3) 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装入字 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Regs[R2]←</a:t>
                      </a:r>
                      <a:r>
                        <a:rPr kumimoji="1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32</a:t>
                      </a: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Mem[40+Regs[R3]] 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49" charset="-122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LB R2</a:t>
                      </a: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30(R3) 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装入字节 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Regs[R2]←</a:t>
                      </a:r>
                      <a:r>
                        <a:rPr kumimoji="1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32</a:t>
                      </a:r>
                      <a:r>
                        <a:rPr kumimoji="1" lang="pt-BR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 </a:t>
                      </a: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(Mem[30+Regs[R3]]</a:t>
                      </a:r>
                      <a:r>
                        <a:rPr kumimoji="1" lang="pt-BR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0</a:t>
                      </a: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)</a:t>
                      </a:r>
                      <a:r>
                        <a:rPr kumimoji="1" lang="en-US" altLang="zh-CN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24</a:t>
                      </a: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 ## Mem[30+Regs[R3]] 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49" charset="-122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LBU R2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40(R3) 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装入无符号字节 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Regs[R2]←</a:t>
                      </a:r>
                      <a:r>
                        <a:rPr kumimoji="1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32</a:t>
                      </a:r>
                      <a:r>
                        <a:rPr kumimoji="1" lang="pt-BR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 </a:t>
                      </a: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0</a:t>
                      </a:r>
                      <a:r>
                        <a:rPr kumimoji="1" lang="en-US" altLang="zh-CN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24</a:t>
                      </a: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 ## Mem[40+Regs[R3]] 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49" charset="-122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LH R2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30(R3) 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装入半字 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Regs[R2]←</a:t>
                      </a:r>
                      <a:r>
                        <a:rPr kumimoji="1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32</a:t>
                      </a:r>
                      <a:r>
                        <a:rPr kumimoji="1" lang="pt-BR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 </a:t>
                      </a: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(Mem[30+Regs[R3]]</a:t>
                      </a:r>
                      <a:r>
                        <a:rPr kumimoji="1" lang="pt-BR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0</a:t>
                      </a: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)</a:t>
                      </a:r>
                      <a:r>
                        <a:rPr kumimoji="1" lang="en-US" altLang="zh-CN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16</a:t>
                      </a: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 ##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Mem[30+Regs[R3]]## Mem[31+Regs[R3]] 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49" charset="-122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LS F2</a:t>
                      </a: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60(R4) 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装入单精度浮点 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Regs[F2]←</a:t>
                      </a:r>
                      <a:r>
                        <a:rPr kumimoji="1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32</a:t>
                      </a:r>
                      <a:r>
                        <a:rPr kumimoji="1" lang="pt-BR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 </a:t>
                      </a: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Mem[60+Regs[R4]]</a:t>
                      </a:r>
                      <a:r>
                        <a:rPr kumimoji="1" lang="pt-BR" altLang="zh-CN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 </a:t>
                      </a:r>
                      <a:endParaRPr kumimoji="1" lang="en-US" altLang="zh-CN" sz="18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49" charset="-122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SW 300(R5)</a:t>
                      </a: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R4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保存字 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pt-BR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Mem[300+Regs[R5]]←</a:t>
                      </a:r>
                      <a:r>
                        <a:rPr kumimoji="1" lang="pt-BR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32</a:t>
                      </a:r>
                      <a:r>
                        <a:rPr kumimoji="1" lang="pt-BR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 Regs[R4] 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49" charset="-122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SH 502(R4)</a:t>
                      </a: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R5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保存半字</a:t>
                      </a:r>
                      <a:r>
                        <a:rPr kumimoji="1" lang="zh-CN" alt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	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49" charset="-122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Mem[502+Regs[R4]]←</a:t>
                      </a:r>
                      <a:r>
                        <a:rPr kumimoji="1" lang="pt-BR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16</a:t>
                      </a: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 Regs[R5]</a:t>
                      </a:r>
                      <a:r>
                        <a:rPr kumimoji="1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16</a:t>
                      </a:r>
                      <a:r>
                        <a:rPr kumimoji="1" lang="pt-BR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··</a:t>
                      </a:r>
                      <a:r>
                        <a:rPr kumimoji="1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31</a:t>
                      </a: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 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49" charset="-122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SB 41(R3)</a:t>
                      </a: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R2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保存字节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Mem[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41</a:t>
                      </a: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+Regs[R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3</a:t>
                      </a: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]]←</a:t>
                      </a:r>
                      <a:r>
                        <a:rPr kumimoji="1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8</a:t>
                      </a: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 Regs[R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2</a:t>
                      </a: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]</a:t>
                      </a:r>
                      <a:r>
                        <a:rPr kumimoji="1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24</a:t>
                      </a:r>
                      <a:r>
                        <a:rPr kumimoji="1" lang="pt-BR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··</a:t>
                      </a:r>
                      <a:r>
                        <a:rPr kumimoji="1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31</a:t>
                      </a: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 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49" charset="-122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SS 40(R2)</a:t>
                      </a: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，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F2</a:t>
                      </a: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 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49" charset="-122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保存单精度浮点数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Mem[40+Regs[R2]]←</a:t>
                      </a:r>
                      <a:r>
                        <a:rPr kumimoji="1" lang="pt-BR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32 </a:t>
                      </a:r>
                      <a:r>
                        <a:rPr kumimoji="1" lang="pt-B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Regs[F2] 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49" charset="-122"/>
                        <a:ea typeface="黑体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日期占位符 3">
            <a:extLst>
              <a:ext uri="{FF2B5EF4-FFF2-40B4-BE49-F238E27FC236}">
                <a16:creationId xmlns:a16="http://schemas.microsoft.com/office/drawing/2014/main" id="{574DB7CB-91CD-E6CB-8F25-2297E60B29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A31D0-0EDD-4D4F-85A9-9152819BB52D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D633E040-A39F-047F-1C99-13CFD37B3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15816" y="6356350"/>
            <a:ext cx="310398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F044A3FC-FF43-71FF-697D-005325283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5BA35-14E5-4401-B968-D9FCFD45D966}" type="slidenum">
              <a:rPr lang="zh-CN" altLang="en-US"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2770669"/>
      </p:ext>
    </p:extLst>
  </p:cSld>
  <p:clrMapOvr>
    <a:masterClrMapping/>
  </p:clrMapOvr>
  <p:transition>
    <p:pull dir="r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指令集结构：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操作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800"/>
            <a:ext cx="8229600" cy="45259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ALU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操作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：在</a:t>
            </a:r>
            <a:r>
              <a:rPr lang="en-US" altLang="zh-CN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MIPS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中，所有的</a:t>
            </a:r>
            <a:r>
              <a:rPr lang="en-US" altLang="zh-CN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ALU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指令都是寄存器－寄存器型指令，其运算包含了简单的算术和逻辑运算，如加、减、</a:t>
            </a:r>
            <a:r>
              <a:rPr lang="en-US" altLang="zh-CN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AND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OR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XOR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和移位。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“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设置相等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”、“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设置不等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”、“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设置小于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”：寄存器比较指令（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Symbol" pitchFamily="18" charset="2"/>
              </a:rPr>
              <a:t>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Symbol" pitchFamily="18" charset="2"/>
              </a:rPr>
              <a:t>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Symbol" pitchFamily="18" charset="2"/>
              </a:rPr>
              <a:t>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Symbol" pitchFamily="18" charset="2"/>
              </a:rPr>
              <a:t>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Symbol" pitchFamily="18" charset="2"/>
              </a:rPr>
              <a:t>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Symbol" pitchFamily="18" charset="2"/>
              </a:rPr>
              <a:t>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），如果比较结果为真，这些指令就在目标寄存器中填入</a:t>
            </a:r>
            <a:r>
              <a:rPr lang="en-US" altLang="zh-CN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（表示真），否则填入</a:t>
            </a:r>
            <a:r>
              <a:rPr lang="en-US" altLang="zh-CN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（表示假）。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49FC2C-59A8-D841-B105-EECCF3377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14249F9-9EF8-4A84-93F9-362B556A6B3A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CF4C68F-E0C0-1299-7CA7-A16C199D0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973D09-5D95-B09F-EC33-CD126C2CD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1109406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22"/>
          <p:cNvSpPr>
            <a:spLocks noGrp="1" noChangeArrowheads="1"/>
          </p:cNvSpPr>
          <p:nvPr>
            <p:ph type="title"/>
          </p:nvPr>
        </p:nvSpPr>
        <p:spPr>
          <a:xfrm>
            <a:off x="1763712" y="260350"/>
            <a:ext cx="6192663" cy="6762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指令集结构：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操作</a:t>
            </a:r>
          </a:p>
        </p:txBody>
      </p:sp>
      <p:graphicFrame>
        <p:nvGraphicFramePr>
          <p:cNvPr id="257154" name="Group 130"/>
          <p:cNvGraphicFramePr>
            <a:graphicFrameLocks noGrp="1"/>
          </p:cNvGraphicFramePr>
          <p:nvPr>
            <p:ph idx="1"/>
          </p:nvPr>
        </p:nvGraphicFramePr>
        <p:xfrm>
          <a:off x="323850" y="1393825"/>
          <a:ext cx="8604250" cy="4556125"/>
        </p:xfrm>
        <a:graphic>
          <a:graphicData uri="http://schemas.openxmlformats.org/drawingml/2006/table">
            <a:tbl>
              <a:tblPr/>
              <a:tblGrid>
                <a:gridCol w="2591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2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0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7910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指令实例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指令名称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含  义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89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ADD R1,R2,R3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加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Regs[R1] ← Regs[R2] + Regs[R3]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ADDI R1,R2,#3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和立即值相加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Regs[R1] ← Regs[R2] + 3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322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LHI  R1,#42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载入高位立即值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Regs[R1] ← 42 ## 0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16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SLLI  R1,R2,#5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逻辑左移立即值形式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Regs[R1] ← Regs[R2] &lt;&lt;5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86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>
                          <a:tab pos="441325" algn="l"/>
                        </a:tabLst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SLT  R1,R2,R3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设置小于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if  (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Regs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[R2] &lt;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Regs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[R3])</a:t>
                      </a:r>
                    </a:p>
                    <a:p>
                      <a:pPr marL="469900" marR="0" lvl="0" indent="-469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   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Regs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[R1] ← 1  else    </a:t>
                      </a:r>
                    </a:p>
                    <a:p>
                      <a:pPr marL="469900" marR="0" lvl="0" indent="-469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   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Regs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[R1] ← 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日期占位符 3">
            <a:extLst>
              <a:ext uri="{FF2B5EF4-FFF2-40B4-BE49-F238E27FC236}">
                <a16:creationId xmlns:a16="http://schemas.microsoft.com/office/drawing/2014/main" id="{E807E6A0-F1D8-33EC-C71F-ECC18E565A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A31D0-0EDD-4D4F-85A9-9152819BB52D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0141FCAC-701B-6C5B-DE1A-EDAA592D9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15816" y="6356350"/>
            <a:ext cx="310398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5E8B5B1D-0BD1-1B95-B505-C84344DDC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5BA35-14E5-4401-B968-D9FCFD45D966}" type="slidenum">
              <a:rPr lang="zh-CN" altLang="en-US"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8258646"/>
      </p:ext>
    </p:extLst>
  </p:cSld>
  <p:clrMapOvr>
    <a:masterClrMapping/>
  </p:clrMapOvr>
  <p:transition>
    <p:pull dir="r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指令集结构：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转移操作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341438"/>
            <a:ext cx="8001000" cy="44831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描述目标地址的方法：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用带符号位的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26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位偏移量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加上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程序计数器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的值来确定跳转的目标地址；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指定一个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寄存器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，由寄存器中的内容决定跳转的目标地址。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346924-C29F-A737-4233-7834945FF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90C72D-8B60-4E26-89A7-25A4F483AB19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A96551B-139A-F703-883E-9A6D152E7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51808C-1932-0ACF-B4E6-7C2BE1AD2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2515534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指令集结构：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转移操作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1" dirty="0"/>
              <a:t>两种跳转类型：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/>
              <a:t>一种是简单跳转；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/>
              <a:t>另一种是跳转并链接（用于过程调用），它将下一条顺序指令地址（返回地址）保存在寄存器</a:t>
            </a:r>
            <a:r>
              <a:rPr lang="en-US" altLang="zh-CN" sz="2400" b="1" dirty="0"/>
              <a:t>R31</a:t>
            </a:r>
            <a:r>
              <a:rPr lang="zh-CN" altLang="en-US" sz="2400" b="1" dirty="0"/>
              <a:t>中。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F9815B-96C7-04FE-101F-E0B6EF4BC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3942E6-11E1-477A-A3BD-2C062B8CCD53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8AD762-9358-1176-6181-EC058D0DE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827CE5-2605-DF18-9135-63ED992E9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9418166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153"/>
          <p:cNvSpPr>
            <a:spLocks noGrp="1" noChangeArrowheads="1"/>
          </p:cNvSpPr>
          <p:nvPr>
            <p:ph type="title"/>
          </p:nvPr>
        </p:nvSpPr>
        <p:spPr>
          <a:xfrm>
            <a:off x="395288" y="15875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3600" b="1" dirty="0">
                <a:latin typeface="+mj-ea"/>
              </a:rPr>
              <a:t>指令集结构：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转移操作</a:t>
            </a:r>
            <a:endParaRPr lang="zh-CN" altLang="en-US" sz="3600" b="1" dirty="0">
              <a:solidFill>
                <a:srgbClr val="FF0000"/>
              </a:solidFill>
              <a:latin typeface="+mj-ea"/>
            </a:endParaRPr>
          </a:p>
        </p:txBody>
      </p:sp>
      <p:graphicFrame>
        <p:nvGraphicFramePr>
          <p:cNvPr id="259326" name="Group 254"/>
          <p:cNvGraphicFramePr>
            <a:graphicFrameLocks noGrp="1"/>
          </p:cNvGraphicFramePr>
          <p:nvPr>
            <p:ph sz="half" idx="1"/>
          </p:nvPr>
        </p:nvGraphicFramePr>
        <p:xfrm>
          <a:off x="0" y="1125538"/>
          <a:ext cx="9144000" cy="4441826"/>
        </p:xfrm>
        <a:graphic>
          <a:graphicData uri="http://schemas.openxmlformats.org/drawingml/2006/table">
            <a:tbl>
              <a:tblPr/>
              <a:tblGrid>
                <a:gridCol w="1909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1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指令实例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指令名称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含义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J       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跳转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PC ←name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PC+4; -2</a:t>
                      </a:r>
                      <a:r>
                        <a:rPr kumimoji="1" lang="en-US" altLang="zh-CN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25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≤name ≤2</a:t>
                      </a:r>
                      <a:r>
                        <a:rPr kumimoji="1" lang="en-US" altLang="zh-CN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25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JAL    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跳转并链接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Regs[R31] ← PC+4;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PC ←name +PC+4;-2</a:t>
                      </a:r>
                      <a:r>
                        <a:rPr kumimoji="1" lang="en-US" altLang="zh-CN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25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≤name ≤2</a:t>
                      </a:r>
                      <a:r>
                        <a:rPr kumimoji="1" lang="en-US" altLang="zh-CN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25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JR     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寄存器型跳转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PC ← Regs[R3];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JALR  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寄存器型跳转并链接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Regs[R31]←PC+4; PC← Regs[R2];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4238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BEQZ  </a:t>
                      </a:r>
                    </a:p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R4 , 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“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等于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”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分支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if  (Regs[R4]==0)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PC ← name+ PC+4;-2</a:t>
                      </a:r>
                      <a:r>
                        <a:rPr kumimoji="1" lang="en-US" altLang="zh-CN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15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≤name ≤2</a:t>
                      </a:r>
                      <a:r>
                        <a:rPr kumimoji="1" lang="en-US" altLang="zh-CN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15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BNQZ  </a:t>
                      </a:r>
                    </a:p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R4 , 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“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不等于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”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分支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if  (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Regs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[R4]!=0)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PC ← name+ PC+4;-2</a:t>
                      </a:r>
                      <a:r>
                        <a:rPr kumimoji="1" lang="en-US" altLang="zh-CN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15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≤name ≤2</a:t>
                      </a:r>
                      <a:r>
                        <a:rPr kumimoji="1" lang="en-US" altLang="zh-CN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华文中宋" pitchFamily="2" charset="-122"/>
                          <a:cs typeface="Times New Roman" pitchFamily="18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555B0A-A900-4F88-1858-8EDB1B8D0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62AB73-ABD6-401E-B446-21F33AC11BE5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22C7C46-BA04-4FF3-AC78-D47076697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1058E7-0043-4542-46F4-28EA9F8BA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CCC3E9-608E-4023-AA79-77ECC6312F57}" type="slidenum">
              <a:rPr lang="zh-CN" altLang="en-US" smtClean="0"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29492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指令集结构：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浮点操作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341438"/>
            <a:ext cx="8001000" cy="44831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浮点操作</a:t>
            </a: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：浮点指令的操作数来源于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浮点寄存器</a:t>
            </a: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，同时它还指明了相应的操作是单精度浮点操作还是双精度浮点操作。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后缀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代表双精度浮点操作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30000"/>
              </a:lnSpc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而后缀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代表单精度浮点操作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30000"/>
              </a:lnSpc>
              <a:defRPr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如：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MIPS</a:t>
            </a: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的浮点操作有：加、减、乘、除。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C1E9BC-AC67-1057-FC07-C84F057B2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CFC0EAF-C22E-416F-9418-88E423E202C1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8A2C51C-D76E-70F1-8629-749C40DCC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7C5773-0F36-E7B6-1D5A-CE4A16C01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516913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中的常用指令</a:t>
            </a:r>
          </a:p>
        </p:txBody>
      </p:sp>
      <p:graphicFrame>
        <p:nvGraphicFramePr>
          <p:cNvPr id="112643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565150" y="1430338"/>
          <a:ext cx="7950200" cy="440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3" imgW="8448751" imgH="4724400" progId="MSGraph.Chart.8">
                  <p:embed/>
                </p:oleObj>
              </mc:Choice>
              <mc:Fallback>
                <p:oleObj name="图表" r:id="rId3" imgW="8448751" imgH="4724400" progId="MSGraph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" y="1430338"/>
                        <a:ext cx="7950200" cy="440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FC7802-1022-45B3-EFA9-E96C63D9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647019-CD09-411D-BB5A-2FB8AEAAEA61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AD6A9EF-A145-3389-8C2D-AC70F459C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5A8E09-C393-9A33-350D-8FC621EBF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9960547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中的常用指令</a:t>
            </a:r>
          </a:p>
        </p:txBody>
      </p:sp>
      <p:graphicFrame>
        <p:nvGraphicFramePr>
          <p:cNvPr id="113667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573088" y="1455738"/>
          <a:ext cx="7932737" cy="435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3" imgW="8439302" imgH="4676851" progId="MSGraph.Chart.8">
                  <p:embed/>
                </p:oleObj>
              </mc:Choice>
              <mc:Fallback>
                <p:oleObj name="图表" r:id="rId3" imgW="8439302" imgH="4676851" progId="MSGraph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8" y="1455738"/>
                        <a:ext cx="7932737" cy="435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2DAB74-BAD2-051D-83DB-DE23768E7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FB4CBE-6330-4526-BA6D-62597991E369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E7F8AEC-DB80-93D1-B8DE-A2FACCDFF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D66C8-0254-F5D2-65B3-B642D8FC6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6142212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的效能分析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341438"/>
            <a:ext cx="8001000" cy="44831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问题的提出</a:t>
            </a: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：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MIPS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指令集结构的指令格式、寻址方式和操作都非常简单。也许有人会担心，这些特性会使得目标代码中指令条数增多，导致程序运行时间加长，从而使这种指令集结构的机器性能并不会太高。</a:t>
            </a:r>
          </a:p>
        </p:txBody>
      </p:sp>
      <p:graphicFrame>
        <p:nvGraphicFramePr>
          <p:cNvPr id="114692" name="Object 4"/>
          <p:cNvGraphicFramePr>
            <a:graphicFrameLocks noChangeAspect="1"/>
          </p:cNvGraphicFramePr>
          <p:nvPr/>
        </p:nvGraphicFramePr>
        <p:xfrm>
          <a:off x="2268538" y="4581525"/>
          <a:ext cx="457835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95487" imgH="144883" progId="Equation.3">
                  <p:embed/>
                </p:oleObj>
              </mc:Choice>
              <mc:Fallback>
                <p:oleObj name="公式" r:id="rId3" imgW="1295487" imgH="1448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4581525"/>
                        <a:ext cx="4578350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61152E-7533-63BB-688E-A3225F5A9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BEB53A-4E00-491D-AB60-321A8C830F77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3251DC-0B60-1578-E604-6056EBA83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B1CA9D-7420-52B9-D91A-D0CD863FC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3326080"/>
      </p:ext>
    </p:extLst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的效能分析</a:t>
            </a:r>
          </a:p>
        </p:txBody>
      </p:sp>
      <p:graphicFrame>
        <p:nvGraphicFramePr>
          <p:cNvPr id="115715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623888" y="1393825"/>
          <a:ext cx="7832725" cy="448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3" imgW="8382000" imgH="4838700" progId="MSGraph.Chart.8">
                  <p:embed/>
                </p:oleObj>
              </mc:Choice>
              <mc:Fallback>
                <p:oleObj name="图表" r:id="rId3" imgW="8382000" imgH="4838700" progId="MSGraph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8" y="1393825"/>
                        <a:ext cx="7832725" cy="448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AC887C0-589C-3C01-1CEA-ED4CF1B1F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E7822D-931E-4347-A8E7-A4FF4B24B05E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60E5BDC-F499-9D4E-8633-C8DAB095D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70A8FA-A8EF-CB1A-0291-C0CC8908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2224286"/>
      </p:ext>
    </p:extLst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kumimoji="1" lang="zh-CN" altLang="en-US" sz="3600" b="1" dirty="0">
                <a:latin typeface="+mj-ea"/>
                <a:cs typeface="+mn-cs"/>
              </a:rPr>
              <a:t>本章小结</a:t>
            </a:r>
          </a:p>
        </p:txBody>
      </p:sp>
      <p:sp>
        <p:nvSpPr>
          <p:cNvPr id="18435" name="Rectangle 5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/>
          </a:bodyPr>
          <a:lstStyle/>
          <a:p>
            <a:r>
              <a:rPr lang="zh-CN" altLang="en-US" sz="2600" b="1" dirty="0">
                <a:latin typeface="+mj-ea"/>
                <a:ea typeface="+mj-ea"/>
              </a:rPr>
              <a:t>讨论指令系统的基本概念</a:t>
            </a:r>
            <a:endParaRPr lang="en-US" altLang="zh-CN" sz="2600" b="1" dirty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指令系统结构的分类</a:t>
            </a:r>
          </a:p>
          <a:p>
            <a:pPr lvl="1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堆栈型、累加器型、通用寄存器型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操作数来源，通用寄存器型包括：寄存器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存储器型和寄存器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寄存器型</a:t>
            </a:r>
            <a:endParaRPr lang="zh-CN" altLang="en-US" sz="2600" b="1" dirty="0">
              <a:latin typeface="+mj-ea"/>
              <a:ea typeface="+mj-ea"/>
            </a:endParaRPr>
          </a:p>
          <a:p>
            <a:r>
              <a:rPr lang="zh-CN" altLang="en-US" sz="2600" b="1" dirty="0">
                <a:latin typeface="+mj-ea"/>
                <a:ea typeface="+mj-ea"/>
              </a:rPr>
              <a:t>寻址方式</a:t>
            </a:r>
          </a:p>
          <a:p>
            <a:pPr lvl="1"/>
            <a:r>
              <a:rPr lang="zh-CN" altLang="en-US" sz="2600" b="1" dirty="0">
                <a:latin typeface="+mj-ea"/>
                <a:ea typeface="+mj-ea"/>
              </a:rPr>
              <a:t>操作数的寻址</a:t>
            </a:r>
          </a:p>
          <a:p>
            <a:pPr lvl="1"/>
            <a:r>
              <a:rPr lang="zh-CN" altLang="en-US" sz="2600" b="1" dirty="0">
                <a:latin typeface="+mj-ea"/>
                <a:ea typeface="+mj-ea"/>
              </a:rPr>
              <a:t>偏移寻址与立即寻址的范围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319B31-1701-A356-A97B-20348DC4C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69DDCE-BAD2-4141-BD68-938EA4EF4B8B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F9DC180-AEB0-6E18-29E9-C224E1D86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E52453-8758-3E6E-5730-AD928247C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0654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b="1" dirty="0">
                <a:latin typeface="+mj-ea"/>
              </a:rPr>
              <a:t> </a:t>
            </a:r>
            <a:r>
              <a:rPr kumimoji="1" lang="zh-CN" altLang="en-US" sz="3600" b="1" dirty="0">
                <a:latin typeface="+mj-ea"/>
                <a:cs typeface="+mn-cs"/>
              </a:rPr>
              <a:t>本章小结</a:t>
            </a:r>
          </a:p>
        </p:txBody>
      </p:sp>
      <p:sp>
        <p:nvSpPr>
          <p:cNvPr id="19459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700808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操作数的分类和大小</a:t>
            </a:r>
            <a:endParaRPr lang="en-US" altLang="zh-CN" sz="26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指令系统设计的设计和优化</a:t>
            </a:r>
          </a:p>
          <a:p>
            <a:pPr lvl="1">
              <a:lnSpc>
                <a:spcPct val="12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基本原则（完整性、规整性、正交性、高效率、兼容性）</a:t>
            </a:r>
            <a:endParaRPr lang="en-US" altLang="zh-CN" sz="26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控制指令、操作码的优化、指令集编码</a:t>
            </a:r>
            <a:endParaRPr lang="en-US" altLang="zh-CN" sz="26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000" lvl="1" indent="-342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指令系统的发展和优化</a:t>
            </a:r>
          </a:p>
          <a:p>
            <a:pPr>
              <a:lnSpc>
                <a:spcPct val="120000"/>
              </a:lnSpc>
            </a:pPr>
            <a:r>
              <a:rPr lang="en-US" altLang="zh-CN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MIPS</a:t>
            </a:r>
            <a:r>
              <a:rPr lang="zh-CN" altLang="en-US" sz="2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指令集</a:t>
            </a:r>
            <a:endParaRPr lang="en-US" altLang="zh-CN" sz="26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6414B3F-3113-7E87-F5FD-A43F804E2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062E1B-F51C-4EBA-82CD-BF7ACF5CF444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7254B21-489E-13DB-C910-C9DFA576A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5CF0AD-C332-D8D4-8040-604AD72AB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33275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50ABDD-B6CD-42BC-ACDB-559EA6896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492896"/>
            <a:ext cx="8229600" cy="1143000"/>
          </a:xfrm>
        </p:spPr>
        <p:txBody>
          <a:bodyPr/>
          <a:lstStyle/>
          <a:p>
            <a:r>
              <a:rPr lang="zh-CN" altLang="en-US" dirty="0"/>
              <a:t>附录</a:t>
            </a:r>
            <a:r>
              <a:rPr lang="en-US" altLang="zh-CN" dirty="0"/>
              <a:t>: CPU</a:t>
            </a:r>
            <a:r>
              <a:rPr lang="zh-CN" altLang="en-US" dirty="0"/>
              <a:t>数据通路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3B5DFBE-2B6A-7D2C-82D6-96A07CEA8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5E2CC3-C664-4F7F-8187-96E43AC4814C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F16C0B-EC74-AE4F-2D7E-04C295108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8EF9E6-EBB4-03CE-A249-B4104158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98263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>
            <a:extLst>
              <a:ext uri="{FF2B5EF4-FFF2-40B4-BE49-F238E27FC236}">
                <a16:creationId xmlns:a16="http://schemas.microsoft.com/office/drawing/2014/main" id="{A8E31675-8E06-4EC4-90AE-3AD7F05AD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50" y="115888"/>
            <a:ext cx="7886700" cy="1325562"/>
          </a:xfrm>
        </p:spPr>
        <p:txBody>
          <a:bodyPr/>
          <a:lstStyle/>
          <a:p>
            <a:r>
              <a:rPr lang="zh-CN" altLang="en-US" b="1">
                <a:latin typeface="Times New Roman" panose="02020603050405020304" pitchFamily="18" charset="0"/>
              </a:rPr>
              <a:t>数据通路  </a:t>
            </a:r>
            <a:r>
              <a:rPr lang="en-US" altLang="zh-CN" b="1">
                <a:latin typeface="Times New Roman" panose="02020603050405020304" pitchFamily="18" charset="0"/>
              </a:rPr>
              <a:t>DataPath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BA134-9658-4042-AE42-DC751CBA1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63688"/>
            <a:ext cx="7886700" cy="4229100"/>
          </a:xfrm>
        </p:spPr>
        <p:txBody>
          <a:bodyPr/>
          <a:lstStyle/>
          <a:p>
            <a:pPr marL="243827" indent="-243827">
              <a:lnSpc>
                <a:spcPct val="150000"/>
              </a:lnSpc>
              <a:spcBef>
                <a:spcPts val="427"/>
              </a:spcBef>
              <a:spcAft>
                <a:spcPts val="427"/>
              </a:spcAft>
              <a:defRPr/>
            </a:pPr>
            <a:r>
              <a:rPr lang="zh-CN" altLang="en-US" sz="2400" b="1" dirty="0">
                <a:cs typeface="Segoe UI Black" panose="020B0A02040204020203" pitchFamily="34" charset="0"/>
                <a:sym typeface="Arial" panose="020B0604020202020204" pitchFamily="34" charset="0"/>
              </a:rPr>
              <a:t>数据通路</a:t>
            </a:r>
            <a:r>
              <a:rPr lang="en-US" altLang="zh-CN" sz="2400" b="1" dirty="0">
                <a:cs typeface="Segoe UI Black" panose="020B0A02040204020203" pitchFamily="34" charset="0"/>
                <a:sym typeface="Arial" panose="020B0604020202020204" pitchFamily="34" charset="0"/>
              </a:rPr>
              <a:t>------</a:t>
            </a:r>
            <a:r>
              <a:rPr lang="zh-CN" altLang="en-US" sz="2400" b="1" dirty="0">
                <a:cs typeface="Segoe UI Black" panose="020B0A02040204020203" pitchFamily="34" charset="0"/>
                <a:sym typeface="Arial" panose="020B0604020202020204" pitchFamily="34" charset="0"/>
              </a:rPr>
              <a:t>执行部件间传送信息的路径</a:t>
            </a:r>
            <a:r>
              <a:rPr lang="zh-CN" altLang="en-US" sz="2400" b="1" dirty="0">
                <a:solidFill>
                  <a:srgbClr val="1387B7"/>
                </a:solidFill>
                <a:cs typeface="Segoe UI Black" panose="020B0A02040204020203" pitchFamily="34" charset="0"/>
                <a:sym typeface="Arial" panose="020B0604020202020204" pitchFamily="34" charset="0"/>
              </a:rPr>
              <a:t>        </a:t>
            </a:r>
            <a:r>
              <a:rPr lang="en-US" altLang="zh-CN" sz="2400" b="1" dirty="0">
                <a:solidFill>
                  <a:srgbClr val="1387B7"/>
                </a:solidFill>
                <a:cs typeface="Segoe UI Black" panose="020B0A02040204020203" pitchFamily="34" charset="0"/>
                <a:sym typeface="Arial" panose="020B0604020202020204" pitchFamily="34" charset="0"/>
              </a:rPr>
              <a:t>(</a:t>
            </a:r>
            <a:r>
              <a:rPr lang="zh-CN" altLang="en-US" sz="2400" b="1" dirty="0">
                <a:solidFill>
                  <a:srgbClr val="1387B7"/>
                </a:solidFill>
                <a:cs typeface="Segoe UI Black" panose="020B0A02040204020203" pitchFamily="34" charset="0"/>
                <a:sym typeface="Arial" panose="020B0604020202020204" pitchFamily="34" charset="0"/>
              </a:rPr>
              <a:t>数据流</a:t>
            </a:r>
            <a:r>
              <a:rPr lang="en-US" altLang="zh-CN" sz="2400" b="1" dirty="0">
                <a:solidFill>
                  <a:srgbClr val="1387B7"/>
                </a:solidFill>
                <a:cs typeface="Segoe UI Black" panose="020B0A02040204020203" pitchFamily="34" charset="0"/>
                <a:sym typeface="Arial" panose="020B0604020202020204" pitchFamily="34" charset="0"/>
              </a:rPr>
              <a:t>)</a:t>
            </a:r>
            <a:endParaRPr lang="zh-CN" altLang="en-US" sz="2400" b="1" dirty="0">
              <a:solidFill>
                <a:srgbClr val="1387B7"/>
              </a:solidFill>
              <a:cs typeface="Segoe UI Black" panose="020B0A02040204020203" pitchFamily="34" charset="0"/>
              <a:sym typeface="Arial" panose="020B0604020202020204" pitchFamily="34" charset="0"/>
            </a:endParaRPr>
          </a:p>
          <a:p>
            <a:pPr marL="698972" lvl="1" indent="-243827">
              <a:lnSpc>
                <a:spcPct val="150000"/>
              </a:lnSpc>
              <a:spcBef>
                <a:spcPts val="427"/>
              </a:spcBef>
              <a:spcAft>
                <a:spcPts val="427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>
                <a:cs typeface="Segoe UI Black" panose="020B0A02040204020203" pitchFamily="34" charset="0"/>
                <a:sym typeface="Arial" panose="020B0604020202020204" pitchFamily="34" charset="0"/>
              </a:rPr>
              <a:t>通路的建立由</a:t>
            </a:r>
            <a:r>
              <a:rPr lang="zh-CN" altLang="en-US" sz="2000" b="1" dirty="0">
                <a:solidFill>
                  <a:srgbClr val="1387B7"/>
                </a:solidFill>
                <a:cs typeface="Segoe UI Black" panose="020B0A02040204020203" pitchFamily="34" charset="0"/>
                <a:sym typeface="Arial" panose="020B0604020202020204" pitchFamily="34" charset="0"/>
              </a:rPr>
              <a:t>控制信号</a:t>
            </a:r>
            <a:r>
              <a:rPr lang="zh-CN" altLang="en-US" sz="2000" b="1" dirty="0">
                <a:cs typeface="Segoe UI Black" panose="020B0A02040204020203" pitchFamily="34" charset="0"/>
                <a:sym typeface="Arial" panose="020B0604020202020204" pitchFamily="34" charset="0"/>
              </a:rPr>
              <a:t>控制，受</a:t>
            </a:r>
            <a:r>
              <a:rPr lang="zh-CN" altLang="en-US" sz="2000" b="1" dirty="0">
                <a:solidFill>
                  <a:srgbClr val="1387B7"/>
                </a:solidFill>
                <a:sym typeface="Arial" panose="020B0604020202020204" pitchFamily="34" charset="0"/>
              </a:rPr>
              <a:t>时钟驱动   </a:t>
            </a:r>
            <a:r>
              <a:rPr lang="zh-CN" altLang="en-US" sz="2000" b="1" dirty="0">
                <a:solidFill>
                  <a:srgbClr val="1387B7"/>
                </a:solidFill>
                <a:cs typeface="Segoe UI Black" panose="020B0A02040204020203" pitchFamily="34" charset="0"/>
                <a:sym typeface="Arial" panose="020B0604020202020204" pitchFamily="34" charset="0"/>
              </a:rPr>
              <a:t>（控制流）</a:t>
            </a:r>
          </a:p>
          <a:p>
            <a:pPr marL="698972" lvl="1" indent="-243827">
              <a:lnSpc>
                <a:spcPct val="150000"/>
              </a:lnSpc>
              <a:spcBef>
                <a:spcPts val="427"/>
              </a:spcBef>
              <a:spcAft>
                <a:spcPts val="427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>
                <a:cs typeface="Segoe UI Black" panose="020B0A02040204020203" pitchFamily="34" charset="0"/>
                <a:sym typeface="Arial" panose="020B0604020202020204" pitchFamily="34" charset="0"/>
              </a:rPr>
              <a:t>不同指令、同一指令在执行的不同阶段的数据通路不同</a:t>
            </a:r>
          </a:p>
          <a:p>
            <a:pPr marL="698972" lvl="1" indent="-243827">
              <a:lnSpc>
                <a:spcPct val="150000"/>
              </a:lnSpc>
              <a:spcBef>
                <a:spcPts val="427"/>
              </a:spcBef>
              <a:spcAft>
                <a:spcPts val="427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>
                <a:cs typeface="Segoe UI Black" panose="020B0A02040204020203" pitchFamily="34" charset="0"/>
                <a:sym typeface="Arial" panose="020B0604020202020204" pitchFamily="34" charset="0"/>
              </a:rPr>
              <a:t>分类：</a:t>
            </a:r>
            <a:r>
              <a:rPr lang="zh-CN" altLang="en-US" sz="2000" b="1" dirty="0">
                <a:solidFill>
                  <a:srgbClr val="1387B7"/>
                </a:solidFill>
                <a:sym typeface="Arial" panose="020B0604020202020204" pitchFamily="34" charset="0"/>
              </a:rPr>
              <a:t>共享通路（总线）、专用通路</a:t>
            </a:r>
          </a:p>
          <a:p>
            <a:pPr marL="1155923" lvl="2" indent="-243827">
              <a:lnSpc>
                <a:spcPct val="150000"/>
              </a:lnSpc>
              <a:spcBef>
                <a:spcPts val="427"/>
              </a:spcBef>
              <a:spcAft>
                <a:spcPts val="427"/>
              </a:spcAft>
              <a:defRPr/>
            </a:pPr>
            <a:r>
              <a:rPr lang="zh-CN" altLang="en-US" sz="2000" b="1" dirty="0">
                <a:cs typeface="Segoe UI Black" panose="020B0A02040204020203" pitchFamily="34" charset="0"/>
                <a:sym typeface="Arial" panose="020B0604020202020204" pitchFamily="34" charset="0"/>
              </a:rPr>
              <a:t>指令执行流程、执行效率</a:t>
            </a:r>
            <a:endParaRPr lang="en-US" altLang="zh-CN" sz="2000" b="1" dirty="0">
              <a:cs typeface="Segoe UI Black" panose="020B0A02040204020203" pitchFamily="34" charset="0"/>
              <a:sym typeface="Arial" panose="020B0604020202020204" pitchFamily="34" charset="0"/>
            </a:endParaRPr>
          </a:p>
          <a:p>
            <a:pPr marL="1155923" lvl="2" indent="-243827">
              <a:lnSpc>
                <a:spcPct val="150000"/>
              </a:lnSpc>
              <a:spcBef>
                <a:spcPts val="427"/>
              </a:spcBef>
              <a:spcAft>
                <a:spcPts val="427"/>
              </a:spcAft>
              <a:defRPr/>
            </a:pPr>
            <a:r>
              <a:rPr lang="zh-CN" altLang="en-US" sz="2000" b="1" dirty="0">
                <a:cs typeface="Segoe UI Black" panose="020B0A02040204020203" pitchFamily="34" charset="0"/>
                <a:sym typeface="Arial" panose="020B0604020202020204" pitchFamily="34" charset="0"/>
              </a:rPr>
              <a:t>微操作控制信号的时序安排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2CA7A4B-3169-26FE-5AC4-9AFC686A4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04F5AE-7CA3-4457-BEC4-64BF1064C6CC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E68CAF-78FB-BB58-1DE4-8BF2AD87C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683C3B-B645-0F73-D363-E23EB617D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51</a:t>
            </a:fld>
            <a:endParaRPr lang="en-US" altLang="zh-CN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>
            <a:extLst>
              <a:ext uri="{FF2B5EF4-FFF2-40B4-BE49-F238E27FC236}">
                <a16:creationId xmlns:a16="http://schemas.microsoft.com/office/drawing/2014/main" id="{60BEE328-B973-4FE3-A17A-FE20C8D1F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8" y="144463"/>
            <a:ext cx="7886700" cy="1325562"/>
          </a:xfrm>
        </p:spPr>
        <p:txBody>
          <a:bodyPr/>
          <a:lstStyle/>
          <a:p>
            <a:r>
              <a:rPr lang="zh-CN" altLang="en-US" sz="4000" b="1" dirty="0">
                <a:latin typeface="Times New Roman" panose="02020603050405020304" pitchFamily="18" charset="0"/>
              </a:rPr>
              <a:t>数据通路抽象模型（寄存器传输）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C361AC-2642-4952-A4C1-79BF5991D9F8}"/>
              </a:ext>
            </a:extLst>
          </p:cNvPr>
          <p:cNvSpPr/>
          <p:nvPr/>
        </p:nvSpPr>
        <p:spPr>
          <a:xfrm>
            <a:off x="2498725" y="1736725"/>
            <a:ext cx="4435475" cy="1735138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280"/>
          </a:p>
        </p:txBody>
      </p:sp>
      <p:grpSp>
        <p:nvGrpSpPr>
          <p:cNvPr id="48132" name="组合 4">
            <a:extLst>
              <a:ext uri="{FF2B5EF4-FFF2-40B4-BE49-F238E27FC236}">
                <a16:creationId xmlns:a16="http://schemas.microsoft.com/office/drawing/2014/main" id="{E2B70BE1-1CD0-49ED-9A75-E21595DC1EC0}"/>
              </a:ext>
            </a:extLst>
          </p:cNvPr>
          <p:cNvGrpSpPr>
            <a:grpSpLocks/>
          </p:cNvGrpSpPr>
          <p:nvPr/>
        </p:nvGrpSpPr>
        <p:grpSpPr bwMode="auto">
          <a:xfrm>
            <a:off x="2647950" y="1751013"/>
            <a:ext cx="4340225" cy="1624012"/>
            <a:chOff x="3687491" y="1743394"/>
            <a:chExt cx="6103914" cy="2284501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63D013F9-FCF4-4C67-B9CB-A294839563F9}"/>
                </a:ext>
              </a:extLst>
            </p:cNvPr>
            <p:cNvCxnSpPr/>
            <p:nvPr/>
          </p:nvCxnSpPr>
          <p:spPr>
            <a:xfrm>
              <a:off x="8978741" y="2160990"/>
              <a:ext cx="0" cy="810630"/>
            </a:xfrm>
            <a:prstGeom prst="line">
              <a:avLst/>
            </a:prstGeom>
            <a:ln w="19050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3FF1A1C5-F54B-47A9-B759-4AF1F64E5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7946" y="2413336"/>
              <a:ext cx="1163183" cy="1085306"/>
            </a:xfrm>
            <a:prstGeom prst="rect">
              <a:avLst/>
            </a:prstGeom>
            <a:solidFill>
              <a:srgbClr val="FFFF0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28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组合逻辑</a:t>
              </a:r>
              <a:endParaRPr lang="en-US" altLang="zh-CN" sz="1280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defRPr/>
              </a:pPr>
              <a:r>
                <a:rPr lang="en-US" altLang="zh-CN" sz="1280" kern="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Func</a:t>
              </a:r>
              <a:endParaRPr lang="en-US" altLang="zh-CN" sz="1280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08D4C7A-4D3C-46D7-BBB2-6A827DE43F42}"/>
                </a:ext>
              </a:extLst>
            </p:cNvPr>
            <p:cNvSpPr/>
            <p:nvPr/>
          </p:nvSpPr>
          <p:spPr>
            <a:xfrm>
              <a:off x="4361735" y="2319544"/>
              <a:ext cx="464380" cy="1344350"/>
            </a:xfrm>
            <a:prstGeom prst="rect">
              <a:avLst/>
            </a:prstGeom>
            <a:solidFill>
              <a:srgbClr val="FFC00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138" kern="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A</a:t>
              </a:r>
              <a:endParaRPr lang="zh-CN" altLang="en-US" sz="1138" kern="0" dirty="0"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sp>
          <p:nvSpPr>
            <p:cNvPr id="9" name="等腰三角形 8">
              <a:extLst>
                <a:ext uri="{FF2B5EF4-FFF2-40B4-BE49-F238E27FC236}">
                  <a16:creationId xmlns:a16="http://schemas.microsoft.com/office/drawing/2014/main" id="{27839C67-3D7D-4CFF-A84E-F7D16984261C}"/>
                </a:ext>
              </a:extLst>
            </p:cNvPr>
            <p:cNvSpPr/>
            <p:nvPr/>
          </p:nvSpPr>
          <p:spPr>
            <a:xfrm>
              <a:off x="4366200" y="3487475"/>
              <a:ext cx="457683" cy="176419"/>
            </a:xfrm>
            <a:prstGeom prst="triangle">
              <a:avLst>
                <a:gd name="adj" fmla="val 49113"/>
              </a:avLst>
            </a:prstGeom>
            <a:solidFill>
              <a:srgbClr val="FFC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138" kern="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" name="Line 17">
              <a:extLst>
                <a:ext uri="{FF2B5EF4-FFF2-40B4-BE49-F238E27FC236}">
                  <a16:creationId xmlns:a16="http://schemas.microsoft.com/office/drawing/2014/main" id="{B2451410-0A8B-431E-BFBB-31AECBE5C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5538" y="2931424"/>
              <a:ext cx="625127" cy="0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r">
                <a:defRPr/>
              </a:pPr>
              <a:endParaRPr lang="zh-CN" altLang="en-US" sz="1280" i="1">
                <a:solidFill>
                  <a:srgbClr val="000000"/>
                </a:solidFill>
                <a:latin typeface="Arial" pitchFamily="34" charset="0"/>
                <a:ea typeface="华文细黑" pitchFamily="2" charset="-122"/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BBEFD1AD-3756-4ADA-ADDD-EC703F74024E}"/>
                </a:ext>
              </a:extLst>
            </p:cNvPr>
            <p:cNvCxnSpPr/>
            <p:nvPr/>
          </p:nvCxnSpPr>
          <p:spPr>
            <a:xfrm>
              <a:off x="4591693" y="2145359"/>
              <a:ext cx="0" cy="174185"/>
            </a:xfrm>
            <a:prstGeom prst="line">
              <a:avLst/>
            </a:prstGeom>
            <a:ln w="19050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3B3432C-7A0F-4C39-946A-A7932A2241AD}"/>
                </a:ext>
              </a:extLst>
            </p:cNvPr>
            <p:cNvSpPr txBox="1"/>
            <p:nvPr/>
          </p:nvSpPr>
          <p:spPr>
            <a:xfrm>
              <a:off x="4352804" y="2292746"/>
              <a:ext cx="495636" cy="4064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280" dirty="0"/>
                <a:t>EN</a:t>
              </a:r>
              <a:endParaRPr lang="zh-CN" altLang="en-US" sz="1280" baseline="-25000" dirty="0"/>
            </a:p>
          </p:txBody>
        </p:sp>
        <p:sp>
          <p:nvSpPr>
            <p:cNvPr id="13" name="Line 17">
              <a:extLst>
                <a:ext uri="{FF2B5EF4-FFF2-40B4-BE49-F238E27FC236}">
                  <a16:creationId xmlns:a16="http://schemas.microsoft.com/office/drawing/2014/main" id="{E16294EC-ACF1-40B4-93F3-32E9463EC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3882" y="2931424"/>
              <a:ext cx="1114064" cy="0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r">
                <a:defRPr/>
              </a:pPr>
              <a:endParaRPr lang="zh-CN" altLang="en-US" sz="1280" i="1">
                <a:solidFill>
                  <a:srgbClr val="000000"/>
                </a:solidFill>
                <a:latin typeface="Arial" pitchFamily="34" charset="0"/>
                <a:ea typeface="华文细黑" pitchFamily="2" charset="-122"/>
              </a:endParaRP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B5216F3D-8EE0-44CB-A66D-5AC7B0128319}"/>
                </a:ext>
              </a:extLst>
            </p:cNvPr>
            <p:cNvCxnSpPr/>
            <p:nvPr/>
          </p:nvCxnSpPr>
          <p:spPr>
            <a:xfrm>
              <a:off x="4591693" y="3663894"/>
              <a:ext cx="0" cy="312640"/>
            </a:xfrm>
            <a:prstGeom prst="line">
              <a:avLst/>
            </a:prstGeom>
            <a:ln w="19050">
              <a:solidFill>
                <a:srgbClr val="FF6600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E14B406-3EF1-4584-8ECB-B9AB3B050578}"/>
                </a:ext>
              </a:extLst>
            </p:cNvPr>
            <p:cNvSpPr/>
            <p:nvPr/>
          </p:nvSpPr>
          <p:spPr>
            <a:xfrm>
              <a:off x="8076772" y="2319544"/>
              <a:ext cx="464380" cy="1344350"/>
            </a:xfrm>
            <a:prstGeom prst="rect">
              <a:avLst/>
            </a:prstGeom>
            <a:solidFill>
              <a:srgbClr val="FFC00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138" kern="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B</a:t>
              </a:r>
              <a:endParaRPr lang="zh-CN" altLang="en-US" sz="1138" kern="0" dirty="0"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F3FC9FF5-96E4-42B5-80B8-EC043209DD4D}"/>
                </a:ext>
              </a:extLst>
            </p:cNvPr>
            <p:cNvSpPr/>
            <p:nvPr/>
          </p:nvSpPr>
          <p:spPr>
            <a:xfrm>
              <a:off x="8072307" y="3487475"/>
              <a:ext cx="464380" cy="176419"/>
            </a:xfrm>
            <a:prstGeom prst="triangle">
              <a:avLst>
                <a:gd name="adj" fmla="val 49113"/>
              </a:avLst>
            </a:prstGeom>
            <a:solidFill>
              <a:srgbClr val="FFC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138" kern="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78D12975-1E0A-49BE-8447-B60F6AD60A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05594" y="2931424"/>
              <a:ext cx="966713" cy="0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r">
                <a:defRPr/>
              </a:pPr>
              <a:endParaRPr lang="zh-CN" altLang="en-US" sz="1280" i="1">
                <a:solidFill>
                  <a:srgbClr val="000000"/>
                </a:solidFill>
                <a:latin typeface="Arial" pitchFamily="34" charset="0"/>
                <a:ea typeface="华文细黑" pitchFamily="2" charset="-122"/>
              </a:endParaRP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CA6E3639-2BFE-40A9-B5F8-85CD72A78BC6}"/>
                </a:ext>
              </a:extLst>
            </p:cNvPr>
            <p:cNvCxnSpPr/>
            <p:nvPr/>
          </p:nvCxnSpPr>
          <p:spPr>
            <a:xfrm>
              <a:off x="8304497" y="2145359"/>
              <a:ext cx="0" cy="174185"/>
            </a:xfrm>
            <a:prstGeom prst="line">
              <a:avLst/>
            </a:prstGeom>
            <a:ln w="19050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15E3F8F-5E95-4E16-A57A-318BFA85432F}"/>
                </a:ext>
              </a:extLst>
            </p:cNvPr>
            <p:cNvSpPr txBox="1"/>
            <p:nvPr/>
          </p:nvSpPr>
          <p:spPr>
            <a:xfrm>
              <a:off x="8074540" y="2292746"/>
              <a:ext cx="495636" cy="4064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280" dirty="0"/>
                <a:t>EN</a:t>
              </a:r>
              <a:endParaRPr lang="zh-CN" altLang="en-US" sz="1280" baseline="-25000" dirty="0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D7EC9F9B-E2CE-4DB2-8E85-7B2C1BAF3D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36687" y="2931424"/>
              <a:ext cx="937690" cy="0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r">
                <a:defRPr/>
              </a:pPr>
              <a:endParaRPr lang="zh-CN" altLang="en-US" sz="1280" i="1">
                <a:solidFill>
                  <a:srgbClr val="000000"/>
                </a:solidFill>
                <a:latin typeface="Arial" pitchFamily="34" charset="0"/>
                <a:ea typeface="华文细黑" pitchFamily="2" charset="-122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526EF516-994D-4DEA-B8AE-BFE029E9D71E}"/>
                </a:ext>
              </a:extLst>
            </p:cNvPr>
            <p:cNvCxnSpPr/>
            <p:nvPr/>
          </p:nvCxnSpPr>
          <p:spPr>
            <a:xfrm>
              <a:off x="8304497" y="3663894"/>
              <a:ext cx="0" cy="312640"/>
            </a:xfrm>
            <a:prstGeom prst="line">
              <a:avLst/>
            </a:prstGeom>
            <a:ln w="19050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9B0A662-4782-4616-8005-672DC4906F06}"/>
                </a:ext>
              </a:extLst>
            </p:cNvPr>
            <p:cNvCxnSpPr/>
            <p:nvPr/>
          </p:nvCxnSpPr>
          <p:spPr>
            <a:xfrm flipH="1">
              <a:off x="3745538" y="3976533"/>
              <a:ext cx="4558958" cy="0"/>
            </a:xfrm>
            <a:prstGeom prst="line">
              <a:avLst/>
            </a:prstGeom>
            <a:ln w="19050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7ABDEF33-0A66-4903-932E-0298D2E0751D}"/>
                </a:ext>
              </a:extLst>
            </p:cNvPr>
            <p:cNvSpPr txBox="1"/>
            <p:nvPr/>
          </p:nvSpPr>
          <p:spPr>
            <a:xfrm>
              <a:off x="3687491" y="3621464"/>
              <a:ext cx="689872" cy="406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280" dirty="0">
                  <a:solidFill>
                    <a:srgbClr val="FF66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CLK</a:t>
              </a:r>
              <a:endParaRPr lang="zh-CN" altLang="en-US" sz="1280" baseline="-25000" dirty="0">
                <a:solidFill>
                  <a:srgbClr val="FF6600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D101220-5EBB-409E-937D-42F82D3D2EBC}"/>
                </a:ext>
              </a:extLst>
            </p:cNvPr>
            <p:cNvSpPr txBox="1"/>
            <p:nvPr/>
          </p:nvSpPr>
          <p:spPr>
            <a:xfrm>
              <a:off x="4915418" y="1750093"/>
              <a:ext cx="1125228" cy="4064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280" dirty="0" err="1">
                  <a:solidFill>
                    <a:srgbClr val="FF66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RegA</a:t>
              </a:r>
              <a:r>
                <a:rPr lang="en-US" altLang="zh-CN" sz="1280" baseline="-25000" dirty="0" err="1">
                  <a:solidFill>
                    <a:srgbClr val="FF66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out</a:t>
              </a:r>
              <a:endParaRPr lang="zh-CN" altLang="en-US" sz="1280" baseline="-25000" dirty="0">
                <a:solidFill>
                  <a:srgbClr val="FF6600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2D80167-D59A-4070-B2D0-731AED4409C4}"/>
                </a:ext>
              </a:extLst>
            </p:cNvPr>
            <p:cNvSpPr txBox="1"/>
            <p:nvPr/>
          </p:nvSpPr>
          <p:spPr>
            <a:xfrm>
              <a:off x="7844582" y="1754559"/>
              <a:ext cx="997971" cy="4064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280" dirty="0" err="1">
                  <a:solidFill>
                    <a:srgbClr val="FF66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RegB</a:t>
              </a:r>
              <a:r>
                <a:rPr lang="en-US" altLang="zh-CN" sz="1280" baseline="-25000" dirty="0" err="1">
                  <a:solidFill>
                    <a:srgbClr val="FF66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in</a:t>
              </a:r>
              <a:endParaRPr lang="zh-CN" altLang="en-US" sz="1280" baseline="-25000" dirty="0">
                <a:solidFill>
                  <a:srgbClr val="FF6600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DFADAE09-B109-4265-829C-11CA4F6A6489}"/>
                </a:ext>
              </a:extLst>
            </p:cNvPr>
            <p:cNvCxnSpPr/>
            <p:nvPr/>
          </p:nvCxnSpPr>
          <p:spPr>
            <a:xfrm>
              <a:off x="5323984" y="2145359"/>
              <a:ext cx="0" cy="810629"/>
            </a:xfrm>
            <a:prstGeom prst="line">
              <a:avLst/>
            </a:prstGeom>
            <a:ln w="19050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等腰三角形 26">
              <a:extLst>
                <a:ext uri="{FF2B5EF4-FFF2-40B4-BE49-F238E27FC236}">
                  <a16:creationId xmlns:a16="http://schemas.microsoft.com/office/drawing/2014/main" id="{6B23DAF7-2012-4585-B020-8D08BA6B90C0}"/>
                </a:ext>
              </a:extLst>
            </p:cNvPr>
            <p:cNvSpPr/>
            <p:nvPr/>
          </p:nvSpPr>
          <p:spPr>
            <a:xfrm rot="5400000" flipH="1">
              <a:off x="5264800" y="2858865"/>
              <a:ext cx="158554" cy="147351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rgbClr val="FF6600"/>
              </a:solidFill>
              <a:round/>
              <a:headEnd/>
              <a:tailEnd type="triangle" w="lg" len="lg"/>
            </a:ln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28" name="等腰三角形 27">
              <a:extLst>
                <a:ext uri="{FF2B5EF4-FFF2-40B4-BE49-F238E27FC236}">
                  <a16:creationId xmlns:a16="http://schemas.microsoft.com/office/drawing/2014/main" id="{40E5438F-C01A-40AD-8E25-E8A9BBC39D1A}"/>
                </a:ext>
              </a:extLst>
            </p:cNvPr>
            <p:cNvSpPr/>
            <p:nvPr/>
          </p:nvSpPr>
          <p:spPr>
            <a:xfrm rot="5400000" flipH="1">
              <a:off x="8900581" y="2855516"/>
              <a:ext cx="158552" cy="149583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rgbClr val="FF6600"/>
              </a:solidFill>
              <a:round/>
              <a:headEnd/>
              <a:tailEnd type="triangle" w="lg" len="lg"/>
            </a:ln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316A71E2-075D-45EC-A01C-BB4C66AC8C2D}"/>
                </a:ext>
              </a:extLst>
            </p:cNvPr>
            <p:cNvSpPr txBox="1"/>
            <p:nvPr/>
          </p:nvSpPr>
          <p:spPr>
            <a:xfrm>
              <a:off x="4029079" y="1743394"/>
              <a:ext cx="1011365" cy="4064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280" dirty="0" err="1">
                  <a:solidFill>
                    <a:srgbClr val="FF66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RegA</a:t>
              </a:r>
              <a:r>
                <a:rPr lang="en-US" altLang="zh-CN" sz="1280" baseline="-25000" dirty="0" err="1">
                  <a:solidFill>
                    <a:srgbClr val="FF66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in</a:t>
              </a:r>
              <a:endParaRPr lang="zh-CN" altLang="en-US" sz="1280" baseline="-25000" dirty="0">
                <a:solidFill>
                  <a:srgbClr val="FF6600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0CD9383-A805-4084-96FA-E5680647E259}"/>
                </a:ext>
              </a:extLst>
            </p:cNvPr>
            <p:cNvSpPr txBox="1"/>
            <p:nvPr/>
          </p:nvSpPr>
          <p:spPr>
            <a:xfrm>
              <a:off x="8679573" y="1747860"/>
              <a:ext cx="1111832" cy="4064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280" dirty="0" err="1">
                  <a:solidFill>
                    <a:srgbClr val="FF66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RegB</a:t>
              </a:r>
              <a:r>
                <a:rPr lang="en-US" altLang="zh-CN" sz="1280" baseline="-25000" dirty="0" err="1">
                  <a:solidFill>
                    <a:srgbClr val="FF66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out</a:t>
              </a:r>
              <a:endParaRPr lang="zh-CN" altLang="en-US" sz="1280" baseline="-25000" dirty="0">
                <a:solidFill>
                  <a:srgbClr val="FF6600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44CF6595-EFF6-4198-B700-985721D84C09}"/>
              </a:ext>
            </a:extLst>
          </p:cNvPr>
          <p:cNvSpPr txBox="1"/>
          <p:nvPr/>
        </p:nvSpPr>
        <p:spPr>
          <a:xfrm>
            <a:off x="7077075" y="2465388"/>
            <a:ext cx="18494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991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Funct </a:t>
            </a:r>
            <a:r>
              <a:rPr lang="en-US" altLang="zh-CN" sz="1991" dirty="0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(A)</a:t>
            </a:r>
            <a:r>
              <a:rPr lang="en-US" altLang="zh-CN" sz="1991" dirty="0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  <a:sym typeface="Wingdings" panose="05000000000000000000" pitchFamily="2" charset="2"/>
              </a:rPr>
              <a:t> B</a:t>
            </a:r>
            <a:endParaRPr lang="zh-CN" altLang="en-US" sz="1991" baseline="-25000" dirty="0"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DDC5C92-573C-4160-8E04-B89E2F0123E6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3786188"/>
            <a:ext cx="2811463" cy="1843087"/>
            <a:chOff x="380703" y="4408413"/>
            <a:chExt cx="3954429" cy="2591944"/>
          </a:xfrm>
        </p:grpSpPr>
        <p:grpSp>
          <p:nvGrpSpPr>
            <p:cNvPr id="48217" name="组合 32">
              <a:extLst>
                <a:ext uri="{FF2B5EF4-FFF2-40B4-BE49-F238E27FC236}">
                  <a16:creationId xmlns:a16="http://schemas.microsoft.com/office/drawing/2014/main" id="{D9D9F520-82AC-4EDE-9BA5-CDC293D597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703" y="4408413"/>
              <a:ext cx="3954429" cy="2038079"/>
              <a:chOff x="3561891" y="1750655"/>
              <a:chExt cx="5819812" cy="2441734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1A267549-DD12-44BC-AAC3-FC03ECB6B67A}"/>
                  </a:ext>
                </a:extLst>
              </p:cNvPr>
              <p:cNvSpPr/>
              <p:nvPr/>
            </p:nvSpPr>
            <p:spPr>
              <a:xfrm>
                <a:off x="3561891" y="1750655"/>
                <a:ext cx="5819812" cy="2441977"/>
              </a:xfrm>
              <a:prstGeom prst="rect">
                <a:avLst/>
              </a:prstGeom>
              <a:solidFill>
                <a:srgbClr val="FFFFCC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280"/>
              </a:p>
            </p:txBody>
          </p:sp>
          <p:grpSp>
            <p:nvGrpSpPr>
              <p:cNvPr id="48220" name="组合 35">
                <a:extLst>
                  <a:ext uri="{FF2B5EF4-FFF2-40B4-BE49-F238E27FC236}">
                    <a16:creationId xmlns:a16="http://schemas.microsoft.com/office/drawing/2014/main" id="{E32B42A1-F132-4957-A60D-710BC610F2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61891" y="1750655"/>
                <a:ext cx="5601029" cy="2333939"/>
                <a:chOff x="3561891" y="1750655"/>
                <a:chExt cx="5601029" cy="2333939"/>
              </a:xfrm>
            </p:grpSpPr>
            <p:sp>
              <p:nvSpPr>
                <p:cNvPr id="37" name="Rectangle 5">
                  <a:extLst>
                    <a:ext uri="{FF2B5EF4-FFF2-40B4-BE49-F238E27FC236}">
                      <a16:creationId xmlns:a16="http://schemas.microsoft.com/office/drawing/2014/main" id="{BE3C7055-90FB-4192-BF0A-233F2F53B0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37795" y="2413974"/>
                  <a:ext cx="1163305" cy="1085918"/>
                </a:xfrm>
                <a:prstGeom prst="rect">
                  <a:avLst/>
                </a:prstGeom>
                <a:solidFill>
                  <a:srgbClr val="00B050"/>
                </a:solidFill>
                <a:ln w="285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altLang="zh-CN" sz="1200" kern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MEM</a:t>
                  </a:r>
                </a:p>
              </p:txBody>
            </p:sp>
            <p:sp>
              <p:nvSpPr>
                <p:cNvPr id="39" name="等腰三角形 38">
                  <a:extLst>
                    <a:ext uri="{FF2B5EF4-FFF2-40B4-BE49-F238E27FC236}">
                      <a16:creationId xmlns:a16="http://schemas.microsoft.com/office/drawing/2014/main" id="{BE91273E-67F2-4307-97D2-C4CB9A634DB2}"/>
                    </a:ext>
                  </a:extLst>
                </p:cNvPr>
                <p:cNvSpPr/>
                <p:nvPr/>
              </p:nvSpPr>
              <p:spPr>
                <a:xfrm>
                  <a:off x="4357145" y="3489194"/>
                  <a:ext cx="466636" cy="176529"/>
                </a:xfrm>
                <a:prstGeom prst="triangle">
                  <a:avLst>
                    <a:gd name="adj" fmla="val 49113"/>
                  </a:avLst>
                </a:prstGeom>
                <a:solidFill>
                  <a:srgbClr val="9CDCF8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138" kern="0">
                    <a:solidFill>
                      <a:prstClr val="white"/>
                    </a:solidFill>
                    <a:latin typeface="等线" panose="020F0502020204030204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40" name="Line 17">
                  <a:extLst>
                    <a:ext uri="{FF2B5EF4-FFF2-40B4-BE49-F238E27FC236}">
                      <a16:creationId xmlns:a16="http://schemas.microsoft.com/office/drawing/2014/main" id="{AB2BF0F4-DC9D-4919-B41B-6C03AFB086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45917" y="2930186"/>
                  <a:ext cx="624373" cy="0"/>
                </a:xfrm>
                <a:prstGeom prst="line">
                  <a:avLst/>
                </a:prstGeom>
                <a:noFill/>
                <a:ln w="57150">
                  <a:solidFill>
                    <a:srgbClr val="FF66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r">
                    <a:defRPr/>
                  </a:pPr>
                  <a:endParaRPr lang="zh-CN" altLang="en-US" sz="1280" i="1">
                    <a:solidFill>
                      <a:srgbClr val="000000"/>
                    </a:solidFill>
                    <a:latin typeface="Arial" pitchFamily="34" charset="0"/>
                    <a:ea typeface="华文细黑" pitchFamily="2" charset="-122"/>
                  </a:endParaRPr>
                </a:p>
              </p:txBody>
            </p:sp>
            <p:cxnSp>
              <p:nvCxnSpPr>
                <p:cNvPr id="41" name="直接连接符 40">
                  <a:extLst>
                    <a:ext uri="{FF2B5EF4-FFF2-40B4-BE49-F238E27FC236}">
                      <a16:creationId xmlns:a16="http://schemas.microsoft.com/office/drawing/2014/main" id="{BAF80943-60B3-4478-8015-C7D41E6ED992}"/>
                    </a:ext>
                  </a:extLst>
                </p:cNvPr>
                <p:cNvCxnSpPr/>
                <p:nvPr/>
              </p:nvCxnSpPr>
              <p:spPr>
                <a:xfrm>
                  <a:off x="4590464" y="2146507"/>
                  <a:ext cx="0" cy="173853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Line 17">
                  <a:extLst>
                    <a:ext uri="{FF2B5EF4-FFF2-40B4-BE49-F238E27FC236}">
                      <a16:creationId xmlns:a16="http://schemas.microsoft.com/office/drawing/2014/main" id="{170FCC52-60F8-4991-84AC-5E10370FB5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23781" y="2930186"/>
                  <a:ext cx="1114014" cy="0"/>
                </a:xfrm>
                <a:prstGeom prst="line">
                  <a:avLst/>
                </a:prstGeom>
                <a:noFill/>
                <a:ln w="57150">
                  <a:solidFill>
                    <a:srgbClr val="FF66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r">
                    <a:defRPr/>
                  </a:pPr>
                  <a:endParaRPr lang="zh-CN" altLang="en-US" sz="1280" i="1">
                    <a:solidFill>
                      <a:srgbClr val="000000"/>
                    </a:solidFill>
                    <a:latin typeface="Arial" pitchFamily="34" charset="0"/>
                    <a:ea typeface="华文细黑" pitchFamily="2" charset="-122"/>
                  </a:endParaRPr>
                </a:p>
              </p:txBody>
            </p:sp>
            <p:cxnSp>
              <p:nvCxnSpPr>
                <p:cNvPr id="43" name="直接连接符 42">
                  <a:extLst>
                    <a:ext uri="{FF2B5EF4-FFF2-40B4-BE49-F238E27FC236}">
                      <a16:creationId xmlns:a16="http://schemas.microsoft.com/office/drawing/2014/main" id="{64E174C4-5080-41D5-B983-12CAADC18D2E}"/>
                    </a:ext>
                  </a:extLst>
                </p:cNvPr>
                <p:cNvCxnSpPr/>
                <p:nvPr/>
              </p:nvCxnSpPr>
              <p:spPr>
                <a:xfrm>
                  <a:off x="4590464" y="3665722"/>
                  <a:ext cx="0" cy="312936"/>
                </a:xfrm>
                <a:prstGeom prst="line">
                  <a:avLst/>
                </a:prstGeom>
                <a:ln w="19050"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等腰三角形 44">
                  <a:extLst>
                    <a:ext uri="{FF2B5EF4-FFF2-40B4-BE49-F238E27FC236}">
                      <a16:creationId xmlns:a16="http://schemas.microsoft.com/office/drawing/2014/main" id="{3502EE65-1CE6-4CE6-9F42-6F3DAE796C82}"/>
                    </a:ext>
                  </a:extLst>
                </p:cNvPr>
                <p:cNvSpPr/>
                <p:nvPr/>
              </p:nvSpPr>
              <p:spPr>
                <a:xfrm>
                  <a:off x="8070520" y="3489194"/>
                  <a:ext cx="466636" cy="176529"/>
                </a:xfrm>
                <a:prstGeom prst="triangle">
                  <a:avLst>
                    <a:gd name="adj" fmla="val 49113"/>
                  </a:avLst>
                </a:prstGeom>
                <a:solidFill>
                  <a:srgbClr val="9CDCF8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138" kern="0">
                    <a:solidFill>
                      <a:prstClr val="white"/>
                    </a:solidFill>
                    <a:latin typeface="等线" panose="020F0502020204030204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46" name="Line 17">
                  <a:extLst>
                    <a:ext uri="{FF2B5EF4-FFF2-40B4-BE49-F238E27FC236}">
                      <a16:creationId xmlns:a16="http://schemas.microsoft.com/office/drawing/2014/main" id="{6C36BC3D-88DB-42F0-822B-ABE924ED23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104385" y="2930186"/>
                  <a:ext cx="966135" cy="0"/>
                </a:xfrm>
                <a:prstGeom prst="line">
                  <a:avLst/>
                </a:prstGeom>
                <a:noFill/>
                <a:ln w="57150">
                  <a:solidFill>
                    <a:srgbClr val="FF66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r">
                    <a:defRPr/>
                  </a:pPr>
                  <a:endParaRPr lang="zh-CN" altLang="en-US" sz="1280" i="1">
                    <a:solidFill>
                      <a:srgbClr val="000000"/>
                    </a:solidFill>
                    <a:latin typeface="Arial" pitchFamily="34" charset="0"/>
                    <a:ea typeface="华文细黑" pitchFamily="2" charset="-122"/>
                  </a:endParaRPr>
                </a:p>
              </p:txBody>
            </p:sp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BA2090FD-EDEE-4EE9-8971-6CFE911994D7}"/>
                    </a:ext>
                  </a:extLst>
                </p:cNvPr>
                <p:cNvCxnSpPr/>
                <p:nvPr/>
              </p:nvCxnSpPr>
              <p:spPr>
                <a:xfrm>
                  <a:off x="8303839" y="2146507"/>
                  <a:ext cx="0" cy="173853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Line 17">
                  <a:extLst>
                    <a:ext uri="{FF2B5EF4-FFF2-40B4-BE49-F238E27FC236}">
                      <a16:creationId xmlns:a16="http://schemas.microsoft.com/office/drawing/2014/main" id="{3E0AA6DD-3F0F-4C49-99FE-DB7FE08B69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537156" y="2930186"/>
                  <a:ext cx="624373" cy="0"/>
                </a:xfrm>
                <a:prstGeom prst="line">
                  <a:avLst/>
                </a:prstGeom>
                <a:noFill/>
                <a:ln w="57150">
                  <a:solidFill>
                    <a:srgbClr val="FF66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r">
                    <a:defRPr/>
                  </a:pPr>
                  <a:endParaRPr lang="zh-CN" altLang="en-US" sz="1280" i="1">
                    <a:solidFill>
                      <a:srgbClr val="000000"/>
                    </a:solidFill>
                    <a:latin typeface="Arial" pitchFamily="34" charset="0"/>
                    <a:ea typeface="华文细黑" pitchFamily="2" charset="-122"/>
                  </a:endParaRPr>
                </a:p>
              </p:txBody>
            </p:sp>
            <p:cxnSp>
              <p:nvCxnSpPr>
                <p:cNvPr id="49" name="直接连接符 48">
                  <a:extLst>
                    <a:ext uri="{FF2B5EF4-FFF2-40B4-BE49-F238E27FC236}">
                      <a16:creationId xmlns:a16="http://schemas.microsoft.com/office/drawing/2014/main" id="{170B24C7-DD49-4E1C-A7BD-636F54A37CF2}"/>
                    </a:ext>
                  </a:extLst>
                </p:cNvPr>
                <p:cNvCxnSpPr/>
                <p:nvPr/>
              </p:nvCxnSpPr>
              <p:spPr>
                <a:xfrm>
                  <a:off x="8303839" y="3665722"/>
                  <a:ext cx="0" cy="312936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625E8578-FD3E-464B-844B-6C3484C52B1F}"/>
                    </a:ext>
                  </a:extLst>
                </p:cNvPr>
                <p:cNvCxnSpPr/>
                <p:nvPr/>
              </p:nvCxnSpPr>
              <p:spPr>
                <a:xfrm flipH="1">
                  <a:off x="3745917" y="3978658"/>
                  <a:ext cx="4557922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698285E7-8059-4442-9BD2-C7ED6C18D4EF}"/>
                    </a:ext>
                  </a:extLst>
                </p:cNvPr>
                <p:cNvSpPr txBox="1"/>
                <p:nvPr/>
              </p:nvSpPr>
              <p:spPr>
                <a:xfrm>
                  <a:off x="3561891" y="3598855"/>
                  <a:ext cx="1015428" cy="48679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1280" dirty="0">
                      <a:solidFill>
                        <a:srgbClr val="0066FF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Black" panose="020B0A02040204020203" pitchFamily="34" charset="0"/>
                    </a:rPr>
                    <a:t>CLK</a:t>
                  </a:r>
                  <a:endParaRPr lang="zh-CN" altLang="en-US" sz="1280" baseline="-25000" dirty="0">
                    <a:solidFill>
                      <a:srgbClr val="0066FF"/>
                    </a:solidFill>
                    <a:latin typeface="Segoe UI Black" panose="020B0A02040204020203" pitchFamily="34" charset="0"/>
                    <a:cs typeface="Segoe UI Black" panose="020B0A02040204020203" pitchFamily="34" charset="0"/>
                  </a:endParaRPr>
                </a:p>
              </p:txBody>
            </p:sp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2F9CFBBF-647F-450E-9350-EB82967EA0DC}"/>
                    </a:ext>
                  </a:extLst>
                </p:cNvPr>
                <p:cNvSpPr txBox="1"/>
                <p:nvPr/>
              </p:nvSpPr>
              <p:spPr>
                <a:xfrm>
                  <a:off x="4912509" y="1750655"/>
                  <a:ext cx="1248746" cy="48679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1280" dirty="0" err="1">
                      <a:solidFill>
                        <a:srgbClr val="0066FF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Black" panose="020B0A02040204020203" pitchFamily="34" charset="0"/>
                    </a:rPr>
                    <a:t>AR</a:t>
                  </a:r>
                  <a:r>
                    <a:rPr lang="en-US" altLang="zh-CN" sz="1280" baseline="-25000" dirty="0" err="1">
                      <a:solidFill>
                        <a:srgbClr val="0066FF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Black" panose="020B0A02040204020203" pitchFamily="34" charset="0"/>
                    </a:rPr>
                    <a:t>out</a:t>
                  </a:r>
                  <a:endParaRPr lang="zh-CN" altLang="en-US" sz="1280" baseline="-25000" dirty="0">
                    <a:solidFill>
                      <a:srgbClr val="0066FF"/>
                    </a:solidFill>
                    <a:latin typeface="Segoe UI Black" panose="020B0A02040204020203" pitchFamily="34" charset="0"/>
                    <a:cs typeface="Segoe UI Black" panose="020B0A02040204020203" pitchFamily="34" charset="0"/>
                  </a:endParaRPr>
                </a:p>
              </p:txBody>
            </p:sp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2F0159F5-A98E-479F-80E6-E1EA7076DEEE}"/>
                    </a:ext>
                  </a:extLst>
                </p:cNvPr>
                <p:cNvSpPr txBox="1"/>
                <p:nvPr/>
              </p:nvSpPr>
              <p:spPr>
                <a:xfrm>
                  <a:off x="7912783" y="1782751"/>
                  <a:ext cx="1084437" cy="48946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1280" dirty="0" err="1">
                      <a:solidFill>
                        <a:srgbClr val="0066FF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Black" panose="020B0A02040204020203" pitchFamily="34" charset="0"/>
                    </a:rPr>
                    <a:t>DR</a:t>
                  </a:r>
                  <a:r>
                    <a:rPr lang="en-US" altLang="zh-CN" sz="1280" baseline="-25000" dirty="0" err="1">
                      <a:solidFill>
                        <a:srgbClr val="0066FF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Black" panose="020B0A02040204020203" pitchFamily="34" charset="0"/>
                    </a:rPr>
                    <a:t>in</a:t>
                  </a:r>
                  <a:endParaRPr lang="zh-CN" altLang="en-US" sz="1280" baseline="-25000" dirty="0">
                    <a:solidFill>
                      <a:srgbClr val="0066FF"/>
                    </a:solidFill>
                    <a:latin typeface="Segoe UI Black" panose="020B0A02040204020203" pitchFamily="34" charset="0"/>
                    <a:cs typeface="Segoe UI Black" panose="020B0A02040204020203" pitchFamily="34" charset="0"/>
                  </a:endParaRPr>
                </a:p>
              </p:txBody>
            </p:sp>
            <p:cxnSp>
              <p:nvCxnSpPr>
                <p:cNvPr id="54" name="直接连接符 53">
                  <a:extLst>
                    <a:ext uri="{FF2B5EF4-FFF2-40B4-BE49-F238E27FC236}">
                      <a16:creationId xmlns:a16="http://schemas.microsoft.com/office/drawing/2014/main" id="{A91C3FFC-32E2-4E75-84A7-7DBFB9BB3D2F}"/>
                    </a:ext>
                  </a:extLst>
                </p:cNvPr>
                <p:cNvCxnSpPr/>
                <p:nvPr/>
              </p:nvCxnSpPr>
              <p:spPr>
                <a:xfrm>
                  <a:off x="5323279" y="2146507"/>
                  <a:ext cx="0" cy="810426"/>
                </a:xfrm>
                <a:prstGeom prst="line">
                  <a:avLst/>
                </a:prstGeom>
                <a:ln w="19050">
                  <a:solidFill>
                    <a:srgbClr val="FF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等腰三角形 54">
                  <a:extLst>
                    <a:ext uri="{FF2B5EF4-FFF2-40B4-BE49-F238E27FC236}">
                      <a16:creationId xmlns:a16="http://schemas.microsoft.com/office/drawing/2014/main" id="{F65832F9-1477-4843-BF39-C2C76FF01A2F}"/>
                    </a:ext>
                  </a:extLst>
                </p:cNvPr>
                <p:cNvSpPr/>
                <p:nvPr/>
              </p:nvSpPr>
              <p:spPr>
                <a:xfrm rot="5400000" flipH="1">
                  <a:off x="5264400" y="2858922"/>
                  <a:ext cx="160480" cy="147879"/>
                </a:xfrm>
                <a:prstGeom prst="triangle">
                  <a:avLst/>
                </a:prstGeom>
                <a:solidFill>
                  <a:schemeClr val="bg1"/>
                </a:solidFill>
                <a:ln w="19050">
                  <a:solidFill>
                    <a:srgbClr val="FF6600"/>
                  </a:solidFill>
                  <a:round/>
                  <a:headEnd/>
                  <a:tailEnd type="triangle" w="lg" len="lg"/>
                </a:ln>
              </p:spPr>
              <p:txBody>
                <a:bodyPr lIns="65024" tIns="32512" rIns="65024" bIns="32512"/>
                <a:lstStyle/>
                <a:p>
                  <a:pPr>
                    <a:defRPr/>
                  </a:pPr>
                  <a:endParaRPr lang="zh-CN" altLang="en-US" sz="2844">
                    <a:solidFill>
                      <a:schemeClr val="bg2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BA091398-EBED-4ECA-9244-9794B4580AC0}"/>
                    </a:ext>
                  </a:extLst>
                </p:cNvPr>
                <p:cNvSpPr/>
                <p:nvPr/>
              </p:nvSpPr>
              <p:spPr>
                <a:xfrm>
                  <a:off x="8073807" y="2320360"/>
                  <a:ext cx="466636" cy="1345362"/>
                </a:xfrm>
                <a:prstGeom prst="rect">
                  <a:avLst/>
                </a:prstGeom>
                <a:solidFill>
                  <a:srgbClr val="9CDCF8"/>
                </a:solidFill>
                <a:ln w="285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altLang="zh-CN" sz="1138" kern="0" dirty="0"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Black" panose="020B0A02040204020203" pitchFamily="34" charset="0"/>
                    </a:rPr>
                    <a:t>DR</a:t>
                  </a:r>
                  <a:endParaRPr lang="zh-CN" altLang="en-US" sz="1138" kern="0" dirty="0">
                    <a:latin typeface="Segoe UI Black" panose="020B0A02040204020203" pitchFamily="34" charset="0"/>
                    <a:ea typeface="微软雅黑" panose="020B0503020204020204" pitchFamily="34" charset="-122"/>
                    <a:cs typeface="Segoe UI Black" panose="020B0A02040204020203" pitchFamily="34" charset="0"/>
                  </a:endParaRPr>
                </a:p>
              </p:txBody>
            </p:sp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926FB0DE-EEE3-44D3-A201-86BF22D09889}"/>
                    </a:ext>
                  </a:extLst>
                </p:cNvPr>
                <p:cNvSpPr/>
                <p:nvPr/>
              </p:nvSpPr>
              <p:spPr>
                <a:xfrm>
                  <a:off x="4360432" y="2320360"/>
                  <a:ext cx="466636" cy="1345362"/>
                </a:xfrm>
                <a:prstGeom prst="rect">
                  <a:avLst/>
                </a:prstGeom>
                <a:solidFill>
                  <a:srgbClr val="9CDCF8"/>
                </a:solidFill>
                <a:ln w="285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altLang="zh-CN" sz="1138" kern="0" dirty="0"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Black" panose="020B0A02040204020203" pitchFamily="34" charset="0"/>
                    </a:rPr>
                    <a:t>AR</a:t>
                  </a:r>
                  <a:endParaRPr lang="zh-CN" altLang="en-US" sz="1138" kern="0" dirty="0">
                    <a:latin typeface="Segoe UI Black" panose="020B0A02040204020203" pitchFamily="34" charset="0"/>
                    <a:ea typeface="微软雅黑" panose="020B0503020204020204" pitchFamily="34" charset="-122"/>
                    <a:cs typeface="Segoe UI Black" panose="020B0A02040204020203" pitchFamily="34" charset="0"/>
                  </a:endParaRPr>
                </a:p>
              </p:txBody>
            </p:sp>
          </p:grpSp>
        </p:grpSp>
        <p:sp>
          <p:nvSpPr>
            <p:cNvPr id="48218" name="文本框 33">
              <a:extLst>
                <a:ext uri="{FF2B5EF4-FFF2-40B4-BE49-F238E27FC236}">
                  <a16:creationId xmlns:a16="http://schemas.microsoft.com/office/drawing/2014/main" id="{0A76CDA3-C4BE-48B3-9004-B40C4D7094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357" y="6480984"/>
              <a:ext cx="1558119" cy="519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rPr>
                <a:t>访存通路</a:t>
              </a:r>
              <a:endParaRPr lang="zh-CN" altLang="en-US" sz="1800" baseline="-25000"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DA25CAD-11E2-4297-B17E-FD717607C3CC}"/>
              </a:ext>
            </a:extLst>
          </p:cNvPr>
          <p:cNvGrpSpPr>
            <a:grpSpLocks/>
          </p:cNvGrpSpPr>
          <p:nvPr/>
        </p:nvGrpSpPr>
        <p:grpSpPr bwMode="auto">
          <a:xfrm>
            <a:off x="3189288" y="3787775"/>
            <a:ext cx="2811462" cy="1836738"/>
            <a:chOff x="4514101" y="4409809"/>
            <a:chExt cx="3954429" cy="2582306"/>
          </a:xfrm>
        </p:grpSpPr>
        <p:grpSp>
          <p:nvGrpSpPr>
            <p:cNvPr id="48194" name="组合 56">
              <a:extLst>
                <a:ext uri="{FF2B5EF4-FFF2-40B4-BE49-F238E27FC236}">
                  <a16:creationId xmlns:a16="http://schemas.microsoft.com/office/drawing/2014/main" id="{E48667F6-7691-45AA-ADDB-C89959E97E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4101" y="4409809"/>
              <a:ext cx="3954429" cy="2038079"/>
              <a:chOff x="3561891" y="1750655"/>
              <a:chExt cx="5819812" cy="2441734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BC49508-91CE-4DA4-9835-D30C10E1407A}"/>
                  </a:ext>
                </a:extLst>
              </p:cNvPr>
              <p:cNvSpPr/>
              <p:nvPr/>
            </p:nvSpPr>
            <p:spPr>
              <a:xfrm>
                <a:off x="3561891" y="1750655"/>
                <a:ext cx="5819812" cy="2441308"/>
              </a:xfrm>
              <a:prstGeom prst="rect">
                <a:avLst/>
              </a:prstGeom>
              <a:solidFill>
                <a:srgbClr val="FFFFCC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280"/>
              </a:p>
            </p:txBody>
          </p:sp>
          <p:grpSp>
            <p:nvGrpSpPr>
              <p:cNvPr id="48197" name="组合 59">
                <a:extLst>
                  <a:ext uri="{FF2B5EF4-FFF2-40B4-BE49-F238E27FC236}">
                    <a16:creationId xmlns:a16="http://schemas.microsoft.com/office/drawing/2014/main" id="{BCDF22F8-793A-4EED-BC51-C6090CE0CB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61891" y="1750655"/>
                <a:ext cx="5601029" cy="2333940"/>
                <a:chOff x="3561891" y="1750655"/>
                <a:chExt cx="5601029" cy="2333940"/>
              </a:xfrm>
            </p:grpSpPr>
            <p:sp>
              <p:nvSpPr>
                <p:cNvPr id="61" name="Rectangle 5">
                  <a:extLst>
                    <a:ext uri="{FF2B5EF4-FFF2-40B4-BE49-F238E27FC236}">
                      <a16:creationId xmlns:a16="http://schemas.microsoft.com/office/drawing/2014/main" id="{194C0E2D-08B0-4A34-8086-1BD5700ABC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37794" y="2413792"/>
                  <a:ext cx="1163305" cy="1085620"/>
                </a:xfrm>
                <a:prstGeom prst="rect">
                  <a:avLst/>
                </a:prstGeom>
                <a:solidFill>
                  <a:srgbClr val="FFC000"/>
                </a:solidFill>
                <a:ln w="285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zh-CN" altLang="en-US" sz="1280" kern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总线</a:t>
                  </a:r>
                  <a:endParaRPr lang="en-US" altLang="zh-CN" sz="1280" kern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3" name="等腰三角形 62">
                  <a:extLst>
                    <a:ext uri="{FF2B5EF4-FFF2-40B4-BE49-F238E27FC236}">
                      <a16:creationId xmlns:a16="http://schemas.microsoft.com/office/drawing/2014/main" id="{C36FD3D8-E39A-4AC7-849C-B6EB7BB2F723}"/>
                    </a:ext>
                  </a:extLst>
                </p:cNvPr>
                <p:cNvSpPr/>
                <p:nvPr/>
              </p:nvSpPr>
              <p:spPr>
                <a:xfrm>
                  <a:off x="4357145" y="3488716"/>
                  <a:ext cx="466637" cy="176480"/>
                </a:xfrm>
                <a:prstGeom prst="triangle">
                  <a:avLst>
                    <a:gd name="adj" fmla="val 49113"/>
                  </a:avLst>
                </a:prstGeom>
                <a:solidFill>
                  <a:srgbClr val="9CDCF8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138" kern="0">
                    <a:solidFill>
                      <a:prstClr val="white"/>
                    </a:solidFill>
                    <a:latin typeface="等线" panose="020F0502020204030204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64" name="Line 17">
                  <a:extLst>
                    <a:ext uri="{FF2B5EF4-FFF2-40B4-BE49-F238E27FC236}">
                      <a16:creationId xmlns:a16="http://schemas.microsoft.com/office/drawing/2014/main" id="{CA75E8B7-9AB2-46EB-A6DD-A963524571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45917" y="2929864"/>
                  <a:ext cx="624373" cy="0"/>
                </a:xfrm>
                <a:prstGeom prst="line">
                  <a:avLst/>
                </a:prstGeom>
                <a:noFill/>
                <a:ln w="57150">
                  <a:solidFill>
                    <a:srgbClr val="FF66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r">
                    <a:defRPr/>
                  </a:pPr>
                  <a:endParaRPr lang="zh-CN" altLang="en-US" sz="1280" i="1">
                    <a:solidFill>
                      <a:srgbClr val="000000"/>
                    </a:solidFill>
                    <a:latin typeface="Arial" pitchFamily="34" charset="0"/>
                    <a:ea typeface="华文细黑" pitchFamily="2" charset="-122"/>
                  </a:endParaRPr>
                </a:p>
              </p:txBody>
            </p:sp>
            <p:cxnSp>
              <p:nvCxnSpPr>
                <p:cNvPr id="65" name="直接连接符 64">
                  <a:extLst>
                    <a:ext uri="{FF2B5EF4-FFF2-40B4-BE49-F238E27FC236}">
                      <a16:creationId xmlns:a16="http://schemas.microsoft.com/office/drawing/2014/main" id="{3BA75FAA-0BA6-4BEE-8C3D-A2D7BBD35DEE}"/>
                    </a:ext>
                  </a:extLst>
                </p:cNvPr>
                <p:cNvCxnSpPr/>
                <p:nvPr/>
              </p:nvCxnSpPr>
              <p:spPr>
                <a:xfrm>
                  <a:off x="4590462" y="2146398"/>
                  <a:ext cx="0" cy="173807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Line 17">
                  <a:extLst>
                    <a:ext uri="{FF2B5EF4-FFF2-40B4-BE49-F238E27FC236}">
                      <a16:creationId xmlns:a16="http://schemas.microsoft.com/office/drawing/2014/main" id="{47364E12-9180-4B15-B76E-A22DF286E2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23782" y="2929864"/>
                  <a:ext cx="1114012" cy="0"/>
                </a:xfrm>
                <a:prstGeom prst="line">
                  <a:avLst/>
                </a:prstGeom>
                <a:noFill/>
                <a:ln w="57150">
                  <a:solidFill>
                    <a:srgbClr val="FF66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r">
                    <a:defRPr/>
                  </a:pPr>
                  <a:endParaRPr lang="zh-CN" altLang="en-US" sz="1280" i="1">
                    <a:solidFill>
                      <a:srgbClr val="000000"/>
                    </a:solidFill>
                    <a:latin typeface="Arial" pitchFamily="34" charset="0"/>
                    <a:ea typeface="华文细黑" pitchFamily="2" charset="-122"/>
                  </a:endParaRPr>
                </a:p>
              </p:txBody>
            </p:sp>
            <p:cxnSp>
              <p:nvCxnSpPr>
                <p:cNvPr id="67" name="直接连接符 66">
                  <a:extLst>
                    <a:ext uri="{FF2B5EF4-FFF2-40B4-BE49-F238E27FC236}">
                      <a16:creationId xmlns:a16="http://schemas.microsoft.com/office/drawing/2014/main" id="{0D7E0096-D69D-490A-8AA9-8E206B7E20E0}"/>
                    </a:ext>
                  </a:extLst>
                </p:cNvPr>
                <p:cNvCxnSpPr/>
                <p:nvPr/>
              </p:nvCxnSpPr>
              <p:spPr>
                <a:xfrm>
                  <a:off x="4590462" y="3665196"/>
                  <a:ext cx="0" cy="312852"/>
                </a:xfrm>
                <a:prstGeom prst="line">
                  <a:avLst/>
                </a:prstGeom>
                <a:ln w="19050"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9" name="等腰三角形 68">
                  <a:extLst>
                    <a:ext uri="{FF2B5EF4-FFF2-40B4-BE49-F238E27FC236}">
                      <a16:creationId xmlns:a16="http://schemas.microsoft.com/office/drawing/2014/main" id="{7053D88B-D215-4119-BFC0-71F2CC585481}"/>
                    </a:ext>
                  </a:extLst>
                </p:cNvPr>
                <p:cNvSpPr/>
                <p:nvPr/>
              </p:nvSpPr>
              <p:spPr>
                <a:xfrm>
                  <a:off x="8070521" y="3488716"/>
                  <a:ext cx="466637" cy="176480"/>
                </a:xfrm>
                <a:prstGeom prst="triangle">
                  <a:avLst>
                    <a:gd name="adj" fmla="val 49113"/>
                  </a:avLst>
                </a:prstGeom>
                <a:solidFill>
                  <a:srgbClr val="9CDCF8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138" kern="0">
                    <a:solidFill>
                      <a:prstClr val="white"/>
                    </a:solidFill>
                    <a:latin typeface="等线" panose="020F0502020204030204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70" name="Line 17">
                  <a:extLst>
                    <a:ext uri="{FF2B5EF4-FFF2-40B4-BE49-F238E27FC236}">
                      <a16:creationId xmlns:a16="http://schemas.microsoft.com/office/drawing/2014/main" id="{8A5F9157-91A1-42B2-BEC5-379B7D20B2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104386" y="2929864"/>
                  <a:ext cx="966135" cy="0"/>
                </a:xfrm>
                <a:prstGeom prst="line">
                  <a:avLst/>
                </a:prstGeom>
                <a:noFill/>
                <a:ln w="57150">
                  <a:solidFill>
                    <a:srgbClr val="FF66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r">
                    <a:defRPr/>
                  </a:pPr>
                  <a:endParaRPr lang="zh-CN" altLang="en-US" sz="1280" i="1">
                    <a:solidFill>
                      <a:srgbClr val="000000"/>
                    </a:solidFill>
                    <a:latin typeface="Arial" pitchFamily="34" charset="0"/>
                    <a:ea typeface="华文细黑" pitchFamily="2" charset="-122"/>
                  </a:endParaRPr>
                </a:p>
              </p:txBody>
            </p:sp>
            <p:cxnSp>
              <p:nvCxnSpPr>
                <p:cNvPr id="71" name="直接连接符 70">
                  <a:extLst>
                    <a:ext uri="{FF2B5EF4-FFF2-40B4-BE49-F238E27FC236}">
                      <a16:creationId xmlns:a16="http://schemas.microsoft.com/office/drawing/2014/main" id="{DDC15C27-DBB0-44B5-9EA3-446AAE435CED}"/>
                    </a:ext>
                  </a:extLst>
                </p:cNvPr>
                <p:cNvCxnSpPr/>
                <p:nvPr/>
              </p:nvCxnSpPr>
              <p:spPr>
                <a:xfrm>
                  <a:off x="8303839" y="2146398"/>
                  <a:ext cx="0" cy="173807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2" name="Line 17">
                  <a:extLst>
                    <a:ext uri="{FF2B5EF4-FFF2-40B4-BE49-F238E27FC236}">
                      <a16:creationId xmlns:a16="http://schemas.microsoft.com/office/drawing/2014/main" id="{74D0B626-C858-4906-A3C4-B443DE6DAF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537158" y="2929864"/>
                  <a:ext cx="624373" cy="0"/>
                </a:xfrm>
                <a:prstGeom prst="line">
                  <a:avLst/>
                </a:prstGeom>
                <a:noFill/>
                <a:ln w="57150">
                  <a:solidFill>
                    <a:srgbClr val="FF66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r">
                    <a:defRPr/>
                  </a:pPr>
                  <a:endParaRPr lang="zh-CN" altLang="en-US" sz="1280" i="1">
                    <a:solidFill>
                      <a:srgbClr val="000000"/>
                    </a:solidFill>
                    <a:latin typeface="Arial" pitchFamily="34" charset="0"/>
                    <a:ea typeface="华文细黑" pitchFamily="2" charset="-122"/>
                  </a:endParaRPr>
                </a:p>
              </p:txBody>
            </p:sp>
            <p:cxnSp>
              <p:nvCxnSpPr>
                <p:cNvPr id="73" name="直接连接符 72">
                  <a:extLst>
                    <a:ext uri="{FF2B5EF4-FFF2-40B4-BE49-F238E27FC236}">
                      <a16:creationId xmlns:a16="http://schemas.microsoft.com/office/drawing/2014/main" id="{5AA0F408-DAA7-437C-830A-59C491FC99D0}"/>
                    </a:ext>
                  </a:extLst>
                </p:cNvPr>
                <p:cNvCxnSpPr/>
                <p:nvPr/>
              </p:nvCxnSpPr>
              <p:spPr>
                <a:xfrm>
                  <a:off x="8303839" y="3665196"/>
                  <a:ext cx="0" cy="31285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连接符 73">
                  <a:extLst>
                    <a:ext uri="{FF2B5EF4-FFF2-40B4-BE49-F238E27FC236}">
                      <a16:creationId xmlns:a16="http://schemas.microsoft.com/office/drawing/2014/main" id="{205F0EA9-2D78-4A49-9C7B-0281F8F7395C}"/>
                    </a:ext>
                  </a:extLst>
                </p:cNvPr>
                <p:cNvCxnSpPr/>
                <p:nvPr/>
              </p:nvCxnSpPr>
              <p:spPr>
                <a:xfrm flipH="1">
                  <a:off x="3745917" y="3978048"/>
                  <a:ext cx="4557922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5A5D1D7C-DD16-4878-A6CE-E3A8CF2F8CE8}"/>
                    </a:ext>
                  </a:extLst>
                </p:cNvPr>
                <p:cNvSpPr txBox="1"/>
                <p:nvPr/>
              </p:nvSpPr>
              <p:spPr>
                <a:xfrm>
                  <a:off x="3561891" y="3598349"/>
                  <a:ext cx="1015427" cy="48665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1280" dirty="0">
                      <a:solidFill>
                        <a:srgbClr val="0066FF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Black" panose="020B0A02040204020203" pitchFamily="34" charset="0"/>
                    </a:rPr>
                    <a:t>CLK</a:t>
                  </a:r>
                  <a:endParaRPr lang="zh-CN" altLang="en-US" sz="1280" baseline="-25000" dirty="0">
                    <a:solidFill>
                      <a:srgbClr val="0066FF"/>
                    </a:solidFill>
                    <a:latin typeface="Segoe UI Black" panose="020B0A02040204020203" pitchFamily="34" charset="0"/>
                    <a:cs typeface="Segoe UI Black" panose="020B0A02040204020203" pitchFamily="34" charset="0"/>
                  </a:endParaRPr>
                </a:p>
              </p:txBody>
            </p:sp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D24B9C34-B492-4F96-9729-FF98B20B0208}"/>
                    </a:ext>
                  </a:extLst>
                </p:cNvPr>
                <p:cNvSpPr txBox="1"/>
                <p:nvPr/>
              </p:nvSpPr>
              <p:spPr>
                <a:xfrm>
                  <a:off x="4912507" y="1750655"/>
                  <a:ext cx="1018714" cy="48665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1280" dirty="0" err="1">
                      <a:solidFill>
                        <a:srgbClr val="0066FF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Black" panose="020B0A02040204020203" pitchFamily="34" charset="0"/>
                    </a:rPr>
                    <a:t>A</a:t>
                  </a:r>
                  <a:r>
                    <a:rPr lang="en-US" altLang="zh-CN" sz="1280" baseline="-25000" dirty="0" err="1">
                      <a:solidFill>
                        <a:srgbClr val="0066FF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Black" panose="020B0A02040204020203" pitchFamily="34" charset="0"/>
                    </a:rPr>
                    <a:t>out</a:t>
                  </a:r>
                  <a:endParaRPr lang="zh-CN" altLang="en-US" sz="1280" baseline="-25000" dirty="0">
                    <a:solidFill>
                      <a:srgbClr val="0066FF"/>
                    </a:solidFill>
                    <a:latin typeface="Segoe UI Black" panose="020B0A02040204020203" pitchFamily="34" charset="0"/>
                    <a:cs typeface="Segoe UI Black" panose="020B0A02040204020203" pitchFamily="34" charset="0"/>
                  </a:endParaRPr>
                </a:p>
              </p:txBody>
            </p:sp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E73E1F02-7E23-45C4-925A-377B99E231C2}"/>
                    </a:ext>
                  </a:extLst>
                </p:cNvPr>
                <p:cNvSpPr txBox="1"/>
                <p:nvPr/>
              </p:nvSpPr>
              <p:spPr>
                <a:xfrm>
                  <a:off x="7912785" y="1782742"/>
                  <a:ext cx="831401" cy="48933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1280" dirty="0">
                      <a:solidFill>
                        <a:srgbClr val="0066FF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Black" panose="020B0A02040204020203" pitchFamily="34" charset="0"/>
                    </a:rPr>
                    <a:t>B</a:t>
                  </a:r>
                  <a:r>
                    <a:rPr lang="en-US" altLang="zh-CN" sz="1280" baseline="-25000" dirty="0">
                      <a:solidFill>
                        <a:srgbClr val="0066FF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Black" panose="020B0A02040204020203" pitchFamily="34" charset="0"/>
                    </a:rPr>
                    <a:t>in</a:t>
                  </a:r>
                  <a:endParaRPr lang="zh-CN" altLang="en-US" sz="1280" baseline="-25000" dirty="0">
                    <a:solidFill>
                      <a:srgbClr val="0066FF"/>
                    </a:solidFill>
                    <a:latin typeface="Segoe UI Black" panose="020B0A02040204020203" pitchFamily="34" charset="0"/>
                    <a:cs typeface="Segoe UI Black" panose="020B0A02040204020203" pitchFamily="34" charset="0"/>
                  </a:endParaRPr>
                </a:p>
              </p:txBody>
            </p:sp>
            <p:cxnSp>
              <p:nvCxnSpPr>
                <p:cNvPr id="78" name="直接连接符 77">
                  <a:extLst>
                    <a:ext uri="{FF2B5EF4-FFF2-40B4-BE49-F238E27FC236}">
                      <a16:creationId xmlns:a16="http://schemas.microsoft.com/office/drawing/2014/main" id="{347B643B-A34D-403D-B5A9-022C84A03E34}"/>
                    </a:ext>
                  </a:extLst>
                </p:cNvPr>
                <p:cNvCxnSpPr/>
                <p:nvPr/>
              </p:nvCxnSpPr>
              <p:spPr>
                <a:xfrm>
                  <a:off x="5323280" y="2146398"/>
                  <a:ext cx="0" cy="810205"/>
                </a:xfrm>
                <a:prstGeom prst="line">
                  <a:avLst/>
                </a:prstGeom>
                <a:ln w="19050">
                  <a:solidFill>
                    <a:srgbClr val="FF66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9" name="等腰三角形 78">
                  <a:extLst>
                    <a:ext uri="{FF2B5EF4-FFF2-40B4-BE49-F238E27FC236}">
                      <a16:creationId xmlns:a16="http://schemas.microsoft.com/office/drawing/2014/main" id="{C9B2C897-2E3B-44CD-B6AB-9C8759C42990}"/>
                    </a:ext>
                  </a:extLst>
                </p:cNvPr>
                <p:cNvSpPr/>
                <p:nvPr/>
              </p:nvSpPr>
              <p:spPr>
                <a:xfrm rot="5400000" flipH="1">
                  <a:off x="5264423" y="2858598"/>
                  <a:ext cx="160436" cy="147877"/>
                </a:xfrm>
                <a:prstGeom prst="triangle">
                  <a:avLst/>
                </a:prstGeom>
                <a:solidFill>
                  <a:schemeClr val="bg1"/>
                </a:solidFill>
                <a:ln w="19050">
                  <a:solidFill>
                    <a:srgbClr val="FF6600"/>
                  </a:solidFill>
                  <a:round/>
                  <a:headEnd/>
                  <a:tailEnd type="triangle" w="lg" len="lg"/>
                </a:ln>
              </p:spPr>
              <p:txBody>
                <a:bodyPr lIns="65024" tIns="32512" rIns="65024" bIns="32512"/>
                <a:lstStyle/>
                <a:p>
                  <a:pPr>
                    <a:defRPr/>
                  </a:pPr>
                  <a:endParaRPr lang="zh-CN" altLang="en-US" sz="2844">
                    <a:solidFill>
                      <a:schemeClr val="bg2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98A0D610-1935-45C8-A5A8-9FA186059681}"/>
                    </a:ext>
                  </a:extLst>
                </p:cNvPr>
                <p:cNvSpPr/>
                <p:nvPr/>
              </p:nvSpPr>
              <p:spPr>
                <a:xfrm>
                  <a:off x="8073806" y="2320205"/>
                  <a:ext cx="466637" cy="1344991"/>
                </a:xfrm>
                <a:prstGeom prst="rect">
                  <a:avLst/>
                </a:prstGeom>
                <a:solidFill>
                  <a:srgbClr val="9CDCF8"/>
                </a:solidFill>
                <a:ln w="285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altLang="zh-CN" sz="1138" kern="0" dirty="0"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Black" panose="020B0A02040204020203" pitchFamily="34" charset="0"/>
                    </a:rPr>
                    <a:t>B</a:t>
                  </a:r>
                  <a:endParaRPr lang="zh-CN" altLang="en-US" sz="1138" kern="0" dirty="0">
                    <a:latin typeface="Segoe UI Black" panose="020B0A02040204020203" pitchFamily="34" charset="0"/>
                    <a:ea typeface="微软雅黑" panose="020B0503020204020204" pitchFamily="34" charset="-122"/>
                    <a:cs typeface="Segoe UI Black" panose="020B0A02040204020203" pitchFamily="34" charset="0"/>
                  </a:endParaRPr>
                </a:p>
              </p:txBody>
            </p:sp>
            <p:sp>
              <p:nvSpPr>
                <p:cNvPr id="62" name="矩形 61">
                  <a:extLst>
                    <a:ext uri="{FF2B5EF4-FFF2-40B4-BE49-F238E27FC236}">
                      <a16:creationId xmlns:a16="http://schemas.microsoft.com/office/drawing/2014/main" id="{73E41D47-75A6-4357-8202-3F80FC899EFC}"/>
                    </a:ext>
                  </a:extLst>
                </p:cNvPr>
                <p:cNvSpPr/>
                <p:nvPr/>
              </p:nvSpPr>
              <p:spPr>
                <a:xfrm>
                  <a:off x="4360430" y="2320205"/>
                  <a:ext cx="466637" cy="1344991"/>
                </a:xfrm>
                <a:prstGeom prst="rect">
                  <a:avLst/>
                </a:prstGeom>
                <a:solidFill>
                  <a:srgbClr val="9CDCF8"/>
                </a:solidFill>
                <a:ln w="285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altLang="zh-CN" sz="1138" kern="0" dirty="0">
                      <a:latin typeface="Segoe UI Black" panose="020B0A02040204020203" pitchFamily="34" charset="0"/>
                      <a:ea typeface="微软雅黑" panose="020B0503020204020204" pitchFamily="34" charset="-122"/>
                      <a:cs typeface="Segoe UI Black" panose="020B0A02040204020203" pitchFamily="34" charset="0"/>
                    </a:rPr>
                    <a:t>A</a:t>
                  </a:r>
                  <a:endParaRPr lang="zh-CN" altLang="en-US" sz="1138" kern="0" dirty="0">
                    <a:latin typeface="Segoe UI Black" panose="020B0A02040204020203" pitchFamily="34" charset="0"/>
                    <a:ea typeface="微软雅黑" panose="020B0503020204020204" pitchFamily="34" charset="-122"/>
                    <a:cs typeface="Segoe UI Black" panose="020B0A02040204020203" pitchFamily="34" charset="0"/>
                  </a:endParaRPr>
                </a:p>
              </p:txBody>
            </p:sp>
          </p:grpSp>
        </p:grpSp>
        <p:sp>
          <p:nvSpPr>
            <p:cNvPr id="48195" name="文本框 57">
              <a:extLst>
                <a:ext uri="{FF2B5EF4-FFF2-40B4-BE49-F238E27FC236}">
                  <a16:creationId xmlns:a16="http://schemas.microsoft.com/office/drawing/2014/main" id="{2E1B9548-D951-462A-821F-0E976B0C22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0754" y="6472742"/>
              <a:ext cx="1558119" cy="519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rPr>
                <a:t>总线传输</a:t>
              </a:r>
              <a:endParaRPr lang="zh-CN" altLang="en-US" sz="1800" baseline="-25000"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</p:grp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EAE6B7F5-1EC5-4666-AC39-9B6FDDE0D3F8}"/>
              </a:ext>
            </a:extLst>
          </p:cNvPr>
          <p:cNvCxnSpPr/>
          <p:nvPr/>
        </p:nvCxnSpPr>
        <p:spPr>
          <a:xfrm>
            <a:off x="6408738" y="2043113"/>
            <a:ext cx="0" cy="576262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5">
            <a:extLst>
              <a:ext uri="{FF2B5EF4-FFF2-40B4-BE49-F238E27FC236}">
                <a16:creationId xmlns:a16="http://schemas.microsoft.com/office/drawing/2014/main" id="{F6D6D379-6814-4238-B076-D5DB66126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6563" y="2233613"/>
            <a:ext cx="827087" cy="771525"/>
          </a:xfrm>
          <a:prstGeom prst="rect">
            <a:avLst/>
          </a:prstGeom>
          <a:solidFill>
            <a:srgbClr val="9CDCF8"/>
          </a:solidFill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zh-CN" altLang="en-US" sz="128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组合逻辑</a:t>
            </a:r>
            <a:endParaRPr lang="en-US" altLang="zh-CN" sz="128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en-US" altLang="zh-CN" sz="1280" kern="0">
                <a:latin typeface="微软雅黑" panose="020B0503020204020204" pitchFamily="34" charset="-122"/>
                <a:ea typeface="微软雅黑" panose="020B0503020204020204" pitchFamily="34" charset="-122"/>
              </a:rPr>
              <a:t>Funct</a:t>
            </a:r>
            <a:endParaRPr lang="en-US" altLang="zh-CN" sz="128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35F3A944-61DD-418F-A6DB-2E065C0BDC1F}"/>
              </a:ext>
            </a:extLst>
          </p:cNvPr>
          <p:cNvGrpSpPr/>
          <p:nvPr/>
        </p:nvGrpSpPr>
        <p:grpSpPr>
          <a:xfrm>
            <a:off x="3126596" y="2159658"/>
            <a:ext cx="330551" cy="955495"/>
            <a:chOff x="4423796" y="2240591"/>
            <a:chExt cx="464838" cy="1343665"/>
          </a:xfrm>
          <a:solidFill>
            <a:srgbClr val="9CDCF8"/>
          </a:solidFill>
        </p:grpSpPr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AB00F99B-8335-46DE-BAF5-3B77454B7B79}"/>
                </a:ext>
              </a:extLst>
            </p:cNvPr>
            <p:cNvSpPr/>
            <p:nvPr/>
          </p:nvSpPr>
          <p:spPr>
            <a:xfrm>
              <a:off x="4423796" y="2240591"/>
              <a:ext cx="464838" cy="1343664"/>
            </a:xfrm>
            <a:prstGeom prst="rect">
              <a:avLst/>
            </a:pr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138" kern="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A</a:t>
              </a:r>
              <a:endParaRPr lang="zh-CN" altLang="en-US" sz="1138" kern="0" dirty="0"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sp>
          <p:nvSpPr>
            <p:cNvPr id="84" name="等腰三角形 83">
              <a:extLst>
                <a:ext uri="{FF2B5EF4-FFF2-40B4-BE49-F238E27FC236}">
                  <a16:creationId xmlns:a16="http://schemas.microsoft.com/office/drawing/2014/main" id="{1AAB2F25-618A-4198-96BB-E4D59652A49B}"/>
                </a:ext>
              </a:extLst>
            </p:cNvPr>
            <p:cNvSpPr/>
            <p:nvPr/>
          </p:nvSpPr>
          <p:spPr>
            <a:xfrm>
              <a:off x="4424196" y="3407698"/>
              <a:ext cx="460777" cy="176558"/>
            </a:xfrm>
            <a:prstGeom prst="triangle">
              <a:avLst>
                <a:gd name="adj" fmla="val 49113"/>
              </a:avLst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138" kern="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</p:grpSp>
      <p:sp>
        <p:nvSpPr>
          <p:cNvPr id="85" name="Line 17">
            <a:extLst>
              <a:ext uri="{FF2B5EF4-FFF2-40B4-BE49-F238E27FC236}">
                <a16:creationId xmlns:a16="http://schemas.microsoft.com/office/drawing/2014/main" id="{0023460F-1470-42C6-A298-DAD59E29F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6050" y="2590800"/>
            <a:ext cx="444500" cy="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r">
              <a:defRPr/>
            </a:pPr>
            <a:endParaRPr lang="zh-CN" altLang="en-US" sz="1280" i="1">
              <a:solidFill>
                <a:srgbClr val="000000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F999EFC5-5AE1-49EC-84CF-C09649655129}"/>
              </a:ext>
            </a:extLst>
          </p:cNvPr>
          <p:cNvSpPr txBox="1"/>
          <p:nvPr/>
        </p:nvSpPr>
        <p:spPr>
          <a:xfrm>
            <a:off x="3119438" y="2135188"/>
            <a:ext cx="350837" cy="290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80" dirty="0"/>
              <a:t>EN</a:t>
            </a:r>
            <a:endParaRPr lang="zh-CN" altLang="en-US" sz="1280" baseline="-25000" dirty="0"/>
          </a:p>
        </p:txBody>
      </p: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7E7FA1CC-CF52-4B0D-8B2A-369307C8E6FD}"/>
              </a:ext>
            </a:extLst>
          </p:cNvPr>
          <p:cNvGrpSpPr/>
          <p:nvPr/>
        </p:nvGrpSpPr>
        <p:grpSpPr>
          <a:xfrm>
            <a:off x="5766239" y="2160606"/>
            <a:ext cx="333156" cy="955495"/>
            <a:chOff x="8134689" y="2240591"/>
            <a:chExt cx="468501" cy="1343665"/>
          </a:xfrm>
          <a:solidFill>
            <a:srgbClr val="9CDCF8"/>
          </a:solidFill>
        </p:grpSpPr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410D05B2-06BF-4606-B396-41EB9960989A}"/>
                </a:ext>
              </a:extLst>
            </p:cNvPr>
            <p:cNvSpPr/>
            <p:nvPr/>
          </p:nvSpPr>
          <p:spPr>
            <a:xfrm>
              <a:off x="8138352" y="2240591"/>
              <a:ext cx="464838" cy="1343664"/>
            </a:xfrm>
            <a:prstGeom prst="rect">
              <a:avLst/>
            </a:pr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138" kern="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B</a:t>
              </a:r>
              <a:endParaRPr lang="zh-CN" altLang="en-US" sz="1138" kern="0" dirty="0"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sp>
          <p:nvSpPr>
            <p:cNvPr id="89" name="等腰三角形 88">
              <a:extLst>
                <a:ext uri="{FF2B5EF4-FFF2-40B4-BE49-F238E27FC236}">
                  <a16:creationId xmlns:a16="http://schemas.microsoft.com/office/drawing/2014/main" id="{BD2218FE-9CF9-4631-A9F1-1C30EF00E6F5}"/>
                </a:ext>
              </a:extLst>
            </p:cNvPr>
            <p:cNvSpPr/>
            <p:nvPr/>
          </p:nvSpPr>
          <p:spPr>
            <a:xfrm>
              <a:off x="8134689" y="3407698"/>
              <a:ext cx="464838" cy="176558"/>
            </a:xfrm>
            <a:prstGeom prst="triangle">
              <a:avLst>
                <a:gd name="adj" fmla="val 49113"/>
              </a:avLst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138" kern="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</p:grpSp>
      <p:sp>
        <p:nvSpPr>
          <p:cNvPr id="90" name="Line 17">
            <a:extLst>
              <a:ext uri="{FF2B5EF4-FFF2-40B4-BE49-F238E27FC236}">
                <a16:creationId xmlns:a16="http://schemas.microsoft.com/office/drawing/2014/main" id="{68AFC7C8-8A75-4B00-A864-95FBA59117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6825" y="2590800"/>
            <a:ext cx="687388" cy="0"/>
          </a:xfrm>
          <a:prstGeom prst="line">
            <a:avLst/>
          </a:prstGeom>
          <a:noFill/>
          <a:ln w="57150">
            <a:solidFill>
              <a:schemeClr val="accent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r">
              <a:defRPr/>
            </a:pPr>
            <a:endParaRPr lang="zh-CN" altLang="en-US" sz="1280" i="1">
              <a:solidFill>
                <a:srgbClr val="000000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FDB3815B-C45F-4F26-9860-B4AF98AA0142}"/>
              </a:ext>
            </a:extLst>
          </p:cNvPr>
          <p:cNvSpPr txBox="1"/>
          <p:nvPr/>
        </p:nvSpPr>
        <p:spPr>
          <a:xfrm>
            <a:off x="5765800" y="2135188"/>
            <a:ext cx="352425" cy="290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80" dirty="0"/>
              <a:t>EN</a:t>
            </a:r>
            <a:endParaRPr lang="zh-CN" altLang="en-US" sz="1280" baseline="-25000" dirty="0"/>
          </a:p>
        </p:txBody>
      </p:sp>
      <p:sp>
        <p:nvSpPr>
          <p:cNvPr id="92" name="Line 17">
            <a:extLst>
              <a:ext uri="{FF2B5EF4-FFF2-40B4-BE49-F238E27FC236}">
                <a16:creationId xmlns:a16="http://schemas.microsoft.com/office/drawing/2014/main" id="{45F742D2-CA0E-43B0-B1E0-B34F276AEFC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4413" y="2590800"/>
            <a:ext cx="665162" cy="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r">
              <a:defRPr/>
            </a:pPr>
            <a:endParaRPr lang="zh-CN" altLang="en-US" sz="1280" i="1">
              <a:solidFill>
                <a:srgbClr val="000000"/>
              </a:solidFill>
              <a:latin typeface="Arial" pitchFamily="34" charset="0"/>
              <a:ea typeface="华文细黑" pitchFamily="2" charset="-122"/>
            </a:endParaRPr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A9525F7B-B19B-40D4-A1C8-E0EB39E11CC2}"/>
              </a:ext>
            </a:extLst>
          </p:cNvPr>
          <p:cNvGrpSpPr>
            <a:grpSpLocks/>
          </p:cNvGrpSpPr>
          <p:nvPr/>
        </p:nvGrpSpPr>
        <p:grpSpPr bwMode="auto">
          <a:xfrm>
            <a:off x="2652713" y="3086100"/>
            <a:ext cx="3281362" cy="288925"/>
            <a:chOff x="3754043" y="3539605"/>
            <a:chExt cx="4613065" cy="406841"/>
          </a:xfrm>
        </p:grpSpPr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BA889ACF-65B4-4883-8343-923C31F8C459}"/>
                </a:ext>
              </a:extLst>
            </p:cNvPr>
            <p:cNvCxnSpPr/>
            <p:nvPr/>
          </p:nvCxnSpPr>
          <p:spPr>
            <a:xfrm>
              <a:off x="4653445" y="3584313"/>
              <a:ext cx="0" cy="312955"/>
            </a:xfrm>
            <a:prstGeom prst="line">
              <a:avLst/>
            </a:prstGeom>
            <a:ln w="28575">
              <a:solidFill>
                <a:schemeClr val="accent5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8FF3B782-8E3B-4DD6-80FF-E37705775CC7}"/>
                </a:ext>
              </a:extLst>
            </p:cNvPr>
            <p:cNvCxnSpPr/>
            <p:nvPr/>
          </p:nvCxnSpPr>
          <p:spPr>
            <a:xfrm>
              <a:off x="8367108" y="3584313"/>
              <a:ext cx="0" cy="312955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ABA00B13-14C6-4ABE-9381-9F9CD3902B04}"/>
                </a:ext>
              </a:extLst>
            </p:cNvPr>
            <p:cNvCxnSpPr/>
            <p:nvPr/>
          </p:nvCxnSpPr>
          <p:spPr>
            <a:xfrm flipH="1">
              <a:off x="3807605" y="3897267"/>
              <a:ext cx="4559503" cy="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68E74196-644A-4CBC-9127-869E1EDB38A5}"/>
                </a:ext>
              </a:extLst>
            </p:cNvPr>
            <p:cNvSpPr txBox="1"/>
            <p:nvPr/>
          </p:nvSpPr>
          <p:spPr>
            <a:xfrm>
              <a:off x="3754043" y="3539605"/>
              <a:ext cx="689616" cy="40684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280" dirty="0">
                  <a:solidFill>
                    <a:schemeClr val="accent5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CLK</a:t>
              </a:r>
              <a:endParaRPr lang="zh-CN" altLang="en-US" sz="1280" baseline="-25000" dirty="0">
                <a:solidFill>
                  <a:schemeClr val="accent5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646284BE-FC94-4FB0-AB1F-19B852019B47}"/>
              </a:ext>
            </a:extLst>
          </p:cNvPr>
          <p:cNvGrpSpPr>
            <a:grpSpLocks/>
          </p:cNvGrpSpPr>
          <p:nvPr/>
        </p:nvGrpSpPr>
        <p:grpSpPr bwMode="auto">
          <a:xfrm>
            <a:off x="5603875" y="1760538"/>
            <a:ext cx="709613" cy="406400"/>
            <a:chOff x="7079459" y="2052910"/>
            <a:chExt cx="999072" cy="569801"/>
          </a:xfrm>
        </p:grpSpPr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99556AD7-6FCE-403B-BBC2-9F1B2041DB22}"/>
                </a:ext>
              </a:extLst>
            </p:cNvPr>
            <p:cNvCxnSpPr/>
            <p:nvPr/>
          </p:nvCxnSpPr>
          <p:spPr>
            <a:xfrm>
              <a:off x="7539881" y="2449100"/>
              <a:ext cx="0" cy="173611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6451BE5C-F5D6-4D76-A039-47E69C9149D4}"/>
                </a:ext>
              </a:extLst>
            </p:cNvPr>
            <p:cNvSpPr txBox="1"/>
            <p:nvPr/>
          </p:nvSpPr>
          <p:spPr>
            <a:xfrm>
              <a:off x="7079459" y="2052910"/>
              <a:ext cx="999072" cy="4073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280" dirty="0" err="1">
                  <a:solidFill>
                    <a:schemeClr val="accent5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RegB</a:t>
              </a:r>
              <a:r>
                <a:rPr lang="en-US" altLang="zh-CN" sz="1280" baseline="-25000" dirty="0" err="1">
                  <a:solidFill>
                    <a:schemeClr val="accent5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in</a:t>
              </a:r>
              <a:endParaRPr lang="zh-CN" altLang="en-US" sz="1280" baseline="-25000" dirty="0">
                <a:solidFill>
                  <a:schemeClr val="accent5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4EBBF253-7B35-4C25-9218-A1C8F5452EDD}"/>
              </a:ext>
            </a:extLst>
          </p:cNvPr>
          <p:cNvGrpSpPr>
            <a:grpSpLocks/>
          </p:cNvGrpSpPr>
          <p:nvPr/>
        </p:nvGrpSpPr>
        <p:grpSpPr bwMode="auto">
          <a:xfrm>
            <a:off x="3521075" y="1757363"/>
            <a:ext cx="800100" cy="815975"/>
            <a:chOff x="4981088" y="1680872"/>
            <a:chExt cx="1125308" cy="1147240"/>
          </a:xfrm>
        </p:grpSpPr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50BB442D-81DF-4D04-B19D-152078B2C2BD}"/>
                </a:ext>
              </a:extLst>
            </p:cNvPr>
            <p:cNvSpPr txBox="1"/>
            <p:nvPr/>
          </p:nvSpPr>
          <p:spPr>
            <a:xfrm>
              <a:off x="4981088" y="1680872"/>
              <a:ext cx="1125308" cy="40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280" dirty="0" err="1">
                  <a:solidFill>
                    <a:schemeClr val="accent5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RegA</a:t>
              </a:r>
              <a:r>
                <a:rPr lang="en-US" altLang="zh-CN" sz="1280" baseline="-25000" dirty="0" err="1">
                  <a:solidFill>
                    <a:schemeClr val="accent5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out</a:t>
              </a:r>
              <a:endParaRPr lang="zh-CN" altLang="en-US" sz="1280" baseline="-25000" dirty="0">
                <a:solidFill>
                  <a:schemeClr val="accent5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4D8BF506-7B3E-46F5-A17A-8FECD1BAE279}"/>
                </a:ext>
              </a:extLst>
            </p:cNvPr>
            <p:cNvCxnSpPr/>
            <p:nvPr/>
          </p:nvCxnSpPr>
          <p:spPr>
            <a:xfrm>
              <a:off x="5389683" y="2080397"/>
              <a:ext cx="0" cy="747715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EE43B4F4-F1EF-47A8-B977-5712AFC976D6}"/>
              </a:ext>
            </a:extLst>
          </p:cNvPr>
          <p:cNvGrpSpPr>
            <a:grpSpLocks/>
          </p:cNvGrpSpPr>
          <p:nvPr/>
        </p:nvGrpSpPr>
        <p:grpSpPr bwMode="auto">
          <a:xfrm>
            <a:off x="3452813" y="2535238"/>
            <a:ext cx="792162" cy="112712"/>
            <a:chOff x="4884971" y="2773343"/>
            <a:chExt cx="1114454" cy="159131"/>
          </a:xfrm>
        </p:grpSpPr>
        <p:sp>
          <p:nvSpPr>
            <p:cNvPr id="105" name="Line 17">
              <a:extLst>
                <a:ext uri="{FF2B5EF4-FFF2-40B4-BE49-F238E27FC236}">
                  <a16:creationId xmlns:a16="http://schemas.microsoft.com/office/drawing/2014/main" id="{C3CDC536-8A2C-41FC-9E0E-0D870FC96F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4971" y="2851788"/>
              <a:ext cx="1114454" cy="0"/>
            </a:xfrm>
            <a:prstGeom prst="line">
              <a:avLst/>
            </a:prstGeom>
            <a:noFill/>
            <a:ln w="57150">
              <a:solidFill>
                <a:schemeClr val="accent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r">
                <a:defRPr/>
              </a:pPr>
              <a:endParaRPr lang="zh-CN" altLang="en-US" sz="1280" i="1">
                <a:solidFill>
                  <a:srgbClr val="000000"/>
                </a:solidFill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06" name="等腰三角形 105">
              <a:extLst>
                <a:ext uri="{FF2B5EF4-FFF2-40B4-BE49-F238E27FC236}">
                  <a16:creationId xmlns:a16="http://schemas.microsoft.com/office/drawing/2014/main" id="{9D2EBA5F-9CC7-4BC6-8E78-3385F37C46DB}"/>
                </a:ext>
              </a:extLst>
            </p:cNvPr>
            <p:cNvSpPr/>
            <p:nvPr/>
          </p:nvSpPr>
          <p:spPr>
            <a:xfrm rot="5400000" flipH="1">
              <a:off x="5326898" y="2778091"/>
              <a:ext cx="159131" cy="149635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rgbClr val="7030A0"/>
              </a:solidFill>
              <a:round/>
              <a:headEnd/>
              <a:tailEnd type="triangle" w="lg" len="lg"/>
            </a:ln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107" name="等腰三角形 106">
            <a:extLst>
              <a:ext uri="{FF2B5EF4-FFF2-40B4-BE49-F238E27FC236}">
                <a16:creationId xmlns:a16="http://schemas.microsoft.com/office/drawing/2014/main" id="{96B3816E-012E-492D-A490-9B5BDF19A211}"/>
              </a:ext>
            </a:extLst>
          </p:cNvPr>
          <p:cNvSpPr/>
          <p:nvPr/>
        </p:nvSpPr>
        <p:spPr>
          <a:xfrm rot="5400000" flipH="1">
            <a:off x="6352381" y="2537619"/>
            <a:ext cx="112713" cy="104775"/>
          </a:xfrm>
          <a:prstGeom prst="triangle">
            <a:avLst/>
          </a:prstGeom>
          <a:solidFill>
            <a:schemeClr val="bg1"/>
          </a:solidFill>
          <a:ln w="19050">
            <a:solidFill>
              <a:srgbClr val="FF6600"/>
            </a:solidFill>
            <a:round/>
            <a:headEnd/>
            <a:tailEnd type="triangle" w="lg" len="lg"/>
          </a:ln>
        </p:spPr>
        <p:txBody>
          <a:bodyPr lIns="65024" tIns="32512" rIns="65024" bIns="32512"/>
          <a:lstStyle/>
          <a:p>
            <a:pPr>
              <a:defRPr/>
            </a:pPr>
            <a:endParaRPr lang="zh-CN" altLang="en-US" sz="2844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E2735C98-AA4A-4A33-A2B6-963283A43B82}"/>
              </a:ext>
            </a:extLst>
          </p:cNvPr>
          <p:cNvGrpSpPr>
            <a:grpSpLocks/>
          </p:cNvGrpSpPr>
          <p:nvPr/>
        </p:nvGrpSpPr>
        <p:grpSpPr bwMode="auto">
          <a:xfrm>
            <a:off x="6129338" y="3776663"/>
            <a:ext cx="2811462" cy="1841500"/>
            <a:chOff x="8647499" y="4395324"/>
            <a:chExt cx="3954429" cy="2588549"/>
          </a:xfrm>
        </p:grpSpPr>
        <p:grpSp>
          <p:nvGrpSpPr>
            <p:cNvPr id="48154" name="组合 108">
              <a:extLst>
                <a:ext uri="{FF2B5EF4-FFF2-40B4-BE49-F238E27FC236}">
                  <a16:creationId xmlns:a16="http://schemas.microsoft.com/office/drawing/2014/main" id="{84FADD0C-E5D7-425A-B364-BA3AE1D9A7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7499" y="4411205"/>
              <a:ext cx="3954429" cy="2572668"/>
              <a:chOff x="8647499" y="4411205"/>
              <a:chExt cx="3954429" cy="2572668"/>
            </a:xfrm>
          </p:grpSpPr>
          <p:grpSp>
            <p:nvGrpSpPr>
              <p:cNvPr id="48159" name="组合 113">
                <a:extLst>
                  <a:ext uri="{FF2B5EF4-FFF2-40B4-BE49-F238E27FC236}">
                    <a16:creationId xmlns:a16="http://schemas.microsoft.com/office/drawing/2014/main" id="{E64DC861-1299-4680-B84D-B9E67DB107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7499" y="4411205"/>
                <a:ext cx="3954429" cy="2038079"/>
                <a:chOff x="8665696" y="4900523"/>
                <a:chExt cx="3954429" cy="2038079"/>
              </a:xfrm>
            </p:grpSpPr>
            <p:grpSp>
              <p:nvGrpSpPr>
                <p:cNvPr id="48161" name="组合 115">
                  <a:extLst>
                    <a:ext uri="{FF2B5EF4-FFF2-40B4-BE49-F238E27FC236}">
                      <a16:creationId xmlns:a16="http://schemas.microsoft.com/office/drawing/2014/main" id="{F7F969DB-AF6F-4972-A9B6-88AF5E949A2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665696" y="4900523"/>
                  <a:ext cx="3954429" cy="2038079"/>
                  <a:chOff x="3561891" y="1750655"/>
                  <a:chExt cx="5819812" cy="2441734"/>
                </a:xfrm>
              </p:grpSpPr>
              <p:sp>
                <p:nvSpPr>
                  <p:cNvPr id="119" name="矩形 118">
                    <a:extLst>
                      <a:ext uri="{FF2B5EF4-FFF2-40B4-BE49-F238E27FC236}">
                        <a16:creationId xmlns:a16="http://schemas.microsoft.com/office/drawing/2014/main" id="{CF32BF55-30B5-4445-BA0D-17A5F8BD1B26}"/>
                      </a:ext>
                    </a:extLst>
                  </p:cNvPr>
                  <p:cNvSpPr/>
                  <p:nvPr/>
                </p:nvSpPr>
                <p:spPr>
                  <a:xfrm>
                    <a:off x="3561891" y="1750342"/>
                    <a:ext cx="5819812" cy="2440882"/>
                  </a:xfrm>
                  <a:prstGeom prst="rect">
                    <a:avLst/>
                  </a:prstGeom>
                  <a:solidFill>
                    <a:srgbClr val="FFFFCC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 sz="1280"/>
                  </a:p>
                </p:txBody>
              </p:sp>
              <p:grpSp>
                <p:nvGrpSpPr>
                  <p:cNvPr id="48165" name="组合 119">
                    <a:extLst>
                      <a:ext uri="{FF2B5EF4-FFF2-40B4-BE49-F238E27FC236}">
                        <a16:creationId xmlns:a16="http://schemas.microsoft.com/office/drawing/2014/main" id="{464BBCE8-F765-4B0C-867A-6C9773ED412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561891" y="1783938"/>
                    <a:ext cx="5601029" cy="2300657"/>
                    <a:chOff x="3561891" y="1783938"/>
                    <a:chExt cx="5601029" cy="2300657"/>
                  </a:xfrm>
                </p:grpSpPr>
                <p:sp>
                  <p:nvSpPr>
                    <p:cNvPr id="122" name="等腰三角形 121">
                      <a:extLst>
                        <a:ext uri="{FF2B5EF4-FFF2-40B4-BE49-F238E27FC236}">
                          <a16:creationId xmlns:a16="http://schemas.microsoft.com/office/drawing/2014/main" id="{6D6A5CCA-47FD-4999-8BDB-FAAFE6C893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7145" y="3485427"/>
                      <a:ext cx="466637" cy="179122"/>
                    </a:xfrm>
                    <a:prstGeom prst="triangle">
                      <a:avLst>
                        <a:gd name="adj" fmla="val 49113"/>
                      </a:avLst>
                    </a:prstGeom>
                    <a:solidFill>
                      <a:srgbClr val="9CDCF8"/>
                    </a:solidFill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zh-CN" altLang="en-US" sz="1138" kern="0">
                        <a:solidFill>
                          <a:prstClr val="white"/>
                        </a:solidFill>
                        <a:latin typeface="等线" panose="020F0502020204030204"/>
                        <a:ea typeface="等线" panose="02010600030101010101" pitchFamily="2" charset="-122"/>
                      </a:endParaRPr>
                    </a:p>
                  </p:txBody>
                </p:sp>
                <p:sp>
                  <p:nvSpPr>
                    <p:cNvPr id="123" name="Line 17">
                      <a:extLst>
                        <a:ext uri="{FF2B5EF4-FFF2-40B4-BE49-F238E27FC236}">
                          <a16:creationId xmlns:a16="http://schemas.microsoft.com/office/drawing/2014/main" id="{DD142CA2-4ED1-49E9-BB61-77540029B23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45917" y="2929345"/>
                      <a:ext cx="624373" cy="0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FF6600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algn="r">
                        <a:defRPr/>
                      </a:pPr>
                      <a:endParaRPr lang="zh-CN" altLang="en-US" sz="1280" i="1">
                        <a:solidFill>
                          <a:srgbClr val="000000"/>
                        </a:solidFill>
                        <a:latin typeface="Arial" pitchFamily="34" charset="0"/>
                        <a:ea typeface="华文细黑" pitchFamily="2" charset="-122"/>
                      </a:endParaRPr>
                    </a:p>
                  </p:txBody>
                </p:sp>
                <p:cxnSp>
                  <p:nvCxnSpPr>
                    <p:cNvPr id="124" name="直接连接符 123">
                      <a:extLst>
                        <a:ext uri="{FF2B5EF4-FFF2-40B4-BE49-F238E27FC236}">
                          <a16:creationId xmlns:a16="http://schemas.microsoft.com/office/drawing/2014/main" id="{13265A15-7DC8-4089-9007-A51036D92C6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590462" y="2143344"/>
                      <a:ext cx="0" cy="176449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5" name="Line 17">
                      <a:extLst>
                        <a:ext uri="{FF2B5EF4-FFF2-40B4-BE49-F238E27FC236}">
                          <a16:creationId xmlns:a16="http://schemas.microsoft.com/office/drawing/2014/main" id="{16C84934-1CC6-4B90-BEF6-F081452D338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846784" y="2568425"/>
                      <a:ext cx="1357191" cy="0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FF6600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algn="r">
                        <a:defRPr/>
                      </a:pPr>
                      <a:endParaRPr lang="zh-CN" altLang="en-US" sz="1280" i="1">
                        <a:solidFill>
                          <a:srgbClr val="000000"/>
                        </a:solidFill>
                        <a:latin typeface="Arial" pitchFamily="34" charset="0"/>
                        <a:ea typeface="华文细黑" pitchFamily="2" charset="-122"/>
                      </a:endParaRPr>
                    </a:p>
                  </p:txBody>
                </p:sp>
                <p:cxnSp>
                  <p:nvCxnSpPr>
                    <p:cNvPr id="126" name="直接连接符 125">
                      <a:extLst>
                        <a:ext uri="{FF2B5EF4-FFF2-40B4-BE49-F238E27FC236}">
                          <a16:creationId xmlns:a16="http://schemas.microsoft.com/office/drawing/2014/main" id="{FDF2690C-8016-47CA-9599-9E70B3A5A5B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590462" y="3664549"/>
                      <a:ext cx="0" cy="310123"/>
                    </a:xfrm>
                    <a:prstGeom prst="line">
                      <a:avLst/>
                    </a:prstGeom>
                    <a:ln w="19050">
                      <a:tailEnd type="oval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8" name="等腰三角形 127">
                      <a:extLst>
                        <a:ext uri="{FF2B5EF4-FFF2-40B4-BE49-F238E27FC236}">
                          <a16:creationId xmlns:a16="http://schemas.microsoft.com/office/drawing/2014/main" id="{199CFE9F-77F8-4E81-B99E-C46EB769EE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0521" y="3485427"/>
                      <a:ext cx="466637" cy="179122"/>
                    </a:xfrm>
                    <a:prstGeom prst="triangle">
                      <a:avLst>
                        <a:gd name="adj" fmla="val 49113"/>
                      </a:avLst>
                    </a:prstGeom>
                    <a:solidFill>
                      <a:srgbClr val="9CDCF8"/>
                    </a:solidFill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zh-CN" altLang="en-US" sz="1138" kern="0">
                        <a:solidFill>
                          <a:prstClr val="white"/>
                        </a:solidFill>
                        <a:latin typeface="等线" panose="020F0502020204030204"/>
                        <a:ea typeface="等线" panose="02010600030101010101" pitchFamily="2" charset="-122"/>
                      </a:endParaRPr>
                    </a:p>
                  </p:txBody>
                </p:sp>
                <p:sp>
                  <p:nvSpPr>
                    <p:cNvPr id="129" name="Line 17">
                      <a:extLst>
                        <a:ext uri="{FF2B5EF4-FFF2-40B4-BE49-F238E27FC236}">
                          <a16:creationId xmlns:a16="http://schemas.microsoft.com/office/drawing/2014/main" id="{FB5ABE83-D678-4BB8-B1B3-841F83ED14B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949935" y="2929345"/>
                      <a:ext cx="1120586" cy="0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FF6600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algn="r">
                        <a:defRPr/>
                      </a:pPr>
                      <a:endParaRPr lang="zh-CN" altLang="en-US" sz="1280" i="1">
                        <a:solidFill>
                          <a:srgbClr val="000000"/>
                        </a:solidFill>
                        <a:latin typeface="Arial" pitchFamily="34" charset="0"/>
                        <a:ea typeface="华文细黑" pitchFamily="2" charset="-122"/>
                      </a:endParaRPr>
                    </a:p>
                  </p:txBody>
                </p:sp>
                <p:cxnSp>
                  <p:nvCxnSpPr>
                    <p:cNvPr id="130" name="直接连接符 129">
                      <a:extLst>
                        <a:ext uri="{FF2B5EF4-FFF2-40B4-BE49-F238E27FC236}">
                          <a16:creationId xmlns:a16="http://schemas.microsoft.com/office/drawing/2014/main" id="{3AA63442-AD9C-492A-9B10-4CD4CA37800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303839" y="2143344"/>
                      <a:ext cx="0" cy="176449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31" name="Line 17">
                      <a:extLst>
                        <a:ext uri="{FF2B5EF4-FFF2-40B4-BE49-F238E27FC236}">
                          <a16:creationId xmlns:a16="http://schemas.microsoft.com/office/drawing/2014/main" id="{0A016249-0EEA-4977-9445-D4FE44C119B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537158" y="2929345"/>
                      <a:ext cx="624373" cy="0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FF6600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algn="r">
                        <a:defRPr/>
                      </a:pPr>
                      <a:endParaRPr lang="zh-CN" altLang="en-US" sz="1280" i="1">
                        <a:solidFill>
                          <a:srgbClr val="000000"/>
                        </a:solidFill>
                        <a:latin typeface="Arial" pitchFamily="34" charset="0"/>
                        <a:ea typeface="华文细黑" pitchFamily="2" charset="-122"/>
                      </a:endParaRPr>
                    </a:p>
                  </p:txBody>
                </p:sp>
                <p:cxnSp>
                  <p:nvCxnSpPr>
                    <p:cNvPr id="132" name="直接连接符 131">
                      <a:extLst>
                        <a:ext uri="{FF2B5EF4-FFF2-40B4-BE49-F238E27FC236}">
                          <a16:creationId xmlns:a16="http://schemas.microsoft.com/office/drawing/2014/main" id="{EC702EAF-AD74-46BA-841D-59D91425338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303839" y="3664549"/>
                      <a:ext cx="0" cy="310123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" name="直接连接符 132">
                      <a:extLst>
                        <a:ext uri="{FF2B5EF4-FFF2-40B4-BE49-F238E27FC236}">
                          <a16:creationId xmlns:a16="http://schemas.microsoft.com/office/drawing/2014/main" id="{C61A7BBD-5A67-46EC-BF34-609EC9E125DA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745917" y="3974672"/>
                      <a:ext cx="4557922" cy="0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34" name="文本框 133">
                      <a:extLst>
                        <a:ext uri="{FF2B5EF4-FFF2-40B4-BE49-F238E27FC236}">
                          <a16:creationId xmlns:a16="http://schemas.microsoft.com/office/drawing/2014/main" id="{A2474306-1C3D-46EB-B59F-EEBA2CB78EB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61891" y="3597713"/>
                      <a:ext cx="1015427" cy="48657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US" altLang="zh-CN" sz="1280" dirty="0">
                          <a:solidFill>
                            <a:srgbClr val="0066FF"/>
                          </a:solidFill>
                          <a:latin typeface="Segoe UI Black" panose="020B0A02040204020203" pitchFamily="34" charset="0"/>
                          <a:ea typeface="Segoe UI Black" panose="020B0A02040204020203" pitchFamily="34" charset="0"/>
                          <a:cs typeface="Segoe UI Black" panose="020B0A02040204020203" pitchFamily="34" charset="0"/>
                        </a:rPr>
                        <a:t>CLK</a:t>
                      </a:r>
                      <a:endParaRPr lang="zh-CN" altLang="en-US" sz="1280" baseline="-25000" dirty="0">
                        <a:solidFill>
                          <a:srgbClr val="0066FF"/>
                        </a:solidFill>
                        <a:latin typeface="Segoe UI Black" panose="020B0A02040204020203" pitchFamily="34" charset="0"/>
                        <a:cs typeface="Segoe UI Black" panose="020B0A02040204020203" pitchFamily="34" charset="0"/>
                      </a:endParaRPr>
                    </a:p>
                  </p:txBody>
                </p:sp>
                <p:sp>
                  <p:nvSpPr>
                    <p:cNvPr id="135" name="文本框 134">
                      <a:extLst>
                        <a:ext uri="{FF2B5EF4-FFF2-40B4-BE49-F238E27FC236}">
                          <a16:creationId xmlns:a16="http://schemas.microsoft.com/office/drawing/2014/main" id="{67F83E12-BEFE-4939-83A5-C65DE863CC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68649" y="1782424"/>
                      <a:ext cx="811686" cy="48657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US" altLang="zh-CN" sz="1280" dirty="0" err="1">
                          <a:solidFill>
                            <a:srgbClr val="0066FF"/>
                          </a:solidFill>
                          <a:latin typeface="Segoe UI Black" panose="020B0A02040204020203" pitchFamily="34" charset="0"/>
                          <a:ea typeface="Segoe UI Black" panose="020B0A02040204020203" pitchFamily="34" charset="0"/>
                          <a:cs typeface="Segoe UI Black" panose="020B0A02040204020203" pitchFamily="34" charset="0"/>
                        </a:rPr>
                        <a:t>C</a:t>
                      </a:r>
                      <a:r>
                        <a:rPr lang="en-US" altLang="zh-CN" sz="1280" baseline="-25000" dirty="0" err="1">
                          <a:solidFill>
                            <a:srgbClr val="0066FF"/>
                          </a:solidFill>
                          <a:latin typeface="Segoe UI Black" panose="020B0A02040204020203" pitchFamily="34" charset="0"/>
                          <a:ea typeface="Segoe UI Black" panose="020B0A02040204020203" pitchFamily="34" charset="0"/>
                          <a:cs typeface="Segoe UI Black" panose="020B0A02040204020203" pitchFamily="34" charset="0"/>
                        </a:rPr>
                        <a:t>in</a:t>
                      </a:r>
                      <a:endParaRPr lang="zh-CN" altLang="en-US" sz="1280" baseline="-25000" dirty="0">
                        <a:solidFill>
                          <a:srgbClr val="0066FF"/>
                        </a:solidFill>
                        <a:latin typeface="Segoe UI Black" panose="020B0A02040204020203" pitchFamily="34" charset="0"/>
                        <a:cs typeface="Segoe UI Black" panose="020B0A02040204020203" pitchFamily="34" charset="0"/>
                      </a:endParaRPr>
                    </a:p>
                  </p:txBody>
                </p:sp>
                <p:sp>
                  <p:nvSpPr>
                    <p:cNvPr id="136" name="Line 17">
                      <a:extLst>
                        <a:ext uri="{FF2B5EF4-FFF2-40B4-BE49-F238E27FC236}">
                          <a16:creationId xmlns:a16="http://schemas.microsoft.com/office/drawing/2014/main" id="{C46B1AD7-474A-419F-9DAB-C49BF79696F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823782" y="3453345"/>
                      <a:ext cx="1380193" cy="0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FF6600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algn="r">
                        <a:defRPr/>
                      </a:pPr>
                      <a:endParaRPr lang="zh-CN" altLang="en-US" sz="1280" i="1">
                        <a:solidFill>
                          <a:srgbClr val="000000"/>
                        </a:solidFill>
                        <a:latin typeface="Arial" pitchFamily="34" charset="0"/>
                        <a:ea typeface="华文细黑" pitchFamily="2" charset="-122"/>
                      </a:endParaRPr>
                    </a:p>
                  </p:txBody>
                </p:sp>
                <p:cxnSp>
                  <p:nvCxnSpPr>
                    <p:cNvPr id="137" name="直接连接符 136">
                      <a:extLst>
                        <a:ext uri="{FF2B5EF4-FFF2-40B4-BE49-F238E27FC236}">
                          <a16:creationId xmlns:a16="http://schemas.microsoft.com/office/drawing/2014/main" id="{C38CF530-34D4-419C-A5C4-846ED788FB3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142540" y="2140669"/>
                      <a:ext cx="0" cy="371614"/>
                    </a:xfrm>
                    <a:prstGeom prst="line">
                      <a:avLst/>
                    </a:prstGeom>
                    <a:ln w="19050">
                      <a:solidFill>
                        <a:srgbClr val="FF66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8" name="直接连接符 137">
                      <a:extLst>
                        <a:ext uri="{FF2B5EF4-FFF2-40B4-BE49-F238E27FC236}">
                          <a16:creationId xmlns:a16="http://schemas.microsoft.com/office/drawing/2014/main" id="{8FBEC8CE-4A56-4215-B314-6CC2FEC6375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19036" y="2188792"/>
                      <a:ext cx="0" cy="1224451"/>
                    </a:xfrm>
                    <a:prstGeom prst="line">
                      <a:avLst/>
                    </a:prstGeom>
                    <a:ln w="19050">
                      <a:solidFill>
                        <a:srgbClr val="FF66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1" name="矩形 120">
                      <a:extLst>
                        <a:ext uri="{FF2B5EF4-FFF2-40B4-BE49-F238E27FC236}">
                          <a16:creationId xmlns:a16="http://schemas.microsoft.com/office/drawing/2014/main" id="{18419DCA-CF9A-48FB-BD04-D532748475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60430" y="2319793"/>
                      <a:ext cx="466637" cy="1344756"/>
                    </a:xfrm>
                    <a:prstGeom prst="rect">
                      <a:avLst/>
                    </a:prstGeom>
                    <a:solidFill>
                      <a:srgbClr val="9CDCF8"/>
                    </a:solidFill>
                    <a:ln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en-US" altLang="zh-CN" sz="1138" kern="0" dirty="0">
                          <a:latin typeface="Segoe UI Black" panose="020B0A02040204020203" pitchFamily="34" charset="0"/>
                          <a:ea typeface="微软雅黑" panose="020B0503020204020204" pitchFamily="34" charset="-122"/>
                          <a:cs typeface="Segoe UI Black" panose="020B0A02040204020203" pitchFamily="34" charset="0"/>
                        </a:rPr>
                        <a:t>A</a:t>
                      </a:r>
                    </a:p>
                    <a:p>
                      <a:pPr algn="ctr">
                        <a:defRPr/>
                      </a:pPr>
                      <a:endParaRPr lang="en-US" altLang="zh-CN" sz="1138" kern="0" dirty="0">
                        <a:latin typeface="Segoe UI Black" panose="020B0A02040204020203" pitchFamily="34" charset="0"/>
                        <a:ea typeface="微软雅黑" panose="020B0503020204020204" pitchFamily="34" charset="-122"/>
                        <a:cs typeface="Segoe UI Black" panose="020B0A02040204020203" pitchFamily="34" charset="0"/>
                      </a:endParaRPr>
                    </a:p>
                    <a:p>
                      <a:pPr algn="ctr">
                        <a:defRPr/>
                      </a:pPr>
                      <a:r>
                        <a:rPr lang="en-US" altLang="zh-CN" sz="1138" kern="0" dirty="0">
                          <a:latin typeface="Segoe UI Black" panose="020B0A02040204020203" pitchFamily="34" charset="0"/>
                          <a:ea typeface="微软雅黑" panose="020B0503020204020204" pitchFamily="34" charset="-122"/>
                          <a:cs typeface="Segoe UI Black" panose="020B0A02040204020203" pitchFamily="34" charset="0"/>
                        </a:rPr>
                        <a:t>B</a:t>
                      </a:r>
                      <a:endParaRPr lang="zh-CN" altLang="en-US" sz="1138" kern="0" dirty="0">
                        <a:latin typeface="Segoe UI Black" panose="020B0A02040204020203" pitchFamily="34" charset="0"/>
                        <a:ea typeface="微软雅黑" panose="020B0503020204020204" pitchFamily="34" charset="-122"/>
                        <a:cs typeface="Segoe UI Black" panose="020B0A02040204020203" pitchFamily="34" charset="0"/>
                      </a:endParaRPr>
                    </a:p>
                  </p:txBody>
                </p:sp>
                <p:sp>
                  <p:nvSpPr>
                    <p:cNvPr id="127" name="矩形 126">
                      <a:extLst>
                        <a:ext uri="{FF2B5EF4-FFF2-40B4-BE49-F238E27FC236}">
                          <a16:creationId xmlns:a16="http://schemas.microsoft.com/office/drawing/2014/main" id="{8081CCCC-22A2-41E3-87F4-4FC35A1307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3806" y="2319793"/>
                      <a:ext cx="466637" cy="1344756"/>
                    </a:xfrm>
                    <a:prstGeom prst="rect">
                      <a:avLst/>
                    </a:prstGeom>
                    <a:solidFill>
                      <a:srgbClr val="9CDCF8"/>
                    </a:solidFill>
                    <a:ln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anchor="ctr"/>
                    <a:lstStyle/>
                    <a:p>
                      <a:pPr algn="ctr">
                        <a:defRPr/>
                      </a:pPr>
                      <a:r>
                        <a:rPr lang="en-US" altLang="zh-CN" sz="1138" kern="0" dirty="0">
                          <a:latin typeface="Segoe UI Black" panose="020B0A02040204020203" pitchFamily="34" charset="0"/>
                          <a:ea typeface="Segoe UI Black" panose="020B0A02040204020203" pitchFamily="34" charset="0"/>
                          <a:cs typeface="Segoe UI Black" panose="020B0A02040204020203" pitchFamily="34" charset="0"/>
                        </a:rPr>
                        <a:t>C</a:t>
                      </a:r>
                      <a:endParaRPr lang="zh-CN" altLang="en-US" sz="1138" kern="0" dirty="0">
                        <a:latin typeface="Segoe UI Black" panose="020B0A02040204020203" pitchFamily="34" charset="0"/>
                        <a:ea typeface="微软雅黑" panose="020B0503020204020204" pitchFamily="34" charset="-122"/>
                        <a:cs typeface="Segoe UI Black" panose="020B0A02040204020203" pitchFamily="34" charset="0"/>
                      </a:endParaRPr>
                    </a:p>
                  </p:txBody>
                </p:sp>
              </p:grpSp>
            </p:grpSp>
            <p:sp>
              <p:nvSpPr>
                <p:cNvPr id="117" name="任意多边形: 形状 296">
                  <a:extLst>
                    <a:ext uri="{FF2B5EF4-FFF2-40B4-BE49-F238E27FC236}">
                      <a16:creationId xmlns:a16="http://schemas.microsoft.com/office/drawing/2014/main" id="{F7E6437E-CD06-45C0-A9F0-9FB38512790A}"/>
                    </a:ext>
                  </a:extLst>
                </p:cNvPr>
                <p:cNvSpPr/>
                <p:nvPr/>
              </p:nvSpPr>
              <p:spPr>
                <a:xfrm>
                  <a:off x="10467629" y="5335406"/>
                  <a:ext cx="484536" cy="1138069"/>
                </a:xfrm>
                <a:custGeom>
                  <a:avLst/>
                  <a:gdLst>
                    <a:gd name="connsiteX0" fmla="*/ 0 w 375612"/>
                    <a:gd name="connsiteY0" fmla="*/ 0 h 683490"/>
                    <a:gd name="connsiteX1" fmla="*/ 375612 w 375612"/>
                    <a:gd name="connsiteY1" fmla="*/ 237066 h 683490"/>
                    <a:gd name="connsiteX2" fmla="*/ 375612 w 375612"/>
                    <a:gd name="connsiteY2" fmla="*/ 467975 h 683490"/>
                    <a:gd name="connsiteX3" fmla="*/ 6157 w 375612"/>
                    <a:gd name="connsiteY3" fmla="*/ 683490 h 683490"/>
                    <a:gd name="connsiteX4" fmla="*/ 6157 w 375612"/>
                    <a:gd name="connsiteY4" fmla="*/ 406400 h 683490"/>
                    <a:gd name="connsiteX5" fmla="*/ 70812 w 375612"/>
                    <a:gd name="connsiteY5" fmla="*/ 341745 h 683490"/>
                    <a:gd name="connsiteX6" fmla="*/ 9236 w 375612"/>
                    <a:gd name="connsiteY6" fmla="*/ 280169 h 683490"/>
                    <a:gd name="connsiteX7" fmla="*/ 0 w 375612"/>
                    <a:gd name="connsiteY7" fmla="*/ 0 h 6834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75612" h="683490">
                      <a:moveTo>
                        <a:pt x="0" y="0"/>
                      </a:moveTo>
                      <a:lnTo>
                        <a:pt x="375612" y="237066"/>
                      </a:lnTo>
                      <a:lnTo>
                        <a:pt x="375612" y="467975"/>
                      </a:lnTo>
                      <a:lnTo>
                        <a:pt x="6157" y="683490"/>
                      </a:lnTo>
                      <a:lnTo>
                        <a:pt x="6157" y="406400"/>
                      </a:lnTo>
                      <a:lnTo>
                        <a:pt x="70812" y="341745"/>
                      </a:lnTo>
                      <a:lnTo>
                        <a:pt x="9236" y="2801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D7D31"/>
                </a:solidFill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280" dirty="0">
                    <a:solidFill>
                      <a:schemeClr val="bg2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18" name="矩形 117">
                  <a:extLst>
                    <a:ext uri="{FF2B5EF4-FFF2-40B4-BE49-F238E27FC236}">
                      <a16:creationId xmlns:a16="http://schemas.microsoft.com/office/drawing/2014/main" id="{CF41F216-AFB6-4A00-9021-A79FAADE4749}"/>
                    </a:ext>
                  </a:extLst>
                </p:cNvPr>
                <p:cNvSpPr/>
                <p:nvPr/>
              </p:nvSpPr>
              <p:spPr>
                <a:xfrm rot="16200000">
                  <a:off x="10405302" y="5743666"/>
                  <a:ext cx="624822" cy="3438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995" dirty="0">
                      <a:latin typeface="Segoe UI Black" panose="020B0A02040204020203" pitchFamily="34" charset="0"/>
                      <a:ea typeface="Segoe UI Black" panose="020B0A02040204020203" pitchFamily="34" charset="0"/>
                      <a:cs typeface="Segoe UI Black" panose="020B0A02040204020203" pitchFamily="34" charset="0"/>
                    </a:rPr>
                    <a:t>ALU</a:t>
                  </a:r>
                  <a:endParaRPr lang="zh-CN" altLang="en-US" sz="995" dirty="0">
                    <a:latin typeface="Segoe UI Black" panose="020B0A02040204020203" pitchFamily="34" charset="0"/>
                    <a:cs typeface="Segoe UI Black" panose="020B0A02040204020203" pitchFamily="34" charset="0"/>
                  </a:endParaRPr>
                </a:p>
              </p:txBody>
            </p:sp>
          </p:grpSp>
          <p:sp>
            <p:nvSpPr>
              <p:cNvPr id="48160" name="文本框 114">
                <a:extLst>
                  <a:ext uri="{FF2B5EF4-FFF2-40B4-BE49-F238E27FC236}">
                    <a16:creationId xmlns:a16="http://schemas.microsoft.com/office/drawing/2014/main" id="{03222298-273C-448F-800E-CD6146B627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77151" y="6464500"/>
                <a:ext cx="1558119" cy="5193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800"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</a:rPr>
                  <a:t>运算通路</a:t>
                </a:r>
                <a:endParaRPr lang="zh-CN" altLang="en-US" sz="18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endParaRPr>
              </a:p>
            </p:txBody>
          </p:sp>
        </p:grp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F7AEB875-84DD-496A-B670-462EEFC181AD}"/>
                </a:ext>
              </a:extLst>
            </p:cNvPr>
            <p:cNvSpPr txBox="1"/>
            <p:nvPr/>
          </p:nvSpPr>
          <p:spPr>
            <a:xfrm>
              <a:off x="9391047" y="4395324"/>
              <a:ext cx="692193" cy="4061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280" dirty="0" err="1">
                  <a:solidFill>
                    <a:srgbClr val="0066FF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A</a:t>
              </a:r>
              <a:r>
                <a:rPr lang="en-US" altLang="zh-CN" sz="1280" baseline="-25000" dirty="0" err="1">
                  <a:solidFill>
                    <a:srgbClr val="0066FF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out</a:t>
              </a:r>
              <a:endParaRPr lang="zh-CN" altLang="en-US" sz="1280" baseline="-25000" dirty="0">
                <a:solidFill>
                  <a:srgbClr val="0066FF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111" name="等腰三角形 110">
              <a:extLst>
                <a:ext uri="{FF2B5EF4-FFF2-40B4-BE49-F238E27FC236}">
                  <a16:creationId xmlns:a16="http://schemas.microsoft.com/office/drawing/2014/main" id="{FC9AC9FA-F779-4247-973C-4318C279D479}"/>
                </a:ext>
              </a:extLst>
            </p:cNvPr>
            <p:cNvSpPr/>
            <p:nvPr/>
          </p:nvSpPr>
          <p:spPr>
            <a:xfrm rot="5400000" flipH="1">
              <a:off x="9662384" y="5045777"/>
              <a:ext cx="133890" cy="100479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rgbClr val="FF6600"/>
              </a:solidFill>
              <a:round/>
              <a:headEnd/>
              <a:tailEnd type="triangle" w="lg" len="lg"/>
            </a:ln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2" name="等腰三角形 111">
              <a:extLst>
                <a:ext uri="{FF2B5EF4-FFF2-40B4-BE49-F238E27FC236}">
                  <a16:creationId xmlns:a16="http://schemas.microsoft.com/office/drawing/2014/main" id="{C2255179-7283-4E62-873B-80EE2700F69C}"/>
                </a:ext>
              </a:extLst>
            </p:cNvPr>
            <p:cNvSpPr/>
            <p:nvPr/>
          </p:nvSpPr>
          <p:spPr>
            <a:xfrm rot="5400000" flipH="1">
              <a:off x="9986151" y="5782175"/>
              <a:ext cx="133890" cy="100480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rgbClr val="FF6600"/>
              </a:solidFill>
              <a:round/>
              <a:headEnd/>
              <a:tailEnd type="triangle" w="lg" len="lg"/>
            </a:ln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A0C563B5-7141-4167-981E-EA764F27708D}"/>
                </a:ext>
              </a:extLst>
            </p:cNvPr>
            <p:cNvSpPr txBox="1"/>
            <p:nvPr/>
          </p:nvSpPr>
          <p:spPr>
            <a:xfrm>
              <a:off x="9864418" y="4395324"/>
              <a:ext cx="676563" cy="4061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280" dirty="0">
                  <a:solidFill>
                    <a:srgbClr val="0066FF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B</a:t>
              </a:r>
              <a:r>
                <a:rPr lang="en-US" altLang="zh-CN" sz="1280" baseline="-25000" dirty="0">
                  <a:solidFill>
                    <a:srgbClr val="0066FF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out</a:t>
              </a:r>
              <a:endParaRPr lang="zh-CN" altLang="en-US" sz="1280" baseline="-25000" dirty="0">
                <a:solidFill>
                  <a:srgbClr val="0066FF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71F8DC4B-0B25-4E2B-86FB-4FF778021203}"/>
              </a:ext>
            </a:extLst>
          </p:cNvPr>
          <p:cNvGrpSpPr>
            <a:grpSpLocks/>
          </p:cNvGrpSpPr>
          <p:nvPr/>
        </p:nvGrpSpPr>
        <p:grpSpPr bwMode="auto">
          <a:xfrm>
            <a:off x="663575" y="2646363"/>
            <a:ext cx="1989138" cy="584200"/>
            <a:chOff x="963034" y="2930488"/>
            <a:chExt cx="2796936" cy="822301"/>
          </a:xfrm>
        </p:grpSpPr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AA280A4E-28E2-4DC0-9DDA-0FECDE0DB2A6}"/>
                </a:ext>
              </a:extLst>
            </p:cNvPr>
            <p:cNvSpPr txBox="1"/>
            <p:nvPr/>
          </p:nvSpPr>
          <p:spPr>
            <a:xfrm>
              <a:off x="963034" y="2930488"/>
              <a:ext cx="2051384" cy="56086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99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rPr>
                <a:t>时钟频率？</a:t>
              </a:r>
            </a:p>
          </p:txBody>
        </p: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52B64BB5-8FC0-4278-A214-DE801C7606A3}"/>
                </a:ext>
              </a:extLst>
            </p:cNvPr>
            <p:cNvCxnSpPr>
              <a:stCxn id="140" idx="3"/>
              <a:endCxn id="97" idx="1"/>
            </p:cNvCxnSpPr>
            <p:nvPr/>
          </p:nvCxnSpPr>
          <p:spPr>
            <a:xfrm>
              <a:off x="3014418" y="3209801"/>
              <a:ext cx="745552" cy="5429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3FEBA2-3334-4F82-39B3-61F1DB06A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7F4E50-CC4C-4C9B-829B-F2276DCEB669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185378-5777-2D79-C325-73A830460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6A6496-B989-22FC-A5AB-3E40272D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52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8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:a16="http://schemas.microsoft.com/office/drawing/2014/main" id="{CAB3849D-8EFE-4CD3-A566-535486A97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38" y="215900"/>
            <a:ext cx="7886700" cy="1325563"/>
          </a:xfrm>
        </p:spPr>
        <p:txBody>
          <a:bodyPr/>
          <a:lstStyle/>
          <a:p>
            <a:r>
              <a:rPr lang="en-US" altLang="zh-CN" b="1">
                <a:latin typeface="Times New Roman" panose="02020603050405020304" pitchFamily="18" charset="0"/>
              </a:rPr>
              <a:t>D</a:t>
            </a:r>
            <a:r>
              <a:rPr lang="zh-CN" altLang="en-US" b="1">
                <a:latin typeface="Times New Roman" panose="02020603050405020304" pitchFamily="18" charset="0"/>
              </a:rPr>
              <a:t>触发器定时模型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A0032F6-2E73-4DCB-A5C6-AAEBBD0C5BFF}"/>
              </a:ext>
            </a:extLst>
          </p:cNvPr>
          <p:cNvGrpSpPr>
            <a:grpSpLocks/>
          </p:cNvGrpSpPr>
          <p:nvPr/>
        </p:nvGrpSpPr>
        <p:grpSpPr bwMode="auto">
          <a:xfrm>
            <a:off x="1695450" y="4351338"/>
            <a:ext cx="1558925" cy="279400"/>
            <a:chOff x="2348705" y="5192236"/>
            <a:chExt cx="2193406" cy="394363"/>
          </a:xfrm>
        </p:grpSpPr>
        <p:sp>
          <p:nvSpPr>
            <p:cNvPr id="5" name="object 68">
              <a:extLst>
                <a:ext uri="{FF2B5EF4-FFF2-40B4-BE49-F238E27FC236}">
                  <a16:creationId xmlns:a16="http://schemas.microsoft.com/office/drawing/2014/main" id="{D16BE5CD-E95F-4767-89BE-32B7C8DBCAF2}"/>
                </a:ext>
              </a:extLst>
            </p:cNvPr>
            <p:cNvSpPr txBox="1"/>
            <p:nvPr/>
          </p:nvSpPr>
          <p:spPr>
            <a:xfrm>
              <a:off x="2348705" y="5315474"/>
              <a:ext cx="603075" cy="27112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793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75"/>
                </a:lnSpc>
              </a:pPr>
              <a:r>
                <a:rPr lang="zh-CN" altLang="zh-CN" sz="1400">
                  <a:solidFill>
                    <a:srgbClr val="000000"/>
                  </a:solidFill>
                  <a:latin typeface="Segoe UI Black" panose="020B0A02040204020203" pitchFamily="34" charset="0"/>
                </a:rPr>
                <a:t>D</a:t>
              </a:r>
              <a:r>
                <a:rPr lang="en-US" altLang="zh-CN" sz="1400">
                  <a:solidFill>
                    <a:srgbClr val="000000"/>
                  </a:solidFill>
                  <a:latin typeface="Segoe UI Black" panose="020B0A02040204020203" pitchFamily="34" charset="0"/>
                </a:rPr>
                <a:t>ata</a:t>
              </a:r>
              <a:endParaRPr lang="zh-CN" altLang="zh-CN" sz="1400">
                <a:solidFill>
                  <a:srgbClr val="000000"/>
                </a:solidFill>
                <a:latin typeface="Segoe UI Black" panose="020B0A02040204020203" pitchFamily="34" charset="0"/>
              </a:endParaRPr>
            </a:p>
          </p:txBody>
        </p:sp>
        <p:grpSp>
          <p:nvGrpSpPr>
            <p:cNvPr id="49223" name="组合 5">
              <a:extLst>
                <a:ext uri="{FF2B5EF4-FFF2-40B4-BE49-F238E27FC236}">
                  <a16:creationId xmlns:a16="http://schemas.microsoft.com/office/drawing/2014/main" id="{B9FD1F85-78A1-4EB5-9267-AEDE7E4AA0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8964" y="5192236"/>
              <a:ext cx="1583147" cy="380598"/>
              <a:chOff x="2958964" y="5192236"/>
              <a:chExt cx="1583147" cy="380598"/>
            </a:xfrm>
          </p:grpSpPr>
          <p:sp>
            <p:nvSpPr>
              <p:cNvPr id="7" name="object 62">
                <a:extLst>
                  <a:ext uri="{FF2B5EF4-FFF2-40B4-BE49-F238E27FC236}">
                    <a16:creationId xmlns:a16="http://schemas.microsoft.com/office/drawing/2014/main" id="{8BDE06D5-0920-4E7C-900F-58C058C1340F}"/>
                  </a:ext>
                </a:extLst>
              </p:cNvPr>
              <p:cNvSpPr/>
              <p:nvPr/>
            </p:nvSpPr>
            <p:spPr>
              <a:xfrm>
                <a:off x="2958481" y="5192236"/>
                <a:ext cx="1583630" cy="376437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chemeClr val="bg2">
                    <a:lumMod val="50000"/>
                  </a:schemeClr>
                </a:fgClr>
                <a:bgClr>
                  <a:schemeClr val="bg1"/>
                </a:bgClr>
              </a:pattFill>
              <a:ln>
                <a:noFill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128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49225" name="直接连接符 7">
                <a:extLst>
                  <a:ext uri="{FF2B5EF4-FFF2-40B4-BE49-F238E27FC236}">
                    <a16:creationId xmlns:a16="http://schemas.microsoft.com/office/drawing/2014/main" id="{AA72C356-4508-4414-971D-AD9285F2C23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958964" y="5572834"/>
                <a:ext cx="1581368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9" name="object 81">
                <a:extLst>
                  <a:ext uri="{FF2B5EF4-FFF2-40B4-BE49-F238E27FC236}">
                    <a16:creationId xmlns:a16="http://schemas.microsoft.com/office/drawing/2014/main" id="{9E027002-C0FF-42FB-A137-B645CCC64338}"/>
                  </a:ext>
                </a:extLst>
              </p:cNvPr>
              <p:cNvSpPr txBox="1"/>
              <p:nvPr/>
            </p:nvSpPr>
            <p:spPr>
              <a:xfrm>
                <a:off x="3398502" y="5254976"/>
                <a:ext cx="902379" cy="271124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/>
              <a:p>
                <a:pPr marL="9524">
                  <a:lnSpc>
                    <a:spcPts val="1481"/>
                  </a:lnSpc>
                  <a:defRPr/>
                </a:pPr>
                <a:r>
                  <a:rPr lang="zh-CN" altLang="en-US" sz="1422" spc="-1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entury"/>
                  </a:rPr>
                  <a:t>不关心</a:t>
                </a:r>
                <a:endParaRPr sz="142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entury"/>
                </a:endParaRPr>
              </a:p>
            </p:txBody>
          </p:sp>
          <p:cxnSp>
            <p:nvCxnSpPr>
              <p:cNvPr id="49227" name="直接连接符 9">
                <a:extLst>
                  <a:ext uri="{FF2B5EF4-FFF2-40B4-BE49-F238E27FC236}">
                    <a16:creationId xmlns:a16="http://schemas.microsoft.com/office/drawing/2014/main" id="{61749332-C83B-4AFA-8E2C-86000CE07A1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540332" y="5200083"/>
                <a:ext cx="0" cy="351489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DE5BCED-CB61-443E-BA3B-AE5F3C55071E}"/>
              </a:ext>
            </a:extLst>
          </p:cNvPr>
          <p:cNvGrpSpPr>
            <a:grpSpLocks/>
          </p:cNvGrpSpPr>
          <p:nvPr/>
        </p:nvGrpSpPr>
        <p:grpSpPr bwMode="auto">
          <a:xfrm>
            <a:off x="4037013" y="4948238"/>
            <a:ext cx="3357562" cy="277812"/>
            <a:chOff x="5642815" y="6031935"/>
            <a:chExt cx="4720151" cy="390482"/>
          </a:xfrm>
        </p:grpSpPr>
        <p:cxnSp>
          <p:nvCxnSpPr>
            <p:cNvPr id="49215" name="直接连接符 11">
              <a:extLst>
                <a:ext uri="{FF2B5EF4-FFF2-40B4-BE49-F238E27FC236}">
                  <a16:creationId xmlns:a16="http://schemas.microsoft.com/office/drawing/2014/main" id="{F0B328A2-9CB0-4078-933D-0D59E6CF97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387231" y="6056851"/>
              <a:ext cx="975735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9216" name="组合 12">
              <a:extLst>
                <a:ext uri="{FF2B5EF4-FFF2-40B4-BE49-F238E27FC236}">
                  <a16:creationId xmlns:a16="http://schemas.microsoft.com/office/drawing/2014/main" id="{4678B2D9-6323-47F3-8ED6-775AD0A938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42815" y="6031935"/>
              <a:ext cx="3744416" cy="390482"/>
              <a:chOff x="5642815" y="6031935"/>
              <a:chExt cx="3744416" cy="390482"/>
            </a:xfrm>
          </p:grpSpPr>
          <p:grpSp>
            <p:nvGrpSpPr>
              <p:cNvPr id="49217" name="组合 13">
                <a:extLst>
                  <a:ext uri="{FF2B5EF4-FFF2-40B4-BE49-F238E27FC236}">
                    <a16:creationId xmlns:a16="http://schemas.microsoft.com/office/drawing/2014/main" id="{04B95030-97AF-4BB6-8B88-BE7E32017E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42815" y="6031935"/>
                <a:ext cx="3743487" cy="375023"/>
                <a:chOff x="5642815" y="6031935"/>
                <a:chExt cx="3743487" cy="375023"/>
              </a:xfrm>
            </p:grpSpPr>
            <p:sp>
              <p:nvSpPr>
                <p:cNvPr id="17" name="object 62">
                  <a:extLst>
                    <a:ext uri="{FF2B5EF4-FFF2-40B4-BE49-F238E27FC236}">
                      <a16:creationId xmlns:a16="http://schemas.microsoft.com/office/drawing/2014/main" id="{6C9E1E70-C563-4CD2-964C-E10E3108AE49}"/>
                    </a:ext>
                  </a:extLst>
                </p:cNvPr>
                <p:cNvSpPr/>
                <p:nvPr/>
              </p:nvSpPr>
              <p:spPr>
                <a:xfrm>
                  <a:off x="5642815" y="6031935"/>
                  <a:ext cx="3744877" cy="374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1139" h="315594">
                      <a:moveTo>
                        <a:pt x="0" y="0"/>
                      </a:moveTo>
                      <a:lnTo>
                        <a:pt x="0" y="315468"/>
                      </a:lnTo>
                      <a:lnTo>
                        <a:pt x="1501139" y="315468"/>
                      </a:lnTo>
                      <a:lnTo>
                        <a:pt x="150113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pattFill prst="lgConfetti">
                  <a:fgClr>
                    <a:srgbClr val="FFC000"/>
                  </a:fgClr>
                  <a:bgClr>
                    <a:schemeClr val="bg1"/>
                  </a:bgClr>
                </a:pattFill>
                <a:ln>
                  <a:noFill/>
                </a:ln>
              </p:spPr>
              <p:txBody>
                <a:bodyPr lIns="0" tIns="0" rIns="0" bIns="0"/>
                <a:lstStyle/>
                <a:p>
                  <a:pPr>
                    <a:defRPr/>
                  </a:pPr>
                  <a:endParaRPr sz="128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" name="object 81">
                  <a:extLst>
                    <a:ext uri="{FF2B5EF4-FFF2-40B4-BE49-F238E27FC236}">
                      <a16:creationId xmlns:a16="http://schemas.microsoft.com/office/drawing/2014/main" id="{364AA12E-36EA-4526-BA7F-D669AC05E993}"/>
                    </a:ext>
                  </a:extLst>
                </p:cNvPr>
                <p:cNvSpPr txBox="1"/>
                <p:nvPr/>
              </p:nvSpPr>
              <p:spPr>
                <a:xfrm>
                  <a:off x="7258602" y="6089949"/>
                  <a:ext cx="903858" cy="269990"/>
                </a:xfrm>
                <a:prstGeom prst="rect">
                  <a:avLst/>
                </a:prstGeom>
              </p:spPr>
              <p:txBody>
                <a:bodyPr lIns="0" tIns="0" rIns="0" bIns="0">
                  <a:spAutoFit/>
                </a:bodyPr>
                <a:lstStyle/>
                <a:p>
                  <a:pPr marL="9524">
                    <a:lnSpc>
                      <a:spcPts val="1481"/>
                    </a:lnSpc>
                    <a:defRPr/>
                  </a:pPr>
                  <a:r>
                    <a:rPr lang="zh-CN" altLang="en-US" sz="1422" spc="-1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Century"/>
                    </a:rPr>
                    <a:t>新值</a:t>
                  </a:r>
                  <a:endParaRPr sz="1422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entury"/>
                  </a:endParaRPr>
                </a:p>
              </p:txBody>
            </p:sp>
          </p:grpSp>
          <p:cxnSp>
            <p:nvCxnSpPr>
              <p:cNvPr id="49218" name="直接连接符 14">
                <a:extLst>
                  <a:ext uri="{FF2B5EF4-FFF2-40B4-BE49-F238E27FC236}">
                    <a16:creationId xmlns:a16="http://schemas.microsoft.com/office/drawing/2014/main" id="{F1479487-2D61-4F8F-A70D-0DB8D780E58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387231" y="6056387"/>
                <a:ext cx="0" cy="359333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219" name="直接连接符 15">
                <a:extLst>
                  <a:ext uri="{FF2B5EF4-FFF2-40B4-BE49-F238E27FC236}">
                    <a16:creationId xmlns:a16="http://schemas.microsoft.com/office/drawing/2014/main" id="{4AEF8B23-3BC1-464A-AE7E-D59338BE6D4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642815" y="6422417"/>
                <a:ext cx="3743487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19" name="TextBox 24">
            <a:extLst>
              <a:ext uri="{FF2B5EF4-FFF2-40B4-BE49-F238E27FC236}">
                <a16:creationId xmlns:a16="http://schemas.microsoft.com/office/drawing/2014/main" id="{B8B1C806-7C89-4D6B-9287-59E9485ED944}"/>
              </a:ext>
            </a:extLst>
          </p:cNvPr>
          <p:cNvSpPr txBox="1"/>
          <p:nvPr/>
        </p:nvSpPr>
        <p:spPr>
          <a:xfrm>
            <a:off x="3008313" y="1946275"/>
            <a:ext cx="5791200" cy="1431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43827" indent="-243827">
              <a:lnSpc>
                <a:spcPct val="150000"/>
              </a:lnSpc>
              <a:spcBef>
                <a:spcPts val="427"/>
              </a:spcBef>
              <a:spcAft>
                <a:spcPts val="427"/>
              </a:spcAft>
              <a:buClr>
                <a:srgbClr val="FFC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706" dirty="0"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  <a:sym typeface="Arial" panose="020B0604020202020204" pitchFamily="34" charset="0"/>
              </a:rPr>
              <a:t>时钟触发前输入须稳定一段  </a:t>
            </a:r>
            <a:r>
              <a:rPr lang="zh-CN" altLang="en-US" sz="1706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  <a:sym typeface="Arial" panose="020B0604020202020204" pitchFamily="34" charset="0"/>
              </a:rPr>
              <a:t>建立时间（</a:t>
            </a:r>
            <a:r>
              <a:rPr lang="en-US" altLang="zh-CN" sz="1706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  <a:sym typeface="Arial" panose="020B0604020202020204" pitchFamily="34" charset="0"/>
              </a:rPr>
              <a:t>Setup Time</a:t>
            </a:r>
            <a:r>
              <a:rPr lang="zh-CN" altLang="en-US" sz="1706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  <a:sym typeface="Arial" panose="020B0604020202020204" pitchFamily="34" charset="0"/>
              </a:rPr>
              <a:t>） </a:t>
            </a:r>
          </a:p>
          <a:p>
            <a:pPr marL="243827" indent="-243827">
              <a:lnSpc>
                <a:spcPct val="150000"/>
              </a:lnSpc>
              <a:spcBef>
                <a:spcPts val="427"/>
              </a:spcBef>
              <a:spcAft>
                <a:spcPts val="427"/>
              </a:spcAft>
              <a:buClr>
                <a:srgbClr val="FFC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706" dirty="0"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  <a:sym typeface="Arial" panose="020B0604020202020204" pitchFamily="34" charset="0"/>
              </a:rPr>
              <a:t>时钟触发后输入须稳定一段  </a:t>
            </a:r>
            <a:r>
              <a:rPr lang="zh-CN" altLang="en-US" sz="1706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  <a:sym typeface="Arial" panose="020B0604020202020204" pitchFamily="34" charset="0"/>
              </a:rPr>
              <a:t>保持时间（</a:t>
            </a:r>
            <a:r>
              <a:rPr lang="en-US" altLang="zh-CN" sz="1706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  <a:sym typeface="Arial" panose="020B0604020202020204" pitchFamily="34" charset="0"/>
              </a:rPr>
              <a:t>Hold Time</a:t>
            </a:r>
            <a:r>
              <a:rPr lang="zh-CN" altLang="en-US" sz="1706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  <a:sym typeface="Arial" panose="020B0604020202020204" pitchFamily="34" charset="0"/>
              </a:rPr>
              <a:t>） </a:t>
            </a:r>
          </a:p>
          <a:p>
            <a:pPr marL="243827" indent="-243827">
              <a:lnSpc>
                <a:spcPct val="150000"/>
              </a:lnSpc>
              <a:spcBef>
                <a:spcPts val="427"/>
              </a:spcBef>
              <a:spcAft>
                <a:spcPts val="427"/>
              </a:spcAft>
              <a:buClr>
                <a:srgbClr val="FFC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706" dirty="0"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  <a:sym typeface="Arial" panose="020B0604020202020204" pitchFamily="34" charset="0"/>
              </a:rPr>
              <a:t>时钟触发到输出稳定的时间  </a:t>
            </a:r>
            <a:r>
              <a:rPr lang="zh-CN" altLang="en-US" sz="1706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  <a:sym typeface="Arial" panose="020B0604020202020204" pitchFamily="34" charset="0"/>
              </a:rPr>
              <a:t>触发器延迟 </a:t>
            </a:r>
            <a:r>
              <a:rPr lang="en-US" altLang="zh-CN" sz="1706" dirty="0" err="1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  <a:sym typeface="Arial" panose="020B0604020202020204" pitchFamily="34" charset="0"/>
              </a:rPr>
              <a:t>Clk_to_Q</a:t>
            </a:r>
            <a:r>
              <a:rPr lang="zh-CN" altLang="en-US" sz="1706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  <a:sym typeface="Arial" panose="020B0604020202020204" pitchFamily="34" charset="0"/>
              </a:rPr>
              <a:t> </a:t>
            </a:r>
          </a:p>
        </p:txBody>
      </p:sp>
      <p:grpSp>
        <p:nvGrpSpPr>
          <p:cNvPr id="49158" name="组合 19">
            <a:extLst>
              <a:ext uri="{FF2B5EF4-FFF2-40B4-BE49-F238E27FC236}">
                <a16:creationId xmlns:a16="http://schemas.microsoft.com/office/drawing/2014/main" id="{7478AF96-CDEC-4315-BA26-8D6B527574B4}"/>
              </a:ext>
            </a:extLst>
          </p:cNvPr>
          <p:cNvGrpSpPr>
            <a:grpSpLocks/>
          </p:cNvGrpSpPr>
          <p:nvPr/>
        </p:nvGrpSpPr>
        <p:grpSpPr bwMode="auto">
          <a:xfrm>
            <a:off x="874713" y="1928813"/>
            <a:ext cx="2011362" cy="1482725"/>
            <a:chOff x="1717986" y="1998616"/>
            <a:chExt cx="2830435" cy="2084148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65E5476-B15E-46C6-88B2-6B7F83F423D0}"/>
                </a:ext>
              </a:extLst>
            </p:cNvPr>
            <p:cNvSpPr/>
            <p:nvPr/>
          </p:nvSpPr>
          <p:spPr>
            <a:xfrm>
              <a:off x="1717986" y="1998616"/>
              <a:ext cx="2772352" cy="2084148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280"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2D3D87D-303F-4C09-B9CA-DC54405EFE6C}"/>
                </a:ext>
              </a:extLst>
            </p:cNvPr>
            <p:cNvSpPr/>
            <p:nvPr/>
          </p:nvSpPr>
          <p:spPr>
            <a:xfrm>
              <a:off x="2571361" y="2306552"/>
              <a:ext cx="1221979" cy="1343316"/>
            </a:xfrm>
            <a:prstGeom prst="rect">
              <a:avLst/>
            </a:prstGeom>
            <a:solidFill>
              <a:srgbClr val="9CDCF8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2276" kern="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D</a:t>
              </a:r>
              <a:endParaRPr lang="zh-CN" altLang="en-US" sz="2276" kern="0" dirty="0"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sp>
          <p:nvSpPr>
            <p:cNvPr id="23" name="等腰三角形 22">
              <a:extLst>
                <a:ext uri="{FF2B5EF4-FFF2-40B4-BE49-F238E27FC236}">
                  <a16:creationId xmlns:a16="http://schemas.microsoft.com/office/drawing/2014/main" id="{F89EED5A-5180-4C5D-B4A5-8C9A32A396E8}"/>
                </a:ext>
              </a:extLst>
            </p:cNvPr>
            <p:cNvSpPr/>
            <p:nvPr/>
          </p:nvSpPr>
          <p:spPr>
            <a:xfrm>
              <a:off x="3078471" y="3478048"/>
              <a:ext cx="232333" cy="169588"/>
            </a:xfrm>
            <a:prstGeom prst="triangle">
              <a:avLst>
                <a:gd name="adj" fmla="val 49113"/>
              </a:avLst>
            </a:prstGeom>
            <a:solidFill>
              <a:srgbClr val="9CDCF8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138" kern="0">
                <a:solidFill>
                  <a:prstClr val="white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cxnSp>
          <p:nvCxnSpPr>
            <p:cNvPr id="49209" name="直接连接符 23">
              <a:extLst>
                <a:ext uri="{FF2B5EF4-FFF2-40B4-BE49-F238E27FC236}">
                  <a16:creationId xmlns:a16="http://schemas.microsoft.com/office/drawing/2014/main" id="{9E983C52-D107-4A5F-8386-A06D839616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42755" y="2972646"/>
              <a:ext cx="529108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210" name="直接连接符 24">
              <a:extLst>
                <a:ext uri="{FF2B5EF4-FFF2-40B4-BE49-F238E27FC236}">
                  <a16:creationId xmlns:a16="http://schemas.microsoft.com/office/drawing/2014/main" id="{E916799D-8202-45F1-8CAD-646DAB9343E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92336" y="2950386"/>
              <a:ext cx="529108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object 81">
              <a:extLst>
                <a:ext uri="{FF2B5EF4-FFF2-40B4-BE49-F238E27FC236}">
                  <a16:creationId xmlns:a16="http://schemas.microsoft.com/office/drawing/2014/main" id="{B01843A1-409E-4FD8-9FE0-086AC5E0E1F3}"/>
                </a:ext>
              </a:extLst>
            </p:cNvPr>
            <p:cNvSpPr txBox="1"/>
            <p:nvPr/>
          </p:nvSpPr>
          <p:spPr>
            <a:xfrm>
              <a:off x="1874364" y="2607793"/>
              <a:ext cx="902523" cy="270003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793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75"/>
                </a:lnSpc>
              </a:pPr>
              <a:r>
                <a:rPr lang="en-US" altLang="zh-CN" sz="1400">
                  <a:solidFill>
                    <a:srgbClr val="3B3838"/>
                  </a:solidFill>
                  <a:latin typeface="Segoe UI Black" panose="020B0A02040204020203" pitchFamily="34" charset="0"/>
                </a:rPr>
                <a:t>Data</a:t>
              </a:r>
              <a:endParaRPr lang="zh-CN" altLang="zh-CN" sz="1400">
                <a:solidFill>
                  <a:srgbClr val="3B3838"/>
                </a:solidFill>
                <a:latin typeface="Segoe UI Black" panose="020B0A02040204020203" pitchFamily="34" charset="0"/>
              </a:endParaRPr>
            </a:p>
          </p:txBody>
        </p:sp>
        <p:sp>
          <p:nvSpPr>
            <p:cNvPr id="27" name="object 81">
              <a:extLst>
                <a:ext uri="{FF2B5EF4-FFF2-40B4-BE49-F238E27FC236}">
                  <a16:creationId xmlns:a16="http://schemas.microsoft.com/office/drawing/2014/main" id="{D8EE1358-8A43-4BCB-A14E-B1BDAC6B0B7C}"/>
                </a:ext>
              </a:extLst>
            </p:cNvPr>
            <p:cNvSpPr txBox="1"/>
            <p:nvPr/>
          </p:nvSpPr>
          <p:spPr>
            <a:xfrm>
              <a:off x="3909507" y="2576554"/>
              <a:ext cx="638914" cy="270003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793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75"/>
                </a:lnSpc>
              </a:pPr>
              <a:r>
                <a:rPr lang="en-US" altLang="zh-CN" sz="1400">
                  <a:solidFill>
                    <a:srgbClr val="3B3838"/>
                  </a:solidFill>
                  <a:latin typeface="Segoe UI Black" panose="020B0A02040204020203" pitchFamily="34" charset="0"/>
                </a:rPr>
                <a:t>Q</a:t>
              </a:r>
              <a:endParaRPr lang="zh-CN" altLang="zh-CN" sz="1400">
                <a:solidFill>
                  <a:srgbClr val="3B3838"/>
                </a:solidFill>
                <a:latin typeface="Segoe UI Black" panose="020B0A02040204020203" pitchFamily="34" charset="0"/>
              </a:endParaRPr>
            </a:p>
          </p:txBody>
        </p:sp>
        <p:sp>
          <p:nvSpPr>
            <p:cNvPr id="28" name="object 81">
              <a:extLst>
                <a:ext uri="{FF2B5EF4-FFF2-40B4-BE49-F238E27FC236}">
                  <a16:creationId xmlns:a16="http://schemas.microsoft.com/office/drawing/2014/main" id="{8A09CE76-7118-4505-8556-37204F2E825E}"/>
                </a:ext>
              </a:extLst>
            </p:cNvPr>
            <p:cNvSpPr txBox="1"/>
            <p:nvPr/>
          </p:nvSpPr>
          <p:spPr>
            <a:xfrm>
              <a:off x="2678592" y="3752514"/>
              <a:ext cx="502642" cy="27000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9524">
                <a:lnSpc>
                  <a:spcPts val="1481"/>
                </a:lnSpc>
                <a:defRPr/>
              </a:pPr>
              <a:r>
                <a:rPr sz="1422" spc="-11" dirty="0">
                  <a:solidFill>
                    <a:prstClr val="black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Cl</a:t>
              </a:r>
              <a:r>
                <a:rPr sz="1422" spc="-49" dirty="0">
                  <a:solidFill>
                    <a:prstClr val="black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k</a:t>
              </a:r>
              <a:endParaRPr sz="1422" dirty="0">
                <a:solidFill>
                  <a:prstClr val="black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A626FD0D-8947-4A37-9DDE-21E01B626F6D}"/>
                </a:ext>
              </a:extLst>
            </p:cNvPr>
            <p:cNvCxnSpPr/>
            <p:nvPr/>
          </p:nvCxnSpPr>
          <p:spPr>
            <a:xfrm>
              <a:off x="3181233" y="3661025"/>
              <a:ext cx="0" cy="3123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8D83ED0-A6B6-48F6-953F-9772AC79A9A4}"/>
              </a:ext>
            </a:extLst>
          </p:cNvPr>
          <p:cNvGrpSpPr>
            <a:grpSpLocks/>
          </p:cNvGrpSpPr>
          <p:nvPr/>
        </p:nvGrpSpPr>
        <p:grpSpPr bwMode="auto">
          <a:xfrm>
            <a:off x="1885950" y="4943475"/>
            <a:ext cx="2151063" cy="303213"/>
            <a:chOff x="2617551" y="6024750"/>
            <a:chExt cx="3025264" cy="426489"/>
          </a:xfrm>
        </p:grpSpPr>
        <p:cxnSp>
          <p:nvCxnSpPr>
            <p:cNvPr id="49200" name="直接连接符 30">
              <a:extLst>
                <a:ext uri="{FF2B5EF4-FFF2-40B4-BE49-F238E27FC236}">
                  <a16:creationId xmlns:a16="http://schemas.microsoft.com/office/drawing/2014/main" id="{7FFFFE24-B425-486C-9DCA-EEFDE217BF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67184" y="6422417"/>
              <a:ext cx="2675631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9201" name="组合 31">
              <a:extLst>
                <a:ext uri="{FF2B5EF4-FFF2-40B4-BE49-F238E27FC236}">
                  <a16:creationId xmlns:a16="http://schemas.microsoft.com/office/drawing/2014/main" id="{F7E3C967-9D34-4697-ABBE-8E2683F46A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7551" y="6024750"/>
              <a:ext cx="3025264" cy="426489"/>
              <a:chOff x="2617551" y="6024750"/>
              <a:chExt cx="3025264" cy="426489"/>
            </a:xfrm>
          </p:grpSpPr>
          <p:sp>
            <p:nvSpPr>
              <p:cNvPr id="33" name="object 62">
                <a:extLst>
                  <a:ext uri="{FF2B5EF4-FFF2-40B4-BE49-F238E27FC236}">
                    <a16:creationId xmlns:a16="http://schemas.microsoft.com/office/drawing/2014/main" id="{4A237EB0-BD9F-4E65-A563-6DA0C5772C30}"/>
                  </a:ext>
                </a:extLst>
              </p:cNvPr>
              <p:cNvSpPr/>
              <p:nvPr/>
            </p:nvSpPr>
            <p:spPr>
              <a:xfrm>
                <a:off x="2968080" y="6024750"/>
                <a:ext cx="2674735" cy="375131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chemeClr val="bg2">
                    <a:lumMod val="50000"/>
                  </a:schemeClr>
                </a:fgClr>
                <a:bgClr>
                  <a:schemeClr val="bg1"/>
                </a:bgClr>
              </a:pattFill>
              <a:ln>
                <a:noFill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128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object 70">
                <a:extLst>
                  <a:ext uri="{FF2B5EF4-FFF2-40B4-BE49-F238E27FC236}">
                    <a16:creationId xmlns:a16="http://schemas.microsoft.com/office/drawing/2014/main" id="{05506228-F8F1-4FB5-B9A1-FC9539577A6F}"/>
                  </a:ext>
                </a:extLst>
              </p:cNvPr>
              <p:cNvSpPr txBox="1"/>
              <p:nvPr/>
            </p:nvSpPr>
            <p:spPr>
              <a:xfrm>
                <a:off x="2617551" y="6181055"/>
                <a:ext cx="205405" cy="270184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/>
              <a:p>
                <a:pPr marL="9524">
                  <a:lnSpc>
                    <a:spcPts val="1481"/>
                  </a:lnSpc>
                  <a:defRPr/>
                </a:pPr>
                <a:r>
                  <a:rPr sz="1422" spc="-71" dirty="0">
                    <a:solidFill>
                      <a:prstClr val="black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Q</a:t>
                </a:r>
              </a:p>
            </p:txBody>
          </p:sp>
          <p:sp>
            <p:nvSpPr>
              <p:cNvPr id="35" name="object 81">
                <a:extLst>
                  <a:ext uri="{FF2B5EF4-FFF2-40B4-BE49-F238E27FC236}">
                    <a16:creationId xmlns:a16="http://schemas.microsoft.com/office/drawing/2014/main" id="{35DBB641-609B-47A0-AA83-7C4B654FE899}"/>
                  </a:ext>
                </a:extLst>
              </p:cNvPr>
              <p:cNvSpPr txBox="1"/>
              <p:nvPr/>
            </p:nvSpPr>
            <p:spPr>
              <a:xfrm>
                <a:off x="3852216" y="6085040"/>
                <a:ext cx="904229" cy="270183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/>
              <a:p>
                <a:pPr marL="9524">
                  <a:lnSpc>
                    <a:spcPts val="1481"/>
                  </a:lnSpc>
                  <a:defRPr/>
                </a:pPr>
                <a:r>
                  <a:rPr lang="zh-CN" altLang="en-US" sz="1422" spc="-1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entury"/>
                  </a:rPr>
                  <a:t>旧值</a:t>
                </a:r>
                <a:endParaRPr sz="142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entury"/>
                </a:endParaRPr>
              </a:p>
            </p:txBody>
          </p:sp>
          <p:cxnSp>
            <p:nvCxnSpPr>
              <p:cNvPr id="49205" name="直接连接符 35">
                <a:extLst>
                  <a:ext uri="{FF2B5EF4-FFF2-40B4-BE49-F238E27FC236}">
                    <a16:creationId xmlns:a16="http://schemas.microsoft.com/office/drawing/2014/main" id="{30AD757B-DAC1-4D34-A27B-9474C07B578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642815" y="6040440"/>
                <a:ext cx="0" cy="359333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AA300A1D-66B2-42F5-9D58-ABE8E826DDEE}"/>
              </a:ext>
            </a:extLst>
          </p:cNvPr>
          <p:cNvGrpSpPr>
            <a:grpSpLocks/>
          </p:cNvGrpSpPr>
          <p:nvPr/>
        </p:nvGrpSpPr>
        <p:grpSpPr bwMode="auto">
          <a:xfrm>
            <a:off x="4333875" y="4338638"/>
            <a:ext cx="3060700" cy="290512"/>
            <a:chOff x="6060927" y="5175700"/>
            <a:chExt cx="4302039" cy="407733"/>
          </a:xfrm>
        </p:grpSpPr>
        <p:sp>
          <p:nvSpPr>
            <p:cNvPr id="38" name="object 62">
              <a:extLst>
                <a:ext uri="{FF2B5EF4-FFF2-40B4-BE49-F238E27FC236}">
                  <a16:creationId xmlns:a16="http://schemas.microsoft.com/office/drawing/2014/main" id="{D6D6055E-EE46-4AE1-B554-452072B052E0}"/>
                </a:ext>
              </a:extLst>
            </p:cNvPr>
            <p:cNvSpPr/>
            <p:nvPr/>
          </p:nvSpPr>
          <p:spPr>
            <a:xfrm>
              <a:off x="8301200" y="5186840"/>
              <a:ext cx="1492773" cy="396593"/>
            </a:xfrm>
            <a:custGeom>
              <a:avLst/>
              <a:gdLst/>
              <a:ahLst/>
              <a:cxnLst/>
              <a:rect l="l" t="t" r="r" b="b"/>
              <a:pathLst>
                <a:path w="1501139" h="315594">
                  <a:moveTo>
                    <a:pt x="0" y="0"/>
                  </a:moveTo>
                  <a:lnTo>
                    <a:pt x="0" y="315468"/>
                  </a:lnTo>
                  <a:lnTo>
                    <a:pt x="1501139" y="315468"/>
                  </a:lnTo>
                  <a:lnTo>
                    <a:pt x="1501139" y="0"/>
                  </a:lnTo>
                  <a:lnTo>
                    <a:pt x="0" y="0"/>
                  </a:lnTo>
                  <a:close/>
                </a:path>
              </a:pathLst>
            </a:custGeom>
            <a:pattFill prst="lgConfetti">
              <a:fgClr>
                <a:srgbClr val="FFC000"/>
              </a:fgClr>
              <a:bgClr>
                <a:schemeClr val="bg1"/>
              </a:bgClr>
            </a:pattFill>
            <a:ln>
              <a:noFill/>
            </a:ln>
          </p:spPr>
          <p:txBody>
            <a:bodyPr lIns="0" tIns="0" rIns="0" bIns="0"/>
            <a:lstStyle/>
            <a:p>
              <a:pPr>
                <a:defRPr/>
              </a:pPr>
              <a:endParaRPr sz="128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object 62">
              <a:extLst>
                <a:ext uri="{FF2B5EF4-FFF2-40B4-BE49-F238E27FC236}">
                  <a16:creationId xmlns:a16="http://schemas.microsoft.com/office/drawing/2014/main" id="{6C9E6D68-F346-4731-B920-0471C60A0DCA}"/>
                </a:ext>
              </a:extLst>
            </p:cNvPr>
            <p:cNvSpPr/>
            <p:nvPr/>
          </p:nvSpPr>
          <p:spPr>
            <a:xfrm>
              <a:off x="9834137" y="5184612"/>
              <a:ext cx="528829" cy="374313"/>
            </a:xfrm>
            <a:custGeom>
              <a:avLst/>
              <a:gdLst/>
              <a:ahLst/>
              <a:cxnLst/>
              <a:rect l="l" t="t" r="r" b="b"/>
              <a:pathLst>
                <a:path w="1501139" h="315594">
                  <a:moveTo>
                    <a:pt x="0" y="0"/>
                  </a:moveTo>
                  <a:lnTo>
                    <a:pt x="0" y="315468"/>
                  </a:lnTo>
                  <a:lnTo>
                    <a:pt x="1501139" y="315468"/>
                  </a:lnTo>
                  <a:lnTo>
                    <a:pt x="1501139" y="0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chemeClr val="bg2">
                  <a:lumMod val="50000"/>
                </a:schemeClr>
              </a:fgClr>
              <a:bgClr>
                <a:schemeClr val="bg1"/>
              </a:bgClr>
            </a:pattFill>
            <a:ln>
              <a:noFill/>
            </a:ln>
          </p:spPr>
          <p:txBody>
            <a:bodyPr lIns="0" tIns="0" rIns="0" bIns="0"/>
            <a:lstStyle/>
            <a:p>
              <a:pPr>
                <a:defRPr/>
              </a:pPr>
              <a:endParaRPr sz="128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object 62">
              <a:extLst>
                <a:ext uri="{FF2B5EF4-FFF2-40B4-BE49-F238E27FC236}">
                  <a16:creationId xmlns:a16="http://schemas.microsoft.com/office/drawing/2014/main" id="{918963D4-D001-4295-86D2-E83720BB6D87}"/>
                </a:ext>
              </a:extLst>
            </p:cNvPr>
            <p:cNvSpPr/>
            <p:nvPr/>
          </p:nvSpPr>
          <p:spPr>
            <a:xfrm>
              <a:off x="6074315" y="5175700"/>
              <a:ext cx="2206804" cy="376540"/>
            </a:xfrm>
            <a:custGeom>
              <a:avLst/>
              <a:gdLst/>
              <a:ahLst/>
              <a:cxnLst/>
              <a:rect l="l" t="t" r="r" b="b"/>
              <a:pathLst>
                <a:path w="1501139" h="315594">
                  <a:moveTo>
                    <a:pt x="0" y="0"/>
                  </a:moveTo>
                  <a:lnTo>
                    <a:pt x="0" y="315468"/>
                  </a:lnTo>
                  <a:lnTo>
                    <a:pt x="1501139" y="315468"/>
                  </a:lnTo>
                  <a:lnTo>
                    <a:pt x="1501139" y="0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chemeClr val="bg2">
                  <a:lumMod val="50000"/>
                </a:schemeClr>
              </a:fgClr>
              <a:bgClr>
                <a:schemeClr val="bg1"/>
              </a:bgClr>
            </a:pattFill>
            <a:ln>
              <a:noFill/>
            </a:ln>
          </p:spPr>
          <p:txBody>
            <a:bodyPr lIns="0" tIns="0" rIns="0" bIns="0"/>
            <a:lstStyle/>
            <a:p>
              <a:pPr>
                <a:defRPr/>
              </a:pPr>
              <a:endParaRPr sz="128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9194" name="直接连接符 40">
              <a:extLst>
                <a:ext uri="{FF2B5EF4-FFF2-40B4-BE49-F238E27FC236}">
                  <a16:creationId xmlns:a16="http://schemas.microsoft.com/office/drawing/2014/main" id="{B7817ACD-6099-422F-B448-3576B87048F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285173" y="5184535"/>
              <a:ext cx="0" cy="374882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95" name="直接连接符 41">
              <a:extLst>
                <a:ext uri="{FF2B5EF4-FFF2-40B4-BE49-F238E27FC236}">
                  <a16:creationId xmlns:a16="http://schemas.microsoft.com/office/drawing/2014/main" id="{4538DAA1-3150-4D1B-939E-3A32765804A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300257" y="5184535"/>
              <a:ext cx="1513494" cy="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96" name="直接连接符 42">
              <a:extLst>
                <a:ext uri="{FF2B5EF4-FFF2-40B4-BE49-F238E27FC236}">
                  <a16:creationId xmlns:a16="http://schemas.microsoft.com/office/drawing/2014/main" id="{E7FBE6D4-856E-4374-A1A1-402A84E06E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813751" y="5200083"/>
              <a:ext cx="0" cy="3593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97" name="直接连接符 43">
              <a:extLst>
                <a:ext uri="{FF2B5EF4-FFF2-40B4-BE49-F238E27FC236}">
                  <a16:creationId xmlns:a16="http://schemas.microsoft.com/office/drawing/2014/main" id="{9BBDFEEE-1177-4702-AFB9-0C57B50F20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813751" y="5574419"/>
              <a:ext cx="549215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" name="object 81">
              <a:extLst>
                <a:ext uri="{FF2B5EF4-FFF2-40B4-BE49-F238E27FC236}">
                  <a16:creationId xmlns:a16="http://schemas.microsoft.com/office/drawing/2014/main" id="{8265693F-F919-49DC-9B0C-1F431AFE8E1C}"/>
                </a:ext>
              </a:extLst>
            </p:cNvPr>
            <p:cNvSpPr txBox="1"/>
            <p:nvPr/>
          </p:nvSpPr>
          <p:spPr>
            <a:xfrm>
              <a:off x="6841899" y="5255910"/>
              <a:ext cx="903697" cy="269594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9524">
                <a:lnSpc>
                  <a:spcPts val="1481"/>
                </a:lnSpc>
                <a:defRPr/>
              </a:pPr>
              <a:r>
                <a:rPr lang="zh-CN" altLang="en-US" sz="1422" spc="-1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entury"/>
                </a:rPr>
                <a:t>不关心</a:t>
              </a:r>
              <a:endParaRPr sz="1422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"/>
              </a:endParaRPr>
            </a:p>
          </p:txBody>
        </p:sp>
        <p:cxnSp>
          <p:nvCxnSpPr>
            <p:cNvPr id="49199" name="直接连接符 45">
              <a:extLst>
                <a:ext uri="{FF2B5EF4-FFF2-40B4-BE49-F238E27FC236}">
                  <a16:creationId xmlns:a16="http://schemas.microsoft.com/office/drawing/2014/main" id="{BCEE0CB8-0DAE-4BCC-8189-2381E72A146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060927" y="5574419"/>
              <a:ext cx="2219223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7" name="椭圆 46">
            <a:extLst>
              <a:ext uri="{FF2B5EF4-FFF2-40B4-BE49-F238E27FC236}">
                <a16:creationId xmlns:a16="http://schemas.microsoft.com/office/drawing/2014/main" id="{6C6591A3-046B-4CA0-999D-87B722D4AC34}"/>
              </a:ext>
            </a:extLst>
          </p:cNvPr>
          <p:cNvSpPr/>
          <p:nvPr/>
        </p:nvSpPr>
        <p:spPr>
          <a:xfrm>
            <a:off x="3178175" y="3821113"/>
            <a:ext cx="1398588" cy="1400175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28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7592844E-A394-4DEA-B30C-ADF079FA844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37013" y="4646613"/>
            <a:ext cx="0" cy="280987"/>
          </a:xfrm>
          <a:prstGeom prst="line">
            <a:avLst/>
          </a:prstGeom>
          <a:noFill/>
          <a:ln w="19050" cap="sq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C95DB16-2504-4A1D-B8B5-9A74A455BDDE}"/>
              </a:ext>
            </a:extLst>
          </p:cNvPr>
          <p:cNvGrpSpPr>
            <a:grpSpLocks/>
          </p:cNvGrpSpPr>
          <p:nvPr/>
        </p:nvGrpSpPr>
        <p:grpSpPr bwMode="auto">
          <a:xfrm>
            <a:off x="3622675" y="4681538"/>
            <a:ext cx="1627188" cy="219075"/>
            <a:chOff x="5059650" y="5658292"/>
            <a:chExt cx="2288290" cy="306573"/>
          </a:xfrm>
        </p:grpSpPr>
        <p:sp>
          <p:nvSpPr>
            <p:cNvPr id="50" name="object 91">
              <a:extLst>
                <a:ext uri="{FF2B5EF4-FFF2-40B4-BE49-F238E27FC236}">
                  <a16:creationId xmlns:a16="http://schemas.microsoft.com/office/drawing/2014/main" id="{3354C980-68A2-46CA-B25D-6DDEA24631CE}"/>
                </a:ext>
              </a:extLst>
            </p:cNvPr>
            <p:cNvSpPr txBox="1"/>
            <p:nvPr/>
          </p:nvSpPr>
          <p:spPr>
            <a:xfrm>
              <a:off x="6077660" y="5658292"/>
              <a:ext cx="1270280" cy="306573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9524">
                <a:lnSpc>
                  <a:spcPts val="1688"/>
                </a:lnSpc>
                <a:defRPr/>
              </a:pPr>
              <a:r>
                <a:rPr sz="1422" spc="-41" dirty="0" err="1">
                  <a:solidFill>
                    <a:srgbClr val="0066FF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C</a:t>
              </a:r>
              <a:r>
                <a:rPr sz="1422" spc="-19" dirty="0" err="1">
                  <a:solidFill>
                    <a:srgbClr val="0066FF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l</a:t>
              </a:r>
              <a:r>
                <a:rPr sz="1422" spc="-71" dirty="0" err="1">
                  <a:solidFill>
                    <a:srgbClr val="0066FF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k</a:t>
              </a:r>
              <a:r>
                <a:rPr sz="1422" spc="-8" dirty="0">
                  <a:solidFill>
                    <a:srgbClr val="0066FF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-</a:t>
              </a:r>
              <a:r>
                <a:rPr sz="1422" spc="-53" dirty="0">
                  <a:solidFill>
                    <a:srgbClr val="0066FF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to</a:t>
              </a:r>
              <a:r>
                <a:rPr sz="1422" spc="-8" dirty="0">
                  <a:solidFill>
                    <a:srgbClr val="0066FF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-</a:t>
              </a:r>
              <a:r>
                <a:rPr sz="1422" spc="-26" dirty="0">
                  <a:solidFill>
                    <a:srgbClr val="0066FF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Q</a:t>
              </a:r>
              <a:endParaRPr sz="1462" dirty="0">
                <a:solidFill>
                  <a:srgbClr val="0066FF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cxnSp>
          <p:nvCxnSpPr>
            <p:cNvPr id="49189" name="直接连接符 50">
              <a:extLst>
                <a:ext uri="{FF2B5EF4-FFF2-40B4-BE49-F238E27FC236}">
                  <a16:creationId xmlns:a16="http://schemas.microsoft.com/office/drawing/2014/main" id="{9B52ADBD-DEB9-471A-A67C-F3CBA878CB5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42815" y="5805818"/>
              <a:ext cx="360040" cy="0"/>
            </a:xfrm>
            <a:prstGeom prst="line">
              <a:avLst/>
            </a:prstGeom>
            <a:noFill/>
            <a:ln w="19050" cap="sq">
              <a:solidFill>
                <a:srgbClr val="0066FF"/>
              </a:solidFill>
              <a:miter lim="800000"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90" name="直接连接符 51">
              <a:extLst>
                <a:ext uri="{FF2B5EF4-FFF2-40B4-BE49-F238E27FC236}">
                  <a16:creationId xmlns:a16="http://schemas.microsoft.com/office/drawing/2014/main" id="{468863EA-9B57-4992-A095-E37A8C61517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59650" y="5805818"/>
              <a:ext cx="341854" cy="0"/>
            </a:xfrm>
            <a:prstGeom prst="line">
              <a:avLst/>
            </a:prstGeom>
            <a:noFill/>
            <a:ln w="19050" cap="sq">
              <a:solidFill>
                <a:srgbClr val="0066FF"/>
              </a:solidFill>
              <a:miter lim="800000"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5A4EF9C-8C25-4EF2-A477-6886A3B6029A}"/>
              </a:ext>
            </a:extLst>
          </p:cNvPr>
          <p:cNvGrpSpPr>
            <a:grpSpLocks/>
          </p:cNvGrpSpPr>
          <p:nvPr/>
        </p:nvGrpSpPr>
        <p:grpSpPr bwMode="auto">
          <a:xfrm>
            <a:off x="3236913" y="4349750"/>
            <a:ext cx="1092200" cy="273050"/>
            <a:chOff x="4516447" y="5189882"/>
            <a:chExt cx="1537379" cy="384537"/>
          </a:xfrm>
        </p:grpSpPr>
        <p:sp>
          <p:nvSpPr>
            <p:cNvPr id="54" name="object 62">
              <a:extLst>
                <a:ext uri="{FF2B5EF4-FFF2-40B4-BE49-F238E27FC236}">
                  <a16:creationId xmlns:a16="http://schemas.microsoft.com/office/drawing/2014/main" id="{26A0B6EB-0BDA-4353-90CA-58D952400511}"/>
                </a:ext>
              </a:extLst>
            </p:cNvPr>
            <p:cNvSpPr/>
            <p:nvPr/>
          </p:nvSpPr>
          <p:spPr>
            <a:xfrm>
              <a:off x="4561138" y="5189882"/>
              <a:ext cx="1492688" cy="375594"/>
            </a:xfrm>
            <a:custGeom>
              <a:avLst/>
              <a:gdLst/>
              <a:ahLst/>
              <a:cxnLst/>
              <a:rect l="l" t="t" r="r" b="b"/>
              <a:pathLst>
                <a:path w="1501139" h="315594">
                  <a:moveTo>
                    <a:pt x="0" y="0"/>
                  </a:moveTo>
                  <a:lnTo>
                    <a:pt x="0" y="315468"/>
                  </a:lnTo>
                  <a:lnTo>
                    <a:pt x="1501139" y="315468"/>
                  </a:lnTo>
                  <a:lnTo>
                    <a:pt x="1501139" y="0"/>
                  </a:lnTo>
                  <a:lnTo>
                    <a:pt x="0" y="0"/>
                  </a:lnTo>
                  <a:close/>
                </a:path>
              </a:pathLst>
            </a:custGeom>
            <a:pattFill prst="lgConfetti">
              <a:fgClr>
                <a:srgbClr val="FFC000"/>
              </a:fgClr>
              <a:bgClr>
                <a:schemeClr val="bg1"/>
              </a:bgClr>
            </a:pattFill>
            <a:ln>
              <a:noFill/>
            </a:ln>
          </p:spPr>
          <p:txBody>
            <a:bodyPr lIns="0" tIns="0" rIns="0" bIns="0"/>
            <a:lstStyle/>
            <a:p>
              <a:pPr>
                <a:defRPr/>
              </a:pPr>
              <a:endParaRPr sz="128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9186" name="直接连接符 54">
              <a:extLst>
                <a:ext uri="{FF2B5EF4-FFF2-40B4-BE49-F238E27FC236}">
                  <a16:creationId xmlns:a16="http://schemas.microsoft.com/office/drawing/2014/main" id="{E56FAAA5-C218-4F78-8AEA-C280D74DA0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53826" y="5192239"/>
              <a:ext cx="0" cy="3593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87" name="直接连接符 55">
              <a:extLst>
                <a:ext uri="{FF2B5EF4-FFF2-40B4-BE49-F238E27FC236}">
                  <a16:creationId xmlns:a16="http://schemas.microsoft.com/office/drawing/2014/main" id="{071C37A4-B0F2-4CA3-8C25-53DB16B150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16447" y="5574419"/>
              <a:ext cx="1537378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99780EC6-3BD4-4FBC-BF50-7D0F4A101C9D}"/>
              </a:ext>
            </a:extLst>
          </p:cNvPr>
          <p:cNvGrpSpPr>
            <a:grpSpLocks/>
          </p:cNvGrpSpPr>
          <p:nvPr/>
        </p:nvGrpSpPr>
        <p:grpSpPr bwMode="auto">
          <a:xfrm>
            <a:off x="3252788" y="4152900"/>
            <a:ext cx="612775" cy="330200"/>
            <a:chOff x="4540332" y="4914575"/>
            <a:chExt cx="861172" cy="463200"/>
          </a:xfrm>
        </p:grpSpPr>
        <p:sp>
          <p:nvSpPr>
            <p:cNvPr id="58" name="object 81">
              <a:extLst>
                <a:ext uri="{FF2B5EF4-FFF2-40B4-BE49-F238E27FC236}">
                  <a16:creationId xmlns:a16="http://schemas.microsoft.com/office/drawing/2014/main" id="{D92E2B97-70A1-400B-A043-6C1025FA2F0C}"/>
                </a:ext>
              </a:extLst>
            </p:cNvPr>
            <p:cNvSpPr txBox="1"/>
            <p:nvPr/>
          </p:nvSpPr>
          <p:spPr>
            <a:xfrm>
              <a:off x="4692041" y="4914575"/>
              <a:ext cx="662611" cy="269458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793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75"/>
                </a:lnSpc>
              </a:pPr>
              <a:r>
                <a:rPr lang="en-US" altLang="zh-CN" sz="1200">
                  <a:solidFill>
                    <a:srgbClr val="FF0000"/>
                  </a:solidFill>
                  <a:latin typeface="Segoe UI Black" panose="020B0A02040204020203" pitchFamily="34" charset="0"/>
                </a:rPr>
                <a:t>Setup</a:t>
              </a:r>
              <a:endParaRPr lang="zh-CN" altLang="zh-CN" sz="1200">
                <a:solidFill>
                  <a:srgbClr val="FF0000"/>
                </a:solidFill>
                <a:latin typeface="Segoe UI Black" panose="020B0A02040204020203" pitchFamily="34" charset="0"/>
              </a:endParaRPr>
            </a:p>
          </p:txBody>
        </p:sp>
        <p:cxnSp>
          <p:nvCxnSpPr>
            <p:cNvPr id="49184" name="直接连接符 58">
              <a:extLst>
                <a:ext uri="{FF2B5EF4-FFF2-40B4-BE49-F238E27FC236}">
                  <a16:creationId xmlns:a16="http://schemas.microsoft.com/office/drawing/2014/main" id="{CF05A366-0181-42BF-B72D-44F428D87D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40332" y="5377775"/>
              <a:ext cx="861172" cy="0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3A3A5C6F-735C-4EF1-AF9C-C5E5690F48B3}"/>
              </a:ext>
            </a:extLst>
          </p:cNvPr>
          <p:cNvGrpSpPr>
            <a:grpSpLocks/>
          </p:cNvGrpSpPr>
          <p:nvPr/>
        </p:nvGrpSpPr>
        <p:grpSpPr bwMode="auto">
          <a:xfrm>
            <a:off x="3870325" y="4156075"/>
            <a:ext cx="506413" cy="327025"/>
            <a:chOff x="5408605" y="4919343"/>
            <a:chExt cx="711676" cy="458432"/>
          </a:xfrm>
        </p:grpSpPr>
        <p:cxnSp>
          <p:nvCxnSpPr>
            <p:cNvPr id="49181" name="直接连接符 60">
              <a:extLst>
                <a:ext uri="{FF2B5EF4-FFF2-40B4-BE49-F238E27FC236}">
                  <a16:creationId xmlns:a16="http://schemas.microsoft.com/office/drawing/2014/main" id="{99DD6B71-F2CE-4A54-A7DF-28CD30DAC1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08605" y="5377775"/>
              <a:ext cx="652322" cy="0"/>
            </a:xfrm>
            <a:prstGeom prst="line">
              <a:avLst/>
            </a:prstGeom>
            <a:noFill/>
            <a:ln w="19050" cap="sq">
              <a:solidFill>
                <a:srgbClr val="7030A0"/>
              </a:solidFill>
              <a:miter lim="800000"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2" name="object 81">
              <a:extLst>
                <a:ext uri="{FF2B5EF4-FFF2-40B4-BE49-F238E27FC236}">
                  <a16:creationId xmlns:a16="http://schemas.microsoft.com/office/drawing/2014/main" id="{2B547EAA-0D15-4ABE-82CD-6A433287899E}"/>
                </a:ext>
              </a:extLst>
            </p:cNvPr>
            <p:cNvSpPr txBox="1"/>
            <p:nvPr/>
          </p:nvSpPr>
          <p:spPr>
            <a:xfrm>
              <a:off x="5457686" y="4919343"/>
              <a:ext cx="662595" cy="271499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793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75"/>
                </a:lnSpc>
              </a:pPr>
              <a:r>
                <a:rPr lang="en-US" altLang="zh-CN" sz="1200">
                  <a:solidFill>
                    <a:srgbClr val="7030A0"/>
                  </a:solidFill>
                  <a:latin typeface="Segoe UI Black" panose="020B0A02040204020203" pitchFamily="34" charset="0"/>
                </a:rPr>
                <a:t>Hold</a:t>
              </a:r>
              <a:endParaRPr lang="zh-CN" altLang="zh-CN" sz="1200">
                <a:solidFill>
                  <a:srgbClr val="7030A0"/>
                </a:solidFill>
                <a:latin typeface="Segoe UI Black" panose="020B0A02040204020203" pitchFamily="34" charset="0"/>
              </a:endParaRP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389D3831-CA60-4257-8ACC-788432EF9C7F}"/>
              </a:ext>
            </a:extLst>
          </p:cNvPr>
          <p:cNvGrpSpPr>
            <a:grpSpLocks/>
          </p:cNvGrpSpPr>
          <p:nvPr/>
        </p:nvGrpSpPr>
        <p:grpSpPr bwMode="auto">
          <a:xfrm>
            <a:off x="3870325" y="4086225"/>
            <a:ext cx="2660650" cy="1139825"/>
            <a:chOff x="5408605" y="4819667"/>
            <a:chExt cx="3740083" cy="1602750"/>
          </a:xfrm>
        </p:grpSpPr>
        <p:cxnSp>
          <p:nvCxnSpPr>
            <p:cNvPr id="49179" name="直接连接符 63">
              <a:extLst>
                <a:ext uri="{FF2B5EF4-FFF2-40B4-BE49-F238E27FC236}">
                  <a16:creationId xmlns:a16="http://schemas.microsoft.com/office/drawing/2014/main" id="{6537D1D2-F534-4708-A530-094613861C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08605" y="4855753"/>
              <a:ext cx="0" cy="1544020"/>
            </a:xfrm>
            <a:prstGeom prst="line">
              <a:avLst/>
            </a:prstGeom>
            <a:noFill/>
            <a:ln w="19050" cap="sq">
              <a:solidFill>
                <a:srgbClr val="FF66FF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80" name="直接连接符 64">
              <a:extLst>
                <a:ext uri="{FF2B5EF4-FFF2-40B4-BE49-F238E27FC236}">
                  <a16:creationId xmlns:a16="http://schemas.microsoft.com/office/drawing/2014/main" id="{D89B942A-0F93-436C-8D4F-BC00B86A7A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148688" y="4819667"/>
              <a:ext cx="0" cy="1602750"/>
            </a:xfrm>
            <a:prstGeom prst="line">
              <a:avLst/>
            </a:prstGeom>
            <a:noFill/>
            <a:ln w="19050" cap="sq">
              <a:solidFill>
                <a:srgbClr val="FF66FF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31D29050-455A-4CF8-AD7D-1114B7F637B0}"/>
              </a:ext>
            </a:extLst>
          </p:cNvPr>
          <p:cNvGrpSpPr>
            <a:grpSpLocks/>
          </p:cNvGrpSpPr>
          <p:nvPr/>
        </p:nvGrpSpPr>
        <p:grpSpPr bwMode="auto">
          <a:xfrm>
            <a:off x="1765300" y="3835400"/>
            <a:ext cx="5632450" cy="288925"/>
            <a:chOff x="2448804" y="4467962"/>
            <a:chExt cx="7919038" cy="406650"/>
          </a:xfrm>
        </p:grpSpPr>
        <p:sp>
          <p:nvSpPr>
            <p:cNvPr id="67" name="object 81">
              <a:extLst>
                <a:ext uri="{FF2B5EF4-FFF2-40B4-BE49-F238E27FC236}">
                  <a16:creationId xmlns:a16="http://schemas.microsoft.com/office/drawing/2014/main" id="{AD275566-E14E-41D1-BE87-2E160FF85D0D}"/>
                </a:ext>
              </a:extLst>
            </p:cNvPr>
            <p:cNvSpPr txBox="1"/>
            <p:nvPr/>
          </p:nvSpPr>
          <p:spPr>
            <a:xfrm>
              <a:off x="2448804" y="4604257"/>
              <a:ext cx="504426" cy="27035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9524">
                <a:lnSpc>
                  <a:spcPts val="1481"/>
                </a:lnSpc>
                <a:defRPr/>
              </a:pPr>
              <a:r>
                <a:rPr sz="1422" spc="-11" dirty="0">
                  <a:solidFill>
                    <a:prstClr val="black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Cl</a:t>
              </a:r>
              <a:r>
                <a:rPr sz="1422" spc="-49" dirty="0">
                  <a:solidFill>
                    <a:prstClr val="black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k</a:t>
              </a:r>
              <a:endParaRPr sz="1422" dirty="0">
                <a:solidFill>
                  <a:prstClr val="black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cxnSp>
          <p:nvCxnSpPr>
            <p:cNvPr id="49170" name="直接连接符 67">
              <a:extLst>
                <a:ext uri="{FF2B5EF4-FFF2-40B4-BE49-F238E27FC236}">
                  <a16:creationId xmlns:a16="http://schemas.microsoft.com/office/drawing/2014/main" id="{96C1934D-FAE1-41D2-AA31-2100EEF66F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67184" y="4474755"/>
              <a:ext cx="556109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71" name="直接连接符 68">
              <a:extLst>
                <a:ext uri="{FF2B5EF4-FFF2-40B4-BE49-F238E27FC236}">
                  <a16:creationId xmlns:a16="http://schemas.microsoft.com/office/drawing/2014/main" id="{6CDA235B-9B64-4B43-B771-13C7B954FBF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23293" y="4474755"/>
              <a:ext cx="0" cy="3593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72" name="直接连接符 69">
              <a:extLst>
                <a:ext uri="{FF2B5EF4-FFF2-40B4-BE49-F238E27FC236}">
                  <a16:creationId xmlns:a16="http://schemas.microsoft.com/office/drawing/2014/main" id="{D0604F1D-F4D2-4B1C-B9A4-4F0CE18A135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34541" y="4834088"/>
              <a:ext cx="1866963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73" name="直接连接符 70">
              <a:extLst>
                <a:ext uri="{FF2B5EF4-FFF2-40B4-BE49-F238E27FC236}">
                  <a16:creationId xmlns:a16="http://schemas.microsoft.com/office/drawing/2014/main" id="{0F515D89-62F2-4FEA-9D40-CEE43D80E5D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10878" y="4467962"/>
              <a:ext cx="1866963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74" name="直接连接符 71">
              <a:extLst>
                <a:ext uri="{FF2B5EF4-FFF2-40B4-BE49-F238E27FC236}">
                  <a16:creationId xmlns:a16="http://schemas.microsoft.com/office/drawing/2014/main" id="{436768BD-CC17-48C3-9206-3DCD06CA53C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77841" y="4474755"/>
              <a:ext cx="0" cy="3593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75" name="直接连接符 72">
              <a:extLst>
                <a:ext uri="{FF2B5EF4-FFF2-40B4-BE49-F238E27FC236}">
                  <a16:creationId xmlns:a16="http://schemas.microsoft.com/office/drawing/2014/main" id="{29431057-CAE2-4876-ABA8-4E34E4A4A1D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81725" y="4855753"/>
              <a:ext cx="1866963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76" name="直接连接符 73">
              <a:extLst>
                <a:ext uri="{FF2B5EF4-FFF2-40B4-BE49-F238E27FC236}">
                  <a16:creationId xmlns:a16="http://schemas.microsoft.com/office/drawing/2014/main" id="{9D9C5902-EBE0-4C36-BB6C-3896BF3A3F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148688" y="4484645"/>
              <a:ext cx="0" cy="3593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77" name="直接连接符 74">
              <a:extLst>
                <a:ext uri="{FF2B5EF4-FFF2-40B4-BE49-F238E27FC236}">
                  <a16:creationId xmlns:a16="http://schemas.microsoft.com/office/drawing/2014/main" id="{2D9C42DA-0AD0-4123-9041-E1D94FD5F7D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153564" y="4484645"/>
              <a:ext cx="1214278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78" name="直接连接符 75">
              <a:extLst>
                <a:ext uri="{FF2B5EF4-FFF2-40B4-BE49-F238E27FC236}">
                  <a16:creationId xmlns:a16="http://schemas.microsoft.com/office/drawing/2014/main" id="{AF4E077A-58C9-400E-9B23-BB9A4F9F101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08605" y="4474755"/>
              <a:ext cx="0" cy="3593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5F9BF5-50B0-D2DF-CA89-DCB44759C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216396-0D0F-49F8-A6E6-5D9BF7F914A4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B19CE9C-4930-2A90-737D-CD4C64FBD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6E9380-303A-A195-A0A7-1FEBE0CE6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53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>
            <a:extLst>
              <a:ext uri="{FF2B5EF4-FFF2-40B4-BE49-F238E27FC236}">
                <a16:creationId xmlns:a16="http://schemas.microsoft.com/office/drawing/2014/main" id="{35398D0F-11A9-4938-8DC8-26D77D061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350" y="265113"/>
            <a:ext cx="7886700" cy="1325562"/>
          </a:xfrm>
        </p:spPr>
        <p:txBody>
          <a:bodyPr/>
          <a:lstStyle/>
          <a:p>
            <a:r>
              <a:rPr lang="zh-CN" altLang="en-US" b="1">
                <a:latin typeface="Times New Roman" panose="02020603050405020304" pitchFamily="18" charset="0"/>
              </a:rPr>
              <a:t>数据通路与时钟周期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C8643E3-D3F6-4463-8742-ED4DCDD1D613}"/>
              </a:ext>
            </a:extLst>
          </p:cNvPr>
          <p:cNvGrpSpPr>
            <a:grpSpLocks/>
          </p:cNvGrpSpPr>
          <p:nvPr/>
        </p:nvGrpSpPr>
        <p:grpSpPr bwMode="auto">
          <a:xfrm>
            <a:off x="3019425" y="3260725"/>
            <a:ext cx="3636963" cy="1601788"/>
            <a:chOff x="4323190" y="4170973"/>
            <a:chExt cx="5114196" cy="22522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194247B-6B0C-45E0-B01E-1FFAB3258EEF}"/>
                </a:ext>
              </a:extLst>
            </p:cNvPr>
            <p:cNvSpPr/>
            <p:nvPr/>
          </p:nvSpPr>
          <p:spPr>
            <a:xfrm>
              <a:off x="4323190" y="4170973"/>
              <a:ext cx="5114196" cy="2252265"/>
            </a:xfrm>
            <a:prstGeom prst="rect">
              <a:avLst/>
            </a:prstGeom>
            <a:solidFill>
              <a:srgbClr val="FFFFCC">
                <a:alpha val="66000"/>
              </a:srgbClr>
            </a:solidFill>
            <a:ln w="28575" cap="flat" cmpd="sng" algn="ctr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3129" kern="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321528C-B794-4955-B8B2-070A86567CAC}"/>
                </a:ext>
              </a:extLst>
            </p:cNvPr>
            <p:cNvSpPr txBox="1"/>
            <p:nvPr/>
          </p:nvSpPr>
          <p:spPr>
            <a:xfrm>
              <a:off x="7865848" y="5952248"/>
              <a:ext cx="1477781" cy="43750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1422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组合逻辑</a:t>
              </a:r>
              <a:endParaRPr lang="en-US" altLang="zh-CN" sz="1422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extBox 24">
            <a:extLst>
              <a:ext uri="{FF2B5EF4-FFF2-40B4-BE49-F238E27FC236}">
                <a16:creationId xmlns:a16="http://schemas.microsoft.com/office/drawing/2014/main" id="{8192D02B-7681-45BE-A3C2-C607814B7DEA}"/>
              </a:ext>
            </a:extLst>
          </p:cNvPr>
          <p:cNvSpPr txBox="1"/>
          <p:nvPr/>
        </p:nvSpPr>
        <p:spPr>
          <a:xfrm>
            <a:off x="1573213" y="5292725"/>
            <a:ext cx="7542212" cy="4397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marL="342900" indent="-34290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698500" indent="-24288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150000"/>
              </a:lnSpc>
              <a:spcBef>
                <a:spcPts val="425"/>
              </a:spcBef>
              <a:spcAft>
                <a:spcPts val="425"/>
              </a:spcAft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1700">
                <a:solidFill>
                  <a:srgbClr val="FF0000"/>
                </a:solidFill>
                <a:latin typeface="Segoe UI Black" panose="020B0A02040204020203" pitchFamily="34" charset="0"/>
                <a:sym typeface="Arial" panose="020B0604020202020204" pitchFamily="34" charset="0"/>
              </a:rPr>
              <a:t>时钟周期 </a:t>
            </a:r>
            <a:r>
              <a:rPr lang="en-US" altLang="zh-CN" sz="1700">
                <a:latin typeface="Segoe UI Black" panose="020B0A02040204020203" pitchFamily="34" charset="0"/>
                <a:sym typeface="Arial" panose="020B0604020202020204" pitchFamily="34" charset="0"/>
              </a:rPr>
              <a:t>&gt; Clk_to_Q + </a:t>
            </a:r>
            <a:r>
              <a:rPr lang="zh-CN" altLang="en-US" sz="1700">
                <a:solidFill>
                  <a:srgbClr val="7030A0"/>
                </a:solidFill>
                <a:latin typeface="Segoe UI Black" panose="020B0A02040204020203" pitchFamily="34" charset="0"/>
                <a:sym typeface="Arial" panose="020B0604020202020204" pitchFamily="34" charset="0"/>
              </a:rPr>
              <a:t>关键路径时延 </a:t>
            </a:r>
            <a:r>
              <a:rPr lang="en-US" altLang="zh-CN" sz="1700">
                <a:latin typeface="Segoe UI Black" panose="020B0A02040204020203" pitchFamily="34" charset="0"/>
                <a:sym typeface="Arial" panose="020B0604020202020204" pitchFamily="34" charset="0"/>
              </a:rPr>
              <a:t>+ Setup Time</a:t>
            </a:r>
          </a:p>
        </p:txBody>
      </p:sp>
      <p:grpSp>
        <p:nvGrpSpPr>
          <p:cNvPr id="50181" name="组合 7">
            <a:extLst>
              <a:ext uri="{FF2B5EF4-FFF2-40B4-BE49-F238E27FC236}">
                <a16:creationId xmlns:a16="http://schemas.microsoft.com/office/drawing/2014/main" id="{E909B9FA-866A-4778-B97E-60879E67B4B6}"/>
              </a:ext>
            </a:extLst>
          </p:cNvPr>
          <p:cNvGrpSpPr>
            <a:grpSpLocks/>
          </p:cNvGrpSpPr>
          <p:nvPr/>
        </p:nvGrpSpPr>
        <p:grpSpPr bwMode="auto">
          <a:xfrm>
            <a:off x="1693863" y="4860925"/>
            <a:ext cx="674687" cy="352425"/>
            <a:chOff x="1735924" y="3154126"/>
            <a:chExt cx="416058" cy="52638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6B4BBF6-32A4-4F8A-980B-04C94ECE44F4}"/>
                </a:ext>
              </a:extLst>
            </p:cNvPr>
            <p:cNvSpPr txBox="1"/>
            <p:nvPr/>
          </p:nvSpPr>
          <p:spPr>
            <a:xfrm>
              <a:off x="1735924" y="3248970"/>
              <a:ext cx="302499" cy="43153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280" kern="0" dirty="0">
                  <a:solidFill>
                    <a:prstClr val="black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CLK</a:t>
              </a:r>
            </a:p>
          </p:txBody>
        </p:sp>
        <p:cxnSp>
          <p:nvCxnSpPr>
            <p:cNvPr id="50334" name="直接连接符 9">
              <a:extLst>
                <a:ext uri="{FF2B5EF4-FFF2-40B4-BE49-F238E27FC236}">
                  <a16:creationId xmlns:a16="http://schemas.microsoft.com/office/drawing/2014/main" id="{A73ECB67-C456-4A06-9266-674E65721BF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51982" y="3154126"/>
              <a:ext cx="0" cy="288852"/>
            </a:xfrm>
            <a:prstGeom prst="line">
              <a:avLst/>
            </a:prstGeom>
            <a:noFill/>
            <a:ln w="25400" cap="sq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2BC1981C-AF3B-4F66-97B5-28B1EF4EE484}"/>
              </a:ext>
            </a:extLst>
          </p:cNvPr>
          <p:cNvSpPr/>
          <p:nvPr/>
        </p:nvSpPr>
        <p:spPr>
          <a:xfrm>
            <a:off x="2212975" y="3260725"/>
            <a:ext cx="342900" cy="1601788"/>
          </a:xfrm>
          <a:prstGeom prst="rect">
            <a:avLst/>
          </a:prstGeom>
          <a:solidFill>
            <a:srgbClr val="9CDCF8"/>
          </a:solidFill>
          <a:ln w="28575" cap="flat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CN" altLang="en-US" sz="3129" kern="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65008172-C157-4DAB-996F-D1366EC2F298}"/>
              </a:ext>
            </a:extLst>
          </p:cNvPr>
          <p:cNvSpPr/>
          <p:nvPr/>
        </p:nvSpPr>
        <p:spPr>
          <a:xfrm>
            <a:off x="2212975" y="4762500"/>
            <a:ext cx="342900" cy="100013"/>
          </a:xfrm>
          <a:prstGeom prst="triangle">
            <a:avLst/>
          </a:prstGeom>
          <a:solidFill>
            <a:srgbClr val="9CDCF8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3129" kern="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8119D17-44FC-4797-8C9F-885AD2276C2B}"/>
              </a:ext>
            </a:extLst>
          </p:cNvPr>
          <p:cNvSpPr txBox="1"/>
          <p:nvPr/>
        </p:nvSpPr>
        <p:spPr>
          <a:xfrm>
            <a:off x="2163763" y="3752850"/>
            <a:ext cx="403225" cy="641350"/>
          </a:xfrm>
          <a:prstGeom prst="rect">
            <a:avLst/>
          </a:prstGeom>
          <a:noFill/>
          <a:ln>
            <a:noFill/>
          </a:ln>
        </p:spPr>
        <p:txBody>
          <a:bodyPr vert="eaVert" wrap="none">
            <a:spAutoFit/>
          </a:bodyPr>
          <a:lstStyle/>
          <a:p>
            <a:pPr>
              <a:defRPr/>
            </a:pPr>
            <a:r>
              <a:rPr lang="zh-CN" altLang="en-US" sz="1422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endParaRPr lang="en-US" altLang="zh-CN" sz="1422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0185" name="组合 13">
            <a:extLst>
              <a:ext uri="{FF2B5EF4-FFF2-40B4-BE49-F238E27FC236}">
                <a16:creationId xmlns:a16="http://schemas.microsoft.com/office/drawing/2014/main" id="{09FC60B5-BEAD-48F6-8CD8-195819AD7374}"/>
              </a:ext>
            </a:extLst>
          </p:cNvPr>
          <p:cNvGrpSpPr>
            <a:grpSpLocks/>
          </p:cNvGrpSpPr>
          <p:nvPr/>
        </p:nvGrpSpPr>
        <p:grpSpPr bwMode="auto">
          <a:xfrm>
            <a:off x="3019425" y="3441700"/>
            <a:ext cx="3636963" cy="1198563"/>
            <a:chOff x="6423364" y="-197514"/>
            <a:chExt cx="5321656" cy="1754026"/>
          </a:xfrm>
        </p:grpSpPr>
        <p:grpSp>
          <p:nvGrpSpPr>
            <p:cNvPr id="50297" name="Group 70">
              <a:extLst>
                <a:ext uri="{FF2B5EF4-FFF2-40B4-BE49-F238E27FC236}">
                  <a16:creationId xmlns:a16="http://schemas.microsoft.com/office/drawing/2014/main" id="{13CACA16-9274-4999-B447-B1A7A97A5A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23365" y="338076"/>
              <a:ext cx="907090" cy="471605"/>
              <a:chOff x="3279279" y="4177246"/>
              <a:chExt cx="1425469" cy="741118"/>
            </a:xfrm>
          </p:grpSpPr>
          <p:cxnSp>
            <p:nvCxnSpPr>
              <p:cNvPr id="47" name="Straight Connector 22">
                <a:extLst>
                  <a:ext uri="{FF2B5EF4-FFF2-40B4-BE49-F238E27FC236}">
                    <a16:creationId xmlns:a16="http://schemas.microsoft.com/office/drawing/2014/main" id="{CABDA1D2-3D5C-499E-90AC-A45B880EC73D}"/>
                  </a:ext>
                </a:extLst>
              </p:cNvPr>
              <p:cNvCxnSpPr/>
              <p:nvPr/>
            </p:nvCxnSpPr>
            <p:spPr>
              <a:xfrm flipV="1">
                <a:off x="3279277" y="4737515"/>
                <a:ext cx="4161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24">
                <a:extLst>
                  <a:ext uri="{FF2B5EF4-FFF2-40B4-BE49-F238E27FC236}">
                    <a16:creationId xmlns:a16="http://schemas.microsoft.com/office/drawing/2014/main" id="{2CE74F3D-48BD-4329-B920-F26757999927}"/>
                  </a:ext>
                </a:extLst>
              </p:cNvPr>
              <p:cNvCxnSpPr/>
              <p:nvPr/>
            </p:nvCxnSpPr>
            <p:spPr>
              <a:xfrm flipV="1">
                <a:off x="3279277" y="4372427"/>
                <a:ext cx="4161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Oval 65">
                <a:extLst>
                  <a:ext uri="{FF2B5EF4-FFF2-40B4-BE49-F238E27FC236}">
                    <a16:creationId xmlns:a16="http://schemas.microsoft.com/office/drawing/2014/main" id="{BBF7FA08-F1B1-4BF7-90CB-A5AA7A7EA2A2}"/>
                  </a:ext>
                </a:extLst>
              </p:cNvPr>
              <p:cNvSpPr/>
              <p:nvPr/>
            </p:nvSpPr>
            <p:spPr>
              <a:xfrm>
                <a:off x="4586085" y="4496557"/>
                <a:ext cx="120461" cy="12048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80"/>
              </a:p>
            </p:txBody>
          </p:sp>
          <p:sp>
            <p:nvSpPr>
              <p:cNvPr id="50" name="Delay 67">
                <a:extLst>
                  <a:ext uri="{FF2B5EF4-FFF2-40B4-BE49-F238E27FC236}">
                    <a16:creationId xmlns:a16="http://schemas.microsoft.com/office/drawing/2014/main" id="{0B5EA7CF-9DF6-4B6C-838A-AEE3913109A1}"/>
                  </a:ext>
                </a:extLst>
              </p:cNvPr>
              <p:cNvSpPr/>
              <p:nvPr/>
            </p:nvSpPr>
            <p:spPr>
              <a:xfrm>
                <a:off x="3695411" y="4178932"/>
                <a:ext cx="883373" cy="741127"/>
              </a:xfrm>
              <a:prstGeom prst="flowChartDelay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80"/>
              </a:p>
            </p:txBody>
          </p:sp>
        </p:grpSp>
        <p:cxnSp>
          <p:nvCxnSpPr>
            <p:cNvPr id="16" name="Straight Connector 97">
              <a:extLst>
                <a:ext uri="{FF2B5EF4-FFF2-40B4-BE49-F238E27FC236}">
                  <a16:creationId xmlns:a16="http://schemas.microsoft.com/office/drawing/2014/main" id="{0E4CA619-AF08-45F0-B1E4-C88C81CA8CA4}"/>
                </a:ext>
              </a:extLst>
            </p:cNvPr>
            <p:cNvCxnSpPr/>
            <p:nvPr/>
          </p:nvCxnSpPr>
          <p:spPr>
            <a:xfrm flipV="1">
              <a:off x="7336246" y="569146"/>
              <a:ext cx="434373" cy="697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98">
              <a:extLst>
                <a:ext uri="{FF2B5EF4-FFF2-40B4-BE49-F238E27FC236}">
                  <a16:creationId xmlns:a16="http://schemas.microsoft.com/office/drawing/2014/main" id="{FC6D1480-73B0-4031-948C-EC45B73A0AC0}"/>
                </a:ext>
              </a:extLst>
            </p:cNvPr>
            <p:cNvCxnSpPr>
              <a:stCxn id="18" idx="6"/>
            </p:cNvCxnSpPr>
            <p:nvPr/>
          </p:nvCxnSpPr>
          <p:spPr>
            <a:xfrm>
              <a:off x="8098141" y="571470"/>
              <a:ext cx="339136" cy="0"/>
            </a:xfrm>
            <a:prstGeom prst="line">
              <a:avLst/>
            </a:prstGeom>
            <a:ln w="28575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99">
              <a:extLst>
                <a:ext uri="{FF2B5EF4-FFF2-40B4-BE49-F238E27FC236}">
                  <a16:creationId xmlns:a16="http://schemas.microsoft.com/office/drawing/2014/main" id="{25AAB337-8591-441E-BF6D-A2DF558B0882}"/>
                </a:ext>
              </a:extLst>
            </p:cNvPr>
            <p:cNvSpPr/>
            <p:nvPr/>
          </p:nvSpPr>
          <p:spPr>
            <a:xfrm>
              <a:off x="8021487" y="531975"/>
              <a:ext cx="76655" cy="7666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280"/>
            </a:p>
          </p:txBody>
        </p:sp>
        <p:sp>
          <p:nvSpPr>
            <p:cNvPr id="19" name="Triangle 100">
              <a:extLst>
                <a:ext uri="{FF2B5EF4-FFF2-40B4-BE49-F238E27FC236}">
                  <a16:creationId xmlns:a16="http://schemas.microsoft.com/office/drawing/2014/main" id="{C04AE02F-B842-4A1E-B295-2A53E59E7C32}"/>
                </a:ext>
              </a:extLst>
            </p:cNvPr>
            <p:cNvSpPr/>
            <p:nvPr/>
          </p:nvSpPr>
          <p:spPr>
            <a:xfrm rot="5400000">
              <a:off x="7758982" y="448359"/>
              <a:ext cx="276463" cy="23925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280"/>
            </a:p>
          </p:txBody>
        </p:sp>
        <p:cxnSp>
          <p:nvCxnSpPr>
            <p:cNvPr id="20" name="Straight Connector 66">
              <a:extLst>
                <a:ext uri="{FF2B5EF4-FFF2-40B4-BE49-F238E27FC236}">
                  <a16:creationId xmlns:a16="http://schemas.microsoft.com/office/drawing/2014/main" id="{C009CEC9-F398-4C4F-8F17-A9965CF60B4E}"/>
                </a:ext>
              </a:extLst>
            </p:cNvPr>
            <p:cNvCxnSpPr/>
            <p:nvPr/>
          </p:nvCxnSpPr>
          <p:spPr>
            <a:xfrm flipV="1">
              <a:off x="9582444" y="1214999"/>
              <a:ext cx="1695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Stored Data 71">
              <a:extLst>
                <a:ext uri="{FF2B5EF4-FFF2-40B4-BE49-F238E27FC236}">
                  <a16:creationId xmlns:a16="http://schemas.microsoft.com/office/drawing/2014/main" id="{6772C63D-512B-4153-AF42-C4AA78985B4F}"/>
                </a:ext>
              </a:extLst>
            </p:cNvPr>
            <p:cNvSpPr/>
            <p:nvPr/>
          </p:nvSpPr>
          <p:spPr>
            <a:xfrm rot="10800000">
              <a:off x="8939014" y="982678"/>
              <a:ext cx="643429" cy="46232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280"/>
            </a:p>
          </p:txBody>
        </p:sp>
        <p:sp>
          <p:nvSpPr>
            <p:cNvPr id="22" name="Stored Data 71">
              <a:extLst>
                <a:ext uri="{FF2B5EF4-FFF2-40B4-BE49-F238E27FC236}">
                  <a16:creationId xmlns:a16="http://schemas.microsoft.com/office/drawing/2014/main" id="{97F0BEE8-11FD-400E-8EE3-7B71E88BD831}"/>
                </a:ext>
              </a:extLst>
            </p:cNvPr>
            <p:cNvSpPr/>
            <p:nvPr/>
          </p:nvSpPr>
          <p:spPr>
            <a:xfrm rot="10800000">
              <a:off x="8934368" y="982678"/>
              <a:ext cx="67362" cy="46232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280"/>
            </a:p>
          </p:txBody>
        </p:sp>
        <p:sp>
          <p:nvSpPr>
            <p:cNvPr id="23" name="Stored Data 71">
              <a:extLst>
                <a:ext uri="{FF2B5EF4-FFF2-40B4-BE49-F238E27FC236}">
                  <a16:creationId xmlns:a16="http://schemas.microsoft.com/office/drawing/2014/main" id="{CB3D749F-5D99-484B-8EF2-0393346B0CBC}"/>
                </a:ext>
              </a:extLst>
            </p:cNvPr>
            <p:cNvSpPr/>
            <p:nvPr/>
          </p:nvSpPr>
          <p:spPr>
            <a:xfrm rot="10800000">
              <a:off x="8883266" y="982678"/>
              <a:ext cx="69686" cy="459996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280"/>
            </a:p>
          </p:txBody>
        </p:sp>
        <p:grpSp>
          <p:nvGrpSpPr>
            <p:cNvPr id="50306" name="Group 119">
              <a:extLst>
                <a:ext uri="{FF2B5EF4-FFF2-40B4-BE49-F238E27FC236}">
                  <a16:creationId xmlns:a16="http://schemas.microsoft.com/office/drawing/2014/main" id="{D8FC5287-96BC-4D95-80F1-BC9C9F3AC9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29376" y="1096052"/>
              <a:ext cx="847700" cy="460460"/>
              <a:chOff x="3675121" y="5435921"/>
              <a:chExt cx="1332140" cy="723601"/>
            </a:xfrm>
          </p:grpSpPr>
          <p:cxnSp>
            <p:nvCxnSpPr>
              <p:cNvPr id="43" name="Straight Connector 124">
                <a:extLst>
                  <a:ext uri="{FF2B5EF4-FFF2-40B4-BE49-F238E27FC236}">
                    <a16:creationId xmlns:a16="http://schemas.microsoft.com/office/drawing/2014/main" id="{C40CCB28-8D2B-4B07-8FFC-A9787E40674D}"/>
                  </a:ext>
                </a:extLst>
              </p:cNvPr>
              <p:cNvCxnSpPr/>
              <p:nvPr/>
            </p:nvCxnSpPr>
            <p:spPr>
              <a:xfrm flipV="1">
                <a:off x="3676625" y="5984280"/>
                <a:ext cx="416135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125">
                <a:extLst>
                  <a:ext uri="{FF2B5EF4-FFF2-40B4-BE49-F238E27FC236}">
                    <a16:creationId xmlns:a16="http://schemas.microsoft.com/office/drawing/2014/main" id="{57E30CC1-29FD-4354-BEC0-05CD3CC031E7}"/>
                  </a:ext>
                </a:extLst>
              </p:cNvPr>
              <p:cNvCxnSpPr/>
              <p:nvPr/>
            </p:nvCxnSpPr>
            <p:spPr>
              <a:xfrm flipV="1">
                <a:off x="3676625" y="5622843"/>
                <a:ext cx="416135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Stored Data 71">
                <a:extLst>
                  <a:ext uri="{FF2B5EF4-FFF2-40B4-BE49-F238E27FC236}">
                    <a16:creationId xmlns:a16="http://schemas.microsoft.com/office/drawing/2014/main" id="{BD0A410D-523C-4A9B-A560-395B21675FEA}"/>
                  </a:ext>
                </a:extLst>
              </p:cNvPr>
              <p:cNvSpPr/>
              <p:nvPr/>
            </p:nvSpPr>
            <p:spPr>
              <a:xfrm rot="10800000">
                <a:off x="3997852" y="5436650"/>
                <a:ext cx="1011134" cy="722872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80"/>
              </a:p>
            </p:txBody>
          </p:sp>
          <p:sp>
            <p:nvSpPr>
              <p:cNvPr id="46" name="Stored Data 71">
                <a:extLst>
                  <a:ext uri="{FF2B5EF4-FFF2-40B4-BE49-F238E27FC236}">
                    <a16:creationId xmlns:a16="http://schemas.microsoft.com/office/drawing/2014/main" id="{9FB1125E-A485-4FFE-AA25-C9B529153CB3}"/>
                  </a:ext>
                </a:extLst>
              </p:cNvPr>
              <p:cNvSpPr/>
              <p:nvPr/>
            </p:nvSpPr>
            <p:spPr>
              <a:xfrm rot="10800000">
                <a:off x="3990551" y="5436650"/>
                <a:ext cx="109509" cy="722872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80"/>
              </a:p>
            </p:txBody>
          </p:sp>
        </p:grpSp>
        <p:grpSp>
          <p:nvGrpSpPr>
            <p:cNvPr id="50307" name="Group 121">
              <a:extLst>
                <a:ext uri="{FF2B5EF4-FFF2-40B4-BE49-F238E27FC236}">
                  <a16:creationId xmlns:a16="http://schemas.microsoft.com/office/drawing/2014/main" id="{9E8EACC5-CBA6-426D-BAB9-A68FC0C37D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81233" y="1290680"/>
              <a:ext cx="1683108" cy="74730"/>
              <a:chOff x="1486315" y="1289057"/>
              <a:chExt cx="2644962" cy="117436"/>
            </a:xfrm>
          </p:grpSpPr>
          <p:cxnSp>
            <p:nvCxnSpPr>
              <p:cNvPr id="41" name="Straight Connector 122">
                <a:extLst>
                  <a:ext uri="{FF2B5EF4-FFF2-40B4-BE49-F238E27FC236}">
                    <a16:creationId xmlns:a16="http://schemas.microsoft.com/office/drawing/2014/main" id="{CC68D170-D14C-4273-82C7-536B9C23F729}"/>
                  </a:ext>
                </a:extLst>
              </p:cNvPr>
              <p:cNvCxnSpPr/>
              <p:nvPr/>
            </p:nvCxnSpPr>
            <p:spPr>
              <a:xfrm flipV="1">
                <a:off x="1601968" y="1349020"/>
                <a:ext cx="2529661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Oval 123">
                <a:extLst>
                  <a:ext uri="{FF2B5EF4-FFF2-40B4-BE49-F238E27FC236}">
                    <a16:creationId xmlns:a16="http://schemas.microsoft.com/office/drawing/2014/main" id="{5F6E160D-2A3A-458A-A779-F2D6F6BD3C3D}"/>
                  </a:ext>
                </a:extLst>
              </p:cNvPr>
              <p:cNvSpPr/>
              <p:nvPr/>
            </p:nvSpPr>
            <p:spPr>
              <a:xfrm>
                <a:off x="1485158" y="1290607"/>
                <a:ext cx="120459" cy="11682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80"/>
              </a:p>
            </p:txBody>
          </p:sp>
        </p:grpSp>
        <p:cxnSp>
          <p:nvCxnSpPr>
            <p:cNvPr id="26" name="Straight Connector 122">
              <a:extLst>
                <a:ext uri="{FF2B5EF4-FFF2-40B4-BE49-F238E27FC236}">
                  <a16:creationId xmlns:a16="http://schemas.microsoft.com/office/drawing/2014/main" id="{50FD0529-FAC3-4B86-908B-76F09B7A513F}"/>
                </a:ext>
              </a:extLst>
            </p:cNvPr>
            <p:cNvCxnSpPr/>
            <p:nvPr/>
          </p:nvCxnSpPr>
          <p:spPr>
            <a:xfrm>
              <a:off x="8437278" y="1089546"/>
              <a:ext cx="501736" cy="0"/>
            </a:xfrm>
            <a:prstGeom prst="line">
              <a:avLst/>
            </a:prstGeom>
            <a:ln w="28575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122">
              <a:extLst>
                <a:ext uri="{FF2B5EF4-FFF2-40B4-BE49-F238E27FC236}">
                  <a16:creationId xmlns:a16="http://schemas.microsoft.com/office/drawing/2014/main" id="{854E6635-A64C-4090-B360-C9E949376C4E}"/>
                </a:ext>
              </a:extLst>
            </p:cNvPr>
            <p:cNvCxnSpPr/>
            <p:nvPr/>
          </p:nvCxnSpPr>
          <p:spPr>
            <a:xfrm>
              <a:off x="8437278" y="573792"/>
              <a:ext cx="0" cy="506460"/>
            </a:xfrm>
            <a:prstGeom prst="line">
              <a:avLst/>
            </a:prstGeom>
            <a:ln w="28575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22">
              <a:extLst>
                <a:ext uri="{FF2B5EF4-FFF2-40B4-BE49-F238E27FC236}">
                  <a16:creationId xmlns:a16="http://schemas.microsoft.com/office/drawing/2014/main" id="{E0CD7C27-B24A-430D-8992-111DF3F0A5F3}"/>
                </a:ext>
              </a:extLst>
            </p:cNvPr>
            <p:cNvCxnSpPr/>
            <p:nvPr/>
          </p:nvCxnSpPr>
          <p:spPr>
            <a:xfrm>
              <a:off x="6423364" y="-44182"/>
              <a:ext cx="3674753" cy="0"/>
            </a:xfrm>
            <a:prstGeom prst="line">
              <a:avLst/>
            </a:prstGeom>
            <a:ln w="28575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311" name="Group 119">
              <a:extLst>
                <a:ext uri="{FF2B5EF4-FFF2-40B4-BE49-F238E27FC236}">
                  <a16:creationId xmlns:a16="http://schemas.microsoft.com/office/drawing/2014/main" id="{D6E66CE4-0AE5-4EED-AFCF-485B85F169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40286" y="-197514"/>
              <a:ext cx="647117" cy="460460"/>
              <a:chOff x="3990333" y="5435921"/>
              <a:chExt cx="1016928" cy="723601"/>
            </a:xfrm>
          </p:grpSpPr>
          <p:sp>
            <p:nvSpPr>
              <p:cNvPr id="39" name="Stored Data 71">
                <a:extLst>
                  <a:ext uri="{FF2B5EF4-FFF2-40B4-BE49-F238E27FC236}">
                    <a16:creationId xmlns:a16="http://schemas.microsoft.com/office/drawing/2014/main" id="{9B323C6E-D888-4290-9DC9-406152CF7D4C}"/>
                  </a:ext>
                </a:extLst>
              </p:cNvPr>
              <p:cNvSpPr/>
              <p:nvPr/>
            </p:nvSpPr>
            <p:spPr>
              <a:xfrm rot="10800000">
                <a:off x="3997257" y="5435921"/>
                <a:ext cx="1011133" cy="722872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80"/>
              </a:p>
            </p:txBody>
          </p:sp>
          <p:sp>
            <p:nvSpPr>
              <p:cNvPr id="40" name="Stored Data 71">
                <a:extLst>
                  <a:ext uri="{FF2B5EF4-FFF2-40B4-BE49-F238E27FC236}">
                    <a16:creationId xmlns:a16="http://schemas.microsoft.com/office/drawing/2014/main" id="{A805B136-7935-46AA-B0A8-0DD4FB0E693B}"/>
                  </a:ext>
                </a:extLst>
              </p:cNvPr>
              <p:cNvSpPr/>
              <p:nvPr/>
            </p:nvSpPr>
            <p:spPr>
              <a:xfrm rot="10800000">
                <a:off x="3989956" y="5435921"/>
                <a:ext cx="109509" cy="722872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80"/>
              </a:p>
            </p:txBody>
          </p:sp>
        </p:grpSp>
        <p:grpSp>
          <p:nvGrpSpPr>
            <p:cNvPr id="50312" name="Group 121">
              <a:extLst>
                <a:ext uri="{FF2B5EF4-FFF2-40B4-BE49-F238E27FC236}">
                  <a16:creationId xmlns:a16="http://schemas.microsoft.com/office/drawing/2014/main" id="{74E89E4F-7EAE-4307-B8A6-14CC5DABE3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93832" y="-7571"/>
              <a:ext cx="471587" cy="74730"/>
              <a:chOff x="1486315" y="1289057"/>
              <a:chExt cx="741086" cy="117436"/>
            </a:xfrm>
          </p:grpSpPr>
          <p:cxnSp>
            <p:nvCxnSpPr>
              <p:cNvPr id="37" name="Straight Connector 122">
                <a:extLst>
                  <a:ext uri="{FF2B5EF4-FFF2-40B4-BE49-F238E27FC236}">
                    <a16:creationId xmlns:a16="http://schemas.microsoft.com/office/drawing/2014/main" id="{FEC252F0-F02B-47E4-ABEA-2D6429C4E84B}"/>
                  </a:ext>
                </a:extLst>
              </p:cNvPr>
              <p:cNvCxnSpPr>
                <a:endCxn id="34" idx="3"/>
              </p:cNvCxnSpPr>
              <p:nvPr/>
            </p:nvCxnSpPr>
            <p:spPr>
              <a:xfrm>
                <a:off x="1601451" y="1348351"/>
                <a:ext cx="624203" cy="36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Oval 123">
                <a:extLst>
                  <a:ext uri="{FF2B5EF4-FFF2-40B4-BE49-F238E27FC236}">
                    <a16:creationId xmlns:a16="http://schemas.microsoft.com/office/drawing/2014/main" id="{5E955A4D-E631-4174-9017-C5A91B1EAD3C}"/>
                  </a:ext>
                </a:extLst>
              </p:cNvPr>
              <p:cNvSpPr/>
              <p:nvPr/>
            </p:nvSpPr>
            <p:spPr>
              <a:xfrm>
                <a:off x="1484641" y="1289938"/>
                <a:ext cx="120461" cy="11682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80"/>
              </a:p>
            </p:txBody>
          </p:sp>
        </p:grpSp>
        <p:cxnSp>
          <p:nvCxnSpPr>
            <p:cNvPr id="31" name="Straight Connector 122">
              <a:extLst>
                <a:ext uri="{FF2B5EF4-FFF2-40B4-BE49-F238E27FC236}">
                  <a16:creationId xmlns:a16="http://schemas.microsoft.com/office/drawing/2014/main" id="{9F306B1A-3BD8-4A25-8B0B-8A8A0AA3D8FF}"/>
                </a:ext>
              </a:extLst>
            </p:cNvPr>
            <p:cNvCxnSpPr/>
            <p:nvPr/>
          </p:nvCxnSpPr>
          <p:spPr>
            <a:xfrm>
              <a:off x="9752012" y="169554"/>
              <a:ext cx="0" cy="1043123"/>
            </a:xfrm>
            <a:prstGeom prst="line">
              <a:avLst/>
            </a:prstGeom>
            <a:ln w="28575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98">
              <a:extLst>
                <a:ext uri="{FF2B5EF4-FFF2-40B4-BE49-F238E27FC236}">
                  <a16:creationId xmlns:a16="http://schemas.microsoft.com/office/drawing/2014/main" id="{B4AAE95C-A15E-432D-89E1-48D9190008AD}"/>
                </a:ext>
              </a:extLst>
            </p:cNvPr>
            <p:cNvCxnSpPr/>
            <p:nvPr/>
          </p:nvCxnSpPr>
          <p:spPr>
            <a:xfrm>
              <a:off x="9752012" y="169554"/>
              <a:ext cx="322876" cy="0"/>
            </a:xfrm>
            <a:prstGeom prst="line">
              <a:avLst/>
            </a:prstGeom>
            <a:ln w="28575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99">
              <a:extLst>
                <a:ext uri="{FF2B5EF4-FFF2-40B4-BE49-F238E27FC236}">
                  <a16:creationId xmlns:a16="http://schemas.microsoft.com/office/drawing/2014/main" id="{FEE69575-9288-4AE3-BE8F-BB2E578192F2}"/>
                </a:ext>
              </a:extLst>
            </p:cNvPr>
            <p:cNvSpPr/>
            <p:nvPr/>
          </p:nvSpPr>
          <p:spPr>
            <a:xfrm>
              <a:off x="11410529" y="-2364"/>
              <a:ext cx="76653" cy="7434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280"/>
            </a:p>
          </p:txBody>
        </p:sp>
        <p:sp>
          <p:nvSpPr>
            <p:cNvPr id="34" name="Triangle 100">
              <a:extLst>
                <a:ext uri="{FF2B5EF4-FFF2-40B4-BE49-F238E27FC236}">
                  <a16:creationId xmlns:a16="http://schemas.microsoft.com/office/drawing/2014/main" id="{4521FA99-7231-4D0C-97EB-D16D094DDFE5}"/>
                </a:ext>
              </a:extLst>
            </p:cNvPr>
            <p:cNvSpPr/>
            <p:nvPr/>
          </p:nvSpPr>
          <p:spPr>
            <a:xfrm rot="5400000">
              <a:off x="11145703" y="-88304"/>
              <a:ext cx="276462" cy="23925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280"/>
            </a:p>
          </p:txBody>
        </p:sp>
        <p:cxnSp>
          <p:nvCxnSpPr>
            <p:cNvPr id="35" name="Straight Connector 98">
              <a:extLst>
                <a:ext uri="{FF2B5EF4-FFF2-40B4-BE49-F238E27FC236}">
                  <a16:creationId xmlns:a16="http://schemas.microsoft.com/office/drawing/2014/main" id="{C7FDB96C-69A4-4AB2-8270-896A6DD914B8}"/>
                </a:ext>
              </a:extLst>
            </p:cNvPr>
            <p:cNvCxnSpPr/>
            <p:nvPr/>
          </p:nvCxnSpPr>
          <p:spPr>
            <a:xfrm>
              <a:off x="11487183" y="30161"/>
              <a:ext cx="257837" cy="0"/>
            </a:xfrm>
            <a:prstGeom prst="line">
              <a:avLst/>
            </a:prstGeom>
            <a:ln w="28575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66">
              <a:extLst>
                <a:ext uri="{FF2B5EF4-FFF2-40B4-BE49-F238E27FC236}">
                  <a16:creationId xmlns:a16="http://schemas.microsoft.com/office/drawing/2014/main" id="{BE464742-6C58-497A-90B4-1DB78536F834}"/>
                </a:ext>
              </a:extLst>
            </p:cNvPr>
            <p:cNvCxnSpPr/>
            <p:nvPr/>
          </p:nvCxnSpPr>
          <p:spPr>
            <a:xfrm flipV="1">
              <a:off x="9738075" y="1219645"/>
              <a:ext cx="199300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186" name="直接连接符 50">
            <a:extLst>
              <a:ext uri="{FF2B5EF4-FFF2-40B4-BE49-F238E27FC236}">
                <a16:creationId xmlns:a16="http://schemas.microsoft.com/office/drawing/2014/main" id="{FB295DC7-A955-42CD-A70E-B4D3758A547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250113" y="4849813"/>
            <a:ext cx="0" cy="204787"/>
          </a:xfrm>
          <a:prstGeom prst="line">
            <a:avLst/>
          </a:prstGeom>
          <a:noFill/>
          <a:ln w="25400" cap="sq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53F7DFEF-236C-45AE-99E2-88C22E127646}"/>
              </a:ext>
            </a:extLst>
          </p:cNvPr>
          <p:cNvSpPr/>
          <p:nvPr/>
        </p:nvSpPr>
        <p:spPr>
          <a:xfrm>
            <a:off x="7094538" y="3249613"/>
            <a:ext cx="341312" cy="1601787"/>
          </a:xfrm>
          <a:prstGeom prst="rect">
            <a:avLst/>
          </a:prstGeom>
          <a:solidFill>
            <a:srgbClr val="9CDCF8"/>
          </a:solidFill>
          <a:ln w="28575" cap="flat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CN" altLang="en-US" sz="3129" kern="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等腰三角形 52">
            <a:extLst>
              <a:ext uri="{FF2B5EF4-FFF2-40B4-BE49-F238E27FC236}">
                <a16:creationId xmlns:a16="http://schemas.microsoft.com/office/drawing/2014/main" id="{C4CAD7A5-C41A-4C07-9AC3-8F2B2AB32241}"/>
              </a:ext>
            </a:extLst>
          </p:cNvPr>
          <p:cNvSpPr/>
          <p:nvPr/>
        </p:nvSpPr>
        <p:spPr>
          <a:xfrm>
            <a:off x="7094538" y="4751388"/>
            <a:ext cx="341312" cy="100012"/>
          </a:xfrm>
          <a:prstGeom prst="triangle">
            <a:avLst/>
          </a:prstGeom>
          <a:solidFill>
            <a:srgbClr val="9CDCF8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3129" kern="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6FF42B6-2C64-417D-9454-E319C9F08A4B}"/>
              </a:ext>
            </a:extLst>
          </p:cNvPr>
          <p:cNvSpPr txBox="1"/>
          <p:nvPr/>
        </p:nvSpPr>
        <p:spPr>
          <a:xfrm>
            <a:off x="7040563" y="3740150"/>
            <a:ext cx="403225" cy="639763"/>
          </a:xfrm>
          <a:prstGeom prst="rect">
            <a:avLst/>
          </a:prstGeom>
          <a:noFill/>
          <a:ln>
            <a:noFill/>
          </a:ln>
        </p:spPr>
        <p:txBody>
          <a:bodyPr vert="eaVert" wrap="none">
            <a:spAutoFit/>
          </a:bodyPr>
          <a:lstStyle/>
          <a:p>
            <a:pPr>
              <a:defRPr/>
            </a:pPr>
            <a:r>
              <a:rPr lang="zh-CN" altLang="en-US" sz="1422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endParaRPr lang="en-US" altLang="zh-CN" sz="1422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0190" name="直接连接符 54">
            <a:extLst>
              <a:ext uri="{FF2B5EF4-FFF2-40B4-BE49-F238E27FC236}">
                <a16:creationId xmlns:a16="http://schemas.microsoft.com/office/drawing/2014/main" id="{B2967BFA-3AE9-4EC6-96BA-5CCAF6B88B8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768475" y="3571875"/>
            <a:ext cx="452438" cy="0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1" name="直接连接符 55">
            <a:extLst>
              <a:ext uri="{FF2B5EF4-FFF2-40B4-BE49-F238E27FC236}">
                <a16:creationId xmlns:a16="http://schemas.microsoft.com/office/drawing/2014/main" id="{3BB19F10-66BE-4D81-B60C-34C2C3841A9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768475" y="4564063"/>
            <a:ext cx="452438" cy="0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2" name="直接连接符 56">
            <a:extLst>
              <a:ext uri="{FF2B5EF4-FFF2-40B4-BE49-F238E27FC236}">
                <a16:creationId xmlns:a16="http://schemas.microsoft.com/office/drawing/2014/main" id="{C9755B6E-DCB8-4E40-AB90-37E00235CF4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566988" y="3546475"/>
            <a:ext cx="452437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3" name="直接连接符 57">
            <a:extLst>
              <a:ext uri="{FF2B5EF4-FFF2-40B4-BE49-F238E27FC236}">
                <a16:creationId xmlns:a16="http://schemas.microsoft.com/office/drawing/2014/main" id="{8A55CE67-C826-4B74-A0B7-CC9C304BC4A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574925" y="4564063"/>
            <a:ext cx="452438" cy="0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4" name="直接连接符 58">
            <a:extLst>
              <a:ext uri="{FF2B5EF4-FFF2-40B4-BE49-F238E27FC236}">
                <a16:creationId xmlns:a16="http://schemas.microsoft.com/office/drawing/2014/main" id="{E92115C6-1507-4DE6-B413-664C431C154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665913" y="3538538"/>
            <a:ext cx="433387" cy="0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5" name="直接连接符 59">
            <a:extLst>
              <a:ext uri="{FF2B5EF4-FFF2-40B4-BE49-F238E27FC236}">
                <a16:creationId xmlns:a16="http://schemas.microsoft.com/office/drawing/2014/main" id="{54214E1C-1C33-4E5E-B117-4ADCB54C08B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653213" y="4554538"/>
            <a:ext cx="454025" cy="0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6" name="直接连接符 60">
            <a:extLst>
              <a:ext uri="{FF2B5EF4-FFF2-40B4-BE49-F238E27FC236}">
                <a16:creationId xmlns:a16="http://schemas.microsoft.com/office/drawing/2014/main" id="{BB9CA04B-55BF-4DFC-907D-D56A36AFC53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446963" y="3538538"/>
            <a:ext cx="452437" cy="0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7" name="直接连接符 61">
            <a:extLst>
              <a:ext uri="{FF2B5EF4-FFF2-40B4-BE49-F238E27FC236}">
                <a16:creationId xmlns:a16="http://schemas.microsoft.com/office/drawing/2014/main" id="{C460B296-85A9-4D22-81A2-56C5A5BB047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454900" y="4554538"/>
            <a:ext cx="452438" cy="0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BA7C7846-6F56-413A-9A0E-66ECF5D1FFB1}"/>
              </a:ext>
            </a:extLst>
          </p:cNvPr>
          <p:cNvSpPr txBox="1"/>
          <p:nvPr/>
        </p:nvSpPr>
        <p:spPr>
          <a:xfrm>
            <a:off x="1716088" y="3913188"/>
            <a:ext cx="534987" cy="385762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>
              <a:defRPr/>
            </a:pPr>
            <a:r>
              <a:rPr lang="en-US" altLang="zh-CN" sz="2276" dirty="0"/>
              <a:t>…</a:t>
            </a:r>
            <a:endParaRPr lang="zh-CN" altLang="en-US" sz="2276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B0C437F-A63E-4D73-BD10-AC28EC20007D}"/>
              </a:ext>
            </a:extLst>
          </p:cNvPr>
          <p:cNvSpPr txBox="1"/>
          <p:nvPr/>
        </p:nvSpPr>
        <p:spPr>
          <a:xfrm>
            <a:off x="2538413" y="3906838"/>
            <a:ext cx="534987" cy="385762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>
              <a:defRPr/>
            </a:pPr>
            <a:r>
              <a:rPr lang="en-US" altLang="zh-CN" sz="2276" dirty="0"/>
              <a:t>…</a:t>
            </a:r>
            <a:endParaRPr lang="zh-CN" altLang="en-US" sz="2276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ECE45A5-1069-4367-A4B8-A21875D94F73}"/>
              </a:ext>
            </a:extLst>
          </p:cNvPr>
          <p:cNvSpPr txBox="1"/>
          <p:nvPr/>
        </p:nvSpPr>
        <p:spPr>
          <a:xfrm>
            <a:off x="6650038" y="3924300"/>
            <a:ext cx="534987" cy="385763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>
              <a:defRPr/>
            </a:pPr>
            <a:r>
              <a:rPr lang="en-US" altLang="zh-CN" sz="2276" dirty="0"/>
              <a:t>…</a:t>
            </a:r>
            <a:endParaRPr lang="zh-CN" altLang="en-US" sz="2276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5D9405FE-FDE3-4FA6-A9FE-446720A5DDA2}"/>
              </a:ext>
            </a:extLst>
          </p:cNvPr>
          <p:cNvSpPr txBox="1"/>
          <p:nvPr/>
        </p:nvSpPr>
        <p:spPr>
          <a:xfrm>
            <a:off x="7461250" y="3910013"/>
            <a:ext cx="534988" cy="385762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>
              <a:defRPr/>
            </a:pPr>
            <a:r>
              <a:rPr lang="en-US" altLang="zh-CN" sz="2276" dirty="0"/>
              <a:t>…</a:t>
            </a:r>
            <a:endParaRPr lang="zh-CN" altLang="en-US" sz="2276" dirty="0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2FC0D0D7-6C0F-4DB2-9DE2-884988046E05}"/>
              </a:ext>
            </a:extLst>
          </p:cNvPr>
          <p:cNvGrpSpPr>
            <a:grpSpLocks/>
          </p:cNvGrpSpPr>
          <p:nvPr/>
        </p:nvGrpSpPr>
        <p:grpSpPr bwMode="auto">
          <a:xfrm>
            <a:off x="1606550" y="2944813"/>
            <a:ext cx="954088" cy="217487"/>
            <a:chOff x="2339224" y="3706431"/>
            <a:chExt cx="1343462" cy="306573"/>
          </a:xfrm>
        </p:grpSpPr>
        <p:cxnSp>
          <p:nvCxnSpPr>
            <p:cNvPr id="50295" name="直接连接符 67">
              <a:extLst>
                <a:ext uri="{FF2B5EF4-FFF2-40B4-BE49-F238E27FC236}">
                  <a16:creationId xmlns:a16="http://schemas.microsoft.com/office/drawing/2014/main" id="{C2921E8D-25EE-45F5-9A8C-731536B019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08261" y="3877998"/>
              <a:ext cx="274425" cy="0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9" name="object 91">
              <a:extLst>
                <a:ext uri="{FF2B5EF4-FFF2-40B4-BE49-F238E27FC236}">
                  <a16:creationId xmlns:a16="http://schemas.microsoft.com/office/drawing/2014/main" id="{6F86764C-67C4-48A1-9A3A-864A76D48D5A}"/>
                </a:ext>
              </a:extLst>
            </p:cNvPr>
            <p:cNvSpPr txBox="1"/>
            <p:nvPr/>
          </p:nvSpPr>
          <p:spPr>
            <a:xfrm>
              <a:off x="2339224" y="3706431"/>
              <a:ext cx="1207103" cy="306573"/>
            </a:xfrm>
            <a:prstGeom prst="rect">
              <a:avLst/>
            </a:prstGeom>
            <a:ln>
              <a:noFill/>
            </a:ln>
          </p:spPr>
          <p:txBody>
            <a:bodyPr lIns="0" tIns="0" rIns="0" bIns="0">
              <a:spAutoFit/>
            </a:bodyPr>
            <a:lstStyle/>
            <a:p>
              <a:pPr marL="9524">
                <a:lnSpc>
                  <a:spcPts val="1688"/>
                </a:lnSpc>
                <a:defRPr/>
              </a:pPr>
              <a:r>
                <a:rPr sz="1422" spc="-41" dirty="0" err="1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C</a:t>
              </a:r>
              <a:r>
                <a:rPr sz="1422" spc="-19" dirty="0" err="1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l</a:t>
              </a:r>
              <a:r>
                <a:rPr sz="1422" spc="-71" dirty="0" err="1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k</a:t>
              </a:r>
              <a:r>
                <a:rPr sz="1422" spc="-8" dirty="0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-</a:t>
              </a:r>
              <a:r>
                <a:rPr sz="1422" spc="-53" dirty="0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to</a:t>
              </a:r>
              <a:r>
                <a:rPr sz="1422" spc="-8" dirty="0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-</a:t>
              </a:r>
              <a:r>
                <a:rPr sz="1422" spc="-26" dirty="0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Q</a:t>
              </a:r>
              <a:endParaRPr sz="1462" dirty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A899E6F7-57EF-48D5-9918-306B4FCFBE0A}"/>
              </a:ext>
            </a:extLst>
          </p:cNvPr>
          <p:cNvGrpSpPr>
            <a:grpSpLocks/>
          </p:cNvGrpSpPr>
          <p:nvPr/>
        </p:nvGrpSpPr>
        <p:grpSpPr bwMode="auto">
          <a:xfrm>
            <a:off x="1120775" y="2401888"/>
            <a:ext cx="7007225" cy="847725"/>
            <a:chOff x="1652955" y="2963684"/>
            <a:chExt cx="9853160" cy="1190668"/>
          </a:xfrm>
        </p:grpSpPr>
        <p:sp>
          <p:nvSpPr>
            <p:cNvPr id="71" name="object 62">
              <a:extLst>
                <a:ext uri="{FF2B5EF4-FFF2-40B4-BE49-F238E27FC236}">
                  <a16:creationId xmlns:a16="http://schemas.microsoft.com/office/drawing/2014/main" id="{5693CF33-8109-4F9C-BC9C-D5A8347D7E66}"/>
                </a:ext>
              </a:extLst>
            </p:cNvPr>
            <p:cNvSpPr/>
            <p:nvPr/>
          </p:nvSpPr>
          <p:spPr>
            <a:xfrm>
              <a:off x="8856433" y="3226790"/>
              <a:ext cx="560295" cy="396889"/>
            </a:xfrm>
            <a:custGeom>
              <a:avLst/>
              <a:gdLst/>
              <a:ahLst/>
              <a:cxnLst/>
              <a:rect l="l" t="t" r="r" b="b"/>
              <a:pathLst>
                <a:path w="1501139" h="315594">
                  <a:moveTo>
                    <a:pt x="0" y="0"/>
                  </a:moveTo>
                  <a:lnTo>
                    <a:pt x="0" y="315468"/>
                  </a:lnTo>
                  <a:lnTo>
                    <a:pt x="1501139" y="315468"/>
                  </a:lnTo>
                  <a:lnTo>
                    <a:pt x="1501139" y="0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chemeClr val="bg2">
                  <a:lumMod val="50000"/>
                </a:schemeClr>
              </a:fgClr>
              <a:bgClr>
                <a:schemeClr val="bg1"/>
              </a:bgClr>
            </a:pattFill>
            <a:ln>
              <a:noFill/>
            </a:ln>
          </p:spPr>
          <p:txBody>
            <a:bodyPr lIns="0" tIns="0" rIns="0" bIns="0"/>
            <a:lstStyle/>
            <a:p>
              <a:pPr>
                <a:defRPr/>
              </a:pPr>
              <a:endParaRPr sz="128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" name="object 62">
              <a:extLst>
                <a:ext uri="{FF2B5EF4-FFF2-40B4-BE49-F238E27FC236}">
                  <a16:creationId xmlns:a16="http://schemas.microsoft.com/office/drawing/2014/main" id="{60B97F8D-0FA0-4063-8735-BD74F2E65228}"/>
                </a:ext>
              </a:extLst>
            </p:cNvPr>
            <p:cNvSpPr/>
            <p:nvPr/>
          </p:nvSpPr>
          <p:spPr>
            <a:xfrm>
              <a:off x="4101736" y="3226790"/>
              <a:ext cx="549134" cy="390199"/>
            </a:xfrm>
            <a:custGeom>
              <a:avLst/>
              <a:gdLst/>
              <a:ahLst/>
              <a:cxnLst/>
              <a:rect l="l" t="t" r="r" b="b"/>
              <a:pathLst>
                <a:path w="1501139" h="315594">
                  <a:moveTo>
                    <a:pt x="0" y="0"/>
                  </a:moveTo>
                  <a:lnTo>
                    <a:pt x="0" y="315468"/>
                  </a:lnTo>
                  <a:lnTo>
                    <a:pt x="1501139" y="315468"/>
                  </a:lnTo>
                  <a:lnTo>
                    <a:pt x="1501139" y="0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chemeClr val="bg2">
                  <a:lumMod val="50000"/>
                </a:schemeClr>
              </a:fgClr>
              <a:bgClr>
                <a:schemeClr val="bg1"/>
              </a:bgClr>
            </a:pattFill>
            <a:ln>
              <a:noFill/>
            </a:ln>
          </p:spPr>
          <p:txBody>
            <a:bodyPr lIns="0" tIns="0" rIns="0" bIns="0"/>
            <a:lstStyle/>
            <a:p>
              <a:pPr>
                <a:defRPr/>
              </a:pPr>
              <a:endParaRPr sz="1280">
                <a:solidFill>
                  <a:prstClr val="black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73" name="object 62">
              <a:extLst>
                <a:ext uri="{FF2B5EF4-FFF2-40B4-BE49-F238E27FC236}">
                  <a16:creationId xmlns:a16="http://schemas.microsoft.com/office/drawing/2014/main" id="{C8FE9C6F-A1FF-46DD-B64B-9C5FA4215A23}"/>
                </a:ext>
              </a:extLst>
            </p:cNvPr>
            <p:cNvSpPr/>
            <p:nvPr/>
          </p:nvSpPr>
          <p:spPr>
            <a:xfrm>
              <a:off x="9450212" y="3226790"/>
              <a:ext cx="1493376" cy="372362"/>
            </a:xfrm>
            <a:custGeom>
              <a:avLst/>
              <a:gdLst/>
              <a:ahLst/>
              <a:cxnLst/>
              <a:rect l="l" t="t" r="r" b="b"/>
              <a:pathLst>
                <a:path w="1501139" h="315594">
                  <a:moveTo>
                    <a:pt x="0" y="0"/>
                  </a:moveTo>
                  <a:lnTo>
                    <a:pt x="0" y="315468"/>
                  </a:lnTo>
                  <a:lnTo>
                    <a:pt x="1501139" y="315468"/>
                  </a:lnTo>
                  <a:lnTo>
                    <a:pt x="1501139" y="0"/>
                  </a:lnTo>
                  <a:lnTo>
                    <a:pt x="0" y="0"/>
                  </a:lnTo>
                  <a:close/>
                </a:path>
              </a:pathLst>
            </a:custGeom>
            <a:pattFill prst="lgConfetti">
              <a:fgClr>
                <a:srgbClr val="FFC000"/>
              </a:fgClr>
              <a:bgClr>
                <a:schemeClr val="bg1"/>
              </a:bgClr>
            </a:pattFill>
            <a:ln>
              <a:noFill/>
            </a:ln>
          </p:spPr>
          <p:txBody>
            <a:bodyPr lIns="0" tIns="0" rIns="0" bIns="0"/>
            <a:lstStyle/>
            <a:p>
              <a:pPr>
                <a:defRPr/>
              </a:pPr>
              <a:endParaRPr sz="128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" name="object 62">
              <a:extLst>
                <a:ext uri="{FF2B5EF4-FFF2-40B4-BE49-F238E27FC236}">
                  <a16:creationId xmlns:a16="http://schemas.microsoft.com/office/drawing/2014/main" id="{C1F0A7AB-62C8-49EA-9FE7-56D9A2F3DE4B}"/>
                </a:ext>
              </a:extLst>
            </p:cNvPr>
            <p:cNvSpPr/>
            <p:nvPr/>
          </p:nvSpPr>
          <p:spPr>
            <a:xfrm>
              <a:off x="2579340" y="3226790"/>
              <a:ext cx="1493376" cy="383511"/>
            </a:xfrm>
            <a:custGeom>
              <a:avLst/>
              <a:gdLst/>
              <a:ahLst/>
              <a:cxnLst/>
              <a:rect l="l" t="t" r="r" b="b"/>
              <a:pathLst>
                <a:path w="1501139" h="315594">
                  <a:moveTo>
                    <a:pt x="0" y="0"/>
                  </a:moveTo>
                  <a:lnTo>
                    <a:pt x="0" y="315468"/>
                  </a:lnTo>
                  <a:lnTo>
                    <a:pt x="1501139" y="315468"/>
                  </a:lnTo>
                  <a:lnTo>
                    <a:pt x="1501139" y="0"/>
                  </a:lnTo>
                  <a:lnTo>
                    <a:pt x="0" y="0"/>
                  </a:lnTo>
                  <a:close/>
                </a:path>
              </a:pathLst>
            </a:custGeom>
            <a:pattFill prst="lgConfetti">
              <a:fgClr>
                <a:srgbClr val="FFC000"/>
              </a:fgClr>
              <a:bgClr>
                <a:schemeClr val="bg1"/>
              </a:bgClr>
            </a:pattFill>
            <a:ln>
              <a:noFill/>
            </a:ln>
          </p:spPr>
          <p:txBody>
            <a:bodyPr lIns="0" tIns="0" rIns="0" bIns="0"/>
            <a:lstStyle/>
            <a:p>
              <a:pPr>
                <a:defRPr/>
              </a:pPr>
              <a:endParaRPr sz="1280">
                <a:solidFill>
                  <a:prstClr val="black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75" name="object 62">
              <a:extLst>
                <a:ext uri="{FF2B5EF4-FFF2-40B4-BE49-F238E27FC236}">
                  <a16:creationId xmlns:a16="http://schemas.microsoft.com/office/drawing/2014/main" id="{1E7BCCFF-4792-4477-B17C-81E1C183D177}"/>
                </a:ext>
              </a:extLst>
            </p:cNvPr>
            <p:cNvSpPr/>
            <p:nvPr/>
          </p:nvSpPr>
          <p:spPr>
            <a:xfrm>
              <a:off x="10945820" y="3222331"/>
              <a:ext cx="560295" cy="394659"/>
            </a:xfrm>
            <a:custGeom>
              <a:avLst/>
              <a:gdLst/>
              <a:ahLst/>
              <a:cxnLst/>
              <a:rect l="l" t="t" r="r" b="b"/>
              <a:pathLst>
                <a:path w="1501139" h="315594">
                  <a:moveTo>
                    <a:pt x="0" y="0"/>
                  </a:moveTo>
                  <a:lnTo>
                    <a:pt x="0" y="315468"/>
                  </a:lnTo>
                  <a:lnTo>
                    <a:pt x="1501139" y="315468"/>
                  </a:lnTo>
                  <a:lnTo>
                    <a:pt x="1501139" y="0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chemeClr val="bg2">
                  <a:lumMod val="50000"/>
                </a:schemeClr>
              </a:fgClr>
              <a:bgClr>
                <a:schemeClr val="bg1"/>
              </a:bgClr>
            </a:pattFill>
            <a:ln>
              <a:noFill/>
            </a:ln>
          </p:spPr>
          <p:txBody>
            <a:bodyPr lIns="0" tIns="0" rIns="0" bIns="0"/>
            <a:lstStyle/>
            <a:p>
              <a:pPr>
                <a:defRPr/>
              </a:pPr>
              <a:endParaRPr sz="128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" name="object 62">
              <a:extLst>
                <a:ext uri="{FF2B5EF4-FFF2-40B4-BE49-F238E27FC236}">
                  <a16:creationId xmlns:a16="http://schemas.microsoft.com/office/drawing/2014/main" id="{A96FA810-6EDB-44E7-84DA-61EA67970692}"/>
                </a:ext>
              </a:extLst>
            </p:cNvPr>
            <p:cNvSpPr/>
            <p:nvPr/>
          </p:nvSpPr>
          <p:spPr>
            <a:xfrm>
              <a:off x="2014580" y="3226790"/>
              <a:ext cx="546902" cy="390199"/>
            </a:xfrm>
            <a:custGeom>
              <a:avLst/>
              <a:gdLst/>
              <a:ahLst/>
              <a:cxnLst/>
              <a:rect l="l" t="t" r="r" b="b"/>
              <a:pathLst>
                <a:path w="1501139" h="315594">
                  <a:moveTo>
                    <a:pt x="0" y="0"/>
                  </a:moveTo>
                  <a:lnTo>
                    <a:pt x="0" y="315468"/>
                  </a:lnTo>
                  <a:lnTo>
                    <a:pt x="1501139" y="315468"/>
                  </a:lnTo>
                  <a:lnTo>
                    <a:pt x="1501139" y="0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chemeClr val="bg2">
                  <a:lumMod val="50000"/>
                </a:schemeClr>
              </a:fgClr>
              <a:bgClr>
                <a:schemeClr val="bg1"/>
              </a:bgClr>
            </a:pattFill>
            <a:ln>
              <a:noFill/>
            </a:ln>
          </p:spPr>
          <p:txBody>
            <a:bodyPr lIns="0" tIns="0" rIns="0" bIns="0"/>
            <a:lstStyle/>
            <a:p>
              <a:pPr>
                <a:defRPr/>
              </a:pPr>
              <a:endParaRPr sz="1280">
                <a:solidFill>
                  <a:prstClr val="black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77" name="object 68">
              <a:extLst>
                <a:ext uri="{FF2B5EF4-FFF2-40B4-BE49-F238E27FC236}">
                  <a16:creationId xmlns:a16="http://schemas.microsoft.com/office/drawing/2014/main" id="{1290C27D-D641-4EAA-8D42-C82FCE192C19}"/>
                </a:ext>
              </a:extLst>
            </p:cNvPr>
            <p:cNvSpPr txBox="1"/>
            <p:nvPr/>
          </p:nvSpPr>
          <p:spPr>
            <a:xfrm>
              <a:off x="1652955" y="3418546"/>
              <a:ext cx="191974" cy="26979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9524">
                <a:lnSpc>
                  <a:spcPts val="1481"/>
                </a:lnSpc>
                <a:defRPr/>
              </a:pPr>
              <a:r>
                <a:rPr sz="1422" spc="-71" dirty="0">
                  <a:solidFill>
                    <a:prstClr val="black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D</a:t>
              </a:r>
              <a:endParaRPr sz="1422" dirty="0">
                <a:solidFill>
                  <a:prstClr val="black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cxnSp>
          <p:nvCxnSpPr>
            <p:cNvPr id="50282" name="直接连接符 77">
              <a:extLst>
                <a:ext uri="{FF2B5EF4-FFF2-40B4-BE49-F238E27FC236}">
                  <a16:creationId xmlns:a16="http://schemas.microsoft.com/office/drawing/2014/main" id="{B733385F-4CE2-4C40-A486-824A2A7C52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17470" y="3620490"/>
              <a:ext cx="2612650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83" name="直接连接符 78">
              <a:extLst>
                <a:ext uri="{FF2B5EF4-FFF2-40B4-BE49-F238E27FC236}">
                  <a16:creationId xmlns:a16="http://schemas.microsoft.com/office/drawing/2014/main" id="{306C52E7-2341-4E8B-BBE1-A2797369F0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63826" y="3404157"/>
              <a:ext cx="861172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84" name="直接连接符 79">
              <a:extLst>
                <a:ext uri="{FF2B5EF4-FFF2-40B4-BE49-F238E27FC236}">
                  <a16:creationId xmlns:a16="http://schemas.microsoft.com/office/drawing/2014/main" id="{6100EAE3-72A2-45A3-9DF5-1C4CCA9DEE4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32099" y="3401564"/>
              <a:ext cx="652322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miter lim="800000"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85" name="直接连接符 80">
              <a:extLst>
                <a:ext uri="{FF2B5EF4-FFF2-40B4-BE49-F238E27FC236}">
                  <a16:creationId xmlns:a16="http://schemas.microsoft.com/office/drawing/2014/main" id="{945BD8DA-45AC-46A6-80C5-694AC444C89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63826" y="3239512"/>
              <a:ext cx="0" cy="380095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86" name="直接连接符 81">
              <a:extLst>
                <a:ext uri="{FF2B5EF4-FFF2-40B4-BE49-F238E27FC236}">
                  <a16:creationId xmlns:a16="http://schemas.microsoft.com/office/drawing/2014/main" id="{149FF4F2-C40C-4E76-829E-67E2DBD0F7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77320" y="3237427"/>
              <a:ext cx="0" cy="3593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3" name="object 81">
              <a:extLst>
                <a:ext uri="{FF2B5EF4-FFF2-40B4-BE49-F238E27FC236}">
                  <a16:creationId xmlns:a16="http://schemas.microsoft.com/office/drawing/2014/main" id="{1FA22AD1-8492-4D88-A321-147E74DBF167}"/>
                </a:ext>
              </a:extLst>
            </p:cNvPr>
            <p:cNvSpPr txBox="1"/>
            <p:nvPr/>
          </p:nvSpPr>
          <p:spPr>
            <a:xfrm>
              <a:off x="2695417" y="2963684"/>
              <a:ext cx="660747" cy="26979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793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75"/>
                </a:lnSpc>
              </a:pPr>
              <a:r>
                <a:rPr lang="en-US" altLang="zh-CN" sz="1200">
                  <a:latin typeface="Segoe UI Black" panose="020B0A02040204020203" pitchFamily="34" charset="0"/>
                </a:rPr>
                <a:t>Setup</a:t>
              </a:r>
              <a:endParaRPr lang="zh-CN" altLang="zh-CN" sz="1200">
                <a:latin typeface="Segoe UI Black" panose="020B0A02040204020203" pitchFamily="34" charset="0"/>
              </a:endParaRPr>
            </a:p>
          </p:txBody>
        </p:sp>
        <p:sp>
          <p:nvSpPr>
            <p:cNvPr id="84" name="object 81">
              <a:extLst>
                <a:ext uri="{FF2B5EF4-FFF2-40B4-BE49-F238E27FC236}">
                  <a16:creationId xmlns:a16="http://schemas.microsoft.com/office/drawing/2014/main" id="{D0A381E7-9B7C-4FBD-ACC6-A039E6F9970F}"/>
                </a:ext>
              </a:extLst>
            </p:cNvPr>
            <p:cNvSpPr txBox="1"/>
            <p:nvPr/>
          </p:nvSpPr>
          <p:spPr>
            <a:xfrm>
              <a:off x="3481170" y="2963684"/>
              <a:ext cx="662978" cy="269795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793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75"/>
                </a:lnSpc>
              </a:pPr>
              <a:r>
                <a:rPr lang="en-US" altLang="zh-CN" sz="1200">
                  <a:latin typeface="Segoe UI Black" panose="020B0A02040204020203" pitchFamily="34" charset="0"/>
                </a:rPr>
                <a:t>Hold</a:t>
              </a:r>
              <a:endParaRPr lang="zh-CN" altLang="zh-CN" sz="1200">
                <a:latin typeface="Segoe UI Black" panose="020B0A02040204020203" pitchFamily="34" charset="0"/>
              </a:endParaRPr>
            </a:p>
          </p:txBody>
        </p:sp>
        <p:cxnSp>
          <p:nvCxnSpPr>
            <p:cNvPr id="50289" name="直接连接符 84">
              <a:extLst>
                <a:ext uri="{FF2B5EF4-FFF2-40B4-BE49-F238E27FC236}">
                  <a16:creationId xmlns:a16="http://schemas.microsoft.com/office/drawing/2014/main" id="{AEC64ED9-82A2-47CE-915D-C0A9DC5DE2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434348" y="3247957"/>
              <a:ext cx="0" cy="3593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90" name="直接连接符 85">
              <a:extLst>
                <a:ext uri="{FF2B5EF4-FFF2-40B4-BE49-F238E27FC236}">
                  <a16:creationId xmlns:a16="http://schemas.microsoft.com/office/drawing/2014/main" id="{49E07CF9-B17B-48EB-B27B-8608739C2B1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70309" y="3689866"/>
              <a:ext cx="0" cy="46448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91" name="直接连接符 86">
              <a:extLst>
                <a:ext uri="{FF2B5EF4-FFF2-40B4-BE49-F238E27FC236}">
                  <a16:creationId xmlns:a16="http://schemas.microsoft.com/office/drawing/2014/main" id="{81EF989F-CD6D-40C9-A47C-BFCCC495CC0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533730" y="3681699"/>
              <a:ext cx="0" cy="47265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92" name="直接连接符 87">
              <a:extLst>
                <a:ext uri="{FF2B5EF4-FFF2-40B4-BE49-F238E27FC236}">
                  <a16:creationId xmlns:a16="http://schemas.microsoft.com/office/drawing/2014/main" id="{3D9D576A-B8C5-4192-B309-D7332B1008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945930" y="3237427"/>
              <a:ext cx="0" cy="38218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93" name="直接连接符 88">
              <a:extLst>
                <a:ext uri="{FF2B5EF4-FFF2-40B4-BE49-F238E27FC236}">
                  <a16:creationId xmlns:a16="http://schemas.microsoft.com/office/drawing/2014/main" id="{E67F071A-6953-4F26-B84B-A06745066D0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434348" y="3666329"/>
              <a:ext cx="0" cy="42798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94" name="直接连接符 89">
              <a:extLst>
                <a:ext uri="{FF2B5EF4-FFF2-40B4-BE49-F238E27FC236}">
                  <a16:creationId xmlns:a16="http://schemas.microsoft.com/office/drawing/2014/main" id="{8296AE6D-362B-44FF-A657-19E1A7D5A70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876548" y="3617462"/>
              <a:ext cx="2612650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B9A2C6BD-D063-4147-AFE4-F6E8099AE662}"/>
              </a:ext>
            </a:extLst>
          </p:cNvPr>
          <p:cNvGrpSpPr>
            <a:grpSpLocks/>
          </p:cNvGrpSpPr>
          <p:nvPr/>
        </p:nvGrpSpPr>
        <p:grpSpPr bwMode="auto">
          <a:xfrm>
            <a:off x="2384425" y="1727200"/>
            <a:ext cx="4879975" cy="1520825"/>
            <a:chOff x="3353034" y="1241336"/>
            <a:chExt cx="6863422" cy="2138824"/>
          </a:xfrm>
        </p:grpSpPr>
        <p:cxnSp>
          <p:nvCxnSpPr>
            <p:cNvPr id="50273" name="直接连接符 91">
              <a:extLst>
                <a:ext uri="{FF2B5EF4-FFF2-40B4-BE49-F238E27FC236}">
                  <a16:creationId xmlns:a16="http://schemas.microsoft.com/office/drawing/2014/main" id="{95D02415-5E38-4D8F-AFB8-F956D96B8545}"/>
                </a:ext>
              </a:extLst>
            </p:cNvPr>
            <p:cNvCxnSpPr>
              <a:cxnSpLocks noChangeShapeType="1"/>
              <a:endCxn id="52" idx="0"/>
            </p:cNvCxnSpPr>
            <p:nvPr/>
          </p:nvCxnSpPr>
          <p:spPr bwMode="auto">
            <a:xfrm>
              <a:off x="10216456" y="1241336"/>
              <a:ext cx="0" cy="212220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74" name="直接连接符 92">
              <a:extLst>
                <a:ext uri="{FF2B5EF4-FFF2-40B4-BE49-F238E27FC236}">
                  <a16:creationId xmlns:a16="http://schemas.microsoft.com/office/drawing/2014/main" id="{DC611608-F1B4-4FAC-9642-EFEDA7288294}"/>
                </a:ext>
              </a:extLst>
            </p:cNvPr>
            <p:cNvCxnSpPr>
              <a:cxnSpLocks noChangeShapeType="1"/>
              <a:endCxn id="11" idx="0"/>
            </p:cNvCxnSpPr>
            <p:nvPr/>
          </p:nvCxnSpPr>
          <p:spPr bwMode="auto">
            <a:xfrm>
              <a:off x="3353034" y="1241336"/>
              <a:ext cx="0" cy="213882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DC4C0155-BBF5-4500-BC64-C86EE8BD3B35}"/>
              </a:ext>
            </a:extLst>
          </p:cNvPr>
          <p:cNvGrpSpPr>
            <a:grpSpLocks/>
          </p:cNvGrpSpPr>
          <p:nvPr/>
        </p:nvGrpSpPr>
        <p:grpSpPr bwMode="auto">
          <a:xfrm>
            <a:off x="2398713" y="1724025"/>
            <a:ext cx="4865687" cy="219075"/>
            <a:chOff x="3450449" y="2009953"/>
            <a:chExt cx="6843156" cy="306573"/>
          </a:xfrm>
        </p:grpSpPr>
        <p:sp>
          <p:nvSpPr>
            <p:cNvPr id="95" name="object 91">
              <a:extLst>
                <a:ext uri="{FF2B5EF4-FFF2-40B4-BE49-F238E27FC236}">
                  <a16:creationId xmlns:a16="http://schemas.microsoft.com/office/drawing/2014/main" id="{653195F9-53C0-4B2E-BD2D-3EA8C599FAB0}"/>
                </a:ext>
              </a:extLst>
            </p:cNvPr>
            <p:cNvSpPr txBox="1"/>
            <p:nvPr/>
          </p:nvSpPr>
          <p:spPr>
            <a:xfrm>
              <a:off x="5553631" y="2009953"/>
              <a:ext cx="2808708" cy="306573"/>
            </a:xfrm>
            <a:prstGeom prst="rect">
              <a:avLst/>
            </a:prstGeom>
            <a:ln>
              <a:noFill/>
            </a:ln>
          </p:spPr>
          <p:txBody>
            <a:bodyPr lIns="0" tIns="0" rIns="0" bIns="0">
              <a:spAutoFit/>
            </a:bodyPr>
            <a:lstStyle/>
            <a:p>
              <a:pPr marL="9524">
                <a:lnSpc>
                  <a:spcPts val="1688"/>
                </a:lnSpc>
                <a:defRPr/>
              </a:pPr>
              <a:r>
                <a:rPr lang="zh-CN" altLang="en-US" sz="1462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entury"/>
                </a:rPr>
                <a:t>数据通路最小时钟周期</a:t>
              </a:r>
              <a:endParaRPr sz="1462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"/>
              </a:endParaRPr>
            </a:p>
          </p:txBody>
        </p:sp>
        <p:grpSp>
          <p:nvGrpSpPr>
            <p:cNvPr id="50270" name="组合 95">
              <a:extLst>
                <a:ext uri="{FF2B5EF4-FFF2-40B4-BE49-F238E27FC236}">
                  <a16:creationId xmlns:a16="http://schemas.microsoft.com/office/drawing/2014/main" id="{EF245A58-5BD1-4965-8642-811A10CF05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0449" y="2182890"/>
              <a:ext cx="6843156" cy="0"/>
              <a:chOff x="3450449" y="2182890"/>
              <a:chExt cx="6843156" cy="0"/>
            </a:xfrm>
          </p:grpSpPr>
          <p:cxnSp>
            <p:nvCxnSpPr>
              <p:cNvPr id="50271" name="直接连接符 96">
                <a:extLst>
                  <a:ext uri="{FF2B5EF4-FFF2-40B4-BE49-F238E27FC236}">
                    <a16:creationId xmlns:a16="http://schemas.microsoft.com/office/drawing/2014/main" id="{5C4395AC-FC1E-492F-9360-C0F89C3C622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450449" y="2182890"/>
                <a:ext cx="2010098" cy="0"/>
              </a:xfrm>
              <a:prstGeom prst="line">
                <a:avLst/>
              </a:prstGeom>
              <a:noFill/>
              <a:ln w="57150" cap="sq">
                <a:solidFill>
                  <a:srgbClr val="FF0000"/>
                </a:solidFill>
                <a:miter lim="800000"/>
                <a:headEnd type="triangle" w="med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0272" name="直接连接符 97">
                <a:extLst>
                  <a:ext uri="{FF2B5EF4-FFF2-40B4-BE49-F238E27FC236}">
                    <a16:creationId xmlns:a16="http://schemas.microsoft.com/office/drawing/2014/main" id="{54E1091B-CAA9-4069-ABDC-9F3BAA3420B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283507" y="2182890"/>
                <a:ext cx="2010098" cy="0"/>
              </a:xfrm>
              <a:prstGeom prst="line">
                <a:avLst/>
              </a:prstGeom>
              <a:noFill/>
              <a:ln w="57150" cap="sq">
                <a:solidFill>
                  <a:srgbClr val="FF0000"/>
                </a:solidFill>
                <a:miter lim="800000"/>
                <a:headEnd type="none" w="lg" len="lg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cxnSp>
        <p:nvCxnSpPr>
          <p:cNvPr id="50206" name="直接连接符 98">
            <a:extLst>
              <a:ext uri="{FF2B5EF4-FFF2-40B4-BE49-F238E27FC236}">
                <a16:creationId xmlns:a16="http://schemas.microsoft.com/office/drawing/2014/main" id="{EB776421-11C4-4AEF-AEE2-01B8593FC5B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54238" y="5054600"/>
            <a:ext cx="5091112" cy="12700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CBD7E9A-8C06-4796-89F5-F6DB89BF066B}"/>
              </a:ext>
            </a:extLst>
          </p:cNvPr>
          <p:cNvGrpSpPr>
            <a:grpSpLocks/>
          </p:cNvGrpSpPr>
          <p:nvPr/>
        </p:nvGrpSpPr>
        <p:grpSpPr bwMode="auto">
          <a:xfrm>
            <a:off x="2563813" y="3446463"/>
            <a:ext cx="4089400" cy="1198562"/>
            <a:chOff x="3686608" y="4425068"/>
            <a:chExt cx="5750778" cy="1685647"/>
          </a:xfrm>
        </p:grpSpPr>
        <p:cxnSp>
          <p:nvCxnSpPr>
            <p:cNvPr id="101" name="Straight Connector 22">
              <a:extLst>
                <a:ext uri="{FF2B5EF4-FFF2-40B4-BE49-F238E27FC236}">
                  <a16:creationId xmlns:a16="http://schemas.microsoft.com/office/drawing/2014/main" id="{80B38A21-B3B4-40CB-9D1D-40B52D1AF84F}"/>
                </a:ext>
              </a:extLst>
            </p:cNvPr>
            <p:cNvCxnSpPr/>
            <p:nvPr/>
          </p:nvCxnSpPr>
          <p:spPr>
            <a:xfrm flipV="1">
              <a:off x="4322854" y="5280171"/>
              <a:ext cx="25449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24">
              <a:extLst>
                <a:ext uri="{FF2B5EF4-FFF2-40B4-BE49-F238E27FC236}">
                  <a16:creationId xmlns:a16="http://schemas.microsoft.com/office/drawing/2014/main" id="{B35BD17A-7335-4CBB-95BC-2BEE5CD17E7A}"/>
                </a:ext>
              </a:extLst>
            </p:cNvPr>
            <p:cNvCxnSpPr/>
            <p:nvPr/>
          </p:nvCxnSpPr>
          <p:spPr>
            <a:xfrm flipV="1">
              <a:off x="4322854" y="5059139"/>
              <a:ext cx="254499" cy="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65">
              <a:extLst>
                <a:ext uri="{FF2B5EF4-FFF2-40B4-BE49-F238E27FC236}">
                  <a16:creationId xmlns:a16="http://schemas.microsoft.com/office/drawing/2014/main" id="{B3029999-950D-49A4-AB8E-916CF6C5872E}"/>
                </a:ext>
              </a:extLst>
            </p:cNvPr>
            <p:cNvSpPr/>
            <p:nvPr/>
          </p:nvSpPr>
          <p:spPr>
            <a:xfrm>
              <a:off x="5122069" y="5135049"/>
              <a:ext cx="73671" cy="7144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280"/>
            </a:p>
          </p:txBody>
        </p:sp>
        <p:sp>
          <p:nvSpPr>
            <p:cNvPr id="104" name="Delay 67">
              <a:extLst>
                <a:ext uri="{FF2B5EF4-FFF2-40B4-BE49-F238E27FC236}">
                  <a16:creationId xmlns:a16="http://schemas.microsoft.com/office/drawing/2014/main" id="{D9CA2003-0122-476D-9810-7C29D94956BA}"/>
                </a:ext>
              </a:extLst>
            </p:cNvPr>
            <p:cNvSpPr/>
            <p:nvPr/>
          </p:nvSpPr>
          <p:spPr>
            <a:xfrm>
              <a:off x="4577353" y="4940809"/>
              <a:ext cx="540252" cy="453228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280"/>
            </a:p>
          </p:txBody>
        </p:sp>
        <p:cxnSp>
          <p:nvCxnSpPr>
            <p:cNvPr id="105" name="Straight Connector 24">
              <a:extLst>
                <a:ext uri="{FF2B5EF4-FFF2-40B4-BE49-F238E27FC236}">
                  <a16:creationId xmlns:a16="http://schemas.microsoft.com/office/drawing/2014/main" id="{A18CB789-FE10-4CA8-92B0-337EE4477D70}"/>
                </a:ext>
              </a:extLst>
            </p:cNvPr>
            <p:cNvCxnSpPr/>
            <p:nvPr/>
          </p:nvCxnSpPr>
          <p:spPr>
            <a:xfrm>
              <a:off x="4550563" y="5059139"/>
              <a:ext cx="587134" cy="113864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24">
              <a:extLst>
                <a:ext uri="{FF2B5EF4-FFF2-40B4-BE49-F238E27FC236}">
                  <a16:creationId xmlns:a16="http://schemas.microsoft.com/office/drawing/2014/main" id="{261C2D66-AC5A-4491-907F-0C9232C7E6DE}"/>
                </a:ext>
              </a:extLst>
            </p:cNvPr>
            <p:cNvCxnSpPr/>
            <p:nvPr/>
          </p:nvCxnSpPr>
          <p:spPr>
            <a:xfrm>
              <a:off x="6780777" y="5673116"/>
              <a:ext cx="589365" cy="116098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24">
              <a:extLst>
                <a:ext uri="{FF2B5EF4-FFF2-40B4-BE49-F238E27FC236}">
                  <a16:creationId xmlns:a16="http://schemas.microsoft.com/office/drawing/2014/main" id="{B244B50C-B91C-4A7C-A252-7A063A7FA08A}"/>
                </a:ext>
              </a:extLst>
            </p:cNvPr>
            <p:cNvCxnSpPr>
              <a:endCxn id="132" idx="2"/>
            </p:cNvCxnSpPr>
            <p:nvPr/>
          </p:nvCxnSpPr>
          <p:spPr>
            <a:xfrm flipV="1">
              <a:off x="7850117" y="4643867"/>
              <a:ext cx="571506" cy="149587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97">
              <a:extLst>
                <a:ext uri="{FF2B5EF4-FFF2-40B4-BE49-F238E27FC236}">
                  <a16:creationId xmlns:a16="http://schemas.microsoft.com/office/drawing/2014/main" id="{58DF1637-61BD-402F-AD09-D702FC281D8B}"/>
                </a:ext>
              </a:extLst>
            </p:cNvPr>
            <p:cNvCxnSpPr/>
            <p:nvPr/>
          </p:nvCxnSpPr>
          <p:spPr>
            <a:xfrm flipV="1">
              <a:off x="5200206" y="5161841"/>
              <a:ext cx="419700" cy="6697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98">
              <a:extLst>
                <a:ext uri="{FF2B5EF4-FFF2-40B4-BE49-F238E27FC236}">
                  <a16:creationId xmlns:a16="http://schemas.microsoft.com/office/drawing/2014/main" id="{E75155DE-174E-4BDC-BDC4-AB68CC9FECF2}"/>
                </a:ext>
              </a:extLst>
            </p:cNvPr>
            <p:cNvCxnSpPr>
              <a:stCxn id="110" idx="6"/>
            </p:cNvCxnSpPr>
            <p:nvPr/>
          </p:nvCxnSpPr>
          <p:spPr>
            <a:xfrm>
              <a:off x="5932448" y="5164073"/>
              <a:ext cx="325937" cy="0"/>
            </a:xfrm>
            <a:prstGeom prst="line">
              <a:avLst/>
            </a:prstGeom>
            <a:ln w="50800" cap="sq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Oval 99">
              <a:extLst>
                <a:ext uri="{FF2B5EF4-FFF2-40B4-BE49-F238E27FC236}">
                  <a16:creationId xmlns:a16="http://schemas.microsoft.com/office/drawing/2014/main" id="{9E797FBF-A61E-4CAB-A98F-01854596A7CE}"/>
                </a:ext>
              </a:extLst>
            </p:cNvPr>
            <p:cNvSpPr/>
            <p:nvPr/>
          </p:nvSpPr>
          <p:spPr>
            <a:xfrm>
              <a:off x="5861009" y="5126119"/>
              <a:ext cx="71438" cy="7367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280"/>
            </a:p>
          </p:txBody>
        </p:sp>
        <p:sp>
          <p:nvSpPr>
            <p:cNvPr id="111" name="Triangle 100">
              <a:extLst>
                <a:ext uri="{FF2B5EF4-FFF2-40B4-BE49-F238E27FC236}">
                  <a16:creationId xmlns:a16="http://schemas.microsoft.com/office/drawing/2014/main" id="{FC600B10-71FD-4ADA-A7C2-7CE472A69139}"/>
                </a:ext>
              </a:extLst>
            </p:cNvPr>
            <p:cNvSpPr/>
            <p:nvPr/>
          </p:nvSpPr>
          <p:spPr>
            <a:xfrm rot="5400000">
              <a:off x="5606499" y="5045754"/>
              <a:ext cx="265684" cy="229941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280"/>
            </a:p>
          </p:txBody>
        </p:sp>
        <p:cxnSp>
          <p:nvCxnSpPr>
            <p:cNvPr id="112" name="Straight Connector 66">
              <a:extLst>
                <a:ext uri="{FF2B5EF4-FFF2-40B4-BE49-F238E27FC236}">
                  <a16:creationId xmlns:a16="http://schemas.microsoft.com/office/drawing/2014/main" id="{C58EA70F-0093-46FC-A788-C6C92A8FCC34}"/>
                </a:ext>
              </a:extLst>
            </p:cNvPr>
            <p:cNvCxnSpPr/>
            <p:nvPr/>
          </p:nvCxnSpPr>
          <p:spPr>
            <a:xfrm flipV="1">
              <a:off x="7358979" y="5782517"/>
              <a:ext cx="162969" cy="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Stored Data 71">
              <a:extLst>
                <a:ext uri="{FF2B5EF4-FFF2-40B4-BE49-F238E27FC236}">
                  <a16:creationId xmlns:a16="http://schemas.microsoft.com/office/drawing/2014/main" id="{0496DFCE-769C-4459-BD93-CEC864F1B726}"/>
                </a:ext>
              </a:extLst>
            </p:cNvPr>
            <p:cNvSpPr/>
            <p:nvPr/>
          </p:nvSpPr>
          <p:spPr>
            <a:xfrm rot="10800000">
              <a:off x="6740593" y="5559252"/>
              <a:ext cx="618387" cy="444296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280"/>
            </a:p>
          </p:txBody>
        </p:sp>
        <p:sp>
          <p:nvSpPr>
            <p:cNvPr id="114" name="Stored Data 71">
              <a:extLst>
                <a:ext uri="{FF2B5EF4-FFF2-40B4-BE49-F238E27FC236}">
                  <a16:creationId xmlns:a16="http://schemas.microsoft.com/office/drawing/2014/main" id="{D400B25E-6AF8-4712-9903-C5ACDF86F515}"/>
                </a:ext>
              </a:extLst>
            </p:cNvPr>
            <p:cNvSpPr/>
            <p:nvPr/>
          </p:nvSpPr>
          <p:spPr>
            <a:xfrm rot="10800000">
              <a:off x="6736128" y="5559252"/>
              <a:ext cx="64740" cy="444296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280"/>
            </a:p>
          </p:txBody>
        </p:sp>
        <p:sp>
          <p:nvSpPr>
            <p:cNvPr id="115" name="Stored Data 71">
              <a:extLst>
                <a:ext uri="{FF2B5EF4-FFF2-40B4-BE49-F238E27FC236}">
                  <a16:creationId xmlns:a16="http://schemas.microsoft.com/office/drawing/2014/main" id="{C89A30AD-BBFD-457B-BF0D-173DA3984F45}"/>
                </a:ext>
              </a:extLst>
            </p:cNvPr>
            <p:cNvSpPr/>
            <p:nvPr/>
          </p:nvSpPr>
          <p:spPr>
            <a:xfrm rot="10800000">
              <a:off x="6687014" y="5559252"/>
              <a:ext cx="66973" cy="442064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280"/>
            </a:p>
          </p:txBody>
        </p:sp>
        <p:grpSp>
          <p:nvGrpSpPr>
            <p:cNvPr id="50245" name="Group 119">
              <a:extLst>
                <a:ext uri="{FF2B5EF4-FFF2-40B4-BE49-F238E27FC236}">
                  <a16:creationId xmlns:a16="http://schemas.microsoft.com/office/drawing/2014/main" id="{F7FCC0EF-B383-4EB8-8D62-AF490BD373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8967" y="5668206"/>
              <a:ext cx="814653" cy="442509"/>
              <a:chOff x="3675121" y="5435921"/>
              <a:chExt cx="1332140" cy="723601"/>
            </a:xfrm>
          </p:grpSpPr>
          <p:cxnSp>
            <p:nvCxnSpPr>
              <p:cNvPr id="136" name="Straight Connector 124">
                <a:extLst>
                  <a:ext uri="{FF2B5EF4-FFF2-40B4-BE49-F238E27FC236}">
                    <a16:creationId xmlns:a16="http://schemas.microsoft.com/office/drawing/2014/main" id="{85C28945-5A5C-4324-9EFE-C1F0C5289F84}"/>
                  </a:ext>
                </a:extLst>
              </p:cNvPr>
              <p:cNvCxnSpPr/>
              <p:nvPr/>
            </p:nvCxnSpPr>
            <p:spPr>
              <a:xfrm flipV="1">
                <a:off x="3676078" y="5984280"/>
                <a:ext cx="41616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25">
                <a:extLst>
                  <a:ext uri="{FF2B5EF4-FFF2-40B4-BE49-F238E27FC236}">
                    <a16:creationId xmlns:a16="http://schemas.microsoft.com/office/drawing/2014/main" id="{C1897DA4-5677-4F8A-9326-2434E449BDCC}"/>
                  </a:ext>
                </a:extLst>
              </p:cNvPr>
              <p:cNvCxnSpPr/>
              <p:nvPr/>
            </p:nvCxnSpPr>
            <p:spPr>
              <a:xfrm flipV="1">
                <a:off x="3676078" y="5622844"/>
                <a:ext cx="41616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Stored Data 71">
                <a:extLst>
                  <a:ext uri="{FF2B5EF4-FFF2-40B4-BE49-F238E27FC236}">
                    <a16:creationId xmlns:a16="http://schemas.microsoft.com/office/drawing/2014/main" id="{6D112F4F-AE51-42D8-B900-097EFBE570D1}"/>
                  </a:ext>
                </a:extLst>
              </p:cNvPr>
              <p:cNvSpPr/>
              <p:nvPr/>
            </p:nvSpPr>
            <p:spPr>
              <a:xfrm rot="10800000">
                <a:off x="3997326" y="5436648"/>
                <a:ext cx="1011200" cy="722874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80"/>
              </a:p>
            </p:txBody>
          </p:sp>
          <p:sp>
            <p:nvSpPr>
              <p:cNvPr id="139" name="Stored Data 71">
                <a:extLst>
                  <a:ext uri="{FF2B5EF4-FFF2-40B4-BE49-F238E27FC236}">
                    <a16:creationId xmlns:a16="http://schemas.microsoft.com/office/drawing/2014/main" id="{EE362D83-6D2C-4656-814D-B1E8FD344018}"/>
                  </a:ext>
                </a:extLst>
              </p:cNvPr>
              <p:cNvSpPr/>
              <p:nvPr/>
            </p:nvSpPr>
            <p:spPr>
              <a:xfrm rot="10800000">
                <a:off x="3990025" y="5436648"/>
                <a:ext cx="109516" cy="722874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80"/>
              </a:p>
            </p:txBody>
          </p:sp>
        </p:grpSp>
        <p:grpSp>
          <p:nvGrpSpPr>
            <p:cNvPr id="50246" name="Group 121">
              <a:extLst>
                <a:ext uri="{FF2B5EF4-FFF2-40B4-BE49-F238E27FC236}">
                  <a16:creationId xmlns:a16="http://schemas.microsoft.com/office/drawing/2014/main" id="{20C92CF3-6272-4606-8B62-B208A65E3D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7615" y="5855246"/>
              <a:ext cx="1617494" cy="71817"/>
              <a:chOff x="1486315" y="1289057"/>
              <a:chExt cx="2644962" cy="117436"/>
            </a:xfrm>
          </p:grpSpPr>
          <p:cxnSp>
            <p:nvCxnSpPr>
              <p:cNvPr id="134" name="Straight Connector 122">
                <a:extLst>
                  <a:ext uri="{FF2B5EF4-FFF2-40B4-BE49-F238E27FC236}">
                    <a16:creationId xmlns:a16="http://schemas.microsoft.com/office/drawing/2014/main" id="{D536FDE4-FC49-4138-80A0-7C4E9FF1E949}"/>
                  </a:ext>
                </a:extLst>
              </p:cNvPr>
              <p:cNvCxnSpPr/>
              <p:nvPr/>
            </p:nvCxnSpPr>
            <p:spPr>
              <a:xfrm flipV="1">
                <a:off x="1601516" y="1349020"/>
                <a:ext cx="252982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Oval 123">
                <a:extLst>
                  <a:ext uri="{FF2B5EF4-FFF2-40B4-BE49-F238E27FC236}">
                    <a16:creationId xmlns:a16="http://schemas.microsoft.com/office/drawing/2014/main" id="{8FA731D4-3CCD-4796-BD0D-CE1E8FE8422F}"/>
                  </a:ext>
                </a:extLst>
              </p:cNvPr>
              <p:cNvSpPr/>
              <p:nvPr/>
            </p:nvSpPr>
            <p:spPr>
              <a:xfrm>
                <a:off x="1484698" y="1290607"/>
                <a:ext cx="120467" cy="11682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80"/>
              </a:p>
            </p:txBody>
          </p:sp>
        </p:grpSp>
        <p:cxnSp>
          <p:nvCxnSpPr>
            <p:cNvPr id="118" name="Straight Connector 122">
              <a:extLst>
                <a:ext uri="{FF2B5EF4-FFF2-40B4-BE49-F238E27FC236}">
                  <a16:creationId xmlns:a16="http://schemas.microsoft.com/office/drawing/2014/main" id="{B64D676C-77B3-47B5-94A3-8DC99151DDF4}"/>
                </a:ext>
              </a:extLst>
            </p:cNvPr>
            <p:cNvCxnSpPr/>
            <p:nvPr/>
          </p:nvCxnSpPr>
          <p:spPr>
            <a:xfrm>
              <a:off x="6258384" y="5661954"/>
              <a:ext cx="482208" cy="0"/>
            </a:xfrm>
            <a:prstGeom prst="line">
              <a:avLst/>
            </a:prstGeom>
            <a:ln w="50800" cap="sq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22">
              <a:extLst>
                <a:ext uri="{FF2B5EF4-FFF2-40B4-BE49-F238E27FC236}">
                  <a16:creationId xmlns:a16="http://schemas.microsoft.com/office/drawing/2014/main" id="{11AB6F48-98B7-489A-9207-E712AC86617F}"/>
                </a:ext>
              </a:extLst>
            </p:cNvPr>
            <p:cNvCxnSpPr/>
            <p:nvPr/>
          </p:nvCxnSpPr>
          <p:spPr>
            <a:xfrm>
              <a:off x="6258384" y="5166306"/>
              <a:ext cx="0" cy="486717"/>
            </a:xfrm>
            <a:prstGeom prst="line">
              <a:avLst/>
            </a:prstGeom>
            <a:ln w="50800" cap="sq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22">
              <a:extLst>
                <a:ext uri="{FF2B5EF4-FFF2-40B4-BE49-F238E27FC236}">
                  <a16:creationId xmlns:a16="http://schemas.microsoft.com/office/drawing/2014/main" id="{25E69672-EEF0-49F4-8A89-FAFFCD045DFB}"/>
                </a:ext>
              </a:extLst>
            </p:cNvPr>
            <p:cNvCxnSpPr/>
            <p:nvPr/>
          </p:nvCxnSpPr>
          <p:spPr>
            <a:xfrm>
              <a:off x="4322854" y="4572423"/>
              <a:ext cx="3531728" cy="0"/>
            </a:xfrm>
            <a:prstGeom prst="line">
              <a:avLst/>
            </a:prstGeom>
            <a:ln w="28575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250" name="Group 119">
              <a:extLst>
                <a:ext uri="{FF2B5EF4-FFF2-40B4-BE49-F238E27FC236}">
                  <a16:creationId xmlns:a16="http://schemas.microsoft.com/office/drawing/2014/main" id="{CA8C593F-CA0B-4A99-886E-93E3062008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99109" y="4425068"/>
              <a:ext cx="621890" cy="442509"/>
              <a:chOff x="3990333" y="5435921"/>
              <a:chExt cx="1016928" cy="723601"/>
            </a:xfrm>
          </p:grpSpPr>
          <p:sp>
            <p:nvSpPr>
              <p:cNvPr id="132" name="Stored Data 71">
                <a:extLst>
                  <a:ext uri="{FF2B5EF4-FFF2-40B4-BE49-F238E27FC236}">
                    <a16:creationId xmlns:a16="http://schemas.microsoft.com/office/drawing/2014/main" id="{87BC16F8-B02A-4C9B-8C21-414ABFC074CA}"/>
                  </a:ext>
                </a:extLst>
              </p:cNvPr>
              <p:cNvSpPr/>
              <p:nvPr/>
            </p:nvSpPr>
            <p:spPr>
              <a:xfrm rot="10800000">
                <a:off x="3997082" y="5435921"/>
                <a:ext cx="1011200" cy="722874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80"/>
              </a:p>
            </p:txBody>
          </p:sp>
          <p:sp>
            <p:nvSpPr>
              <p:cNvPr id="133" name="Stored Data 71">
                <a:extLst>
                  <a:ext uri="{FF2B5EF4-FFF2-40B4-BE49-F238E27FC236}">
                    <a16:creationId xmlns:a16="http://schemas.microsoft.com/office/drawing/2014/main" id="{D20FBCB8-7F9E-4FF0-929F-7EA6DCFBD589}"/>
                  </a:ext>
                </a:extLst>
              </p:cNvPr>
              <p:cNvSpPr/>
              <p:nvPr/>
            </p:nvSpPr>
            <p:spPr>
              <a:xfrm rot="10800000">
                <a:off x="3989781" y="5435921"/>
                <a:ext cx="109516" cy="722874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80"/>
              </a:p>
            </p:txBody>
          </p:sp>
        </p:grpSp>
        <p:grpSp>
          <p:nvGrpSpPr>
            <p:cNvPr id="50251" name="Group 121">
              <a:extLst>
                <a:ext uri="{FF2B5EF4-FFF2-40B4-BE49-F238E27FC236}">
                  <a16:creationId xmlns:a16="http://schemas.microsoft.com/office/drawing/2014/main" id="{EB9B749F-E234-4CF6-9976-15C252229E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27177" y="4607606"/>
              <a:ext cx="453203" cy="71817"/>
              <a:chOff x="1486315" y="1289057"/>
              <a:chExt cx="741086" cy="117436"/>
            </a:xfrm>
          </p:grpSpPr>
          <p:cxnSp>
            <p:nvCxnSpPr>
              <p:cNvPr id="130" name="Straight Connector 122">
                <a:extLst>
                  <a:ext uri="{FF2B5EF4-FFF2-40B4-BE49-F238E27FC236}">
                    <a16:creationId xmlns:a16="http://schemas.microsoft.com/office/drawing/2014/main" id="{93A47964-8974-4A86-85A0-C0BE44898B84}"/>
                  </a:ext>
                </a:extLst>
              </p:cNvPr>
              <p:cNvCxnSpPr>
                <a:endCxn id="126" idx="3"/>
              </p:cNvCxnSpPr>
              <p:nvPr/>
            </p:nvCxnSpPr>
            <p:spPr>
              <a:xfrm>
                <a:off x="1601350" y="1348351"/>
                <a:ext cx="624243" cy="3650"/>
              </a:xfrm>
              <a:prstGeom prst="line">
                <a:avLst/>
              </a:prstGeom>
              <a:ln w="508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Oval 123">
                <a:extLst>
                  <a:ext uri="{FF2B5EF4-FFF2-40B4-BE49-F238E27FC236}">
                    <a16:creationId xmlns:a16="http://schemas.microsoft.com/office/drawing/2014/main" id="{C43923E2-1129-4180-97BF-1A68E113ED6C}"/>
                  </a:ext>
                </a:extLst>
              </p:cNvPr>
              <p:cNvSpPr/>
              <p:nvPr/>
            </p:nvSpPr>
            <p:spPr>
              <a:xfrm>
                <a:off x="1484533" y="1289938"/>
                <a:ext cx="120469" cy="116827"/>
              </a:xfrm>
              <a:prstGeom prst="ellipse">
                <a:avLst/>
              </a:prstGeom>
              <a:no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80"/>
              </a:p>
            </p:txBody>
          </p:sp>
        </p:grp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1E379A94-040F-4B1F-A4B2-AA9E54F69E59}"/>
                </a:ext>
              </a:extLst>
            </p:cNvPr>
            <p:cNvCxnSpPr/>
            <p:nvPr/>
          </p:nvCxnSpPr>
          <p:spPr>
            <a:xfrm>
              <a:off x="7521948" y="4777826"/>
              <a:ext cx="0" cy="1002457"/>
            </a:xfrm>
            <a:prstGeom prst="line">
              <a:avLst/>
            </a:prstGeom>
            <a:ln w="50800" cap="sq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98">
              <a:extLst>
                <a:ext uri="{FF2B5EF4-FFF2-40B4-BE49-F238E27FC236}">
                  <a16:creationId xmlns:a16="http://schemas.microsoft.com/office/drawing/2014/main" id="{F9BA0B80-FD5E-4872-B8AA-15AC1B931017}"/>
                </a:ext>
              </a:extLst>
            </p:cNvPr>
            <p:cNvCxnSpPr/>
            <p:nvPr/>
          </p:nvCxnSpPr>
          <p:spPr>
            <a:xfrm>
              <a:off x="7521948" y="4777826"/>
              <a:ext cx="310309" cy="0"/>
            </a:xfrm>
            <a:prstGeom prst="line">
              <a:avLst/>
            </a:prstGeom>
            <a:ln w="50800" cap="sq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Oval 99">
              <a:extLst>
                <a:ext uri="{FF2B5EF4-FFF2-40B4-BE49-F238E27FC236}">
                  <a16:creationId xmlns:a16="http://schemas.microsoft.com/office/drawing/2014/main" id="{6535E3FC-249F-4738-A41A-9786E722E35C}"/>
                </a:ext>
              </a:extLst>
            </p:cNvPr>
            <p:cNvSpPr/>
            <p:nvPr/>
          </p:nvSpPr>
          <p:spPr>
            <a:xfrm>
              <a:off x="9115914" y="4612610"/>
              <a:ext cx="73670" cy="7144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280"/>
            </a:p>
          </p:txBody>
        </p:sp>
        <p:sp>
          <p:nvSpPr>
            <p:cNvPr id="126" name="Triangle 100">
              <a:extLst>
                <a:ext uri="{FF2B5EF4-FFF2-40B4-BE49-F238E27FC236}">
                  <a16:creationId xmlns:a16="http://schemas.microsoft.com/office/drawing/2014/main" id="{785E7E8B-FD20-4762-8512-1CBFCCA8F981}"/>
                </a:ext>
              </a:extLst>
            </p:cNvPr>
            <p:cNvSpPr/>
            <p:nvPr/>
          </p:nvSpPr>
          <p:spPr>
            <a:xfrm rot="5400000">
              <a:off x="8861402" y="4530013"/>
              <a:ext cx="265686" cy="229941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280"/>
            </a:p>
          </p:txBody>
        </p:sp>
        <p:cxnSp>
          <p:nvCxnSpPr>
            <p:cNvPr id="127" name="Straight Connector 98">
              <a:extLst>
                <a:ext uri="{FF2B5EF4-FFF2-40B4-BE49-F238E27FC236}">
                  <a16:creationId xmlns:a16="http://schemas.microsoft.com/office/drawing/2014/main" id="{CD496A15-4150-4FFF-BFE1-86F274D663BB}"/>
                </a:ext>
              </a:extLst>
            </p:cNvPr>
            <p:cNvCxnSpPr/>
            <p:nvPr/>
          </p:nvCxnSpPr>
          <p:spPr>
            <a:xfrm>
              <a:off x="9189584" y="4643867"/>
              <a:ext cx="247802" cy="0"/>
            </a:xfrm>
            <a:prstGeom prst="line">
              <a:avLst/>
            </a:prstGeom>
            <a:ln w="50800" cap="sq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66">
              <a:extLst>
                <a:ext uri="{FF2B5EF4-FFF2-40B4-BE49-F238E27FC236}">
                  <a16:creationId xmlns:a16="http://schemas.microsoft.com/office/drawing/2014/main" id="{E564BE01-7EF3-439E-BF40-69FA67F6D8F7}"/>
                </a:ext>
              </a:extLst>
            </p:cNvPr>
            <p:cNvCxnSpPr/>
            <p:nvPr/>
          </p:nvCxnSpPr>
          <p:spPr>
            <a:xfrm flipV="1">
              <a:off x="7508554" y="5786982"/>
              <a:ext cx="19154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58" name="直接连接符 128">
              <a:extLst>
                <a:ext uri="{FF2B5EF4-FFF2-40B4-BE49-F238E27FC236}">
                  <a16:creationId xmlns:a16="http://schemas.microsoft.com/office/drawing/2014/main" id="{6A0E8558-A9E0-42C0-B0AF-3CF9C83825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86608" y="4572229"/>
              <a:ext cx="636581" cy="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miter lim="800000"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860B30BA-404C-47DA-9213-7853367C79EC}"/>
              </a:ext>
            </a:extLst>
          </p:cNvPr>
          <p:cNvGrpSpPr>
            <a:grpSpLocks/>
          </p:cNvGrpSpPr>
          <p:nvPr/>
        </p:nvGrpSpPr>
        <p:grpSpPr bwMode="auto">
          <a:xfrm>
            <a:off x="2587625" y="2960688"/>
            <a:ext cx="4059238" cy="217487"/>
            <a:chOff x="3697534" y="3723082"/>
            <a:chExt cx="5706907" cy="306573"/>
          </a:xfrm>
        </p:grpSpPr>
        <p:cxnSp>
          <p:nvCxnSpPr>
            <p:cNvPr id="50227" name="直接连接符 140">
              <a:extLst>
                <a:ext uri="{FF2B5EF4-FFF2-40B4-BE49-F238E27FC236}">
                  <a16:creationId xmlns:a16="http://schemas.microsoft.com/office/drawing/2014/main" id="{5FDE8221-5DC9-4C82-A166-0DC0CD64B8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97534" y="3877998"/>
              <a:ext cx="1921427" cy="0"/>
            </a:xfrm>
            <a:prstGeom prst="line">
              <a:avLst/>
            </a:prstGeom>
            <a:noFill/>
            <a:ln w="25400" cap="sq">
              <a:solidFill>
                <a:srgbClr val="FF0000"/>
              </a:solidFill>
              <a:miter lim="800000"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2" name="object 91">
              <a:extLst>
                <a:ext uri="{FF2B5EF4-FFF2-40B4-BE49-F238E27FC236}">
                  <a16:creationId xmlns:a16="http://schemas.microsoft.com/office/drawing/2014/main" id="{87DA5A1D-48FE-4CAA-A227-40EB4B1D93FF}"/>
                </a:ext>
              </a:extLst>
            </p:cNvPr>
            <p:cNvSpPr txBox="1"/>
            <p:nvPr/>
          </p:nvSpPr>
          <p:spPr>
            <a:xfrm>
              <a:off x="5793266" y="3723082"/>
              <a:ext cx="1899326" cy="306573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9524">
                <a:lnSpc>
                  <a:spcPts val="1688"/>
                </a:lnSpc>
                <a:defRPr/>
              </a:pPr>
              <a:r>
                <a:rPr lang="zh-CN" altLang="en-US" sz="1422" spc="-4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entury"/>
                </a:rPr>
                <a:t>关键路径延迟</a:t>
              </a:r>
              <a:endParaRPr sz="1462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"/>
              </a:endParaRPr>
            </a:p>
          </p:txBody>
        </p:sp>
        <p:cxnSp>
          <p:nvCxnSpPr>
            <p:cNvPr id="50229" name="直接连接符 142">
              <a:extLst>
                <a:ext uri="{FF2B5EF4-FFF2-40B4-BE49-F238E27FC236}">
                  <a16:creationId xmlns:a16="http://schemas.microsoft.com/office/drawing/2014/main" id="{44CE2512-B91E-4683-874E-6072891B16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483014" y="3876970"/>
              <a:ext cx="1921427" cy="0"/>
            </a:xfrm>
            <a:prstGeom prst="line">
              <a:avLst/>
            </a:prstGeom>
            <a:noFill/>
            <a:ln w="25400" cap="sq">
              <a:solidFill>
                <a:srgbClr val="FF0000"/>
              </a:solidFill>
              <a:miter lim="800000"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E1C67F9A-93F0-4212-AD1C-2D99857C3419}"/>
              </a:ext>
            </a:extLst>
          </p:cNvPr>
          <p:cNvGrpSpPr>
            <a:grpSpLocks/>
          </p:cNvGrpSpPr>
          <p:nvPr/>
        </p:nvGrpSpPr>
        <p:grpSpPr bwMode="auto">
          <a:xfrm>
            <a:off x="1035050" y="2087563"/>
            <a:ext cx="7092950" cy="373062"/>
            <a:chOff x="1532831" y="2519942"/>
            <a:chExt cx="9973284" cy="525339"/>
          </a:xfrm>
        </p:grpSpPr>
        <p:sp>
          <p:nvSpPr>
            <p:cNvPr id="145" name="object 81">
              <a:extLst>
                <a:ext uri="{FF2B5EF4-FFF2-40B4-BE49-F238E27FC236}">
                  <a16:creationId xmlns:a16="http://schemas.microsoft.com/office/drawing/2014/main" id="{8DCCC37D-9642-4CC1-8C23-7DB640A61E2C}"/>
                </a:ext>
              </a:extLst>
            </p:cNvPr>
            <p:cNvSpPr txBox="1"/>
            <p:nvPr/>
          </p:nvSpPr>
          <p:spPr>
            <a:xfrm>
              <a:off x="1532831" y="2774788"/>
              <a:ext cx="504468" cy="270493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9524">
                <a:lnSpc>
                  <a:spcPts val="1481"/>
                </a:lnSpc>
                <a:defRPr/>
              </a:pPr>
              <a:r>
                <a:rPr sz="1422" spc="-11" dirty="0" err="1">
                  <a:solidFill>
                    <a:prstClr val="black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C</a:t>
              </a:r>
              <a:r>
                <a:rPr lang="en-US" altLang="zh-CN" sz="1422" spc="-11" dirty="0" err="1">
                  <a:solidFill>
                    <a:prstClr val="black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L</a:t>
              </a:r>
              <a:r>
                <a:rPr sz="1422" spc="-49" dirty="0" err="1">
                  <a:solidFill>
                    <a:prstClr val="black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k</a:t>
              </a:r>
              <a:endParaRPr sz="1422" dirty="0">
                <a:solidFill>
                  <a:prstClr val="black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grpSp>
          <p:nvGrpSpPr>
            <p:cNvPr id="50217" name="组合 145">
              <a:extLst>
                <a:ext uri="{FF2B5EF4-FFF2-40B4-BE49-F238E27FC236}">
                  <a16:creationId xmlns:a16="http://schemas.microsoft.com/office/drawing/2014/main" id="{98F70C36-01FB-4748-A913-44C73EC4A6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7470" y="2519943"/>
              <a:ext cx="2640777" cy="376608"/>
              <a:chOff x="2017470" y="2519943"/>
              <a:chExt cx="2640777" cy="376608"/>
            </a:xfrm>
          </p:grpSpPr>
          <p:cxnSp>
            <p:nvCxnSpPr>
              <p:cNvPr id="50224" name="直接连接符 152">
                <a:extLst>
                  <a:ext uri="{FF2B5EF4-FFF2-40B4-BE49-F238E27FC236}">
                    <a16:creationId xmlns:a16="http://schemas.microsoft.com/office/drawing/2014/main" id="{521B691B-9E87-4A99-94D5-27B3A0C7A24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017470" y="2896551"/>
                <a:ext cx="1412714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0225" name="直接连接符 153">
                <a:extLst>
                  <a:ext uri="{FF2B5EF4-FFF2-40B4-BE49-F238E27FC236}">
                    <a16:creationId xmlns:a16="http://schemas.microsoft.com/office/drawing/2014/main" id="{2118F14C-080A-4234-8FB3-7130234E0CE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432099" y="2519943"/>
                <a:ext cx="0" cy="359333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miter lim="800000"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0226" name="直接连接符 154">
                <a:extLst>
                  <a:ext uri="{FF2B5EF4-FFF2-40B4-BE49-F238E27FC236}">
                    <a16:creationId xmlns:a16="http://schemas.microsoft.com/office/drawing/2014/main" id="{B5F24DB7-B312-4629-BB8F-35B7CFB2454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450449" y="2529833"/>
                <a:ext cx="1207798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50218" name="直接连接符 146">
              <a:extLst>
                <a:ext uri="{FF2B5EF4-FFF2-40B4-BE49-F238E27FC236}">
                  <a16:creationId xmlns:a16="http://schemas.microsoft.com/office/drawing/2014/main" id="{C36B9B49-A22C-40DD-9DB8-A7BC314E25A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09495" y="2529833"/>
              <a:ext cx="0" cy="3593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19" name="直接连接符 147">
              <a:extLst>
                <a:ext uri="{FF2B5EF4-FFF2-40B4-BE49-F238E27FC236}">
                  <a16:creationId xmlns:a16="http://schemas.microsoft.com/office/drawing/2014/main" id="{2C53A94A-ADFF-49BB-B260-A89C2792BA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09495" y="2889166"/>
              <a:ext cx="3362187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20" name="直接连接符 148">
              <a:extLst>
                <a:ext uri="{FF2B5EF4-FFF2-40B4-BE49-F238E27FC236}">
                  <a16:creationId xmlns:a16="http://schemas.microsoft.com/office/drawing/2014/main" id="{16F01AB0-89BA-423A-AC43-B77962F05D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293605" y="2519942"/>
              <a:ext cx="0" cy="3593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21" name="直接连接符 149">
              <a:extLst>
                <a:ext uri="{FF2B5EF4-FFF2-40B4-BE49-F238E27FC236}">
                  <a16:creationId xmlns:a16="http://schemas.microsoft.com/office/drawing/2014/main" id="{85D53CDE-0EAC-4A6B-A2A4-A973A6D0B9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293605" y="2519943"/>
              <a:ext cx="1212510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22" name="直接连接符 150">
              <a:extLst>
                <a:ext uri="{FF2B5EF4-FFF2-40B4-BE49-F238E27FC236}">
                  <a16:creationId xmlns:a16="http://schemas.microsoft.com/office/drawing/2014/main" id="{7821DAA7-BE95-4FC1-A846-19E9A38038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58247" y="2529833"/>
              <a:ext cx="2251248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2" name="object 68">
              <a:extLst>
                <a:ext uri="{FF2B5EF4-FFF2-40B4-BE49-F238E27FC236}">
                  <a16:creationId xmlns:a16="http://schemas.microsoft.com/office/drawing/2014/main" id="{025B1129-3B4D-4EBF-A352-F2C0325E3D7E}"/>
                </a:ext>
              </a:extLst>
            </p:cNvPr>
            <p:cNvSpPr txBox="1"/>
            <p:nvPr/>
          </p:nvSpPr>
          <p:spPr>
            <a:xfrm>
              <a:off x="2941324" y="2566887"/>
              <a:ext cx="412949" cy="288379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9524">
                <a:lnSpc>
                  <a:spcPts val="1481"/>
                </a:lnSpc>
                <a:defRPr/>
              </a:pPr>
              <a:r>
                <a:rPr lang="zh-CN" altLang="en-US" sz="199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rPr>
                <a:t>①</a:t>
              </a:r>
              <a:endParaRPr sz="199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</p:grp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3BA681C3-D8E3-490F-AE7D-63B3B147CFB6}"/>
              </a:ext>
            </a:extLst>
          </p:cNvPr>
          <p:cNvGrpSpPr>
            <a:grpSpLocks/>
          </p:cNvGrpSpPr>
          <p:nvPr/>
        </p:nvGrpSpPr>
        <p:grpSpPr bwMode="auto">
          <a:xfrm>
            <a:off x="6653213" y="2393950"/>
            <a:ext cx="612775" cy="323850"/>
            <a:chOff x="9434346" y="2950612"/>
            <a:chExt cx="861172" cy="455672"/>
          </a:xfrm>
        </p:grpSpPr>
        <p:cxnSp>
          <p:nvCxnSpPr>
            <p:cNvPr id="50214" name="直接连接符 156">
              <a:extLst>
                <a:ext uri="{FF2B5EF4-FFF2-40B4-BE49-F238E27FC236}">
                  <a16:creationId xmlns:a16="http://schemas.microsoft.com/office/drawing/2014/main" id="{6C456C72-3171-4641-B8E6-AC9D8CEA165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434346" y="3406284"/>
              <a:ext cx="861172" cy="0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8" name="object 81">
              <a:extLst>
                <a:ext uri="{FF2B5EF4-FFF2-40B4-BE49-F238E27FC236}">
                  <a16:creationId xmlns:a16="http://schemas.microsoft.com/office/drawing/2014/main" id="{9D8D92B1-2DBD-4932-96B9-9A9F146A9F0A}"/>
                </a:ext>
              </a:extLst>
            </p:cNvPr>
            <p:cNvSpPr txBox="1"/>
            <p:nvPr/>
          </p:nvSpPr>
          <p:spPr>
            <a:xfrm>
              <a:off x="9570437" y="2950612"/>
              <a:ext cx="662612" cy="270277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793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75"/>
                </a:lnSpc>
              </a:pPr>
              <a:r>
                <a:rPr lang="en-US" altLang="zh-CN" sz="1200">
                  <a:solidFill>
                    <a:srgbClr val="FF0000"/>
                  </a:solidFill>
                  <a:latin typeface="Segoe UI Black" panose="020B0A02040204020203" pitchFamily="34" charset="0"/>
                </a:rPr>
                <a:t>Setup</a:t>
              </a:r>
              <a:endParaRPr lang="zh-CN" altLang="zh-CN" sz="1200">
                <a:solidFill>
                  <a:srgbClr val="FF0000"/>
                </a:solidFill>
                <a:latin typeface="Segoe UI Black" panose="020B0A02040204020203" pitchFamily="34" charset="0"/>
              </a:endParaRPr>
            </a:p>
          </p:txBody>
        </p:sp>
      </p:grpSp>
      <p:sp>
        <p:nvSpPr>
          <p:cNvPr id="159" name="矩形 158">
            <a:extLst>
              <a:ext uri="{FF2B5EF4-FFF2-40B4-BE49-F238E27FC236}">
                <a16:creationId xmlns:a16="http://schemas.microsoft.com/office/drawing/2014/main" id="{27251D70-837B-4D11-A948-F2D461BDB067}"/>
              </a:ext>
            </a:extLst>
          </p:cNvPr>
          <p:cNvSpPr/>
          <p:nvPr/>
        </p:nvSpPr>
        <p:spPr>
          <a:xfrm>
            <a:off x="2235200" y="4295775"/>
            <a:ext cx="347663" cy="3556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706" kern="0" dirty="0">
                <a:solidFill>
                  <a:prstClr val="black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rPr>
              <a:t>A</a:t>
            </a:r>
            <a:endParaRPr lang="zh-CN" altLang="en-US" sz="1706" dirty="0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C11160EC-3E48-4C60-858B-3573846BFF86}"/>
              </a:ext>
            </a:extLst>
          </p:cNvPr>
          <p:cNvSpPr/>
          <p:nvPr/>
        </p:nvSpPr>
        <p:spPr>
          <a:xfrm>
            <a:off x="7119938" y="4286250"/>
            <a:ext cx="334962" cy="3556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706" kern="0" dirty="0">
                <a:solidFill>
                  <a:prstClr val="black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rPr>
              <a:t>B</a:t>
            </a:r>
            <a:endParaRPr lang="zh-CN" altLang="en-US" sz="1706" dirty="0"/>
          </a:p>
        </p:txBody>
      </p:sp>
      <p:sp>
        <p:nvSpPr>
          <p:cNvPr id="161" name="object 68">
            <a:extLst>
              <a:ext uri="{FF2B5EF4-FFF2-40B4-BE49-F238E27FC236}">
                <a16:creationId xmlns:a16="http://schemas.microsoft.com/office/drawing/2014/main" id="{8AC61565-7644-4674-BFB7-7B162F3A8296}"/>
              </a:ext>
            </a:extLst>
          </p:cNvPr>
          <p:cNvSpPr txBox="1"/>
          <p:nvPr/>
        </p:nvSpPr>
        <p:spPr>
          <a:xfrm>
            <a:off x="6916738" y="2106613"/>
            <a:ext cx="138112" cy="204787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9524">
              <a:lnSpc>
                <a:spcPts val="1481"/>
              </a:lnSpc>
              <a:defRPr/>
            </a:pPr>
            <a:r>
              <a:rPr lang="zh-CN" altLang="en-US" sz="199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</a:rPr>
              <a:t>②</a:t>
            </a:r>
            <a:endParaRPr sz="199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 Black" panose="020B0A02040204020203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ABE644-5F3D-FB8E-37BA-A5B63D53A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299114-D61E-4D12-B036-4EB0C73B9399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24B07A-8685-C6E8-1753-428C14843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340A9D2F-C38D-F54D-0DB4-9C0D4EDA7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54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5" dur="1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1" grpId="0"/>
      <p:bldP spid="161" grpId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>
            <a:extLst>
              <a:ext uri="{FF2B5EF4-FFF2-40B4-BE49-F238E27FC236}">
                <a16:creationId xmlns:a16="http://schemas.microsoft.com/office/drawing/2014/main" id="{410CB675-EB03-4FD5-9E35-320454470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5" y="114300"/>
            <a:ext cx="7886700" cy="1325563"/>
          </a:xfrm>
        </p:spPr>
        <p:txBody>
          <a:bodyPr/>
          <a:lstStyle/>
          <a:p>
            <a:r>
              <a:rPr lang="zh-CN" altLang="en-US" sz="3600" b="1">
                <a:latin typeface="Times New Roman" panose="02020603050405020304" pitchFamily="18" charset="0"/>
              </a:rPr>
              <a:t>保持时间违例</a:t>
            </a:r>
          </a:p>
        </p:txBody>
      </p:sp>
      <p:sp>
        <p:nvSpPr>
          <p:cNvPr id="4" name="TextBox 24">
            <a:extLst>
              <a:ext uri="{FF2B5EF4-FFF2-40B4-BE49-F238E27FC236}">
                <a16:creationId xmlns:a16="http://schemas.microsoft.com/office/drawing/2014/main" id="{EDE4851C-7B1E-4549-A2E9-CA540EDEA1A7}"/>
              </a:ext>
            </a:extLst>
          </p:cNvPr>
          <p:cNvSpPr txBox="1"/>
          <p:nvPr/>
        </p:nvSpPr>
        <p:spPr>
          <a:xfrm>
            <a:off x="2220913" y="1527175"/>
            <a:ext cx="7543800" cy="4397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marL="342900" indent="-34290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698500" indent="-24288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150000"/>
              </a:lnSpc>
              <a:spcBef>
                <a:spcPts val="425"/>
              </a:spcBef>
              <a:spcAft>
                <a:spcPts val="425"/>
              </a:spcAft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en-US" altLang="zh-CN" sz="1700">
                <a:latin typeface="Segoe UI Black" panose="020B0A02040204020203" pitchFamily="34" charset="0"/>
                <a:sym typeface="Arial" panose="020B0604020202020204" pitchFamily="34" charset="0"/>
              </a:rPr>
              <a:t> Clk_to_Q + </a:t>
            </a:r>
            <a:r>
              <a:rPr lang="zh-CN" altLang="en-US" sz="1700">
                <a:latin typeface="Segoe UI Black" panose="020B0A02040204020203" pitchFamily="34" charset="0"/>
                <a:sym typeface="Arial" panose="020B0604020202020204" pitchFamily="34" charset="0"/>
              </a:rPr>
              <a:t>最短路径时延 </a:t>
            </a:r>
            <a:r>
              <a:rPr lang="en-US" altLang="zh-CN" sz="1700">
                <a:latin typeface="Segoe UI Black" panose="020B0A02040204020203" pitchFamily="34" charset="0"/>
                <a:sym typeface="Arial" panose="020B0604020202020204" pitchFamily="34" charset="0"/>
              </a:rPr>
              <a:t>&gt; </a:t>
            </a:r>
            <a:r>
              <a:rPr lang="en-US" altLang="zh-CN" sz="1700">
                <a:solidFill>
                  <a:srgbClr val="7030A0"/>
                </a:solidFill>
                <a:latin typeface="Segoe UI Black" panose="020B0A02040204020203" pitchFamily="34" charset="0"/>
                <a:sym typeface="Arial" panose="020B0604020202020204" pitchFamily="34" charset="0"/>
              </a:rPr>
              <a:t>Hold_Time</a:t>
            </a:r>
          </a:p>
        </p:txBody>
      </p:sp>
      <p:sp>
        <p:nvSpPr>
          <p:cNvPr id="5" name="object 62">
            <a:extLst>
              <a:ext uri="{FF2B5EF4-FFF2-40B4-BE49-F238E27FC236}">
                <a16:creationId xmlns:a16="http://schemas.microsoft.com/office/drawing/2014/main" id="{EC55266F-EAAD-4F88-B99E-B613DB2EFDE6}"/>
              </a:ext>
            </a:extLst>
          </p:cNvPr>
          <p:cNvSpPr/>
          <p:nvPr/>
        </p:nvSpPr>
        <p:spPr>
          <a:xfrm>
            <a:off x="6732588" y="2847975"/>
            <a:ext cx="1062037" cy="265113"/>
          </a:xfrm>
          <a:custGeom>
            <a:avLst/>
            <a:gdLst/>
            <a:ahLst/>
            <a:cxnLst/>
            <a:rect l="l" t="t" r="r" b="b"/>
            <a:pathLst>
              <a:path w="1501139" h="315594">
                <a:moveTo>
                  <a:pt x="0" y="0"/>
                </a:moveTo>
                <a:lnTo>
                  <a:pt x="0" y="315468"/>
                </a:lnTo>
                <a:lnTo>
                  <a:pt x="1501139" y="315468"/>
                </a:lnTo>
                <a:lnTo>
                  <a:pt x="1501139" y="0"/>
                </a:lnTo>
                <a:lnTo>
                  <a:pt x="0" y="0"/>
                </a:lnTo>
                <a:close/>
              </a:path>
            </a:pathLst>
          </a:custGeom>
          <a:pattFill prst="lgConfetti">
            <a:fgClr>
              <a:srgbClr val="FFC000"/>
            </a:fgClr>
            <a:bgClr>
              <a:schemeClr val="bg1"/>
            </a:bgClr>
          </a:pattFill>
          <a:ln>
            <a:noFill/>
          </a:ln>
        </p:spPr>
        <p:txBody>
          <a:bodyPr lIns="0" tIns="0" rIns="0" bIns="0"/>
          <a:lstStyle/>
          <a:p>
            <a:pPr>
              <a:defRPr/>
            </a:pPr>
            <a:endParaRPr sz="128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2">
            <a:extLst>
              <a:ext uri="{FF2B5EF4-FFF2-40B4-BE49-F238E27FC236}">
                <a16:creationId xmlns:a16="http://schemas.microsoft.com/office/drawing/2014/main" id="{A7105370-2AD8-44CE-8C44-7C2AFD63F67D}"/>
              </a:ext>
            </a:extLst>
          </p:cNvPr>
          <p:cNvSpPr/>
          <p:nvPr/>
        </p:nvSpPr>
        <p:spPr>
          <a:xfrm>
            <a:off x="1846263" y="2847975"/>
            <a:ext cx="1062037" cy="273050"/>
          </a:xfrm>
          <a:custGeom>
            <a:avLst/>
            <a:gdLst/>
            <a:ahLst/>
            <a:cxnLst/>
            <a:rect l="l" t="t" r="r" b="b"/>
            <a:pathLst>
              <a:path w="1501139" h="315594">
                <a:moveTo>
                  <a:pt x="0" y="0"/>
                </a:moveTo>
                <a:lnTo>
                  <a:pt x="0" y="315468"/>
                </a:lnTo>
                <a:lnTo>
                  <a:pt x="1501139" y="315468"/>
                </a:lnTo>
                <a:lnTo>
                  <a:pt x="1501139" y="0"/>
                </a:lnTo>
                <a:lnTo>
                  <a:pt x="0" y="0"/>
                </a:lnTo>
                <a:close/>
              </a:path>
            </a:pathLst>
          </a:custGeom>
          <a:pattFill prst="lgConfetti">
            <a:fgClr>
              <a:srgbClr val="FFC000"/>
            </a:fgClr>
            <a:bgClr>
              <a:schemeClr val="bg1"/>
            </a:bgClr>
          </a:pattFill>
          <a:ln>
            <a:noFill/>
          </a:ln>
        </p:spPr>
        <p:txBody>
          <a:bodyPr lIns="0" tIns="0" rIns="0" bIns="0"/>
          <a:lstStyle/>
          <a:p>
            <a:pPr>
              <a:defRPr/>
            </a:pPr>
            <a:endParaRPr sz="128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62">
            <a:extLst>
              <a:ext uri="{FF2B5EF4-FFF2-40B4-BE49-F238E27FC236}">
                <a16:creationId xmlns:a16="http://schemas.microsoft.com/office/drawing/2014/main" id="{AAB7B137-0D20-45FB-AE68-993209DB105A}"/>
              </a:ext>
            </a:extLst>
          </p:cNvPr>
          <p:cNvSpPr/>
          <p:nvPr/>
        </p:nvSpPr>
        <p:spPr>
          <a:xfrm>
            <a:off x="7796213" y="2846388"/>
            <a:ext cx="398462" cy="280987"/>
          </a:xfrm>
          <a:custGeom>
            <a:avLst/>
            <a:gdLst/>
            <a:ahLst/>
            <a:cxnLst/>
            <a:rect l="l" t="t" r="r" b="b"/>
            <a:pathLst>
              <a:path w="1501139" h="315594">
                <a:moveTo>
                  <a:pt x="0" y="0"/>
                </a:moveTo>
                <a:lnTo>
                  <a:pt x="0" y="315468"/>
                </a:lnTo>
                <a:lnTo>
                  <a:pt x="1501139" y="315468"/>
                </a:lnTo>
                <a:lnTo>
                  <a:pt x="1501139" y="0"/>
                </a:lnTo>
                <a:lnTo>
                  <a:pt x="0" y="0"/>
                </a:lnTo>
                <a:close/>
              </a:path>
            </a:pathLst>
          </a:custGeom>
          <a:pattFill prst="lt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0" rIns="0" bIns="0"/>
          <a:lstStyle/>
          <a:p>
            <a:pPr>
              <a:defRPr/>
            </a:pPr>
            <a:endParaRPr sz="128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1207" name="直接连接符 7">
            <a:extLst>
              <a:ext uri="{FF2B5EF4-FFF2-40B4-BE49-F238E27FC236}">
                <a16:creationId xmlns:a16="http://schemas.microsoft.com/office/drawing/2014/main" id="{0DADB963-34C5-46F2-8292-3C64674D143B}"/>
              </a:ext>
            </a:extLst>
          </p:cNvPr>
          <p:cNvCxnSpPr>
            <a:cxnSpLocks noChangeShapeType="1"/>
            <a:endCxn id="17" idx="0"/>
          </p:cNvCxnSpPr>
          <p:nvPr/>
        </p:nvCxnSpPr>
        <p:spPr bwMode="auto">
          <a:xfrm>
            <a:off x="7332663" y="2346325"/>
            <a:ext cx="0" cy="1162050"/>
          </a:xfrm>
          <a:prstGeom prst="line">
            <a:avLst/>
          </a:prstGeom>
          <a:noFill/>
          <a:ln w="28575" cap="sq">
            <a:solidFill>
              <a:srgbClr val="00000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1208" name="组合 8">
            <a:extLst>
              <a:ext uri="{FF2B5EF4-FFF2-40B4-BE49-F238E27FC236}">
                <a16:creationId xmlns:a16="http://schemas.microsoft.com/office/drawing/2014/main" id="{FAA67278-83A4-4C07-8671-2C55D0480FE4}"/>
              </a:ext>
            </a:extLst>
          </p:cNvPr>
          <p:cNvGrpSpPr>
            <a:grpSpLocks/>
          </p:cNvGrpSpPr>
          <p:nvPr/>
        </p:nvGrpSpPr>
        <p:grpSpPr bwMode="auto">
          <a:xfrm>
            <a:off x="1819275" y="3508375"/>
            <a:ext cx="5688013" cy="1954213"/>
            <a:chOff x="2773288" y="2748625"/>
            <a:chExt cx="7999842" cy="2747360"/>
          </a:xfrm>
        </p:grpSpPr>
        <p:grpSp>
          <p:nvGrpSpPr>
            <p:cNvPr id="51282" name="组合 9">
              <a:extLst>
                <a:ext uri="{FF2B5EF4-FFF2-40B4-BE49-F238E27FC236}">
                  <a16:creationId xmlns:a16="http://schemas.microsoft.com/office/drawing/2014/main" id="{892D2567-36F4-4951-806D-70452CAEDE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3288" y="4998479"/>
              <a:ext cx="890367" cy="497506"/>
              <a:chOff x="1771395" y="3136466"/>
              <a:chExt cx="390701" cy="528531"/>
            </a:xfrm>
          </p:grpSpPr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0E5CEC23-1A86-4A2C-B979-A08DB442F894}"/>
                  </a:ext>
                </a:extLst>
              </p:cNvPr>
              <p:cNvSpPr txBox="1"/>
              <p:nvPr/>
            </p:nvSpPr>
            <p:spPr>
              <a:xfrm>
                <a:off x="1771395" y="3233477"/>
                <a:ext cx="302739" cy="4315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1280" kern="0" dirty="0">
                    <a:solidFill>
                      <a:prstClr val="black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CLK</a:t>
                </a:r>
              </a:p>
            </p:txBody>
          </p:sp>
          <p:cxnSp>
            <p:nvCxnSpPr>
              <p:cNvPr id="51326" name="直接连接符 53">
                <a:extLst>
                  <a:ext uri="{FF2B5EF4-FFF2-40B4-BE49-F238E27FC236}">
                    <a16:creationId xmlns:a16="http://schemas.microsoft.com/office/drawing/2014/main" id="{C44196A1-9242-4D9F-A5FD-F86BA296A30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162096" y="3136466"/>
                <a:ext cx="0" cy="286290"/>
              </a:xfrm>
              <a:prstGeom prst="line">
                <a:avLst/>
              </a:prstGeom>
              <a:noFill/>
              <a:ln w="25400" cap="sq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8BD9524-0552-49D0-86E1-2D12D3AE3370}"/>
                </a:ext>
              </a:extLst>
            </p:cNvPr>
            <p:cNvSpPr/>
            <p:nvPr/>
          </p:nvSpPr>
          <p:spPr>
            <a:xfrm>
              <a:off x="4555000" y="2764248"/>
              <a:ext cx="5115166" cy="2254129"/>
            </a:xfrm>
            <a:prstGeom prst="rect">
              <a:avLst/>
            </a:prstGeom>
            <a:solidFill>
              <a:srgbClr val="FFFFCC"/>
            </a:solidFill>
            <a:ln w="28575" cap="flat" cmpd="sng" algn="ctr">
              <a:solidFill>
                <a:sysClr val="windowText" lastClr="000000"/>
              </a:solidFill>
              <a:prstDash val="sysDash"/>
              <a:miter lim="800000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3129" kern="0">
                <a:solidFill>
                  <a:prstClr val="white"/>
                </a:solidFill>
                <a:latin typeface="Segoe UI Black" panose="020B0A02040204020203" pitchFamily="34" charset="0"/>
                <a:ea typeface="等线" panose="02010600030101010101" pitchFamily="2" charset="-122"/>
                <a:cs typeface="Segoe UI Black" panose="020B0A02040204020203" pitchFamily="34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0DFC8F0-C794-4D06-9104-F16AAFACCDCB}"/>
                </a:ext>
              </a:extLst>
            </p:cNvPr>
            <p:cNvSpPr/>
            <p:nvPr/>
          </p:nvSpPr>
          <p:spPr>
            <a:xfrm>
              <a:off x="3423011" y="2764248"/>
              <a:ext cx="480034" cy="2254129"/>
            </a:xfrm>
            <a:prstGeom prst="rect">
              <a:avLst/>
            </a:prstGeom>
            <a:solidFill>
              <a:srgbClr val="9CDCF8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3129" kern="0">
                <a:solidFill>
                  <a:prstClr val="white"/>
                </a:solidFill>
                <a:latin typeface="Segoe UI Black" panose="020B0A02040204020203" pitchFamily="34" charset="0"/>
                <a:ea typeface="等线" panose="02010600030101010101" pitchFamily="2" charset="-122"/>
                <a:cs typeface="Segoe UI Black" panose="020B0A02040204020203" pitchFamily="34" charset="0"/>
              </a:endParaRPr>
            </a:p>
          </p:txBody>
        </p:sp>
        <p:sp>
          <p:nvSpPr>
            <p:cNvPr id="13" name="等腰三角形 12">
              <a:extLst>
                <a:ext uri="{FF2B5EF4-FFF2-40B4-BE49-F238E27FC236}">
                  <a16:creationId xmlns:a16="http://schemas.microsoft.com/office/drawing/2014/main" id="{748A4876-BF8B-4582-9BE4-C6CAA8915D40}"/>
                </a:ext>
              </a:extLst>
            </p:cNvPr>
            <p:cNvSpPr/>
            <p:nvPr/>
          </p:nvSpPr>
          <p:spPr>
            <a:xfrm>
              <a:off x="3423011" y="4877773"/>
              <a:ext cx="480034" cy="140605"/>
            </a:xfrm>
            <a:prstGeom prst="triangle">
              <a:avLst/>
            </a:prstGeom>
            <a:solidFill>
              <a:srgbClr val="9CDCF8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3129" kern="0">
                <a:solidFill>
                  <a:prstClr val="white"/>
                </a:solidFill>
                <a:latin typeface="Segoe UI Black" panose="020B0A02040204020203" pitchFamily="34" charset="0"/>
                <a:ea typeface="等线" panose="02010600030101010101" pitchFamily="2" charset="-122"/>
                <a:cs typeface="Segoe UI Black" panose="020B0A02040204020203" pitchFamily="34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B321FCC-C287-4893-A335-566B8BC48F53}"/>
                </a:ext>
              </a:extLst>
            </p:cNvPr>
            <p:cNvSpPr txBox="1"/>
            <p:nvPr/>
          </p:nvSpPr>
          <p:spPr>
            <a:xfrm>
              <a:off x="3358261" y="3458341"/>
              <a:ext cx="567111" cy="899421"/>
            </a:xfrm>
            <a:prstGeom prst="rect">
              <a:avLst/>
            </a:prstGeom>
            <a:noFill/>
          </p:spPr>
          <p:txBody>
            <a:bodyPr vert="eaVert" wrap="none">
              <a:spAutoFit/>
            </a:bodyPr>
            <a:lstStyle>
              <a:lvl1pPr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400">
                  <a:solidFill>
                    <a:srgbClr val="000000"/>
                  </a:solidFill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rPr>
                <a:t>寄存器</a:t>
              </a:r>
              <a:endParaRPr lang="en-US" altLang="zh-CN" sz="1400">
                <a:solidFill>
                  <a:srgbClr val="000000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grpSp>
          <p:nvGrpSpPr>
            <p:cNvPr id="51287" name="组合 14">
              <a:extLst>
                <a:ext uri="{FF2B5EF4-FFF2-40B4-BE49-F238E27FC236}">
                  <a16:creationId xmlns:a16="http://schemas.microsoft.com/office/drawing/2014/main" id="{DD0E21C4-E824-4467-9625-A78AA9527C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55540" y="3019341"/>
              <a:ext cx="5100231" cy="1685647"/>
              <a:chOff x="6423365" y="-197514"/>
              <a:chExt cx="5307123" cy="1754026"/>
            </a:xfrm>
          </p:grpSpPr>
          <p:grpSp>
            <p:nvGrpSpPr>
              <p:cNvPr id="51293" name="Group 70">
                <a:extLst>
                  <a:ext uri="{FF2B5EF4-FFF2-40B4-BE49-F238E27FC236}">
                    <a16:creationId xmlns:a16="http://schemas.microsoft.com/office/drawing/2014/main" id="{368C6D90-BB32-4BE4-AD13-8F1417FF6B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23365" y="338076"/>
                <a:ext cx="907090" cy="471605"/>
                <a:chOff x="3279279" y="4177246"/>
                <a:chExt cx="1425469" cy="741118"/>
              </a:xfrm>
            </p:grpSpPr>
            <p:cxnSp>
              <p:nvCxnSpPr>
                <p:cNvPr id="49" name="Straight Connector 22">
                  <a:extLst>
                    <a:ext uri="{FF2B5EF4-FFF2-40B4-BE49-F238E27FC236}">
                      <a16:creationId xmlns:a16="http://schemas.microsoft.com/office/drawing/2014/main" id="{085C8B00-4E15-4773-A599-754769F87651}"/>
                    </a:ext>
                  </a:extLst>
                </p:cNvPr>
                <p:cNvCxnSpPr/>
                <p:nvPr/>
              </p:nvCxnSpPr>
              <p:spPr>
                <a:xfrm flipV="1">
                  <a:off x="3278396" y="4735904"/>
                  <a:ext cx="416214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24">
                  <a:extLst>
                    <a:ext uri="{FF2B5EF4-FFF2-40B4-BE49-F238E27FC236}">
                      <a16:creationId xmlns:a16="http://schemas.microsoft.com/office/drawing/2014/main" id="{CC7E52B2-8E38-433C-8D2D-ABD5D7EBB770}"/>
                    </a:ext>
                  </a:extLst>
                </p:cNvPr>
                <p:cNvCxnSpPr/>
                <p:nvPr/>
              </p:nvCxnSpPr>
              <p:spPr>
                <a:xfrm flipV="1">
                  <a:off x="3278396" y="4370952"/>
                  <a:ext cx="416214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Oval 65">
                  <a:extLst>
                    <a:ext uri="{FF2B5EF4-FFF2-40B4-BE49-F238E27FC236}">
                      <a16:creationId xmlns:a16="http://schemas.microsoft.com/office/drawing/2014/main" id="{FBB0668B-F2AE-4E18-AF6E-C0F21B967E1D}"/>
                    </a:ext>
                  </a:extLst>
                </p:cNvPr>
                <p:cNvSpPr/>
                <p:nvPr/>
              </p:nvSpPr>
              <p:spPr>
                <a:xfrm>
                  <a:off x="4585453" y="4495036"/>
                  <a:ext cx="120484" cy="120433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endParaRPr lang="en-GB" altLang="zh-CN" sz="1200">
                    <a:solidFill>
                      <a:srgbClr val="FFFFFF"/>
                    </a:solidFill>
                    <a:latin typeface="Segoe UI Black" panose="020B0A02040204020203" pitchFamily="34" charset="0"/>
                  </a:endParaRPr>
                </a:p>
              </p:txBody>
            </p:sp>
            <p:sp>
              <p:nvSpPr>
                <p:cNvPr id="52" name="Delay 67">
                  <a:extLst>
                    <a:ext uri="{FF2B5EF4-FFF2-40B4-BE49-F238E27FC236}">
                      <a16:creationId xmlns:a16="http://schemas.microsoft.com/office/drawing/2014/main" id="{0B8D1D9B-12BE-4137-AF7E-7A7BDE401D13}"/>
                    </a:ext>
                  </a:extLst>
                </p:cNvPr>
                <p:cNvSpPr/>
                <p:nvPr/>
              </p:nvSpPr>
              <p:spPr>
                <a:xfrm>
                  <a:off x="3694610" y="4177526"/>
                  <a:ext cx="883541" cy="740854"/>
                </a:xfrm>
                <a:prstGeom prst="flowChartDelay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endParaRPr lang="en-GB" altLang="zh-CN" sz="1200">
                    <a:solidFill>
                      <a:srgbClr val="FFFFFF"/>
                    </a:solidFill>
                    <a:latin typeface="Segoe UI Black" panose="020B0A02040204020203" pitchFamily="34" charset="0"/>
                  </a:endParaRPr>
                </a:p>
              </p:txBody>
            </p:sp>
          </p:grpSp>
          <p:cxnSp>
            <p:nvCxnSpPr>
              <p:cNvPr id="22" name="Straight Connector 97">
                <a:extLst>
                  <a:ext uri="{FF2B5EF4-FFF2-40B4-BE49-F238E27FC236}">
                    <a16:creationId xmlns:a16="http://schemas.microsoft.com/office/drawing/2014/main" id="{8581AE3F-503B-49A8-96E2-58405DF1A239}"/>
                  </a:ext>
                </a:extLst>
              </p:cNvPr>
              <p:cNvCxnSpPr/>
              <p:nvPr/>
            </p:nvCxnSpPr>
            <p:spPr>
              <a:xfrm flipV="1">
                <a:off x="7335858" y="570488"/>
                <a:ext cx="436779" cy="464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98">
                <a:extLst>
                  <a:ext uri="{FF2B5EF4-FFF2-40B4-BE49-F238E27FC236}">
                    <a16:creationId xmlns:a16="http://schemas.microsoft.com/office/drawing/2014/main" id="{CCF80EAD-A4D7-445C-B13F-D54BD4E8A6EF}"/>
                  </a:ext>
                </a:extLst>
              </p:cNvPr>
              <p:cNvCxnSpPr>
                <a:stCxn id="24" idx="6"/>
              </p:cNvCxnSpPr>
              <p:nvPr/>
            </p:nvCxnSpPr>
            <p:spPr>
              <a:xfrm>
                <a:off x="8097898" y="570488"/>
                <a:ext cx="339201" cy="0"/>
              </a:xfrm>
              <a:prstGeom prst="line">
                <a:avLst/>
              </a:prstGeom>
              <a:ln w="28575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Oval 99">
                <a:extLst>
                  <a:ext uri="{FF2B5EF4-FFF2-40B4-BE49-F238E27FC236}">
                    <a16:creationId xmlns:a16="http://schemas.microsoft.com/office/drawing/2014/main" id="{F8BACD7F-3EF3-44B4-A9C0-4F13BB293066}"/>
                  </a:ext>
                </a:extLst>
              </p:cNvPr>
              <p:cNvSpPr/>
              <p:nvPr/>
            </p:nvSpPr>
            <p:spPr>
              <a:xfrm>
                <a:off x="8021228" y="533331"/>
                <a:ext cx="76669" cy="74315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en-GB" altLang="zh-CN" sz="1200">
                  <a:solidFill>
                    <a:srgbClr val="FFFFFF"/>
                  </a:solidFill>
                  <a:latin typeface="Segoe UI Black" panose="020B0A02040204020203" pitchFamily="34" charset="0"/>
                </a:endParaRPr>
              </a:p>
            </p:txBody>
          </p:sp>
          <p:sp>
            <p:nvSpPr>
              <p:cNvPr id="25" name="Triangle 100">
                <a:extLst>
                  <a:ext uri="{FF2B5EF4-FFF2-40B4-BE49-F238E27FC236}">
                    <a16:creationId xmlns:a16="http://schemas.microsoft.com/office/drawing/2014/main" id="{0D57D883-A580-42A6-B21F-9F2E1B48BDA7}"/>
                  </a:ext>
                </a:extLst>
              </p:cNvPr>
              <p:cNvSpPr/>
              <p:nvPr/>
            </p:nvSpPr>
            <p:spPr>
              <a:xfrm rot="5400000">
                <a:off x="7758753" y="447356"/>
                <a:ext cx="276358" cy="239298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en-GB" altLang="zh-CN" sz="1200">
                  <a:solidFill>
                    <a:srgbClr val="FFFFFF"/>
                  </a:solidFill>
                  <a:latin typeface="Segoe UI Black" panose="020B0A02040204020203" pitchFamily="34" charset="0"/>
                </a:endParaRPr>
              </a:p>
            </p:txBody>
          </p:sp>
          <p:cxnSp>
            <p:nvCxnSpPr>
              <p:cNvPr id="26" name="Straight Connector 66">
                <a:extLst>
                  <a:ext uri="{FF2B5EF4-FFF2-40B4-BE49-F238E27FC236}">
                    <a16:creationId xmlns:a16="http://schemas.microsoft.com/office/drawing/2014/main" id="{7FE21B62-5FA9-4D2E-9B22-7E4977F6949A}"/>
                  </a:ext>
                </a:extLst>
              </p:cNvPr>
              <p:cNvCxnSpPr/>
              <p:nvPr/>
            </p:nvCxnSpPr>
            <p:spPr>
              <a:xfrm flipV="1">
                <a:off x="9584805" y="1216101"/>
                <a:ext cx="167277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Stored Data 71">
                <a:extLst>
                  <a:ext uri="{FF2B5EF4-FFF2-40B4-BE49-F238E27FC236}">
                    <a16:creationId xmlns:a16="http://schemas.microsoft.com/office/drawing/2014/main" id="{91EF37CB-E12D-4483-AE7C-B6546DA171F4}"/>
                  </a:ext>
                </a:extLst>
              </p:cNvPr>
              <p:cNvSpPr/>
              <p:nvPr/>
            </p:nvSpPr>
            <p:spPr>
              <a:xfrm rot="10800000">
                <a:off x="8938930" y="983866"/>
                <a:ext cx="643551" cy="462148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8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28" name="Stored Data 71">
                <a:extLst>
                  <a:ext uri="{FF2B5EF4-FFF2-40B4-BE49-F238E27FC236}">
                    <a16:creationId xmlns:a16="http://schemas.microsoft.com/office/drawing/2014/main" id="{2BB23121-9D25-4DBA-936A-CA8340A68914}"/>
                  </a:ext>
                </a:extLst>
              </p:cNvPr>
              <p:cNvSpPr/>
              <p:nvPr/>
            </p:nvSpPr>
            <p:spPr>
              <a:xfrm rot="10800000">
                <a:off x="8934283" y="983866"/>
                <a:ext cx="69699" cy="462148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8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29" name="Stored Data 71">
                <a:extLst>
                  <a:ext uri="{FF2B5EF4-FFF2-40B4-BE49-F238E27FC236}">
                    <a16:creationId xmlns:a16="http://schemas.microsoft.com/office/drawing/2014/main" id="{BAD3170D-4C76-4332-B728-269553E07CAD}"/>
                  </a:ext>
                </a:extLst>
              </p:cNvPr>
              <p:cNvSpPr/>
              <p:nvPr/>
            </p:nvSpPr>
            <p:spPr>
              <a:xfrm rot="10800000">
                <a:off x="8883170" y="983866"/>
                <a:ext cx="69699" cy="459825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8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grpSp>
            <p:nvGrpSpPr>
              <p:cNvPr id="51302" name="Group 119">
                <a:extLst>
                  <a:ext uri="{FF2B5EF4-FFF2-40B4-BE49-F238E27FC236}">
                    <a16:creationId xmlns:a16="http://schemas.microsoft.com/office/drawing/2014/main" id="{3D7324DD-F03C-4CAC-8735-B5B7425CA9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29376" y="1096052"/>
                <a:ext cx="847700" cy="460460"/>
                <a:chOff x="3675121" y="5435921"/>
                <a:chExt cx="1332140" cy="723601"/>
              </a:xfrm>
            </p:grpSpPr>
            <p:cxnSp>
              <p:nvCxnSpPr>
                <p:cNvPr id="45" name="Straight Connector 124">
                  <a:extLst>
                    <a:ext uri="{FF2B5EF4-FFF2-40B4-BE49-F238E27FC236}">
                      <a16:creationId xmlns:a16="http://schemas.microsoft.com/office/drawing/2014/main" id="{1CD8686A-F55C-4478-BCB6-FEA1AB951C9C}"/>
                    </a:ext>
                  </a:extLst>
                </p:cNvPr>
                <p:cNvCxnSpPr/>
                <p:nvPr/>
              </p:nvCxnSpPr>
              <p:spPr>
                <a:xfrm flipV="1">
                  <a:off x="3675747" y="5985877"/>
                  <a:ext cx="416214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125">
                  <a:extLst>
                    <a:ext uri="{FF2B5EF4-FFF2-40B4-BE49-F238E27FC236}">
                      <a16:creationId xmlns:a16="http://schemas.microsoft.com/office/drawing/2014/main" id="{00DFF85C-36ED-4873-91FF-238EBBDA1025}"/>
                    </a:ext>
                  </a:extLst>
                </p:cNvPr>
                <p:cNvCxnSpPr/>
                <p:nvPr/>
              </p:nvCxnSpPr>
              <p:spPr>
                <a:xfrm flipV="1">
                  <a:off x="3675747" y="5624574"/>
                  <a:ext cx="416214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Stored Data 71">
                  <a:extLst>
                    <a:ext uri="{FF2B5EF4-FFF2-40B4-BE49-F238E27FC236}">
                      <a16:creationId xmlns:a16="http://schemas.microsoft.com/office/drawing/2014/main" id="{4F8F4F13-6E4A-4841-BFD8-0333705C13A6}"/>
                    </a:ext>
                  </a:extLst>
                </p:cNvPr>
                <p:cNvSpPr/>
                <p:nvPr/>
              </p:nvSpPr>
              <p:spPr>
                <a:xfrm rot="10800000">
                  <a:off x="3997035" y="5438450"/>
                  <a:ext cx="1011326" cy="722603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4932 w 13265"/>
                    <a:gd name="connsiteY0" fmla="*/ 0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4932 w 13265"/>
                    <a:gd name="connsiteY4" fmla="*/ 10000 h 10000"/>
                    <a:gd name="connsiteX5" fmla="*/ 0 w 13265"/>
                    <a:gd name="connsiteY5" fmla="*/ 5084 h 10000"/>
                    <a:gd name="connsiteX6" fmla="*/ 4932 w 13265"/>
                    <a:gd name="connsiteY6" fmla="*/ 0 h 10000"/>
                    <a:gd name="connsiteX0" fmla="*/ 5226 w 13559"/>
                    <a:gd name="connsiteY0" fmla="*/ 0 h 10000"/>
                    <a:gd name="connsiteX1" fmla="*/ 13559 w 13559"/>
                    <a:gd name="connsiteY1" fmla="*/ 0 h 10000"/>
                    <a:gd name="connsiteX2" fmla="*/ 11892 w 13559"/>
                    <a:gd name="connsiteY2" fmla="*/ 5000 h 10000"/>
                    <a:gd name="connsiteX3" fmla="*/ 13559 w 13559"/>
                    <a:gd name="connsiteY3" fmla="*/ 10000 h 10000"/>
                    <a:gd name="connsiteX4" fmla="*/ 5226 w 13559"/>
                    <a:gd name="connsiteY4" fmla="*/ 10000 h 10000"/>
                    <a:gd name="connsiteX5" fmla="*/ 294 w 13559"/>
                    <a:gd name="connsiteY5" fmla="*/ 5084 h 10000"/>
                    <a:gd name="connsiteX6" fmla="*/ 5226 w 13559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66 w 13299"/>
                    <a:gd name="connsiteY0" fmla="*/ 0 h 10000"/>
                    <a:gd name="connsiteX1" fmla="*/ 13299 w 13299"/>
                    <a:gd name="connsiteY1" fmla="*/ 0 h 10000"/>
                    <a:gd name="connsiteX2" fmla="*/ 11632 w 13299"/>
                    <a:gd name="connsiteY2" fmla="*/ 5000 h 10000"/>
                    <a:gd name="connsiteX3" fmla="*/ 13299 w 13299"/>
                    <a:gd name="connsiteY3" fmla="*/ 10000 h 10000"/>
                    <a:gd name="connsiteX4" fmla="*/ 7782 w 13299"/>
                    <a:gd name="connsiteY4" fmla="*/ 10000 h 10000"/>
                    <a:gd name="connsiteX5" fmla="*/ 34 w 13299"/>
                    <a:gd name="connsiteY5" fmla="*/ 5084 h 10000"/>
                    <a:gd name="connsiteX6" fmla="*/ 4966 w 13299"/>
                    <a:gd name="connsiteY6" fmla="*/ 0 h 10000"/>
                    <a:gd name="connsiteX0" fmla="*/ 4947 w 13280"/>
                    <a:gd name="connsiteY0" fmla="*/ 0 h 10000"/>
                    <a:gd name="connsiteX1" fmla="*/ 13280 w 13280"/>
                    <a:gd name="connsiteY1" fmla="*/ 0 h 10000"/>
                    <a:gd name="connsiteX2" fmla="*/ 11613 w 13280"/>
                    <a:gd name="connsiteY2" fmla="*/ 5000 h 10000"/>
                    <a:gd name="connsiteX3" fmla="*/ 13280 w 13280"/>
                    <a:gd name="connsiteY3" fmla="*/ 10000 h 10000"/>
                    <a:gd name="connsiteX4" fmla="*/ 6702 w 13280"/>
                    <a:gd name="connsiteY4" fmla="*/ 9832 h 10000"/>
                    <a:gd name="connsiteX5" fmla="*/ 15 w 13280"/>
                    <a:gd name="connsiteY5" fmla="*/ 5084 h 10000"/>
                    <a:gd name="connsiteX6" fmla="*/ 4947 w 13280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5711 w 13268"/>
                    <a:gd name="connsiteY0" fmla="*/ 126 h 10000"/>
                    <a:gd name="connsiteX1" fmla="*/ 13268 w 13268"/>
                    <a:gd name="connsiteY1" fmla="*/ 0 h 10000"/>
                    <a:gd name="connsiteX2" fmla="*/ 11601 w 13268"/>
                    <a:gd name="connsiteY2" fmla="*/ 5000 h 10000"/>
                    <a:gd name="connsiteX3" fmla="*/ 13268 w 13268"/>
                    <a:gd name="connsiteY3" fmla="*/ 10000 h 10000"/>
                    <a:gd name="connsiteX4" fmla="*/ 6690 w 13268"/>
                    <a:gd name="connsiteY4" fmla="*/ 9832 h 10000"/>
                    <a:gd name="connsiteX5" fmla="*/ 3 w 13268"/>
                    <a:gd name="connsiteY5" fmla="*/ 5084 h 10000"/>
                    <a:gd name="connsiteX6" fmla="*/ 5711 w 13268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6688 w 13265"/>
                    <a:gd name="connsiteY0" fmla="*/ 42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6687 w 13265"/>
                    <a:gd name="connsiteY4" fmla="*/ 9832 h 10000"/>
                    <a:gd name="connsiteX5" fmla="*/ 0 w 13265"/>
                    <a:gd name="connsiteY5" fmla="*/ 5084 h 10000"/>
                    <a:gd name="connsiteX6" fmla="*/ 6688 w 13265"/>
                    <a:gd name="connsiteY6" fmla="*/ 42 h 10000"/>
                    <a:gd name="connsiteX0" fmla="*/ 6688 w 13265"/>
                    <a:gd name="connsiteY0" fmla="*/ 42 h 9832"/>
                    <a:gd name="connsiteX1" fmla="*/ 13265 w 13265"/>
                    <a:gd name="connsiteY1" fmla="*/ 0 h 9832"/>
                    <a:gd name="connsiteX2" fmla="*/ 11598 w 13265"/>
                    <a:gd name="connsiteY2" fmla="*/ 5000 h 9832"/>
                    <a:gd name="connsiteX3" fmla="*/ 11387 w 13265"/>
                    <a:gd name="connsiteY3" fmla="*/ 9790 h 9832"/>
                    <a:gd name="connsiteX4" fmla="*/ 6687 w 13265"/>
                    <a:gd name="connsiteY4" fmla="*/ 9832 h 9832"/>
                    <a:gd name="connsiteX5" fmla="*/ 0 w 13265"/>
                    <a:gd name="connsiteY5" fmla="*/ 5084 h 9832"/>
                    <a:gd name="connsiteX6" fmla="*/ 6688 w 13265"/>
                    <a:gd name="connsiteY6" fmla="*/ 42 h 9832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692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784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9784"/>
                    <a:gd name="connsiteY0" fmla="*/ 0 h 9957"/>
                    <a:gd name="connsiteX1" fmla="*/ 9415 w 9784"/>
                    <a:gd name="connsiteY1" fmla="*/ 171 h 9957"/>
                    <a:gd name="connsiteX2" fmla="*/ 8743 w 9784"/>
                    <a:gd name="connsiteY2" fmla="*/ 5042 h 9957"/>
                    <a:gd name="connsiteX3" fmla="*/ 9784 w 9784"/>
                    <a:gd name="connsiteY3" fmla="*/ 9957 h 9957"/>
                    <a:gd name="connsiteX4" fmla="*/ 5041 w 9784"/>
                    <a:gd name="connsiteY4" fmla="*/ 9957 h 9957"/>
                    <a:gd name="connsiteX5" fmla="*/ 0 w 9784"/>
                    <a:gd name="connsiteY5" fmla="*/ 5128 h 9957"/>
                    <a:gd name="connsiteX6" fmla="*/ 5042 w 9784"/>
                    <a:gd name="connsiteY6" fmla="*/ 0 h 9957"/>
                    <a:gd name="connsiteX0" fmla="*/ 5153 w 10000"/>
                    <a:gd name="connsiteY0" fmla="*/ 0 h 10000"/>
                    <a:gd name="connsiteX1" fmla="*/ 9875 w 10000"/>
                    <a:gd name="connsiteY1" fmla="*/ 172 h 10000"/>
                    <a:gd name="connsiteX2" fmla="*/ 8936 w 10000"/>
                    <a:gd name="connsiteY2" fmla="*/ 5064 h 10000"/>
                    <a:gd name="connsiteX3" fmla="*/ 10000 w 10000"/>
                    <a:gd name="connsiteY3" fmla="*/ 10000 h 10000"/>
                    <a:gd name="connsiteX4" fmla="*/ 5152 w 10000"/>
                    <a:gd name="connsiteY4" fmla="*/ 10000 h 10000"/>
                    <a:gd name="connsiteX5" fmla="*/ 0 w 10000"/>
                    <a:gd name="connsiteY5" fmla="*/ 5150 h 10000"/>
                    <a:gd name="connsiteX6" fmla="*/ 5153 w 10000"/>
                    <a:gd name="connsiteY6" fmla="*/ 0 h 10000"/>
                    <a:gd name="connsiteX0" fmla="*/ 5153 w 10001"/>
                    <a:gd name="connsiteY0" fmla="*/ 0 h 10000"/>
                    <a:gd name="connsiteX1" fmla="*/ 10001 w 10001"/>
                    <a:gd name="connsiteY1" fmla="*/ 215 h 10000"/>
                    <a:gd name="connsiteX2" fmla="*/ 8936 w 10001"/>
                    <a:gd name="connsiteY2" fmla="*/ 5064 h 10000"/>
                    <a:gd name="connsiteX3" fmla="*/ 10000 w 10001"/>
                    <a:gd name="connsiteY3" fmla="*/ 10000 h 10000"/>
                    <a:gd name="connsiteX4" fmla="*/ 5152 w 10001"/>
                    <a:gd name="connsiteY4" fmla="*/ 10000 h 10000"/>
                    <a:gd name="connsiteX5" fmla="*/ 0 w 10001"/>
                    <a:gd name="connsiteY5" fmla="*/ 5150 h 10000"/>
                    <a:gd name="connsiteX6" fmla="*/ 5153 w 10001"/>
                    <a:gd name="connsiteY6" fmla="*/ 0 h 10000"/>
                    <a:gd name="connsiteX0" fmla="*/ 5184 w 10001"/>
                    <a:gd name="connsiteY0" fmla="*/ 43 h 9785"/>
                    <a:gd name="connsiteX1" fmla="*/ 10001 w 10001"/>
                    <a:gd name="connsiteY1" fmla="*/ 0 h 9785"/>
                    <a:gd name="connsiteX2" fmla="*/ 8936 w 10001"/>
                    <a:gd name="connsiteY2" fmla="*/ 4849 h 9785"/>
                    <a:gd name="connsiteX3" fmla="*/ 10000 w 10001"/>
                    <a:gd name="connsiteY3" fmla="*/ 9785 h 9785"/>
                    <a:gd name="connsiteX4" fmla="*/ 5152 w 10001"/>
                    <a:gd name="connsiteY4" fmla="*/ 9785 h 9785"/>
                    <a:gd name="connsiteX5" fmla="*/ 0 w 10001"/>
                    <a:gd name="connsiteY5" fmla="*/ 4935 h 9785"/>
                    <a:gd name="connsiteX6" fmla="*/ 5184 w 10001"/>
                    <a:gd name="connsiteY6" fmla="*/ 43 h 9785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8935 w 10000"/>
                    <a:gd name="connsiteY0" fmla="*/ 4956 h 10000"/>
                    <a:gd name="connsiteX1" fmla="*/ 9999 w 10000"/>
                    <a:gd name="connsiteY1" fmla="*/ 10000 h 10000"/>
                    <a:gd name="connsiteX2" fmla="*/ 5183 w 10000"/>
                    <a:gd name="connsiteY2" fmla="*/ 9912 h 10000"/>
                    <a:gd name="connsiteX3" fmla="*/ 0 w 10000"/>
                    <a:gd name="connsiteY3" fmla="*/ 5043 h 10000"/>
                    <a:gd name="connsiteX4" fmla="*/ 5183 w 10000"/>
                    <a:gd name="connsiteY4" fmla="*/ 44 h 10000"/>
                    <a:gd name="connsiteX5" fmla="*/ 10000 w 10000"/>
                    <a:gd name="connsiteY5" fmla="*/ 0 h 10000"/>
                    <a:gd name="connsiteX6" fmla="*/ 9841 w 10000"/>
                    <a:gd name="connsiteY6" fmla="*/ 6220 h 10000"/>
                    <a:gd name="connsiteX0" fmla="*/ 8935 w 10000"/>
                    <a:gd name="connsiteY0" fmla="*/ 4956 h 10000"/>
                    <a:gd name="connsiteX1" fmla="*/ 9999 w 10000"/>
                    <a:gd name="connsiteY1" fmla="*/ 10000 h 10000"/>
                    <a:gd name="connsiteX2" fmla="*/ 5183 w 10000"/>
                    <a:gd name="connsiteY2" fmla="*/ 9912 h 10000"/>
                    <a:gd name="connsiteX3" fmla="*/ 0 w 10000"/>
                    <a:gd name="connsiteY3" fmla="*/ 5043 h 10000"/>
                    <a:gd name="connsiteX4" fmla="*/ 5183 w 10000"/>
                    <a:gd name="connsiteY4" fmla="*/ 44 h 10000"/>
                    <a:gd name="connsiteX5" fmla="*/ 10000 w 10000"/>
                    <a:gd name="connsiteY5" fmla="*/ 0 h 10000"/>
                    <a:gd name="connsiteX0" fmla="*/ 9999 w 10000"/>
                    <a:gd name="connsiteY0" fmla="*/ 10000 h 10000"/>
                    <a:gd name="connsiteX1" fmla="*/ 5183 w 10000"/>
                    <a:gd name="connsiteY1" fmla="*/ 9912 h 10000"/>
                    <a:gd name="connsiteX2" fmla="*/ 0 w 10000"/>
                    <a:gd name="connsiteY2" fmla="*/ 5043 h 10000"/>
                    <a:gd name="connsiteX3" fmla="*/ 5183 w 10000"/>
                    <a:gd name="connsiteY3" fmla="*/ 44 h 10000"/>
                    <a:gd name="connsiteX4" fmla="*/ 10000 w 10000"/>
                    <a:gd name="connsiteY4" fmla="*/ 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00" h="10000">
                      <a:moveTo>
                        <a:pt x="9999" y="10000"/>
                      </a:moveTo>
                      <a:lnTo>
                        <a:pt x="5183" y="9912"/>
                      </a:lnTo>
                      <a:cubicBezTo>
                        <a:pt x="3060" y="9824"/>
                        <a:pt x="0" y="6688"/>
                        <a:pt x="0" y="5043"/>
                      </a:cubicBezTo>
                      <a:cubicBezTo>
                        <a:pt x="0" y="3398"/>
                        <a:pt x="2965" y="220"/>
                        <a:pt x="5183" y="44"/>
                      </a:cubicBezTo>
                      <a:lnTo>
                        <a:pt x="10000" y="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GB" sz="1280"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endParaRPr>
                </a:p>
              </p:txBody>
            </p:sp>
            <p:sp>
              <p:nvSpPr>
                <p:cNvPr id="48" name="Stored Data 71">
                  <a:extLst>
                    <a:ext uri="{FF2B5EF4-FFF2-40B4-BE49-F238E27FC236}">
                      <a16:creationId xmlns:a16="http://schemas.microsoft.com/office/drawing/2014/main" id="{D763F4D7-D655-4C94-B0F3-2BCDAC584671}"/>
                    </a:ext>
                  </a:extLst>
                </p:cNvPr>
                <p:cNvSpPr/>
                <p:nvPr/>
              </p:nvSpPr>
              <p:spPr>
                <a:xfrm rot="10800000">
                  <a:off x="3989733" y="5438450"/>
                  <a:ext cx="109530" cy="722603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4932 w 13265"/>
                    <a:gd name="connsiteY0" fmla="*/ 0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4932 w 13265"/>
                    <a:gd name="connsiteY4" fmla="*/ 10000 h 10000"/>
                    <a:gd name="connsiteX5" fmla="*/ 0 w 13265"/>
                    <a:gd name="connsiteY5" fmla="*/ 5084 h 10000"/>
                    <a:gd name="connsiteX6" fmla="*/ 4932 w 13265"/>
                    <a:gd name="connsiteY6" fmla="*/ 0 h 10000"/>
                    <a:gd name="connsiteX0" fmla="*/ 5226 w 13559"/>
                    <a:gd name="connsiteY0" fmla="*/ 0 h 10000"/>
                    <a:gd name="connsiteX1" fmla="*/ 13559 w 13559"/>
                    <a:gd name="connsiteY1" fmla="*/ 0 h 10000"/>
                    <a:gd name="connsiteX2" fmla="*/ 11892 w 13559"/>
                    <a:gd name="connsiteY2" fmla="*/ 5000 h 10000"/>
                    <a:gd name="connsiteX3" fmla="*/ 13559 w 13559"/>
                    <a:gd name="connsiteY3" fmla="*/ 10000 h 10000"/>
                    <a:gd name="connsiteX4" fmla="*/ 5226 w 13559"/>
                    <a:gd name="connsiteY4" fmla="*/ 10000 h 10000"/>
                    <a:gd name="connsiteX5" fmla="*/ 294 w 13559"/>
                    <a:gd name="connsiteY5" fmla="*/ 5084 h 10000"/>
                    <a:gd name="connsiteX6" fmla="*/ 5226 w 13559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66 w 13299"/>
                    <a:gd name="connsiteY0" fmla="*/ 0 h 10000"/>
                    <a:gd name="connsiteX1" fmla="*/ 13299 w 13299"/>
                    <a:gd name="connsiteY1" fmla="*/ 0 h 10000"/>
                    <a:gd name="connsiteX2" fmla="*/ 11632 w 13299"/>
                    <a:gd name="connsiteY2" fmla="*/ 5000 h 10000"/>
                    <a:gd name="connsiteX3" fmla="*/ 13299 w 13299"/>
                    <a:gd name="connsiteY3" fmla="*/ 10000 h 10000"/>
                    <a:gd name="connsiteX4" fmla="*/ 7782 w 13299"/>
                    <a:gd name="connsiteY4" fmla="*/ 10000 h 10000"/>
                    <a:gd name="connsiteX5" fmla="*/ 34 w 13299"/>
                    <a:gd name="connsiteY5" fmla="*/ 5084 h 10000"/>
                    <a:gd name="connsiteX6" fmla="*/ 4966 w 13299"/>
                    <a:gd name="connsiteY6" fmla="*/ 0 h 10000"/>
                    <a:gd name="connsiteX0" fmla="*/ 4947 w 13280"/>
                    <a:gd name="connsiteY0" fmla="*/ 0 h 10000"/>
                    <a:gd name="connsiteX1" fmla="*/ 13280 w 13280"/>
                    <a:gd name="connsiteY1" fmla="*/ 0 h 10000"/>
                    <a:gd name="connsiteX2" fmla="*/ 11613 w 13280"/>
                    <a:gd name="connsiteY2" fmla="*/ 5000 h 10000"/>
                    <a:gd name="connsiteX3" fmla="*/ 13280 w 13280"/>
                    <a:gd name="connsiteY3" fmla="*/ 10000 h 10000"/>
                    <a:gd name="connsiteX4" fmla="*/ 6702 w 13280"/>
                    <a:gd name="connsiteY4" fmla="*/ 9832 h 10000"/>
                    <a:gd name="connsiteX5" fmla="*/ 15 w 13280"/>
                    <a:gd name="connsiteY5" fmla="*/ 5084 h 10000"/>
                    <a:gd name="connsiteX6" fmla="*/ 4947 w 13280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5711 w 13268"/>
                    <a:gd name="connsiteY0" fmla="*/ 126 h 10000"/>
                    <a:gd name="connsiteX1" fmla="*/ 13268 w 13268"/>
                    <a:gd name="connsiteY1" fmla="*/ 0 h 10000"/>
                    <a:gd name="connsiteX2" fmla="*/ 11601 w 13268"/>
                    <a:gd name="connsiteY2" fmla="*/ 5000 h 10000"/>
                    <a:gd name="connsiteX3" fmla="*/ 13268 w 13268"/>
                    <a:gd name="connsiteY3" fmla="*/ 10000 h 10000"/>
                    <a:gd name="connsiteX4" fmla="*/ 6690 w 13268"/>
                    <a:gd name="connsiteY4" fmla="*/ 9832 h 10000"/>
                    <a:gd name="connsiteX5" fmla="*/ 3 w 13268"/>
                    <a:gd name="connsiteY5" fmla="*/ 5084 h 10000"/>
                    <a:gd name="connsiteX6" fmla="*/ 5711 w 13268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6688 w 13265"/>
                    <a:gd name="connsiteY0" fmla="*/ 42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6687 w 13265"/>
                    <a:gd name="connsiteY4" fmla="*/ 9832 h 10000"/>
                    <a:gd name="connsiteX5" fmla="*/ 0 w 13265"/>
                    <a:gd name="connsiteY5" fmla="*/ 5084 h 10000"/>
                    <a:gd name="connsiteX6" fmla="*/ 6688 w 13265"/>
                    <a:gd name="connsiteY6" fmla="*/ 42 h 10000"/>
                    <a:gd name="connsiteX0" fmla="*/ 6688 w 13265"/>
                    <a:gd name="connsiteY0" fmla="*/ 42 h 9832"/>
                    <a:gd name="connsiteX1" fmla="*/ 13265 w 13265"/>
                    <a:gd name="connsiteY1" fmla="*/ 0 h 9832"/>
                    <a:gd name="connsiteX2" fmla="*/ 11598 w 13265"/>
                    <a:gd name="connsiteY2" fmla="*/ 5000 h 9832"/>
                    <a:gd name="connsiteX3" fmla="*/ 11387 w 13265"/>
                    <a:gd name="connsiteY3" fmla="*/ 9790 h 9832"/>
                    <a:gd name="connsiteX4" fmla="*/ 6687 w 13265"/>
                    <a:gd name="connsiteY4" fmla="*/ 9832 h 9832"/>
                    <a:gd name="connsiteX5" fmla="*/ 0 w 13265"/>
                    <a:gd name="connsiteY5" fmla="*/ 5084 h 9832"/>
                    <a:gd name="connsiteX6" fmla="*/ 6688 w 13265"/>
                    <a:gd name="connsiteY6" fmla="*/ 42 h 9832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692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784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9784"/>
                    <a:gd name="connsiteY0" fmla="*/ 0 h 9957"/>
                    <a:gd name="connsiteX1" fmla="*/ 9415 w 9784"/>
                    <a:gd name="connsiteY1" fmla="*/ 171 h 9957"/>
                    <a:gd name="connsiteX2" fmla="*/ 8743 w 9784"/>
                    <a:gd name="connsiteY2" fmla="*/ 5042 h 9957"/>
                    <a:gd name="connsiteX3" fmla="*/ 9784 w 9784"/>
                    <a:gd name="connsiteY3" fmla="*/ 9957 h 9957"/>
                    <a:gd name="connsiteX4" fmla="*/ 5041 w 9784"/>
                    <a:gd name="connsiteY4" fmla="*/ 9957 h 9957"/>
                    <a:gd name="connsiteX5" fmla="*/ 0 w 9784"/>
                    <a:gd name="connsiteY5" fmla="*/ 5128 h 9957"/>
                    <a:gd name="connsiteX6" fmla="*/ 5042 w 9784"/>
                    <a:gd name="connsiteY6" fmla="*/ 0 h 9957"/>
                    <a:gd name="connsiteX0" fmla="*/ 5153 w 10000"/>
                    <a:gd name="connsiteY0" fmla="*/ 0 h 10000"/>
                    <a:gd name="connsiteX1" fmla="*/ 9875 w 10000"/>
                    <a:gd name="connsiteY1" fmla="*/ 172 h 10000"/>
                    <a:gd name="connsiteX2" fmla="*/ 8936 w 10000"/>
                    <a:gd name="connsiteY2" fmla="*/ 5064 h 10000"/>
                    <a:gd name="connsiteX3" fmla="*/ 10000 w 10000"/>
                    <a:gd name="connsiteY3" fmla="*/ 10000 h 10000"/>
                    <a:gd name="connsiteX4" fmla="*/ 5152 w 10000"/>
                    <a:gd name="connsiteY4" fmla="*/ 10000 h 10000"/>
                    <a:gd name="connsiteX5" fmla="*/ 0 w 10000"/>
                    <a:gd name="connsiteY5" fmla="*/ 5150 h 10000"/>
                    <a:gd name="connsiteX6" fmla="*/ 5153 w 10000"/>
                    <a:gd name="connsiteY6" fmla="*/ 0 h 10000"/>
                    <a:gd name="connsiteX0" fmla="*/ 5153 w 10001"/>
                    <a:gd name="connsiteY0" fmla="*/ 0 h 10000"/>
                    <a:gd name="connsiteX1" fmla="*/ 10001 w 10001"/>
                    <a:gd name="connsiteY1" fmla="*/ 215 h 10000"/>
                    <a:gd name="connsiteX2" fmla="*/ 8936 w 10001"/>
                    <a:gd name="connsiteY2" fmla="*/ 5064 h 10000"/>
                    <a:gd name="connsiteX3" fmla="*/ 10000 w 10001"/>
                    <a:gd name="connsiteY3" fmla="*/ 10000 h 10000"/>
                    <a:gd name="connsiteX4" fmla="*/ 5152 w 10001"/>
                    <a:gd name="connsiteY4" fmla="*/ 10000 h 10000"/>
                    <a:gd name="connsiteX5" fmla="*/ 0 w 10001"/>
                    <a:gd name="connsiteY5" fmla="*/ 5150 h 10000"/>
                    <a:gd name="connsiteX6" fmla="*/ 5153 w 10001"/>
                    <a:gd name="connsiteY6" fmla="*/ 0 h 10000"/>
                    <a:gd name="connsiteX0" fmla="*/ 5184 w 10001"/>
                    <a:gd name="connsiteY0" fmla="*/ 43 h 9785"/>
                    <a:gd name="connsiteX1" fmla="*/ 10001 w 10001"/>
                    <a:gd name="connsiteY1" fmla="*/ 0 h 9785"/>
                    <a:gd name="connsiteX2" fmla="*/ 8936 w 10001"/>
                    <a:gd name="connsiteY2" fmla="*/ 4849 h 9785"/>
                    <a:gd name="connsiteX3" fmla="*/ 10000 w 10001"/>
                    <a:gd name="connsiteY3" fmla="*/ 9785 h 9785"/>
                    <a:gd name="connsiteX4" fmla="*/ 5152 w 10001"/>
                    <a:gd name="connsiteY4" fmla="*/ 9785 h 9785"/>
                    <a:gd name="connsiteX5" fmla="*/ 0 w 10001"/>
                    <a:gd name="connsiteY5" fmla="*/ 4935 h 9785"/>
                    <a:gd name="connsiteX6" fmla="*/ 5184 w 10001"/>
                    <a:gd name="connsiteY6" fmla="*/ 43 h 9785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603 w 5420"/>
                    <a:gd name="connsiteY0" fmla="*/ 44 h 10000"/>
                    <a:gd name="connsiteX1" fmla="*/ 5420 w 5420"/>
                    <a:gd name="connsiteY1" fmla="*/ 0 h 10000"/>
                    <a:gd name="connsiteX2" fmla="*/ 4355 w 5420"/>
                    <a:gd name="connsiteY2" fmla="*/ 4956 h 10000"/>
                    <a:gd name="connsiteX3" fmla="*/ 5419 w 5420"/>
                    <a:gd name="connsiteY3" fmla="*/ 10000 h 10000"/>
                    <a:gd name="connsiteX4" fmla="*/ 603 w 5420"/>
                    <a:gd name="connsiteY4" fmla="*/ 9912 h 10000"/>
                    <a:gd name="connsiteX5" fmla="*/ 603 w 5420"/>
                    <a:gd name="connsiteY5" fmla="*/ 44 h 10000"/>
                    <a:gd name="connsiteX0" fmla="*/ 1112 w 9999"/>
                    <a:gd name="connsiteY0" fmla="*/ 9912 h 11176"/>
                    <a:gd name="connsiteX1" fmla="*/ 1112 w 9999"/>
                    <a:gd name="connsiteY1" fmla="*/ 44 h 11176"/>
                    <a:gd name="connsiteX2" fmla="*/ 9999 w 9999"/>
                    <a:gd name="connsiteY2" fmla="*/ 0 h 11176"/>
                    <a:gd name="connsiteX3" fmla="*/ 8034 w 9999"/>
                    <a:gd name="connsiteY3" fmla="*/ 4956 h 11176"/>
                    <a:gd name="connsiteX4" fmla="*/ 9997 w 9999"/>
                    <a:gd name="connsiteY4" fmla="*/ 10000 h 11176"/>
                    <a:gd name="connsiteX5" fmla="*/ 2783 w 9999"/>
                    <a:gd name="connsiteY5" fmla="*/ 11176 h 11176"/>
                    <a:gd name="connsiteX0" fmla="*/ 1112 w 10000"/>
                    <a:gd name="connsiteY0" fmla="*/ 8869 h 8948"/>
                    <a:gd name="connsiteX1" fmla="*/ 1112 w 10000"/>
                    <a:gd name="connsiteY1" fmla="*/ 39 h 8948"/>
                    <a:gd name="connsiteX2" fmla="*/ 10000 w 10000"/>
                    <a:gd name="connsiteY2" fmla="*/ 0 h 8948"/>
                    <a:gd name="connsiteX3" fmla="*/ 8035 w 10000"/>
                    <a:gd name="connsiteY3" fmla="*/ 4435 h 8948"/>
                    <a:gd name="connsiteX4" fmla="*/ 9998 w 10000"/>
                    <a:gd name="connsiteY4" fmla="*/ 8948 h 8948"/>
                    <a:gd name="connsiteX0" fmla="*/ 0 w 8888"/>
                    <a:gd name="connsiteY0" fmla="*/ 44 h 10000"/>
                    <a:gd name="connsiteX1" fmla="*/ 8888 w 8888"/>
                    <a:gd name="connsiteY1" fmla="*/ 0 h 10000"/>
                    <a:gd name="connsiteX2" fmla="*/ 6923 w 8888"/>
                    <a:gd name="connsiteY2" fmla="*/ 4956 h 10000"/>
                    <a:gd name="connsiteX3" fmla="*/ 8886 w 8888"/>
                    <a:gd name="connsiteY3" fmla="*/ 10000 h 10000"/>
                    <a:gd name="connsiteX0" fmla="*/ 2211 w 2211"/>
                    <a:gd name="connsiteY0" fmla="*/ 0 h 10000"/>
                    <a:gd name="connsiteX1" fmla="*/ 0 w 2211"/>
                    <a:gd name="connsiteY1" fmla="*/ 4956 h 10000"/>
                    <a:gd name="connsiteX2" fmla="*/ 2209 w 2211"/>
                    <a:gd name="connsiteY2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11" h="10000">
                      <a:moveTo>
                        <a:pt x="2211" y="0"/>
                      </a:moveTo>
                      <a:cubicBezTo>
                        <a:pt x="739" y="0"/>
                        <a:pt x="0" y="3289"/>
                        <a:pt x="0" y="4956"/>
                      </a:cubicBezTo>
                      <a:cubicBezTo>
                        <a:pt x="0" y="6622"/>
                        <a:pt x="737" y="10000"/>
                        <a:pt x="2209" y="1000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GB" sz="1280"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endParaRPr>
                </a:p>
              </p:txBody>
            </p:sp>
          </p:grpSp>
          <p:grpSp>
            <p:nvGrpSpPr>
              <p:cNvPr id="51303" name="Group 121">
                <a:extLst>
                  <a:ext uri="{FF2B5EF4-FFF2-40B4-BE49-F238E27FC236}">
                    <a16:creationId xmlns:a16="http://schemas.microsoft.com/office/drawing/2014/main" id="{135AE794-E105-41B4-928E-07D74FCA05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81233" y="1290680"/>
                <a:ext cx="1652980" cy="74730"/>
                <a:chOff x="1486315" y="1289057"/>
                <a:chExt cx="2597616" cy="117436"/>
              </a:xfrm>
            </p:grpSpPr>
            <p:cxnSp>
              <p:nvCxnSpPr>
                <p:cNvPr id="43" name="Straight Connector 122">
                  <a:extLst>
                    <a:ext uri="{FF2B5EF4-FFF2-40B4-BE49-F238E27FC236}">
                      <a16:creationId xmlns:a16="http://schemas.microsoft.com/office/drawing/2014/main" id="{5E568DB7-6EE8-47A3-AF14-3A0BEBFCBE86}"/>
                    </a:ext>
                  </a:extLst>
                </p:cNvPr>
                <p:cNvCxnSpPr/>
                <p:nvPr/>
              </p:nvCxnSpPr>
              <p:spPr>
                <a:xfrm flipV="1">
                  <a:off x="1601364" y="1350683"/>
                  <a:ext cx="248267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" name="Oval 123">
                  <a:extLst>
                    <a:ext uri="{FF2B5EF4-FFF2-40B4-BE49-F238E27FC236}">
                      <a16:creationId xmlns:a16="http://schemas.microsoft.com/office/drawing/2014/main" id="{E747BF02-E497-49F9-8745-A765BCDF09C2}"/>
                    </a:ext>
                  </a:extLst>
                </p:cNvPr>
                <p:cNvSpPr/>
                <p:nvPr/>
              </p:nvSpPr>
              <p:spPr>
                <a:xfrm>
                  <a:off x="1484533" y="1288641"/>
                  <a:ext cx="120482" cy="12043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endParaRPr lang="en-GB" altLang="zh-CN" sz="1200">
                    <a:solidFill>
                      <a:srgbClr val="FFFFFF"/>
                    </a:solidFill>
                    <a:latin typeface="Segoe UI Black" panose="020B0A02040204020203" pitchFamily="34" charset="0"/>
                  </a:endParaRPr>
                </a:p>
              </p:txBody>
            </p:sp>
          </p:grpSp>
          <p:cxnSp>
            <p:nvCxnSpPr>
              <p:cNvPr id="32" name="Straight Connector 122">
                <a:extLst>
                  <a:ext uri="{FF2B5EF4-FFF2-40B4-BE49-F238E27FC236}">
                    <a16:creationId xmlns:a16="http://schemas.microsoft.com/office/drawing/2014/main" id="{F32273DF-A5B1-4490-A5B5-E93F4C5C523A}"/>
                  </a:ext>
                </a:extLst>
              </p:cNvPr>
              <p:cNvCxnSpPr/>
              <p:nvPr/>
            </p:nvCxnSpPr>
            <p:spPr>
              <a:xfrm>
                <a:off x="8437098" y="1088372"/>
                <a:ext cx="501831" cy="0"/>
              </a:xfrm>
              <a:prstGeom prst="line">
                <a:avLst/>
              </a:prstGeom>
              <a:ln w="28575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122">
                <a:extLst>
                  <a:ext uri="{FF2B5EF4-FFF2-40B4-BE49-F238E27FC236}">
                    <a16:creationId xmlns:a16="http://schemas.microsoft.com/office/drawing/2014/main" id="{B18EA228-47E3-4BA8-BE56-0ED871EA5FDB}"/>
                  </a:ext>
                </a:extLst>
              </p:cNvPr>
              <p:cNvCxnSpPr/>
              <p:nvPr/>
            </p:nvCxnSpPr>
            <p:spPr>
              <a:xfrm>
                <a:off x="8437098" y="572812"/>
                <a:ext cx="0" cy="506271"/>
              </a:xfrm>
              <a:prstGeom prst="line">
                <a:avLst/>
              </a:prstGeom>
              <a:ln w="28575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1306" name="Group 119">
                <a:extLst>
                  <a:ext uri="{FF2B5EF4-FFF2-40B4-BE49-F238E27FC236}">
                    <a16:creationId xmlns:a16="http://schemas.microsoft.com/office/drawing/2014/main" id="{22CF8EA4-FFD6-4193-A933-53AADA3036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40286" y="-197514"/>
                <a:ext cx="647117" cy="460460"/>
                <a:chOff x="3990333" y="5435921"/>
                <a:chExt cx="1016928" cy="723601"/>
              </a:xfrm>
            </p:grpSpPr>
            <p:sp>
              <p:nvSpPr>
                <p:cNvPr id="41" name="Stored Data 71">
                  <a:extLst>
                    <a:ext uri="{FF2B5EF4-FFF2-40B4-BE49-F238E27FC236}">
                      <a16:creationId xmlns:a16="http://schemas.microsoft.com/office/drawing/2014/main" id="{AB712DA2-BBD3-4628-94D0-DD15EB76A5D6}"/>
                    </a:ext>
                  </a:extLst>
                </p:cNvPr>
                <p:cNvSpPr/>
                <p:nvPr/>
              </p:nvSpPr>
              <p:spPr>
                <a:xfrm rot="10800000">
                  <a:off x="3997453" y="5434831"/>
                  <a:ext cx="1011326" cy="722603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4932 w 13265"/>
                    <a:gd name="connsiteY0" fmla="*/ 0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4932 w 13265"/>
                    <a:gd name="connsiteY4" fmla="*/ 10000 h 10000"/>
                    <a:gd name="connsiteX5" fmla="*/ 0 w 13265"/>
                    <a:gd name="connsiteY5" fmla="*/ 5084 h 10000"/>
                    <a:gd name="connsiteX6" fmla="*/ 4932 w 13265"/>
                    <a:gd name="connsiteY6" fmla="*/ 0 h 10000"/>
                    <a:gd name="connsiteX0" fmla="*/ 5226 w 13559"/>
                    <a:gd name="connsiteY0" fmla="*/ 0 h 10000"/>
                    <a:gd name="connsiteX1" fmla="*/ 13559 w 13559"/>
                    <a:gd name="connsiteY1" fmla="*/ 0 h 10000"/>
                    <a:gd name="connsiteX2" fmla="*/ 11892 w 13559"/>
                    <a:gd name="connsiteY2" fmla="*/ 5000 h 10000"/>
                    <a:gd name="connsiteX3" fmla="*/ 13559 w 13559"/>
                    <a:gd name="connsiteY3" fmla="*/ 10000 h 10000"/>
                    <a:gd name="connsiteX4" fmla="*/ 5226 w 13559"/>
                    <a:gd name="connsiteY4" fmla="*/ 10000 h 10000"/>
                    <a:gd name="connsiteX5" fmla="*/ 294 w 13559"/>
                    <a:gd name="connsiteY5" fmla="*/ 5084 h 10000"/>
                    <a:gd name="connsiteX6" fmla="*/ 5226 w 13559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66 w 13299"/>
                    <a:gd name="connsiteY0" fmla="*/ 0 h 10000"/>
                    <a:gd name="connsiteX1" fmla="*/ 13299 w 13299"/>
                    <a:gd name="connsiteY1" fmla="*/ 0 h 10000"/>
                    <a:gd name="connsiteX2" fmla="*/ 11632 w 13299"/>
                    <a:gd name="connsiteY2" fmla="*/ 5000 h 10000"/>
                    <a:gd name="connsiteX3" fmla="*/ 13299 w 13299"/>
                    <a:gd name="connsiteY3" fmla="*/ 10000 h 10000"/>
                    <a:gd name="connsiteX4" fmla="*/ 7782 w 13299"/>
                    <a:gd name="connsiteY4" fmla="*/ 10000 h 10000"/>
                    <a:gd name="connsiteX5" fmla="*/ 34 w 13299"/>
                    <a:gd name="connsiteY5" fmla="*/ 5084 h 10000"/>
                    <a:gd name="connsiteX6" fmla="*/ 4966 w 13299"/>
                    <a:gd name="connsiteY6" fmla="*/ 0 h 10000"/>
                    <a:gd name="connsiteX0" fmla="*/ 4947 w 13280"/>
                    <a:gd name="connsiteY0" fmla="*/ 0 h 10000"/>
                    <a:gd name="connsiteX1" fmla="*/ 13280 w 13280"/>
                    <a:gd name="connsiteY1" fmla="*/ 0 h 10000"/>
                    <a:gd name="connsiteX2" fmla="*/ 11613 w 13280"/>
                    <a:gd name="connsiteY2" fmla="*/ 5000 h 10000"/>
                    <a:gd name="connsiteX3" fmla="*/ 13280 w 13280"/>
                    <a:gd name="connsiteY3" fmla="*/ 10000 h 10000"/>
                    <a:gd name="connsiteX4" fmla="*/ 6702 w 13280"/>
                    <a:gd name="connsiteY4" fmla="*/ 9832 h 10000"/>
                    <a:gd name="connsiteX5" fmla="*/ 15 w 13280"/>
                    <a:gd name="connsiteY5" fmla="*/ 5084 h 10000"/>
                    <a:gd name="connsiteX6" fmla="*/ 4947 w 13280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5711 w 13268"/>
                    <a:gd name="connsiteY0" fmla="*/ 126 h 10000"/>
                    <a:gd name="connsiteX1" fmla="*/ 13268 w 13268"/>
                    <a:gd name="connsiteY1" fmla="*/ 0 h 10000"/>
                    <a:gd name="connsiteX2" fmla="*/ 11601 w 13268"/>
                    <a:gd name="connsiteY2" fmla="*/ 5000 h 10000"/>
                    <a:gd name="connsiteX3" fmla="*/ 13268 w 13268"/>
                    <a:gd name="connsiteY3" fmla="*/ 10000 h 10000"/>
                    <a:gd name="connsiteX4" fmla="*/ 6690 w 13268"/>
                    <a:gd name="connsiteY4" fmla="*/ 9832 h 10000"/>
                    <a:gd name="connsiteX5" fmla="*/ 3 w 13268"/>
                    <a:gd name="connsiteY5" fmla="*/ 5084 h 10000"/>
                    <a:gd name="connsiteX6" fmla="*/ 5711 w 13268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6688 w 13265"/>
                    <a:gd name="connsiteY0" fmla="*/ 42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6687 w 13265"/>
                    <a:gd name="connsiteY4" fmla="*/ 9832 h 10000"/>
                    <a:gd name="connsiteX5" fmla="*/ 0 w 13265"/>
                    <a:gd name="connsiteY5" fmla="*/ 5084 h 10000"/>
                    <a:gd name="connsiteX6" fmla="*/ 6688 w 13265"/>
                    <a:gd name="connsiteY6" fmla="*/ 42 h 10000"/>
                    <a:gd name="connsiteX0" fmla="*/ 6688 w 13265"/>
                    <a:gd name="connsiteY0" fmla="*/ 42 h 9832"/>
                    <a:gd name="connsiteX1" fmla="*/ 13265 w 13265"/>
                    <a:gd name="connsiteY1" fmla="*/ 0 h 9832"/>
                    <a:gd name="connsiteX2" fmla="*/ 11598 w 13265"/>
                    <a:gd name="connsiteY2" fmla="*/ 5000 h 9832"/>
                    <a:gd name="connsiteX3" fmla="*/ 11387 w 13265"/>
                    <a:gd name="connsiteY3" fmla="*/ 9790 h 9832"/>
                    <a:gd name="connsiteX4" fmla="*/ 6687 w 13265"/>
                    <a:gd name="connsiteY4" fmla="*/ 9832 h 9832"/>
                    <a:gd name="connsiteX5" fmla="*/ 0 w 13265"/>
                    <a:gd name="connsiteY5" fmla="*/ 5084 h 9832"/>
                    <a:gd name="connsiteX6" fmla="*/ 6688 w 13265"/>
                    <a:gd name="connsiteY6" fmla="*/ 42 h 9832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692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784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9784"/>
                    <a:gd name="connsiteY0" fmla="*/ 0 h 9957"/>
                    <a:gd name="connsiteX1" fmla="*/ 9415 w 9784"/>
                    <a:gd name="connsiteY1" fmla="*/ 171 h 9957"/>
                    <a:gd name="connsiteX2" fmla="*/ 8743 w 9784"/>
                    <a:gd name="connsiteY2" fmla="*/ 5042 h 9957"/>
                    <a:gd name="connsiteX3" fmla="*/ 9784 w 9784"/>
                    <a:gd name="connsiteY3" fmla="*/ 9957 h 9957"/>
                    <a:gd name="connsiteX4" fmla="*/ 5041 w 9784"/>
                    <a:gd name="connsiteY4" fmla="*/ 9957 h 9957"/>
                    <a:gd name="connsiteX5" fmla="*/ 0 w 9784"/>
                    <a:gd name="connsiteY5" fmla="*/ 5128 h 9957"/>
                    <a:gd name="connsiteX6" fmla="*/ 5042 w 9784"/>
                    <a:gd name="connsiteY6" fmla="*/ 0 h 9957"/>
                    <a:gd name="connsiteX0" fmla="*/ 5153 w 10000"/>
                    <a:gd name="connsiteY0" fmla="*/ 0 h 10000"/>
                    <a:gd name="connsiteX1" fmla="*/ 9875 w 10000"/>
                    <a:gd name="connsiteY1" fmla="*/ 172 h 10000"/>
                    <a:gd name="connsiteX2" fmla="*/ 8936 w 10000"/>
                    <a:gd name="connsiteY2" fmla="*/ 5064 h 10000"/>
                    <a:gd name="connsiteX3" fmla="*/ 10000 w 10000"/>
                    <a:gd name="connsiteY3" fmla="*/ 10000 h 10000"/>
                    <a:gd name="connsiteX4" fmla="*/ 5152 w 10000"/>
                    <a:gd name="connsiteY4" fmla="*/ 10000 h 10000"/>
                    <a:gd name="connsiteX5" fmla="*/ 0 w 10000"/>
                    <a:gd name="connsiteY5" fmla="*/ 5150 h 10000"/>
                    <a:gd name="connsiteX6" fmla="*/ 5153 w 10000"/>
                    <a:gd name="connsiteY6" fmla="*/ 0 h 10000"/>
                    <a:gd name="connsiteX0" fmla="*/ 5153 w 10001"/>
                    <a:gd name="connsiteY0" fmla="*/ 0 h 10000"/>
                    <a:gd name="connsiteX1" fmla="*/ 10001 w 10001"/>
                    <a:gd name="connsiteY1" fmla="*/ 215 h 10000"/>
                    <a:gd name="connsiteX2" fmla="*/ 8936 w 10001"/>
                    <a:gd name="connsiteY2" fmla="*/ 5064 h 10000"/>
                    <a:gd name="connsiteX3" fmla="*/ 10000 w 10001"/>
                    <a:gd name="connsiteY3" fmla="*/ 10000 h 10000"/>
                    <a:gd name="connsiteX4" fmla="*/ 5152 w 10001"/>
                    <a:gd name="connsiteY4" fmla="*/ 10000 h 10000"/>
                    <a:gd name="connsiteX5" fmla="*/ 0 w 10001"/>
                    <a:gd name="connsiteY5" fmla="*/ 5150 h 10000"/>
                    <a:gd name="connsiteX6" fmla="*/ 5153 w 10001"/>
                    <a:gd name="connsiteY6" fmla="*/ 0 h 10000"/>
                    <a:gd name="connsiteX0" fmla="*/ 5184 w 10001"/>
                    <a:gd name="connsiteY0" fmla="*/ 43 h 9785"/>
                    <a:gd name="connsiteX1" fmla="*/ 10001 w 10001"/>
                    <a:gd name="connsiteY1" fmla="*/ 0 h 9785"/>
                    <a:gd name="connsiteX2" fmla="*/ 8936 w 10001"/>
                    <a:gd name="connsiteY2" fmla="*/ 4849 h 9785"/>
                    <a:gd name="connsiteX3" fmla="*/ 10000 w 10001"/>
                    <a:gd name="connsiteY3" fmla="*/ 9785 h 9785"/>
                    <a:gd name="connsiteX4" fmla="*/ 5152 w 10001"/>
                    <a:gd name="connsiteY4" fmla="*/ 9785 h 9785"/>
                    <a:gd name="connsiteX5" fmla="*/ 0 w 10001"/>
                    <a:gd name="connsiteY5" fmla="*/ 4935 h 9785"/>
                    <a:gd name="connsiteX6" fmla="*/ 5184 w 10001"/>
                    <a:gd name="connsiteY6" fmla="*/ 43 h 9785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8935 w 10000"/>
                    <a:gd name="connsiteY0" fmla="*/ 4956 h 10000"/>
                    <a:gd name="connsiteX1" fmla="*/ 9999 w 10000"/>
                    <a:gd name="connsiteY1" fmla="*/ 10000 h 10000"/>
                    <a:gd name="connsiteX2" fmla="*/ 5183 w 10000"/>
                    <a:gd name="connsiteY2" fmla="*/ 9912 h 10000"/>
                    <a:gd name="connsiteX3" fmla="*/ 0 w 10000"/>
                    <a:gd name="connsiteY3" fmla="*/ 5043 h 10000"/>
                    <a:gd name="connsiteX4" fmla="*/ 5183 w 10000"/>
                    <a:gd name="connsiteY4" fmla="*/ 44 h 10000"/>
                    <a:gd name="connsiteX5" fmla="*/ 10000 w 10000"/>
                    <a:gd name="connsiteY5" fmla="*/ 0 h 10000"/>
                    <a:gd name="connsiteX6" fmla="*/ 9841 w 10000"/>
                    <a:gd name="connsiteY6" fmla="*/ 6220 h 10000"/>
                    <a:gd name="connsiteX0" fmla="*/ 8935 w 10000"/>
                    <a:gd name="connsiteY0" fmla="*/ 4956 h 10000"/>
                    <a:gd name="connsiteX1" fmla="*/ 9999 w 10000"/>
                    <a:gd name="connsiteY1" fmla="*/ 10000 h 10000"/>
                    <a:gd name="connsiteX2" fmla="*/ 5183 w 10000"/>
                    <a:gd name="connsiteY2" fmla="*/ 9912 h 10000"/>
                    <a:gd name="connsiteX3" fmla="*/ 0 w 10000"/>
                    <a:gd name="connsiteY3" fmla="*/ 5043 h 10000"/>
                    <a:gd name="connsiteX4" fmla="*/ 5183 w 10000"/>
                    <a:gd name="connsiteY4" fmla="*/ 44 h 10000"/>
                    <a:gd name="connsiteX5" fmla="*/ 10000 w 10000"/>
                    <a:gd name="connsiteY5" fmla="*/ 0 h 10000"/>
                    <a:gd name="connsiteX0" fmla="*/ 9999 w 10000"/>
                    <a:gd name="connsiteY0" fmla="*/ 10000 h 10000"/>
                    <a:gd name="connsiteX1" fmla="*/ 5183 w 10000"/>
                    <a:gd name="connsiteY1" fmla="*/ 9912 h 10000"/>
                    <a:gd name="connsiteX2" fmla="*/ 0 w 10000"/>
                    <a:gd name="connsiteY2" fmla="*/ 5043 h 10000"/>
                    <a:gd name="connsiteX3" fmla="*/ 5183 w 10000"/>
                    <a:gd name="connsiteY3" fmla="*/ 44 h 10000"/>
                    <a:gd name="connsiteX4" fmla="*/ 10000 w 10000"/>
                    <a:gd name="connsiteY4" fmla="*/ 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00" h="10000">
                      <a:moveTo>
                        <a:pt x="9999" y="10000"/>
                      </a:moveTo>
                      <a:lnTo>
                        <a:pt x="5183" y="9912"/>
                      </a:lnTo>
                      <a:cubicBezTo>
                        <a:pt x="3060" y="9824"/>
                        <a:pt x="0" y="6688"/>
                        <a:pt x="0" y="5043"/>
                      </a:cubicBezTo>
                      <a:cubicBezTo>
                        <a:pt x="0" y="3398"/>
                        <a:pt x="2965" y="220"/>
                        <a:pt x="5183" y="44"/>
                      </a:cubicBezTo>
                      <a:lnTo>
                        <a:pt x="10000" y="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GB" sz="1280"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endParaRPr>
                </a:p>
              </p:txBody>
            </p:sp>
            <p:sp>
              <p:nvSpPr>
                <p:cNvPr id="42" name="Stored Data 71">
                  <a:extLst>
                    <a:ext uri="{FF2B5EF4-FFF2-40B4-BE49-F238E27FC236}">
                      <a16:creationId xmlns:a16="http://schemas.microsoft.com/office/drawing/2014/main" id="{E33D6FF6-C3AF-447F-8C9C-48A8C02D4601}"/>
                    </a:ext>
                  </a:extLst>
                </p:cNvPr>
                <p:cNvSpPr/>
                <p:nvPr/>
              </p:nvSpPr>
              <p:spPr>
                <a:xfrm rot="10800000">
                  <a:off x="3990151" y="5434831"/>
                  <a:ext cx="109530" cy="722603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4932 w 13265"/>
                    <a:gd name="connsiteY0" fmla="*/ 0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4932 w 13265"/>
                    <a:gd name="connsiteY4" fmla="*/ 10000 h 10000"/>
                    <a:gd name="connsiteX5" fmla="*/ 0 w 13265"/>
                    <a:gd name="connsiteY5" fmla="*/ 5084 h 10000"/>
                    <a:gd name="connsiteX6" fmla="*/ 4932 w 13265"/>
                    <a:gd name="connsiteY6" fmla="*/ 0 h 10000"/>
                    <a:gd name="connsiteX0" fmla="*/ 5226 w 13559"/>
                    <a:gd name="connsiteY0" fmla="*/ 0 h 10000"/>
                    <a:gd name="connsiteX1" fmla="*/ 13559 w 13559"/>
                    <a:gd name="connsiteY1" fmla="*/ 0 h 10000"/>
                    <a:gd name="connsiteX2" fmla="*/ 11892 w 13559"/>
                    <a:gd name="connsiteY2" fmla="*/ 5000 h 10000"/>
                    <a:gd name="connsiteX3" fmla="*/ 13559 w 13559"/>
                    <a:gd name="connsiteY3" fmla="*/ 10000 h 10000"/>
                    <a:gd name="connsiteX4" fmla="*/ 5226 w 13559"/>
                    <a:gd name="connsiteY4" fmla="*/ 10000 h 10000"/>
                    <a:gd name="connsiteX5" fmla="*/ 294 w 13559"/>
                    <a:gd name="connsiteY5" fmla="*/ 5084 h 10000"/>
                    <a:gd name="connsiteX6" fmla="*/ 5226 w 13559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66 w 13299"/>
                    <a:gd name="connsiteY0" fmla="*/ 0 h 10000"/>
                    <a:gd name="connsiteX1" fmla="*/ 13299 w 13299"/>
                    <a:gd name="connsiteY1" fmla="*/ 0 h 10000"/>
                    <a:gd name="connsiteX2" fmla="*/ 11632 w 13299"/>
                    <a:gd name="connsiteY2" fmla="*/ 5000 h 10000"/>
                    <a:gd name="connsiteX3" fmla="*/ 13299 w 13299"/>
                    <a:gd name="connsiteY3" fmla="*/ 10000 h 10000"/>
                    <a:gd name="connsiteX4" fmla="*/ 7782 w 13299"/>
                    <a:gd name="connsiteY4" fmla="*/ 10000 h 10000"/>
                    <a:gd name="connsiteX5" fmla="*/ 34 w 13299"/>
                    <a:gd name="connsiteY5" fmla="*/ 5084 h 10000"/>
                    <a:gd name="connsiteX6" fmla="*/ 4966 w 13299"/>
                    <a:gd name="connsiteY6" fmla="*/ 0 h 10000"/>
                    <a:gd name="connsiteX0" fmla="*/ 4947 w 13280"/>
                    <a:gd name="connsiteY0" fmla="*/ 0 h 10000"/>
                    <a:gd name="connsiteX1" fmla="*/ 13280 w 13280"/>
                    <a:gd name="connsiteY1" fmla="*/ 0 h 10000"/>
                    <a:gd name="connsiteX2" fmla="*/ 11613 w 13280"/>
                    <a:gd name="connsiteY2" fmla="*/ 5000 h 10000"/>
                    <a:gd name="connsiteX3" fmla="*/ 13280 w 13280"/>
                    <a:gd name="connsiteY3" fmla="*/ 10000 h 10000"/>
                    <a:gd name="connsiteX4" fmla="*/ 6702 w 13280"/>
                    <a:gd name="connsiteY4" fmla="*/ 9832 h 10000"/>
                    <a:gd name="connsiteX5" fmla="*/ 15 w 13280"/>
                    <a:gd name="connsiteY5" fmla="*/ 5084 h 10000"/>
                    <a:gd name="connsiteX6" fmla="*/ 4947 w 13280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5711 w 13268"/>
                    <a:gd name="connsiteY0" fmla="*/ 126 h 10000"/>
                    <a:gd name="connsiteX1" fmla="*/ 13268 w 13268"/>
                    <a:gd name="connsiteY1" fmla="*/ 0 h 10000"/>
                    <a:gd name="connsiteX2" fmla="*/ 11601 w 13268"/>
                    <a:gd name="connsiteY2" fmla="*/ 5000 h 10000"/>
                    <a:gd name="connsiteX3" fmla="*/ 13268 w 13268"/>
                    <a:gd name="connsiteY3" fmla="*/ 10000 h 10000"/>
                    <a:gd name="connsiteX4" fmla="*/ 6690 w 13268"/>
                    <a:gd name="connsiteY4" fmla="*/ 9832 h 10000"/>
                    <a:gd name="connsiteX5" fmla="*/ 3 w 13268"/>
                    <a:gd name="connsiteY5" fmla="*/ 5084 h 10000"/>
                    <a:gd name="connsiteX6" fmla="*/ 5711 w 13268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6688 w 13265"/>
                    <a:gd name="connsiteY0" fmla="*/ 42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6687 w 13265"/>
                    <a:gd name="connsiteY4" fmla="*/ 9832 h 10000"/>
                    <a:gd name="connsiteX5" fmla="*/ 0 w 13265"/>
                    <a:gd name="connsiteY5" fmla="*/ 5084 h 10000"/>
                    <a:gd name="connsiteX6" fmla="*/ 6688 w 13265"/>
                    <a:gd name="connsiteY6" fmla="*/ 42 h 10000"/>
                    <a:gd name="connsiteX0" fmla="*/ 6688 w 13265"/>
                    <a:gd name="connsiteY0" fmla="*/ 42 h 9832"/>
                    <a:gd name="connsiteX1" fmla="*/ 13265 w 13265"/>
                    <a:gd name="connsiteY1" fmla="*/ 0 h 9832"/>
                    <a:gd name="connsiteX2" fmla="*/ 11598 w 13265"/>
                    <a:gd name="connsiteY2" fmla="*/ 5000 h 9832"/>
                    <a:gd name="connsiteX3" fmla="*/ 11387 w 13265"/>
                    <a:gd name="connsiteY3" fmla="*/ 9790 h 9832"/>
                    <a:gd name="connsiteX4" fmla="*/ 6687 w 13265"/>
                    <a:gd name="connsiteY4" fmla="*/ 9832 h 9832"/>
                    <a:gd name="connsiteX5" fmla="*/ 0 w 13265"/>
                    <a:gd name="connsiteY5" fmla="*/ 5084 h 9832"/>
                    <a:gd name="connsiteX6" fmla="*/ 6688 w 13265"/>
                    <a:gd name="connsiteY6" fmla="*/ 42 h 9832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692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784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9784"/>
                    <a:gd name="connsiteY0" fmla="*/ 0 h 9957"/>
                    <a:gd name="connsiteX1" fmla="*/ 9415 w 9784"/>
                    <a:gd name="connsiteY1" fmla="*/ 171 h 9957"/>
                    <a:gd name="connsiteX2" fmla="*/ 8743 w 9784"/>
                    <a:gd name="connsiteY2" fmla="*/ 5042 h 9957"/>
                    <a:gd name="connsiteX3" fmla="*/ 9784 w 9784"/>
                    <a:gd name="connsiteY3" fmla="*/ 9957 h 9957"/>
                    <a:gd name="connsiteX4" fmla="*/ 5041 w 9784"/>
                    <a:gd name="connsiteY4" fmla="*/ 9957 h 9957"/>
                    <a:gd name="connsiteX5" fmla="*/ 0 w 9784"/>
                    <a:gd name="connsiteY5" fmla="*/ 5128 h 9957"/>
                    <a:gd name="connsiteX6" fmla="*/ 5042 w 9784"/>
                    <a:gd name="connsiteY6" fmla="*/ 0 h 9957"/>
                    <a:gd name="connsiteX0" fmla="*/ 5153 w 10000"/>
                    <a:gd name="connsiteY0" fmla="*/ 0 h 10000"/>
                    <a:gd name="connsiteX1" fmla="*/ 9875 w 10000"/>
                    <a:gd name="connsiteY1" fmla="*/ 172 h 10000"/>
                    <a:gd name="connsiteX2" fmla="*/ 8936 w 10000"/>
                    <a:gd name="connsiteY2" fmla="*/ 5064 h 10000"/>
                    <a:gd name="connsiteX3" fmla="*/ 10000 w 10000"/>
                    <a:gd name="connsiteY3" fmla="*/ 10000 h 10000"/>
                    <a:gd name="connsiteX4" fmla="*/ 5152 w 10000"/>
                    <a:gd name="connsiteY4" fmla="*/ 10000 h 10000"/>
                    <a:gd name="connsiteX5" fmla="*/ 0 w 10000"/>
                    <a:gd name="connsiteY5" fmla="*/ 5150 h 10000"/>
                    <a:gd name="connsiteX6" fmla="*/ 5153 w 10000"/>
                    <a:gd name="connsiteY6" fmla="*/ 0 h 10000"/>
                    <a:gd name="connsiteX0" fmla="*/ 5153 w 10001"/>
                    <a:gd name="connsiteY0" fmla="*/ 0 h 10000"/>
                    <a:gd name="connsiteX1" fmla="*/ 10001 w 10001"/>
                    <a:gd name="connsiteY1" fmla="*/ 215 h 10000"/>
                    <a:gd name="connsiteX2" fmla="*/ 8936 w 10001"/>
                    <a:gd name="connsiteY2" fmla="*/ 5064 h 10000"/>
                    <a:gd name="connsiteX3" fmla="*/ 10000 w 10001"/>
                    <a:gd name="connsiteY3" fmla="*/ 10000 h 10000"/>
                    <a:gd name="connsiteX4" fmla="*/ 5152 w 10001"/>
                    <a:gd name="connsiteY4" fmla="*/ 10000 h 10000"/>
                    <a:gd name="connsiteX5" fmla="*/ 0 w 10001"/>
                    <a:gd name="connsiteY5" fmla="*/ 5150 h 10000"/>
                    <a:gd name="connsiteX6" fmla="*/ 5153 w 10001"/>
                    <a:gd name="connsiteY6" fmla="*/ 0 h 10000"/>
                    <a:gd name="connsiteX0" fmla="*/ 5184 w 10001"/>
                    <a:gd name="connsiteY0" fmla="*/ 43 h 9785"/>
                    <a:gd name="connsiteX1" fmla="*/ 10001 w 10001"/>
                    <a:gd name="connsiteY1" fmla="*/ 0 h 9785"/>
                    <a:gd name="connsiteX2" fmla="*/ 8936 w 10001"/>
                    <a:gd name="connsiteY2" fmla="*/ 4849 h 9785"/>
                    <a:gd name="connsiteX3" fmla="*/ 10000 w 10001"/>
                    <a:gd name="connsiteY3" fmla="*/ 9785 h 9785"/>
                    <a:gd name="connsiteX4" fmla="*/ 5152 w 10001"/>
                    <a:gd name="connsiteY4" fmla="*/ 9785 h 9785"/>
                    <a:gd name="connsiteX5" fmla="*/ 0 w 10001"/>
                    <a:gd name="connsiteY5" fmla="*/ 4935 h 9785"/>
                    <a:gd name="connsiteX6" fmla="*/ 5184 w 10001"/>
                    <a:gd name="connsiteY6" fmla="*/ 43 h 9785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603 w 5420"/>
                    <a:gd name="connsiteY0" fmla="*/ 44 h 10000"/>
                    <a:gd name="connsiteX1" fmla="*/ 5420 w 5420"/>
                    <a:gd name="connsiteY1" fmla="*/ 0 h 10000"/>
                    <a:gd name="connsiteX2" fmla="*/ 4355 w 5420"/>
                    <a:gd name="connsiteY2" fmla="*/ 4956 h 10000"/>
                    <a:gd name="connsiteX3" fmla="*/ 5419 w 5420"/>
                    <a:gd name="connsiteY3" fmla="*/ 10000 h 10000"/>
                    <a:gd name="connsiteX4" fmla="*/ 603 w 5420"/>
                    <a:gd name="connsiteY4" fmla="*/ 9912 h 10000"/>
                    <a:gd name="connsiteX5" fmla="*/ 603 w 5420"/>
                    <a:gd name="connsiteY5" fmla="*/ 44 h 10000"/>
                    <a:gd name="connsiteX0" fmla="*/ 1112 w 9999"/>
                    <a:gd name="connsiteY0" fmla="*/ 9912 h 11176"/>
                    <a:gd name="connsiteX1" fmla="*/ 1112 w 9999"/>
                    <a:gd name="connsiteY1" fmla="*/ 44 h 11176"/>
                    <a:gd name="connsiteX2" fmla="*/ 9999 w 9999"/>
                    <a:gd name="connsiteY2" fmla="*/ 0 h 11176"/>
                    <a:gd name="connsiteX3" fmla="*/ 8034 w 9999"/>
                    <a:gd name="connsiteY3" fmla="*/ 4956 h 11176"/>
                    <a:gd name="connsiteX4" fmla="*/ 9997 w 9999"/>
                    <a:gd name="connsiteY4" fmla="*/ 10000 h 11176"/>
                    <a:gd name="connsiteX5" fmla="*/ 2783 w 9999"/>
                    <a:gd name="connsiteY5" fmla="*/ 11176 h 11176"/>
                    <a:gd name="connsiteX0" fmla="*/ 1112 w 10000"/>
                    <a:gd name="connsiteY0" fmla="*/ 8869 h 8948"/>
                    <a:gd name="connsiteX1" fmla="*/ 1112 w 10000"/>
                    <a:gd name="connsiteY1" fmla="*/ 39 h 8948"/>
                    <a:gd name="connsiteX2" fmla="*/ 10000 w 10000"/>
                    <a:gd name="connsiteY2" fmla="*/ 0 h 8948"/>
                    <a:gd name="connsiteX3" fmla="*/ 8035 w 10000"/>
                    <a:gd name="connsiteY3" fmla="*/ 4435 h 8948"/>
                    <a:gd name="connsiteX4" fmla="*/ 9998 w 10000"/>
                    <a:gd name="connsiteY4" fmla="*/ 8948 h 8948"/>
                    <a:gd name="connsiteX0" fmla="*/ 0 w 8888"/>
                    <a:gd name="connsiteY0" fmla="*/ 44 h 10000"/>
                    <a:gd name="connsiteX1" fmla="*/ 8888 w 8888"/>
                    <a:gd name="connsiteY1" fmla="*/ 0 h 10000"/>
                    <a:gd name="connsiteX2" fmla="*/ 6923 w 8888"/>
                    <a:gd name="connsiteY2" fmla="*/ 4956 h 10000"/>
                    <a:gd name="connsiteX3" fmla="*/ 8886 w 8888"/>
                    <a:gd name="connsiteY3" fmla="*/ 10000 h 10000"/>
                    <a:gd name="connsiteX0" fmla="*/ 2211 w 2211"/>
                    <a:gd name="connsiteY0" fmla="*/ 0 h 10000"/>
                    <a:gd name="connsiteX1" fmla="*/ 0 w 2211"/>
                    <a:gd name="connsiteY1" fmla="*/ 4956 h 10000"/>
                    <a:gd name="connsiteX2" fmla="*/ 2209 w 2211"/>
                    <a:gd name="connsiteY2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11" h="10000">
                      <a:moveTo>
                        <a:pt x="2211" y="0"/>
                      </a:moveTo>
                      <a:cubicBezTo>
                        <a:pt x="739" y="0"/>
                        <a:pt x="0" y="3289"/>
                        <a:pt x="0" y="4956"/>
                      </a:cubicBezTo>
                      <a:cubicBezTo>
                        <a:pt x="0" y="6622"/>
                        <a:pt x="737" y="10000"/>
                        <a:pt x="2209" y="1000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GB" sz="1280"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endParaRPr>
                </a:p>
              </p:txBody>
            </p:sp>
          </p:grpSp>
          <p:sp>
            <p:nvSpPr>
              <p:cNvPr id="35" name="Oval 123">
                <a:extLst>
                  <a:ext uri="{FF2B5EF4-FFF2-40B4-BE49-F238E27FC236}">
                    <a16:creationId xmlns:a16="http://schemas.microsoft.com/office/drawing/2014/main" id="{0ECBAE99-B57A-4C79-B73C-99578A8D834D}"/>
                  </a:ext>
                </a:extLst>
              </p:cNvPr>
              <p:cNvSpPr/>
              <p:nvPr/>
            </p:nvSpPr>
            <p:spPr>
              <a:xfrm>
                <a:off x="10695339" y="-7775"/>
                <a:ext cx="76668" cy="74315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en-GB" altLang="zh-CN" sz="1200">
                  <a:solidFill>
                    <a:srgbClr val="FFFFFF"/>
                  </a:solidFill>
                  <a:latin typeface="Segoe UI Black" panose="020B0A02040204020203" pitchFamily="34" charset="0"/>
                </a:endParaRPr>
              </a:p>
            </p:txBody>
          </p:sp>
          <p:cxnSp>
            <p:nvCxnSpPr>
              <p:cNvPr id="36" name="Straight Connector 122">
                <a:extLst>
                  <a:ext uri="{FF2B5EF4-FFF2-40B4-BE49-F238E27FC236}">
                    <a16:creationId xmlns:a16="http://schemas.microsoft.com/office/drawing/2014/main" id="{6F5DACF1-E163-44E0-B6FE-768498D71700}"/>
                  </a:ext>
                </a:extLst>
              </p:cNvPr>
              <p:cNvCxnSpPr/>
              <p:nvPr/>
            </p:nvCxnSpPr>
            <p:spPr>
              <a:xfrm>
                <a:off x="9752082" y="168723"/>
                <a:ext cx="0" cy="1045056"/>
              </a:xfrm>
              <a:prstGeom prst="line">
                <a:avLst/>
              </a:prstGeom>
              <a:ln w="28575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98">
                <a:extLst>
                  <a:ext uri="{FF2B5EF4-FFF2-40B4-BE49-F238E27FC236}">
                    <a16:creationId xmlns:a16="http://schemas.microsoft.com/office/drawing/2014/main" id="{920929F3-991D-4A68-A6B5-36DCE748A5BF}"/>
                  </a:ext>
                </a:extLst>
              </p:cNvPr>
              <p:cNvCxnSpPr/>
              <p:nvPr/>
            </p:nvCxnSpPr>
            <p:spPr>
              <a:xfrm>
                <a:off x="9752082" y="168723"/>
                <a:ext cx="322937" cy="0"/>
              </a:xfrm>
              <a:prstGeom prst="line">
                <a:avLst/>
              </a:prstGeom>
              <a:ln w="28575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Oval 99">
                <a:extLst>
                  <a:ext uri="{FF2B5EF4-FFF2-40B4-BE49-F238E27FC236}">
                    <a16:creationId xmlns:a16="http://schemas.microsoft.com/office/drawing/2014/main" id="{EE3B9C21-B1BF-4821-A80B-261D76AEA21C}"/>
                  </a:ext>
                </a:extLst>
              </p:cNvPr>
              <p:cNvSpPr/>
              <p:nvPr/>
            </p:nvSpPr>
            <p:spPr>
              <a:xfrm>
                <a:off x="11410913" y="-3130"/>
                <a:ext cx="76668" cy="74315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en-GB" altLang="zh-CN" sz="1200">
                  <a:solidFill>
                    <a:srgbClr val="FFFFFF"/>
                  </a:solidFill>
                  <a:latin typeface="Segoe UI Black" panose="020B0A02040204020203" pitchFamily="34" charset="0"/>
                </a:endParaRPr>
              </a:p>
            </p:txBody>
          </p:sp>
          <p:sp>
            <p:nvSpPr>
              <p:cNvPr id="39" name="Triangle 100">
                <a:extLst>
                  <a:ext uri="{FF2B5EF4-FFF2-40B4-BE49-F238E27FC236}">
                    <a16:creationId xmlns:a16="http://schemas.microsoft.com/office/drawing/2014/main" id="{3E55A286-4B81-4108-8368-82C873E4E5B7}"/>
                  </a:ext>
                </a:extLst>
              </p:cNvPr>
              <p:cNvSpPr/>
              <p:nvPr/>
            </p:nvSpPr>
            <p:spPr>
              <a:xfrm rot="5400000">
                <a:off x="11147274" y="-87945"/>
                <a:ext cx="276360" cy="236976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en-GB" altLang="zh-CN" sz="1200">
                  <a:solidFill>
                    <a:srgbClr val="FFFFFF"/>
                  </a:solidFill>
                  <a:latin typeface="Segoe UI Black" panose="020B0A02040204020203" pitchFamily="34" charset="0"/>
                </a:endParaRPr>
              </a:p>
            </p:txBody>
          </p:sp>
          <p:cxnSp>
            <p:nvCxnSpPr>
              <p:cNvPr id="40" name="Straight Connector 66">
                <a:extLst>
                  <a:ext uri="{FF2B5EF4-FFF2-40B4-BE49-F238E27FC236}">
                    <a16:creationId xmlns:a16="http://schemas.microsoft.com/office/drawing/2014/main" id="{98907FE3-2A03-43DC-97E0-19E440378FEE}"/>
                  </a:ext>
                </a:extLst>
              </p:cNvPr>
              <p:cNvCxnSpPr/>
              <p:nvPr/>
            </p:nvCxnSpPr>
            <p:spPr>
              <a:xfrm flipV="1">
                <a:off x="9738142" y="1220745"/>
                <a:ext cx="1993385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288" name="直接连接符 15">
              <a:extLst>
                <a:ext uri="{FF2B5EF4-FFF2-40B4-BE49-F238E27FC236}">
                  <a16:creationId xmlns:a16="http://schemas.microsoft.com/office/drawing/2014/main" id="{BEF2C763-2C9E-450C-8795-51DD81FDF2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503959" y="4998480"/>
              <a:ext cx="0" cy="306872"/>
            </a:xfrm>
            <a:prstGeom prst="line">
              <a:avLst/>
            </a:prstGeom>
            <a:noFill/>
            <a:ln w="25400" cap="sq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BD91CA5-71E5-47AE-9BAD-5EE99A8764E6}"/>
                </a:ext>
              </a:extLst>
            </p:cNvPr>
            <p:cNvSpPr/>
            <p:nvPr/>
          </p:nvSpPr>
          <p:spPr>
            <a:xfrm>
              <a:off x="10286397" y="2748625"/>
              <a:ext cx="480034" cy="2251898"/>
            </a:xfrm>
            <a:prstGeom prst="rect">
              <a:avLst/>
            </a:prstGeom>
            <a:solidFill>
              <a:srgbClr val="9CDCF8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3129" kern="0">
                <a:solidFill>
                  <a:prstClr val="white"/>
                </a:solidFill>
                <a:latin typeface="Segoe UI Black" panose="020B0A02040204020203" pitchFamily="34" charset="0"/>
                <a:ea typeface="等线" panose="02010600030101010101" pitchFamily="2" charset="-122"/>
                <a:cs typeface="Segoe UI Black" panose="020B0A02040204020203" pitchFamily="34" charset="0"/>
              </a:endParaRPr>
            </a:p>
          </p:txBody>
        </p:sp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9B3E0C4A-DC6A-4208-91CE-AA6B3EC62DA0}"/>
                </a:ext>
              </a:extLst>
            </p:cNvPr>
            <p:cNvSpPr/>
            <p:nvPr/>
          </p:nvSpPr>
          <p:spPr>
            <a:xfrm>
              <a:off x="10286397" y="4859918"/>
              <a:ext cx="480034" cy="140605"/>
            </a:xfrm>
            <a:prstGeom prst="triangle">
              <a:avLst/>
            </a:prstGeom>
            <a:solidFill>
              <a:srgbClr val="9CDCF8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3129" kern="0">
                <a:solidFill>
                  <a:prstClr val="white"/>
                </a:solidFill>
                <a:latin typeface="Segoe UI Black" panose="020B0A02040204020203" pitchFamily="34" charset="0"/>
                <a:ea typeface="等线" panose="02010600030101010101" pitchFamily="2" charset="-122"/>
                <a:cs typeface="Segoe UI Black" panose="020B0A02040204020203" pitchFamily="34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3C104CC-85C7-4C8A-ACA5-C5C70632CFFA}"/>
                </a:ext>
              </a:extLst>
            </p:cNvPr>
            <p:cNvSpPr txBox="1"/>
            <p:nvPr/>
          </p:nvSpPr>
          <p:spPr>
            <a:xfrm>
              <a:off x="10206019" y="3438255"/>
              <a:ext cx="567111" cy="901652"/>
            </a:xfrm>
            <a:prstGeom prst="rect">
              <a:avLst/>
            </a:prstGeom>
            <a:noFill/>
          </p:spPr>
          <p:txBody>
            <a:bodyPr vert="eaVert" wrap="none">
              <a:spAutoFit/>
            </a:bodyPr>
            <a:lstStyle>
              <a:lvl1pPr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400">
                  <a:solidFill>
                    <a:srgbClr val="000000"/>
                  </a:solidFill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rPr>
                <a:t>寄存器</a:t>
              </a:r>
              <a:endParaRPr lang="en-US" altLang="zh-CN" sz="1400">
                <a:solidFill>
                  <a:srgbClr val="000000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4B58B4F-E1C0-425A-8D4D-B242AB9F4FD0}"/>
                </a:ext>
              </a:extLst>
            </p:cNvPr>
            <p:cNvSpPr txBox="1"/>
            <p:nvPr/>
          </p:nvSpPr>
          <p:spPr>
            <a:xfrm>
              <a:off x="8216663" y="4547465"/>
              <a:ext cx="1359728" cy="43743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400">
                  <a:solidFill>
                    <a:srgbClr val="000000"/>
                  </a:solidFill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rPr>
                <a:t>组合逻辑</a:t>
              </a:r>
              <a:endParaRPr lang="en-US" altLang="zh-CN" sz="1400">
                <a:solidFill>
                  <a:srgbClr val="000000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</p:grpSp>
      <p:sp>
        <p:nvSpPr>
          <p:cNvPr id="55" name="object 62">
            <a:extLst>
              <a:ext uri="{FF2B5EF4-FFF2-40B4-BE49-F238E27FC236}">
                <a16:creationId xmlns:a16="http://schemas.microsoft.com/office/drawing/2014/main" id="{6FE01F7C-4B5F-4B79-9244-8ACA9D5B7488}"/>
              </a:ext>
            </a:extLst>
          </p:cNvPr>
          <p:cNvSpPr/>
          <p:nvPr/>
        </p:nvSpPr>
        <p:spPr>
          <a:xfrm>
            <a:off x="2925763" y="2851150"/>
            <a:ext cx="412750" cy="265113"/>
          </a:xfrm>
          <a:custGeom>
            <a:avLst/>
            <a:gdLst/>
            <a:ahLst/>
            <a:cxnLst/>
            <a:rect l="l" t="t" r="r" b="b"/>
            <a:pathLst>
              <a:path w="1501139" h="315594">
                <a:moveTo>
                  <a:pt x="0" y="0"/>
                </a:moveTo>
                <a:lnTo>
                  <a:pt x="0" y="315468"/>
                </a:lnTo>
                <a:lnTo>
                  <a:pt x="1501139" y="315468"/>
                </a:lnTo>
                <a:lnTo>
                  <a:pt x="1501139" y="0"/>
                </a:lnTo>
                <a:lnTo>
                  <a:pt x="0" y="0"/>
                </a:lnTo>
                <a:close/>
              </a:path>
            </a:pathLst>
          </a:custGeom>
          <a:pattFill prst="lt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0" rIns="0" bIns="0"/>
          <a:lstStyle/>
          <a:p>
            <a:pPr>
              <a:defRPr/>
            </a:pPr>
            <a:endParaRPr sz="128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6" name="object 62">
            <a:extLst>
              <a:ext uri="{FF2B5EF4-FFF2-40B4-BE49-F238E27FC236}">
                <a16:creationId xmlns:a16="http://schemas.microsoft.com/office/drawing/2014/main" id="{A321DCD0-3375-43B4-8F9E-14379C4C0CEB}"/>
              </a:ext>
            </a:extLst>
          </p:cNvPr>
          <p:cNvSpPr/>
          <p:nvPr/>
        </p:nvSpPr>
        <p:spPr>
          <a:xfrm>
            <a:off x="1444625" y="2847975"/>
            <a:ext cx="388938" cy="279400"/>
          </a:xfrm>
          <a:custGeom>
            <a:avLst/>
            <a:gdLst/>
            <a:ahLst/>
            <a:cxnLst/>
            <a:rect l="l" t="t" r="r" b="b"/>
            <a:pathLst>
              <a:path w="1501139" h="315594">
                <a:moveTo>
                  <a:pt x="0" y="0"/>
                </a:moveTo>
                <a:lnTo>
                  <a:pt x="0" y="315468"/>
                </a:lnTo>
                <a:lnTo>
                  <a:pt x="1501139" y="315468"/>
                </a:lnTo>
                <a:lnTo>
                  <a:pt x="1501139" y="0"/>
                </a:lnTo>
                <a:lnTo>
                  <a:pt x="0" y="0"/>
                </a:lnTo>
                <a:close/>
              </a:path>
            </a:pathLst>
          </a:custGeom>
          <a:pattFill prst="lt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0" rIns="0" bIns="0"/>
          <a:lstStyle/>
          <a:p>
            <a:pPr>
              <a:defRPr/>
            </a:pPr>
            <a:endParaRPr sz="128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7" name="object 68">
            <a:extLst>
              <a:ext uri="{FF2B5EF4-FFF2-40B4-BE49-F238E27FC236}">
                <a16:creationId xmlns:a16="http://schemas.microsoft.com/office/drawing/2014/main" id="{FEC62AAE-09AB-4BE1-864B-EE2D936243DD}"/>
              </a:ext>
            </a:extLst>
          </p:cNvPr>
          <p:cNvSpPr txBox="1"/>
          <p:nvPr/>
        </p:nvSpPr>
        <p:spPr>
          <a:xfrm>
            <a:off x="1187450" y="2984500"/>
            <a:ext cx="136525" cy="192088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9524">
              <a:lnSpc>
                <a:spcPts val="1481"/>
              </a:lnSpc>
              <a:defRPr/>
            </a:pPr>
            <a:r>
              <a:rPr sz="1422" spc="-71" dirty="0">
                <a:solidFill>
                  <a:prstClr val="black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D</a:t>
            </a:r>
            <a:endParaRPr sz="1422" dirty="0">
              <a:solidFill>
                <a:prstClr val="black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58" name="object 81">
            <a:extLst>
              <a:ext uri="{FF2B5EF4-FFF2-40B4-BE49-F238E27FC236}">
                <a16:creationId xmlns:a16="http://schemas.microsoft.com/office/drawing/2014/main" id="{0FA5B500-E777-45C5-9AE1-DDD02F53A0B5}"/>
              </a:ext>
            </a:extLst>
          </p:cNvPr>
          <p:cNvSpPr txBox="1"/>
          <p:nvPr/>
        </p:nvSpPr>
        <p:spPr>
          <a:xfrm>
            <a:off x="1101725" y="2527300"/>
            <a:ext cx="358775" cy="19367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9524">
              <a:lnSpc>
                <a:spcPts val="1481"/>
              </a:lnSpc>
              <a:defRPr/>
            </a:pPr>
            <a:r>
              <a:rPr sz="1422" spc="-11" dirty="0">
                <a:solidFill>
                  <a:prstClr val="black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Cl</a:t>
            </a:r>
            <a:r>
              <a:rPr sz="1422" spc="-49" dirty="0">
                <a:solidFill>
                  <a:prstClr val="black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k</a:t>
            </a:r>
            <a:endParaRPr sz="1422" dirty="0">
              <a:solidFill>
                <a:prstClr val="black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cxnSp>
        <p:nvCxnSpPr>
          <p:cNvPr id="51213" name="直接连接符 58">
            <a:extLst>
              <a:ext uri="{FF2B5EF4-FFF2-40B4-BE49-F238E27FC236}">
                <a16:creationId xmlns:a16="http://schemas.microsoft.com/office/drawing/2014/main" id="{6B939A9D-9B33-408F-93FE-AEE342622CC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46213" y="2614613"/>
            <a:ext cx="1004887" cy="0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4" name="直接连接符 59">
            <a:extLst>
              <a:ext uri="{FF2B5EF4-FFF2-40B4-BE49-F238E27FC236}">
                <a16:creationId xmlns:a16="http://schemas.microsoft.com/office/drawing/2014/main" id="{B104217D-EE3C-48A1-AE73-DB79EE5A1A8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52688" y="2346325"/>
            <a:ext cx="0" cy="255588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5" name="直接连接符 60">
            <a:extLst>
              <a:ext uri="{FF2B5EF4-FFF2-40B4-BE49-F238E27FC236}">
                <a16:creationId xmlns:a16="http://schemas.microsoft.com/office/drawing/2014/main" id="{D9DE48F6-E8EC-4D4A-AE81-B5C6DFF9CA5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65388" y="2354263"/>
            <a:ext cx="873125" cy="0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6" name="直接连接符 61">
            <a:extLst>
              <a:ext uri="{FF2B5EF4-FFF2-40B4-BE49-F238E27FC236}">
                <a16:creationId xmlns:a16="http://schemas.microsoft.com/office/drawing/2014/main" id="{2BE9118D-88BC-4C24-8C44-8D15A4F71F8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35150" y="2974975"/>
            <a:ext cx="612775" cy="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7" name="直接连接符 62">
            <a:extLst>
              <a:ext uri="{FF2B5EF4-FFF2-40B4-BE49-F238E27FC236}">
                <a16:creationId xmlns:a16="http://schemas.microsoft.com/office/drawing/2014/main" id="{A7E439D7-B8B7-403A-A452-D513258562B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52688" y="2973388"/>
            <a:ext cx="463550" cy="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8" name="直接连接符 63">
            <a:extLst>
              <a:ext uri="{FF2B5EF4-FFF2-40B4-BE49-F238E27FC236}">
                <a16:creationId xmlns:a16="http://schemas.microsoft.com/office/drawing/2014/main" id="{CBF8B004-A2F1-448C-AD3E-76F919FB5E3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35150" y="2859088"/>
            <a:ext cx="0" cy="269875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9" name="直接连接符 64">
            <a:extLst>
              <a:ext uri="{FF2B5EF4-FFF2-40B4-BE49-F238E27FC236}">
                <a16:creationId xmlns:a16="http://schemas.microsoft.com/office/drawing/2014/main" id="{A113E4FA-CA60-4927-9612-3662C56FD5B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11475" y="2857500"/>
            <a:ext cx="0" cy="255588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object 81">
            <a:extLst>
              <a:ext uri="{FF2B5EF4-FFF2-40B4-BE49-F238E27FC236}">
                <a16:creationId xmlns:a16="http://schemas.microsoft.com/office/drawing/2014/main" id="{3140BADB-EA89-47C5-B586-B7083B6D1616}"/>
              </a:ext>
            </a:extLst>
          </p:cNvPr>
          <p:cNvSpPr txBox="1"/>
          <p:nvPr/>
        </p:nvSpPr>
        <p:spPr>
          <a:xfrm>
            <a:off x="1928813" y="2662238"/>
            <a:ext cx="469900" cy="19208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793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ts val="1475"/>
              </a:lnSpc>
            </a:pPr>
            <a:r>
              <a:rPr lang="en-US" altLang="zh-CN" sz="1200">
                <a:latin typeface="Segoe UI Black" panose="020B0A02040204020203" pitchFamily="34" charset="0"/>
              </a:rPr>
              <a:t>Setup</a:t>
            </a:r>
            <a:endParaRPr lang="zh-CN" altLang="zh-CN" sz="1200">
              <a:latin typeface="Segoe UI Black" panose="020B0A02040204020203" pitchFamily="34" charset="0"/>
            </a:endParaRPr>
          </a:p>
        </p:txBody>
      </p:sp>
      <p:sp>
        <p:nvSpPr>
          <p:cNvPr id="67" name="object 81">
            <a:extLst>
              <a:ext uri="{FF2B5EF4-FFF2-40B4-BE49-F238E27FC236}">
                <a16:creationId xmlns:a16="http://schemas.microsoft.com/office/drawing/2014/main" id="{16E2445A-0239-42B6-861A-DCD4A3B1C03A}"/>
              </a:ext>
            </a:extLst>
          </p:cNvPr>
          <p:cNvSpPr txBox="1"/>
          <p:nvPr/>
        </p:nvSpPr>
        <p:spPr>
          <a:xfrm>
            <a:off x="2487613" y="2662238"/>
            <a:ext cx="471487" cy="19208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793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ts val="1475"/>
              </a:lnSpc>
            </a:pPr>
            <a:r>
              <a:rPr lang="en-US" altLang="zh-CN" sz="1200">
                <a:latin typeface="Segoe UI Black" panose="020B0A02040204020203" pitchFamily="34" charset="0"/>
              </a:rPr>
              <a:t>Hold</a:t>
            </a:r>
            <a:endParaRPr lang="zh-CN" altLang="zh-CN" sz="1200">
              <a:latin typeface="Segoe UI Black" panose="020B0A02040204020203" pitchFamily="34" charset="0"/>
            </a:endParaRPr>
          </a:p>
        </p:txBody>
      </p:sp>
      <p:cxnSp>
        <p:nvCxnSpPr>
          <p:cNvPr id="51222" name="直接连接符 67">
            <a:extLst>
              <a:ext uri="{FF2B5EF4-FFF2-40B4-BE49-F238E27FC236}">
                <a16:creationId xmlns:a16="http://schemas.microsoft.com/office/drawing/2014/main" id="{2B0587A4-9A58-4B04-AE0F-11DE8E2F13F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21475" y="2976563"/>
            <a:ext cx="611188" cy="0"/>
          </a:xfrm>
          <a:prstGeom prst="line">
            <a:avLst/>
          </a:prstGeom>
          <a:noFill/>
          <a:ln w="19050" cap="sq">
            <a:solidFill>
              <a:schemeClr val="tx1"/>
            </a:solidFill>
            <a:miter lim="800000"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23" name="直接连接符 68">
            <a:extLst>
              <a:ext uri="{FF2B5EF4-FFF2-40B4-BE49-F238E27FC236}">
                <a16:creationId xmlns:a16="http://schemas.microsoft.com/office/drawing/2014/main" id="{196236FD-8036-42E4-9F1E-6B77C3051C2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21475" y="2863850"/>
            <a:ext cx="0" cy="255588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" name="object 81">
            <a:extLst>
              <a:ext uri="{FF2B5EF4-FFF2-40B4-BE49-F238E27FC236}">
                <a16:creationId xmlns:a16="http://schemas.microsoft.com/office/drawing/2014/main" id="{A652F02E-75F3-4425-845A-940BE9CDCF45}"/>
              </a:ext>
            </a:extLst>
          </p:cNvPr>
          <p:cNvSpPr txBox="1"/>
          <p:nvPr/>
        </p:nvSpPr>
        <p:spPr>
          <a:xfrm>
            <a:off x="6816725" y="2652713"/>
            <a:ext cx="471488" cy="19208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793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ts val="1475"/>
              </a:lnSpc>
            </a:pPr>
            <a:r>
              <a:rPr lang="en-US" altLang="zh-CN" sz="1200">
                <a:latin typeface="Segoe UI Black" panose="020B0A02040204020203" pitchFamily="34" charset="0"/>
              </a:rPr>
              <a:t>Setup</a:t>
            </a:r>
            <a:endParaRPr lang="zh-CN" altLang="zh-CN" sz="1200">
              <a:latin typeface="Segoe UI Black" panose="020B0A02040204020203" pitchFamily="34" charset="0"/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6B043C1C-BD4B-4358-BC9F-658739B7CB99}"/>
              </a:ext>
            </a:extLst>
          </p:cNvPr>
          <p:cNvGrpSpPr>
            <a:grpSpLocks/>
          </p:cNvGrpSpPr>
          <p:nvPr/>
        </p:nvGrpSpPr>
        <p:grpSpPr bwMode="auto">
          <a:xfrm>
            <a:off x="7332663" y="2651125"/>
            <a:ext cx="503237" cy="323850"/>
            <a:chOff x="10293605" y="2947415"/>
            <a:chExt cx="708546" cy="456742"/>
          </a:xfrm>
        </p:grpSpPr>
        <p:cxnSp>
          <p:nvCxnSpPr>
            <p:cNvPr id="51280" name="直接连接符 71">
              <a:extLst>
                <a:ext uri="{FF2B5EF4-FFF2-40B4-BE49-F238E27FC236}">
                  <a16:creationId xmlns:a16="http://schemas.microsoft.com/office/drawing/2014/main" id="{51024BF2-3352-4305-8887-8E9C962B27A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293605" y="3404157"/>
              <a:ext cx="652322" cy="0"/>
            </a:xfrm>
            <a:prstGeom prst="line">
              <a:avLst/>
            </a:prstGeom>
            <a:noFill/>
            <a:ln w="38100" cap="sq">
              <a:solidFill>
                <a:srgbClr val="7030A0"/>
              </a:solidFill>
              <a:miter lim="800000"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3" name="object 81">
              <a:extLst>
                <a:ext uri="{FF2B5EF4-FFF2-40B4-BE49-F238E27FC236}">
                  <a16:creationId xmlns:a16="http://schemas.microsoft.com/office/drawing/2014/main" id="{32D00546-BE48-416D-85A1-68067286B25B}"/>
                </a:ext>
              </a:extLst>
            </p:cNvPr>
            <p:cNvSpPr txBox="1"/>
            <p:nvPr/>
          </p:nvSpPr>
          <p:spPr>
            <a:xfrm>
              <a:off x="10338308" y="2947415"/>
              <a:ext cx="663843" cy="27091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793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75"/>
                </a:lnSpc>
              </a:pPr>
              <a:r>
                <a:rPr lang="en-US" altLang="zh-CN" sz="1200">
                  <a:solidFill>
                    <a:srgbClr val="7030A0"/>
                  </a:solidFill>
                  <a:latin typeface="Segoe UI Black" panose="020B0A02040204020203" pitchFamily="34" charset="0"/>
                </a:rPr>
                <a:t>Hold</a:t>
              </a:r>
              <a:endParaRPr lang="zh-CN" altLang="zh-CN" sz="1200">
                <a:solidFill>
                  <a:srgbClr val="7030A0"/>
                </a:solidFill>
                <a:latin typeface="Segoe UI Black" panose="020B0A02040204020203" pitchFamily="34" charset="0"/>
              </a:endParaRPr>
            </a:p>
          </p:txBody>
        </p:sp>
      </p:grpSp>
      <p:cxnSp>
        <p:nvCxnSpPr>
          <p:cNvPr id="51226" name="直接连接符 73">
            <a:extLst>
              <a:ext uri="{FF2B5EF4-FFF2-40B4-BE49-F238E27FC236}">
                <a16:creationId xmlns:a16="http://schemas.microsoft.com/office/drawing/2014/main" id="{DA825857-57FC-4A72-B630-20DBA2F1A17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23013" y="2609850"/>
            <a:ext cx="993775" cy="0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27" name="直接连接符 74">
            <a:extLst>
              <a:ext uri="{FF2B5EF4-FFF2-40B4-BE49-F238E27FC236}">
                <a16:creationId xmlns:a16="http://schemas.microsoft.com/office/drawing/2014/main" id="{D5ABA44F-72F8-4E9D-814D-423CF6C71DB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32663" y="2346325"/>
            <a:ext cx="0" cy="255588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28" name="直接连接符 75">
            <a:extLst>
              <a:ext uri="{FF2B5EF4-FFF2-40B4-BE49-F238E27FC236}">
                <a16:creationId xmlns:a16="http://schemas.microsoft.com/office/drawing/2014/main" id="{6B93A24A-858C-47DC-A8FF-3745875D4CD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32663" y="2346325"/>
            <a:ext cx="862012" cy="0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29" name="直接连接符 76">
            <a:extLst>
              <a:ext uri="{FF2B5EF4-FFF2-40B4-BE49-F238E27FC236}">
                <a16:creationId xmlns:a16="http://schemas.microsoft.com/office/drawing/2014/main" id="{CACE58F8-112B-40FD-97DC-D01DEF6ED06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835150" y="3830638"/>
            <a:ext cx="452438" cy="0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30" name="直接连接符 77">
            <a:extLst>
              <a:ext uri="{FF2B5EF4-FFF2-40B4-BE49-F238E27FC236}">
                <a16:creationId xmlns:a16="http://schemas.microsoft.com/office/drawing/2014/main" id="{E82880AC-95BC-46FB-8B5F-C0CC2E9F4E9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835150" y="4822825"/>
            <a:ext cx="452438" cy="0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31" name="直接连接符 78">
            <a:extLst>
              <a:ext uri="{FF2B5EF4-FFF2-40B4-BE49-F238E27FC236}">
                <a16:creationId xmlns:a16="http://schemas.microsoft.com/office/drawing/2014/main" id="{7C54A2C3-E0FD-4917-B34E-6D59749933D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641600" y="4822825"/>
            <a:ext cx="452438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32" name="直接连接符 79">
            <a:extLst>
              <a:ext uri="{FF2B5EF4-FFF2-40B4-BE49-F238E27FC236}">
                <a16:creationId xmlns:a16="http://schemas.microsoft.com/office/drawing/2014/main" id="{C336C47C-FCFF-446B-A653-0C2FDBECDC7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721475" y="4814888"/>
            <a:ext cx="452438" cy="0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33" name="直接连接符 80">
            <a:extLst>
              <a:ext uri="{FF2B5EF4-FFF2-40B4-BE49-F238E27FC236}">
                <a16:creationId xmlns:a16="http://schemas.microsoft.com/office/drawing/2014/main" id="{A7AED938-6FE7-4FA7-A0BE-82DEE6EF3A5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513638" y="3797300"/>
            <a:ext cx="454025" cy="0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34" name="直接连接符 81">
            <a:extLst>
              <a:ext uri="{FF2B5EF4-FFF2-40B4-BE49-F238E27FC236}">
                <a16:creationId xmlns:a16="http://schemas.microsoft.com/office/drawing/2014/main" id="{21B39339-4899-4108-ABE1-20EA751CDAF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521575" y="4814888"/>
            <a:ext cx="452438" cy="0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2505D112-FAFD-4696-B5AB-AEEE91781EE1}"/>
              </a:ext>
            </a:extLst>
          </p:cNvPr>
          <p:cNvSpPr txBox="1"/>
          <p:nvPr/>
        </p:nvSpPr>
        <p:spPr>
          <a:xfrm>
            <a:off x="1784350" y="4171950"/>
            <a:ext cx="534988" cy="385763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>
              <a:defRPr/>
            </a:pPr>
            <a:r>
              <a:rPr lang="en-US" altLang="zh-CN" sz="2276" dirty="0"/>
              <a:t>…</a:t>
            </a:r>
            <a:endParaRPr lang="zh-CN" altLang="en-US" sz="2276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77AD557-376C-409E-AB8E-BCC07B12D197}"/>
              </a:ext>
            </a:extLst>
          </p:cNvPr>
          <p:cNvSpPr txBox="1"/>
          <p:nvPr/>
        </p:nvSpPr>
        <p:spPr>
          <a:xfrm>
            <a:off x="2605088" y="4165600"/>
            <a:ext cx="534987" cy="385763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>
              <a:defRPr/>
            </a:pPr>
            <a:r>
              <a:rPr lang="en-US" altLang="zh-CN" sz="2276" dirty="0"/>
              <a:t>…</a:t>
            </a:r>
            <a:endParaRPr lang="zh-CN" altLang="en-US" sz="2276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93E13FCA-7F21-426D-8480-76CF60024130}"/>
              </a:ext>
            </a:extLst>
          </p:cNvPr>
          <p:cNvSpPr txBox="1"/>
          <p:nvPr/>
        </p:nvSpPr>
        <p:spPr>
          <a:xfrm>
            <a:off x="6619875" y="4181475"/>
            <a:ext cx="534988" cy="385763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>
              <a:defRPr/>
            </a:pPr>
            <a:r>
              <a:rPr lang="en-US" altLang="zh-CN" sz="2276" dirty="0"/>
              <a:t>…</a:t>
            </a:r>
            <a:endParaRPr lang="zh-CN" altLang="en-US" sz="2276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2A8C269C-7AFB-4FC8-871C-B97A3896A429}"/>
              </a:ext>
            </a:extLst>
          </p:cNvPr>
          <p:cNvSpPr txBox="1"/>
          <p:nvPr/>
        </p:nvSpPr>
        <p:spPr>
          <a:xfrm>
            <a:off x="7527925" y="4170363"/>
            <a:ext cx="534988" cy="385762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>
              <a:defRPr/>
            </a:pPr>
            <a:r>
              <a:rPr lang="en-US" altLang="zh-CN" sz="2276" dirty="0"/>
              <a:t>…</a:t>
            </a:r>
            <a:endParaRPr lang="zh-CN" altLang="en-US" sz="2276" dirty="0"/>
          </a:p>
        </p:txBody>
      </p:sp>
      <p:cxnSp>
        <p:nvCxnSpPr>
          <p:cNvPr id="51239" name="直接连接符 86">
            <a:extLst>
              <a:ext uri="{FF2B5EF4-FFF2-40B4-BE49-F238E27FC236}">
                <a16:creationId xmlns:a16="http://schemas.microsoft.com/office/drawing/2014/main" id="{21175243-EFCA-4A67-B976-285AB7D0005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22550" y="3178175"/>
            <a:ext cx="0" cy="720725"/>
          </a:xfrm>
          <a:prstGeom prst="line">
            <a:avLst/>
          </a:prstGeom>
          <a:noFill/>
          <a:ln w="28575" cap="sq">
            <a:solidFill>
              <a:srgbClr val="00000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40" name="直接连接符 87">
            <a:extLst>
              <a:ext uri="{FF2B5EF4-FFF2-40B4-BE49-F238E27FC236}">
                <a16:creationId xmlns:a16="http://schemas.microsoft.com/office/drawing/2014/main" id="{C31479DE-176B-4B73-8E77-E9634C329AE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94625" y="3178175"/>
            <a:ext cx="0" cy="342900"/>
          </a:xfrm>
          <a:prstGeom prst="line">
            <a:avLst/>
          </a:prstGeom>
          <a:noFill/>
          <a:ln w="28575" cap="sq">
            <a:solidFill>
              <a:srgbClr val="00000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41" name="直接连接符 88">
            <a:extLst>
              <a:ext uri="{FF2B5EF4-FFF2-40B4-BE49-F238E27FC236}">
                <a16:creationId xmlns:a16="http://schemas.microsoft.com/office/drawing/2014/main" id="{8081A2F8-0C2C-4175-A670-6E6522E1170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96213" y="2857500"/>
            <a:ext cx="0" cy="271463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42" name="直接连接符 89">
            <a:extLst>
              <a:ext uri="{FF2B5EF4-FFF2-40B4-BE49-F238E27FC236}">
                <a16:creationId xmlns:a16="http://schemas.microsoft.com/office/drawing/2014/main" id="{AC2F3628-6C77-4A88-9ECF-29FBC11DCBC5}"/>
              </a:ext>
            </a:extLst>
          </p:cNvPr>
          <p:cNvCxnSpPr>
            <a:cxnSpLocks noChangeShapeType="1"/>
            <a:endCxn id="12" idx="0"/>
          </p:cNvCxnSpPr>
          <p:nvPr/>
        </p:nvCxnSpPr>
        <p:spPr bwMode="auto">
          <a:xfrm>
            <a:off x="2451100" y="2409825"/>
            <a:ext cx="0" cy="1111250"/>
          </a:xfrm>
          <a:prstGeom prst="line">
            <a:avLst/>
          </a:prstGeom>
          <a:noFill/>
          <a:ln w="28575" cap="sq">
            <a:solidFill>
              <a:srgbClr val="00000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8D5278B2-EE8C-4E12-9DEC-E7798A847039}"/>
              </a:ext>
            </a:extLst>
          </p:cNvPr>
          <p:cNvGrpSpPr>
            <a:grpSpLocks/>
          </p:cNvGrpSpPr>
          <p:nvPr/>
        </p:nvGrpSpPr>
        <p:grpSpPr bwMode="auto">
          <a:xfrm>
            <a:off x="2641600" y="3186113"/>
            <a:ext cx="4672013" cy="217487"/>
            <a:chOff x="3697534" y="3699919"/>
            <a:chExt cx="6569490" cy="306573"/>
          </a:xfrm>
        </p:grpSpPr>
        <p:cxnSp>
          <p:nvCxnSpPr>
            <p:cNvPr id="51277" name="直接连接符 91">
              <a:extLst>
                <a:ext uri="{FF2B5EF4-FFF2-40B4-BE49-F238E27FC236}">
                  <a16:creationId xmlns:a16="http://schemas.microsoft.com/office/drawing/2014/main" id="{C77D3F0B-484A-4329-B593-4FD2EA95721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97534" y="3877998"/>
              <a:ext cx="2280082" cy="0"/>
            </a:xfrm>
            <a:prstGeom prst="line">
              <a:avLst/>
            </a:prstGeom>
            <a:noFill/>
            <a:ln w="25400" cap="sq">
              <a:solidFill>
                <a:srgbClr val="FF0000"/>
              </a:solidFill>
              <a:miter lim="800000"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3" name="object 91">
              <a:extLst>
                <a:ext uri="{FF2B5EF4-FFF2-40B4-BE49-F238E27FC236}">
                  <a16:creationId xmlns:a16="http://schemas.microsoft.com/office/drawing/2014/main" id="{AD7BC418-353C-4FC6-94A5-211DC0305365}"/>
                </a:ext>
              </a:extLst>
            </p:cNvPr>
            <p:cNvSpPr txBox="1"/>
            <p:nvPr/>
          </p:nvSpPr>
          <p:spPr>
            <a:xfrm>
              <a:off x="6300329" y="3699919"/>
              <a:ext cx="1899639" cy="306573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9524">
                <a:lnSpc>
                  <a:spcPts val="1688"/>
                </a:lnSpc>
                <a:defRPr/>
              </a:pPr>
              <a:r>
                <a:rPr lang="zh-CN" altLang="en-US" sz="1422" spc="-4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entury"/>
                </a:rPr>
                <a:t>最短路径延迟</a:t>
              </a:r>
              <a:endParaRPr sz="1462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"/>
              </a:endParaRPr>
            </a:p>
          </p:txBody>
        </p:sp>
        <p:cxnSp>
          <p:nvCxnSpPr>
            <p:cNvPr id="51279" name="直接连接符 93">
              <a:extLst>
                <a:ext uri="{FF2B5EF4-FFF2-40B4-BE49-F238E27FC236}">
                  <a16:creationId xmlns:a16="http://schemas.microsoft.com/office/drawing/2014/main" id="{CA325BB1-2412-4F63-8532-B5E8EDA1D9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212180" y="3852928"/>
              <a:ext cx="2054844" cy="0"/>
            </a:xfrm>
            <a:prstGeom prst="line">
              <a:avLst/>
            </a:prstGeom>
            <a:noFill/>
            <a:ln w="25400" cap="sq">
              <a:solidFill>
                <a:srgbClr val="FF0000"/>
              </a:solidFill>
              <a:miter lim="800000"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51244" name="直接连接符 94">
            <a:extLst>
              <a:ext uri="{FF2B5EF4-FFF2-40B4-BE49-F238E27FC236}">
                <a16:creationId xmlns:a16="http://schemas.microsoft.com/office/drawing/2014/main" id="{E739BB32-7DCD-405D-A59F-B87EC5C30E7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20913" y="5313363"/>
            <a:ext cx="5092700" cy="14287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6" name="object 62">
            <a:extLst>
              <a:ext uri="{FF2B5EF4-FFF2-40B4-BE49-F238E27FC236}">
                <a16:creationId xmlns:a16="http://schemas.microsoft.com/office/drawing/2014/main" id="{8D801562-5B40-4975-976D-3CFFB7A2E147}"/>
              </a:ext>
            </a:extLst>
          </p:cNvPr>
          <p:cNvSpPr/>
          <p:nvPr/>
        </p:nvSpPr>
        <p:spPr>
          <a:xfrm>
            <a:off x="6315075" y="2846388"/>
            <a:ext cx="398463" cy="280987"/>
          </a:xfrm>
          <a:custGeom>
            <a:avLst/>
            <a:gdLst/>
            <a:ahLst/>
            <a:cxnLst/>
            <a:rect l="l" t="t" r="r" b="b"/>
            <a:pathLst>
              <a:path w="1501139" h="315594">
                <a:moveTo>
                  <a:pt x="0" y="0"/>
                </a:moveTo>
                <a:lnTo>
                  <a:pt x="0" y="315468"/>
                </a:lnTo>
                <a:lnTo>
                  <a:pt x="1501139" y="315468"/>
                </a:lnTo>
                <a:lnTo>
                  <a:pt x="1501139" y="0"/>
                </a:lnTo>
                <a:lnTo>
                  <a:pt x="0" y="0"/>
                </a:lnTo>
                <a:close/>
              </a:path>
            </a:pathLst>
          </a:custGeom>
          <a:pattFill prst="lt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0" rIns="0" bIns="0"/>
          <a:lstStyle/>
          <a:p>
            <a:pPr>
              <a:defRPr/>
            </a:pPr>
            <a:endParaRPr sz="128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1246" name="直接连接符 96">
            <a:extLst>
              <a:ext uri="{FF2B5EF4-FFF2-40B4-BE49-F238E27FC236}">
                <a16:creationId xmlns:a16="http://schemas.microsoft.com/office/drawing/2014/main" id="{95177C5D-1360-4EA5-A8E2-21CD425A60E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23013" y="3127375"/>
            <a:ext cx="1857375" cy="0"/>
          </a:xfrm>
          <a:prstGeom prst="line">
            <a:avLst/>
          </a:prstGeom>
          <a:noFill/>
          <a:ln w="28575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" name="椭圆 97">
            <a:extLst>
              <a:ext uri="{FF2B5EF4-FFF2-40B4-BE49-F238E27FC236}">
                <a16:creationId xmlns:a16="http://schemas.microsoft.com/office/drawing/2014/main" id="{C0DCF095-6D32-4979-B2A8-A9ED4B4652B9}"/>
              </a:ext>
            </a:extLst>
          </p:cNvPr>
          <p:cNvSpPr/>
          <p:nvPr/>
        </p:nvSpPr>
        <p:spPr>
          <a:xfrm>
            <a:off x="6551613" y="2208213"/>
            <a:ext cx="1398587" cy="1398587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280"/>
          </a:p>
        </p:txBody>
      </p:sp>
      <p:grpSp>
        <p:nvGrpSpPr>
          <p:cNvPr id="51248" name="组合 98">
            <a:extLst>
              <a:ext uri="{FF2B5EF4-FFF2-40B4-BE49-F238E27FC236}">
                <a16:creationId xmlns:a16="http://schemas.microsoft.com/office/drawing/2014/main" id="{A2816E03-0213-4048-B3C3-4EF176840B75}"/>
              </a:ext>
            </a:extLst>
          </p:cNvPr>
          <p:cNvGrpSpPr>
            <a:grpSpLocks/>
          </p:cNvGrpSpPr>
          <p:nvPr/>
        </p:nvGrpSpPr>
        <p:grpSpPr bwMode="auto">
          <a:xfrm>
            <a:off x="2633663" y="3797300"/>
            <a:ext cx="4532312" cy="60325"/>
            <a:chOff x="3686608" y="4560687"/>
            <a:chExt cx="6373394" cy="84565"/>
          </a:xfrm>
        </p:grpSpPr>
        <p:cxnSp>
          <p:nvCxnSpPr>
            <p:cNvPr id="100" name="Straight Connector 24">
              <a:extLst>
                <a:ext uri="{FF2B5EF4-FFF2-40B4-BE49-F238E27FC236}">
                  <a16:creationId xmlns:a16="http://schemas.microsoft.com/office/drawing/2014/main" id="{63381E01-85C5-4491-B4E6-CC6B9350F2F6}"/>
                </a:ext>
              </a:extLst>
            </p:cNvPr>
            <p:cNvCxnSpPr/>
            <p:nvPr/>
          </p:nvCxnSpPr>
          <p:spPr>
            <a:xfrm>
              <a:off x="7858893" y="4571815"/>
              <a:ext cx="562555" cy="7343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22">
              <a:extLst>
                <a:ext uri="{FF2B5EF4-FFF2-40B4-BE49-F238E27FC236}">
                  <a16:creationId xmlns:a16="http://schemas.microsoft.com/office/drawing/2014/main" id="{F79F14C8-EE8B-4916-81D9-315596B847BD}"/>
                </a:ext>
              </a:extLst>
            </p:cNvPr>
            <p:cNvCxnSpPr/>
            <p:nvPr/>
          </p:nvCxnSpPr>
          <p:spPr>
            <a:xfrm>
              <a:off x="4322831" y="4571815"/>
              <a:ext cx="3531597" cy="0"/>
            </a:xfrm>
            <a:prstGeom prst="line">
              <a:avLst/>
            </a:prstGeom>
            <a:ln w="28575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22">
              <a:extLst>
                <a:ext uri="{FF2B5EF4-FFF2-40B4-BE49-F238E27FC236}">
                  <a16:creationId xmlns:a16="http://schemas.microsoft.com/office/drawing/2014/main" id="{B4952156-DBB6-4DAC-A63F-AF145B8CF207}"/>
                </a:ext>
              </a:extLst>
            </p:cNvPr>
            <p:cNvCxnSpPr/>
            <p:nvPr/>
          </p:nvCxnSpPr>
          <p:spPr>
            <a:xfrm>
              <a:off x="8499581" y="4643027"/>
              <a:ext cx="381733" cy="22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98">
              <a:extLst>
                <a:ext uri="{FF2B5EF4-FFF2-40B4-BE49-F238E27FC236}">
                  <a16:creationId xmlns:a16="http://schemas.microsoft.com/office/drawing/2014/main" id="{31A076F4-1ED3-4169-BE67-F6BBBC2019AB}"/>
                </a:ext>
              </a:extLst>
            </p:cNvPr>
            <p:cNvCxnSpPr/>
            <p:nvPr/>
          </p:nvCxnSpPr>
          <p:spPr>
            <a:xfrm>
              <a:off x="9189381" y="4643027"/>
              <a:ext cx="247793" cy="0"/>
            </a:xfrm>
            <a:prstGeom prst="line">
              <a:avLst/>
            </a:prstGeom>
            <a:ln w="28575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75" name="直接连接符 103">
              <a:extLst>
                <a:ext uri="{FF2B5EF4-FFF2-40B4-BE49-F238E27FC236}">
                  <a16:creationId xmlns:a16="http://schemas.microsoft.com/office/drawing/2014/main" id="{F4FC1F18-927C-4A71-A733-49F68AA225F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86608" y="4572229"/>
              <a:ext cx="63658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276" name="直接连接符 104">
              <a:extLst>
                <a:ext uri="{FF2B5EF4-FFF2-40B4-BE49-F238E27FC236}">
                  <a16:creationId xmlns:a16="http://schemas.microsoft.com/office/drawing/2014/main" id="{92B8B2B6-EA57-4F07-BEA1-2D214A96EA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450631" y="4560687"/>
              <a:ext cx="60937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4C2A6B5C-EB75-4B2F-8BF7-F4A794238242}"/>
              </a:ext>
            </a:extLst>
          </p:cNvPr>
          <p:cNvGrpSpPr>
            <a:grpSpLocks/>
          </p:cNvGrpSpPr>
          <p:nvPr/>
        </p:nvGrpSpPr>
        <p:grpSpPr bwMode="auto">
          <a:xfrm>
            <a:off x="2641600" y="3803650"/>
            <a:ext cx="4524375" cy="60325"/>
            <a:chOff x="3698816" y="4560687"/>
            <a:chExt cx="6361186" cy="84565"/>
          </a:xfrm>
        </p:grpSpPr>
        <p:cxnSp>
          <p:nvCxnSpPr>
            <p:cNvPr id="107" name="Straight Connector 24">
              <a:extLst>
                <a:ext uri="{FF2B5EF4-FFF2-40B4-BE49-F238E27FC236}">
                  <a16:creationId xmlns:a16="http://schemas.microsoft.com/office/drawing/2014/main" id="{BDBC685D-8A93-4410-8154-3C42B4DCC000}"/>
                </a:ext>
              </a:extLst>
            </p:cNvPr>
            <p:cNvCxnSpPr/>
            <p:nvPr/>
          </p:nvCxnSpPr>
          <p:spPr>
            <a:xfrm>
              <a:off x="7859255" y="4571815"/>
              <a:ext cx="562463" cy="73437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22">
              <a:extLst>
                <a:ext uri="{FF2B5EF4-FFF2-40B4-BE49-F238E27FC236}">
                  <a16:creationId xmlns:a16="http://schemas.microsoft.com/office/drawing/2014/main" id="{93B9026C-0427-499B-83C9-7978BC010F52}"/>
                </a:ext>
              </a:extLst>
            </p:cNvPr>
            <p:cNvCxnSpPr/>
            <p:nvPr/>
          </p:nvCxnSpPr>
          <p:spPr>
            <a:xfrm>
              <a:off x="4323775" y="4571815"/>
              <a:ext cx="3531016" cy="0"/>
            </a:xfrm>
            <a:prstGeom prst="line">
              <a:avLst/>
            </a:prstGeom>
            <a:ln w="50800" cap="sq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22">
              <a:extLst>
                <a:ext uri="{FF2B5EF4-FFF2-40B4-BE49-F238E27FC236}">
                  <a16:creationId xmlns:a16="http://schemas.microsoft.com/office/drawing/2014/main" id="{E5E18E09-D439-4C5F-BCE4-C2E1E21CF1B2}"/>
                </a:ext>
              </a:extLst>
            </p:cNvPr>
            <p:cNvCxnSpPr/>
            <p:nvPr/>
          </p:nvCxnSpPr>
          <p:spPr>
            <a:xfrm>
              <a:off x="8497605" y="4643027"/>
              <a:ext cx="381672" cy="2225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98">
              <a:extLst>
                <a:ext uri="{FF2B5EF4-FFF2-40B4-BE49-F238E27FC236}">
                  <a16:creationId xmlns:a16="http://schemas.microsoft.com/office/drawing/2014/main" id="{0060A966-8BA5-4E04-B09F-9F359946EEC0}"/>
                </a:ext>
              </a:extLst>
            </p:cNvPr>
            <p:cNvCxnSpPr/>
            <p:nvPr/>
          </p:nvCxnSpPr>
          <p:spPr>
            <a:xfrm>
              <a:off x="9189524" y="4643027"/>
              <a:ext cx="247752" cy="0"/>
            </a:xfrm>
            <a:prstGeom prst="line">
              <a:avLst/>
            </a:prstGeom>
            <a:ln w="50800" cap="sq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69" name="直接连接符 110">
              <a:extLst>
                <a:ext uri="{FF2B5EF4-FFF2-40B4-BE49-F238E27FC236}">
                  <a16:creationId xmlns:a16="http://schemas.microsoft.com/office/drawing/2014/main" id="{A85034DB-8A5B-4871-AC1D-088DC57F64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98816" y="4572230"/>
              <a:ext cx="636581" cy="0"/>
            </a:xfrm>
            <a:prstGeom prst="line">
              <a:avLst/>
            </a:prstGeom>
            <a:noFill/>
            <a:ln w="50800" cap="sq">
              <a:solidFill>
                <a:srgbClr val="FF0000"/>
              </a:solidFill>
              <a:miter lim="800000"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270" name="直接连接符 111">
              <a:extLst>
                <a:ext uri="{FF2B5EF4-FFF2-40B4-BE49-F238E27FC236}">
                  <a16:creationId xmlns:a16="http://schemas.microsoft.com/office/drawing/2014/main" id="{396846D6-DA34-4CDD-88C5-FF32C1EBDF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450631" y="4560687"/>
              <a:ext cx="609371" cy="0"/>
            </a:xfrm>
            <a:prstGeom prst="line">
              <a:avLst/>
            </a:prstGeom>
            <a:noFill/>
            <a:ln w="50800" cap="sq">
              <a:solidFill>
                <a:srgbClr val="FF0000"/>
              </a:solidFill>
              <a:miter lim="800000"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BBAB64F6-AE80-485F-96FD-6DC364441916}"/>
              </a:ext>
            </a:extLst>
          </p:cNvPr>
          <p:cNvGrpSpPr>
            <a:grpSpLocks/>
          </p:cNvGrpSpPr>
          <p:nvPr/>
        </p:nvGrpSpPr>
        <p:grpSpPr bwMode="auto">
          <a:xfrm>
            <a:off x="1677988" y="3203575"/>
            <a:ext cx="952500" cy="217488"/>
            <a:chOff x="2342486" y="3725163"/>
            <a:chExt cx="1340200" cy="306573"/>
          </a:xfrm>
        </p:grpSpPr>
        <p:cxnSp>
          <p:nvCxnSpPr>
            <p:cNvPr id="51263" name="直接连接符 113">
              <a:extLst>
                <a:ext uri="{FF2B5EF4-FFF2-40B4-BE49-F238E27FC236}">
                  <a16:creationId xmlns:a16="http://schemas.microsoft.com/office/drawing/2014/main" id="{B1772E3D-8065-4874-B59E-D1AA47AFC8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08261" y="3877998"/>
              <a:ext cx="274425" cy="0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miter lim="800000"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5" name="object 91">
              <a:extLst>
                <a:ext uri="{FF2B5EF4-FFF2-40B4-BE49-F238E27FC236}">
                  <a16:creationId xmlns:a16="http://schemas.microsoft.com/office/drawing/2014/main" id="{A60179F1-6F8A-44F7-B290-905FD8EEE40A}"/>
                </a:ext>
              </a:extLst>
            </p:cNvPr>
            <p:cNvSpPr txBox="1"/>
            <p:nvPr/>
          </p:nvSpPr>
          <p:spPr>
            <a:xfrm>
              <a:off x="2342486" y="3725163"/>
              <a:ext cx="1333498" cy="306573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9524">
                <a:lnSpc>
                  <a:spcPts val="1688"/>
                </a:lnSpc>
                <a:defRPr/>
              </a:pPr>
              <a:r>
                <a:rPr sz="1422" spc="-41" dirty="0" err="1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C</a:t>
              </a:r>
              <a:r>
                <a:rPr sz="1422" spc="-19" dirty="0" err="1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l</a:t>
              </a:r>
              <a:r>
                <a:rPr sz="1422" spc="-71" dirty="0" err="1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k</a:t>
              </a:r>
              <a:r>
                <a:rPr sz="1422" spc="-8" dirty="0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-</a:t>
              </a:r>
              <a:r>
                <a:rPr sz="1422" spc="-53" dirty="0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to</a:t>
              </a:r>
              <a:r>
                <a:rPr sz="1422" spc="-8" dirty="0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-</a:t>
              </a:r>
              <a:r>
                <a:rPr sz="1422" spc="-26" dirty="0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Q</a:t>
              </a:r>
              <a:endParaRPr sz="1462" dirty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sp>
        <p:nvSpPr>
          <p:cNvPr id="116" name="椭圆 115">
            <a:extLst>
              <a:ext uri="{FF2B5EF4-FFF2-40B4-BE49-F238E27FC236}">
                <a16:creationId xmlns:a16="http://schemas.microsoft.com/office/drawing/2014/main" id="{3212D4E8-EBA7-4901-A6CD-6608410AEA9A}"/>
              </a:ext>
            </a:extLst>
          </p:cNvPr>
          <p:cNvSpPr/>
          <p:nvPr/>
        </p:nvSpPr>
        <p:spPr>
          <a:xfrm>
            <a:off x="6740525" y="3536950"/>
            <a:ext cx="401638" cy="1398588"/>
          </a:xfrm>
          <a:prstGeom prst="ellipse">
            <a:avLst/>
          </a:prstGeom>
          <a:noFill/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280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A3E488F8-362B-4514-814D-2C6B752AB576}"/>
              </a:ext>
            </a:extLst>
          </p:cNvPr>
          <p:cNvSpPr/>
          <p:nvPr/>
        </p:nvSpPr>
        <p:spPr>
          <a:xfrm>
            <a:off x="2303463" y="4579938"/>
            <a:ext cx="347662" cy="3556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706" kern="0" dirty="0">
                <a:solidFill>
                  <a:prstClr val="black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rPr>
              <a:t>A</a:t>
            </a:r>
            <a:endParaRPr lang="zh-CN" altLang="en-US" sz="1706" dirty="0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15EBF72D-C61B-40E0-AB1C-5783D3878752}"/>
              </a:ext>
            </a:extLst>
          </p:cNvPr>
          <p:cNvSpPr/>
          <p:nvPr/>
        </p:nvSpPr>
        <p:spPr>
          <a:xfrm>
            <a:off x="7180263" y="4564063"/>
            <a:ext cx="336550" cy="3556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706" kern="0" dirty="0">
                <a:solidFill>
                  <a:prstClr val="black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rPr>
              <a:t>B</a:t>
            </a:r>
            <a:endParaRPr lang="zh-CN" altLang="en-US" sz="1706" dirty="0"/>
          </a:p>
        </p:txBody>
      </p:sp>
      <p:sp>
        <p:nvSpPr>
          <p:cNvPr id="119" name="object 68">
            <a:extLst>
              <a:ext uri="{FF2B5EF4-FFF2-40B4-BE49-F238E27FC236}">
                <a16:creationId xmlns:a16="http://schemas.microsoft.com/office/drawing/2014/main" id="{232DB1B0-3347-40DA-9A9A-6A3361DC9CEA}"/>
              </a:ext>
            </a:extLst>
          </p:cNvPr>
          <p:cNvSpPr txBox="1"/>
          <p:nvPr/>
        </p:nvSpPr>
        <p:spPr>
          <a:xfrm>
            <a:off x="2093913" y="2371725"/>
            <a:ext cx="293687" cy="204788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9524">
              <a:lnSpc>
                <a:spcPts val="1481"/>
              </a:lnSpc>
              <a:defRPr/>
            </a:pPr>
            <a:r>
              <a:rPr lang="zh-CN" altLang="en-US" sz="199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</a:rPr>
              <a:t>①</a:t>
            </a:r>
            <a:endParaRPr sz="199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 Black" panose="020B0A02040204020203" pitchFamily="34" charset="0"/>
            </a:endParaRPr>
          </a:p>
        </p:txBody>
      </p:sp>
      <p:sp>
        <p:nvSpPr>
          <p:cNvPr id="120" name="object 68">
            <a:extLst>
              <a:ext uri="{FF2B5EF4-FFF2-40B4-BE49-F238E27FC236}">
                <a16:creationId xmlns:a16="http://schemas.microsoft.com/office/drawing/2014/main" id="{9350FBD9-73E4-4FCE-B534-468A236A161D}"/>
              </a:ext>
            </a:extLst>
          </p:cNvPr>
          <p:cNvSpPr txBox="1"/>
          <p:nvPr/>
        </p:nvSpPr>
        <p:spPr>
          <a:xfrm>
            <a:off x="6994525" y="2371725"/>
            <a:ext cx="293688" cy="204788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9524">
              <a:lnSpc>
                <a:spcPts val="1481"/>
              </a:lnSpc>
              <a:defRPr/>
            </a:pPr>
            <a:r>
              <a:rPr lang="zh-CN" altLang="en-US" sz="199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</a:rPr>
              <a:t>①</a:t>
            </a:r>
            <a:endParaRPr sz="199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 Black" panose="020B0A02040204020203" pitchFamily="34" charset="0"/>
            </a:endParaRPr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C8A8B563-E5B5-4F8B-8AA6-25C36C3DF7C6}"/>
              </a:ext>
            </a:extLst>
          </p:cNvPr>
          <p:cNvSpPr/>
          <p:nvPr/>
        </p:nvSpPr>
        <p:spPr>
          <a:xfrm>
            <a:off x="1728788" y="2171700"/>
            <a:ext cx="1398587" cy="1398588"/>
          </a:xfrm>
          <a:prstGeom prst="ellipse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28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EECB97-9B9C-D472-E14A-944D80223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45496E-3DBE-40FB-B7AD-ED15DD36EDC4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938D24-8F0D-7453-0F11-01012CEC2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CE8D5584-B8BD-A5C5-2C4B-868E8F569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55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8" grpId="0" animBg="1"/>
      <p:bldP spid="116" grpId="0" animBg="1"/>
      <p:bldP spid="12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>
            <a:extLst>
              <a:ext uri="{FF2B5EF4-FFF2-40B4-BE49-F238E27FC236}">
                <a16:creationId xmlns:a16="http://schemas.microsoft.com/office/drawing/2014/main" id="{A949F79F-E2AF-4474-BD14-DED1A366B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75" y="115888"/>
            <a:ext cx="7886700" cy="1325562"/>
          </a:xfrm>
        </p:spPr>
        <p:txBody>
          <a:bodyPr/>
          <a:lstStyle/>
          <a:p>
            <a:r>
              <a:rPr lang="zh-CN" altLang="en-US" sz="3600" b="1">
                <a:latin typeface="Times New Roman" panose="02020603050405020304" pitchFamily="18" charset="0"/>
              </a:rPr>
              <a:t>数据通路分类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7C7CEE-5610-42B4-8794-7BAB9FE8F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63688"/>
            <a:ext cx="8680450" cy="4229100"/>
          </a:xfrm>
        </p:spPr>
        <p:txBody>
          <a:bodyPr/>
          <a:lstStyle/>
          <a:p>
            <a:pPr marL="243827" indent="-243827">
              <a:lnSpc>
                <a:spcPct val="150000"/>
              </a:lnSpc>
              <a:spcBef>
                <a:spcPts val="427"/>
              </a:spcBef>
              <a:spcAft>
                <a:spcPts val="427"/>
              </a:spcAft>
              <a:defRPr/>
            </a:pPr>
            <a:r>
              <a:rPr lang="zh-CN" altLang="en-US" sz="2400" b="1" dirty="0">
                <a:cs typeface="Segoe UI Black" panose="020B0A02040204020203" pitchFamily="34" charset="0"/>
                <a:sym typeface="Arial" panose="020B0604020202020204" pitchFamily="34" charset="0"/>
              </a:rPr>
              <a:t>共享通路（总线型）</a:t>
            </a:r>
            <a:endParaRPr lang="en-US" altLang="zh-CN" sz="2400" b="1" dirty="0">
              <a:cs typeface="Segoe UI Black" panose="020B0A02040204020203" pitchFamily="34" charset="0"/>
              <a:sym typeface="Arial" panose="020B0604020202020204" pitchFamily="34" charset="0"/>
            </a:endParaRPr>
          </a:p>
          <a:p>
            <a:pPr marL="698972" lvl="1" indent="-243827">
              <a:lnSpc>
                <a:spcPct val="150000"/>
              </a:lnSpc>
              <a:spcBef>
                <a:spcPts val="427"/>
              </a:spcBef>
              <a:spcAft>
                <a:spcPts val="427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>
                <a:cs typeface="Segoe UI Black" panose="020B0A02040204020203" pitchFamily="34" charset="0"/>
                <a:sym typeface="Arial" panose="020B0604020202020204" pitchFamily="34" charset="0"/>
              </a:rPr>
              <a:t>主要部件都连接在公共总线上，各部件间通过总线进行数据传输</a:t>
            </a:r>
            <a:endParaRPr lang="en-US" altLang="zh-CN" sz="2000" b="1" dirty="0">
              <a:cs typeface="Segoe UI Black" panose="020B0A02040204020203" pitchFamily="34" charset="0"/>
              <a:sym typeface="Arial" panose="020B0604020202020204" pitchFamily="34" charset="0"/>
            </a:endParaRPr>
          </a:p>
          <a:p>
            <a:pPr marL="698972" lvl="1" indent="-243827">
              <a:lnSpc>
                <a:spcPct val="150000"/>
              </a:lnSpc>
              <a:spcBef>
                <a:spcPts val="427"/>
              </a:spcBef>
              <a:spcAft>
                <a:spcPts val="427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>
                <a:cs typeface="Segoe UI Black" panose="020B0A02040204020203" pitchFamily="34" charset="0"/>
                <a:sym typeface="Arial" panose="020B0604020202020204" pitchFamily="34" charset="0"/>
              </a:rPr>
              <a:t>结构简单，实现容易，但并发性较差，需分时使用总线，效率低</a:t>
            </a:r>
            <a:endParaRPr lang="en-US" altLang="zh-CN" sz="2000" b="1" dirty="0">
              <a:cs typeface="Segoe UI Black" panose="020B0A02040204020203" pitchFamily="34" charset="0"/>
              <a:sym typeface="Arial" panose="020B0604020202020204" pitchFamily="34" charset="0"/>
            </a:endParaRPr>
          </a:p>
          <a:p>
            <a:pPr marL="243827" indent="-243827">
              <a:lnSpc>
                <a:spcPct val="150000"/>
              </a:lnSpc>
              <a:spcBef>
                <a:spcPts val="427"/>
              </a:spcBef>
              <a:spcAft>
                <a:spcPts val="427"/>
              </a:spcAft>
              <a:defRPr/>
            </a:pPr>
            <a:r>
              <a:rPr lang="zh-CN" altLang="en-US" sz="2400" b="1" dirty="0">
                <a:cs typeface="Segoe UI Black" panose="020B0A02040204020203" pitchFamily="34" charset="0"/>
                <a:sym typeface="Arial" panose="020B0604020202020204" pitchFamily="34" charset="0"/>
              </a:rPr>
              <a:t>专用通路</a:t>
            </a:r>
            <a:endParaRPr lang="en-US" altLang="zh-CN" sz="2400" b="1" dirty="0">
              <a:cs typeface="Segoe UI Black" panose="020B0A02040204020203" pitchFamily="34" charset="0"/>
              <a:sym typeface="Arial" panose="020B0604020202020204" pitchFamily="34" charset="0"/>
            </a:endParaRPr>
          </a:p>
          <a:p>
            <a:pPr marL="698972" lvl="1" indent="-243827">
              <a:lnSpc>
                <a:spcPct val="150000"/>
              </a:lnSpc>
              <a:spcBef>
                <a:spcPts val="427"/>
              </a:spcBef>
              <a:spcAft>
                <a:spcPts val="427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>
                <a:cs typeface="Segoe UI Black" panose="020B0A02040204020203" pitchFamily="34" charset="0"/>
                <a:sym typeface="Arial" panose="020B0604020202020204" pitchFamily="34" charset="0"/>
              </a:rPr>
              <a:t>并发度高，性能佳，设计复杂，成本高</a:t>
            </a:r>
            <a:endParaRPr lang="en-US" altLang="zh-CN" sz="2000" b="1" dirty="0">
              <a:cs typeface="Segoe UI Black" panose="020B0A02040204020203" pitchFamily="34" charset="0"/>
              <a:sym typeface="Arial" panose="020B0604020202020204" pitchFamily="34" charset="0"/>
            </a:endParaRPr>
          </a:p>
          <a:p>
            <a:pPr marL="698972" lvl="1" indent="-243827">
              <a:lnSpc>
                <a:spcPct val="150000"/>
              </a:lnSpc>
              <a:spcBef>
                <a:spcPts val="427"/>
              </a:spcBef>
              <a:spcAft>
                <a:spcPts val="427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>
                <a:cs typeface="Segoe UI Black" panose="020B0A02040204020203" pitchFamily="34" charset="0"/>
                <a:sym typeface="Arial" panose="020B0604020202020204" pitchFamily="34" charset="0"/>
              </a:rPr>
              <a:t>可以看作多总线结构</a:t>
            </a:r>
          </a:p>
          <a:p>
            <a:pPr>
              <a:defRPr/>
            </a:pPr>
            <a:endParaRPr lang="zh-CN" altLang="en-US" b="1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45505AF-ED80-1DCD-6FAB-B6E9D241F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8C67943-FECB-4C23-A614-7B07C02FA460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50DDDFD-D97F-EAB7-AC8E-0CB5DA6F3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B54A4A-9B89-9D16-83E7-BC3FCD4E1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56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>
            <a:extLst>
              <a:ext uri="{FF2B5EF4-FFF2-40B4-BE49-F238E27FC236}">
                <a16:creationId xmlns:a16="http://schemas.microsoft.com/office/drawing/2014/main" id="{10A4DD1C-125A-4420-BAA8-33FA00C7B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8" y="155575"/>
            <a:ext cx="7886700" cy="1325563"/>
          </a:xfrm>
        </p:spPr>
        <p:txBody>
          <a:bodyPr/>
          <a:lstStyle/>
          <a:p>
            <a:r>
              <a:rPr lang="zh-CN" altLang="en-US" sz="3600" b="1">
                <a:latin typeface="Times New Roman" panose="02020603050405020304" pitchFamily="18" charset="0"/>
              </a:rPr>
              <a:t>单总线结构</a:t>
            </a:r>
            <a:r>
              <a:rPr lang="en-US" altLang="zh-CN" sz="3600" b="1">
                <a:latin typeface="Times New Roman" panose="02020603050405020304" pitchFamily="18" charset="0"/>
              </a:rPr>
              <a:t>CPU</a:t>
            </a:r>
            <a:r>
              <a:rPr lang="zh-CN" altLang="en-US" sz="3600" b="1">
                <a:latin typeface="Times New Roman" panose="02020603050405020304" pitchFamily="18" charset="0"/>
              </a:rPr>
              <a:t>实例</a:t>
            </a:r>
          </a:p>
        </p:txBody>
      </p:sp>
      <p:sp>
        <p:nvSpPr>
          <p:cNvPr id="5" name="Rectangle 110">
            <a:extLst>
              <a:ext uri="{FF2B5EF4-FFF2-40B4-BE49-F238E27FC236}">
                <a16:creationId xmlns:a16="http://schemas.microsoft.com/office/drawing/2014/main" id="{0363714D-F683-406B-AFEA-F4FFEDBCA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925" y="1651000"/>
            <a:ext cx="3998913" cy="3736975"/>
          </a:xfrm>
          <a:prstGeom prst="rect">
            <a:avLst/>
          </a:prstGeom>
          <a:solidFill>
            <a:srgbClr val="FFFFCC"/>
          </a:solidFill>
          <a:ln w="9525">
            <a:solidFill>
              <a:schemeClr val="accent1">
                <a:lumMod val="50000"/>
              </a:schemeClr>
            </a:solidFill>
            <a:prstDash val="dash"/>
            <a:miter lim="800000"/>
            <a:headEnd/>
            <a:tailEnd/>
          </a:ln>
        </p:spPr>
        <p:txBody>
          <a:bodyPr lIns="65024" tIns="32512" rIns="65024" bIns="32512"/>
          <a:lstStyle/>
          <a:p>
            <a:pPr>
              <a:defRPr/>
            </a:pPr>
            <a:endParaRPr lang="zh-CN" altLang="en-US" sz="2844"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C619F6D-AB8A-4E16-81D0-0673B3158757}"/>
              </a:ext>
            </a:extLst>
          </p:cNvPr>
          <p:cNvGrpSpPr>
            <a:grpSpLocks/>
          </p:cNvGrpSpPr>
          <p:nvPr/>
        </p:nvGrpSpPr>
        <p:grpSpPr bwMode="auto">
          <a:xfrm>
            <a:off x="7734300" y="2460625"/>
            <a:ext cx="644525" cy="533400"/>
            <a:chOff x="10819307" y="2466844"/>
            <a:chExt cx="905624" cy="750295"/>
          </a:xfrm>
        </p:grpSpPr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1A61DD95-EF1D-4867-B16A-2CA96D1683F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11096838" y="2630972"/>
              <a:ext cx="32825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13" name="Rectangle 104">
              <a:extLst>
                <a:ext uri="{FF2B5EF4-FFF2-40B4-BE49-F238E27FC236}">
                  <a16:creationId xmlns:a16="http://schemas.microsoft.com/office/drawing/2014/main" id="{EECED784-38C1-47C6-AED2-4EF52A476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9307" y="2790633"/>
              <a:ext cx="905624" cy="426506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>
                  <a:solidFill>
                    <a:schemeClr val="bg1"/>
                  </a:solidFill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rPr>
                <a:t>时序部件</a:t>
              </a:r>
              <a:endParaRPr lang="en-US" altLang="zh-CN">
                <a:solidFill>
                  <a:schemeClr val="bg1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2C63492-B72C-4380-BE30-16C8E4E0CCD8}"/>
              </a:ext>
            </a:extLst>
          </p:cNvPr>
          <p:cNvGrpSpPr>
            <a:grpSpLocks/>
          </p:cNvGrpSpPr>
          <p:nvPr/>
        </p:nvGrpSpPr>
        <p:grpSpPr bwMode="auto">
          <a:xfrm>
            <a:off x="5086350" y="1819275"/>
            <a:ext cx="1697038" cy="585788"/>
            <a:chOff x="7094351" y="1564383"/>
            <a:chExt cx="2385959" cy="825313"/>
          </a:xfrm>
        </p:grpSpPr>
        <p:cxnSp>
          <p:nvCxnSpPr>
            <p:cNvPr id="54541" name="直接箭头连接符 14">
              <a:extLst>
                <a:ext uri="{FF2B5EF4-FFF2-40B4-BE49-F238E27FC236}">
                  <a16:creationId xmlns:a16="http://schemas.microsoft.com/office/drawing/2014/main" id="{9E1CD24C-CAD0-4879-B68F-945C64B18BB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77868" y="1917849"/>
              <a:ext cx="544260" cy="0"/>
            </a:xfrm>
            <a:prstGeom prst="straightConnector1">
              <a:avLst/>
            </a:prstGeom>
            <a:noFill/>
            <a:ln w="12700">
              <a:solidFill>
                <a:srgbClr val="0066FF"/>
              </a:solidFill>
              <a:round/>
              <a:headEnd type="none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542" name="直接箭头连接符 15">
              <a:extLst>
                <a:ext uri="{FF2B5EF4-FFF2-40B4-BE49-F238E27FC236}">
                  <a16:creationId xmlns:a16="http://schemas.microsoft.com/office/drawing/2014/main" id="{2A08F3F3-0A8F-4561-A371-A975811274C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77868" y="2084733"/>
              <a:ext cx="544260" cy="0"/>
            </a:xfrm>
            <a:prstGeom prst="straightConnector1">
              <a:avLst/>
            </a:prstGeom>
            <a:noFill/>
            <a:ln w="12700">
              <a:solidFill>
                <a:srgbClr val="0066FF"/>
              </a:solidFill>
              <a:round/>
              <a:headEnd type="none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54543" name="组合 16">
              <a:extLst>
                <a:ext uri="{FF2B5EF4-FFF2-40B4-BE49-F238E27FC236}">
                  <a16:creationId xmlns:a16="http://schemas.microsoft.com/office/drawing/2014/main" id="{E65039B1-79E6-40F2-9F8D-87EB1A46E9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94351" y="1564383"/>
              <a:ext cx="2385959" cy="825313"/>
              <a:chOff x="7094351" y="1564383"/>
              <a:chExt cx="2385959" cy="825313"/>
            </a:xfrm>
          </p:grpSpPr>
          <p:sp>
            <p:nvSpPr>
              <p:cNvPr id="18" name="Line 7">
                <a:extLst>
                  <a:ext uri="{FF2B5EF4-FFF2-40B4-BE49-F238E27FC236}">
                    <a16:creationId xmlns:a16="http://schemas.microsoft.com/office/drawing/2014/main" id="{19BC7140-66FA-4511-97A8-C75BD6F72E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623240" y="1920006"/>
                <a:ext cx="834751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5024" tIns="32512" rIns="65024" bIns="32512"/>
              <a:lstStyle/>
              <a:p>
                <a:pPr>
                  <a:defRPr/>
                </a:pPr>
                <a:endParaRPr lang="zh-CN" altLang="en-US" sz="2844">
                  <a:solidFill>
                    <a:schemeClr val="bg2">
                      <a:lumMod val="75000"/>
                    </a:schemeClr>
                  </a:solidFill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cxnSp>
            <p:nvCxnSpPr>
              <p:cNvPr id="54545" name="直接连接符 18">
                <a:extLst>
                  <a:ext uri="{FF2B5EF4-FFF2-40B4-BE49-F238E27FC236}">
                    <a16:creationId xmlns:a16="http://schemas.microsoft.com/office/drawing/2014/main" id="{AF609B4B-0861-472D-9E44-8BF63F6CEBE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632095" y="2094448"/>
                <a:ext cx="84821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0" name="等腰三角形 19">
                <a:extLst>
                  <a:ext uri="{FF2B5EF4-FFF2-40B4-BE49-F238E27FC236}">
                    <a16:creationId xmlns:a16="http://schemas.microsoft.com/office/drawing/2014/main" id="{187D46D0-935A-4EF7-987D-0F29DFD53A74}"/>
                  </a:ext>
                </a:extLst>
              </p:cNvPr>
              <p:cNvSpPr/>
              <p:nvPr/>
            </p:nvSpPr>
            <p:spPr>
              <a:xfrm rot="5400000" flipH="1">
                <a:off x="8962329" y="2020807"/>
                <a:ext cx="161037" cy="147309"/>
              </a:xfrm>
              <a:prstGeom prst="triangle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 type="triangle" w="lg" len="lg"/>
              </a:ln>
            </p:spPr>
            <p:txBody>
              <a:bodyPr lIns="65024" tIns="32512" rIns="65024" bIns="32512"/>
              <a:lstStyle/>
              <a:p>
                <a:pPr>
                  <a:defRPr/>
                </a:pPr>
                <a:endParaRPr lang="zh-CN" altLang="en-US" sz="2844">
                  <a:solidFill>
                    <a:schemeClr val="bg2">
                      <a:lumMod val="75000"/>
                    </a:schemeClr>
                  </a:solidFill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21" name="Rectangle 104">
                <a:extLst>
                  <a:ext uri="{FF2B5EF4-FFF2-40B4-BE49-F238E27FC236}">
                    <a16:creationId xmlns:a16="http://schemas.microsoft.com/office/drawing/2014/main" id="{65E1FE2D-2F44-497B-8368-279E894537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28226" y="1763443"/>
                <a:ext cx="895014" cy="427193"/>
              </a:xfrm>
              <a:prstGeom prst="rect">
                <a:avLst/>
              </a:prstGeom>
              <a:solidFill>
                <a:srgbClr val="59B2FF"/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28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PC</a:t>
                </a:r>
              </a:p>
            </p:txBody>
          </p:sp>
          <p:sp>
            <p:nvSpPr>
              <p:cNvPr id="22" name="Text Box 54">
                <a:extLst>
                  <a:ext uri="{FF2B5EF4-FFF2-40B4-BE49-F238E27FC236}">
                    <a16:creationId xmlns:a16="http://schemas.microsoft.com/office/drawing/2014/main" id="{228342DB-D924-4A5F-9EC6-D7D86D50CD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94351" y="1564383"/>
                <a:ext cx="716458" cy="4048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5024" tIns="32512" rIns="65024" bIns="32512"/>
              <a:lstStyle>
                <a:lvl1pPr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100">
                    <a:solidFill>
                      <a:srgbClr val="0066FF"/>
                    </a:solidFill>
                    <a:latin typeface="Segoe UI Black" panose="020B0A02040204020203" pitchFamily="34" charset="0"/>
                  </a:rPr>
                  <a:t>PC</a:t>
                </a:r>
                <a:r>
                  <a:rPr lang="en-US" altLang="zh-CN" sz="1100" baseline="-25000">
                    <a:solidFill>
                      <a:srgbClr val="0066FF"/>
                    </a:solidFill>
                    <a:latin typeface="Segoe UI Black" panose="020B0A02040204020203" pitchFamily="34" charset="0"/>
                  </a:rPr>
                  <a:t>in</a:t>
                </a:r>
                <a:endParaRPr lang="en-US" altLang="zh-CN" sz="2800" baseline="-25000">
                  <a:solidFill>
                    <a:srgbClr val="0066FF"/>
                  </a:solidFill>
                  <a:latin typeface="Segoe UI Black" panose="020B0A02040204020203" pitchFamily="34" charset="0"/>
                </a:endParaRPr>
              </a:p>
            </p:txBody>
          </p:sp>
          <p:sp>
            <p:nvSpPr>
              <p:cNvPr id="23" name="Text Box 52">
                <a:extLst>
                  <a:ext uri="{FF2B5EF4-FFF2-40B4-BE49-F238E27FC236}">
                    <a16:creationId xmlns:a16="http://schemas.microsoft.com/office/drawing/2014/main" id="{29D41D27-74F1-4E21-9424-DD639E1C36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98815" y="2089989"/>
                <a:ext cx="1013307" cy="2997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5024" tIns="32512" rIns="65024" bIns="32512"/>
              <a:lstStyle>
                <a:lvl1pPr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100">
                    <a:solidFill>
                      <a:srgbClr val="0066FF"/>
                    </a:solidFill>
                    <a:latin typeface="Segoe UI Black" panose="020B0A02040204020203" pitchFamily="34" charset="0"/>
                  </a:rPr>
                  <a:t>PC</a:t>
                </a:r>
                <a:r>
                  <a:rPr lang="en-US" altLang="zh-CN" sz="1100" baseline="-25000">
                    <a:solidFill>
                      <a:srgbClr val="0066FF"/>
                    </a:solidFill>
                    <a:latin typeface="Segoe UI Black" panose="020B0A02040204020203" pitchFamily="34" charset="0"/>
                  </a:rPr>
                  <a:t>out</a:t>
                </a:r>
                <a:endParaRPr lang="en-US" altLang="zh-CN" sz="2800" baseline="-25000">
                  <a:solidFill>
                    <a:srgbClr val="0066FF"/>
                  </a:solidFill>
                  <a:latin typeface="Segoe UI Black" panose="020B0A02040204020203" pitchFamily="34" charset="0"/>
                </a:endParaRPr>
              </a:p>
            </p:txBody>
          </p:sp>
        </p:grp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E1A3F09-5209-46EB-B648-5A931DF6D2F5}"/>
              </a:ext>
            </a:extLst>
          </p:cNvPr>
          <p:cNvGrpSpPr>
            <a:grpSpLocks/>
          </p:cNvGrpSpPr>
          <p:nvPr/>
        </p:nvGrpSpPr>
        <p:grpSpPr bwMode="auto">
          <a:xfrm>
            <a:off x="4905375" y="3511550"/>
            <a:ext cx="1960563" cy="1555750"/>
            <a:chOff x="6840242" y="3944960"/>
            <a:chExt cx="2756259" cy="2188056"/>
          </a:xfrm>
        </p:grpSpPr>
        <p:cxnSp>
          <p:nvCxnSpPr>
            <p:cNvPr id="54516" name="直接箭头连接符 35">
              <a:extLst>
                <a:ext uri="{FF2B5EF4-FFF2-40B4-BE49-F238E27FC236}">
                  <a16:creationId xmlns:a16="http://schemas.microsoft.com/office/drawing/2014/main" id="{A9D91F9A-1A6D-4369-B669-296EA35FC6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42434" y="5749795"/>
              <a:ext cx="544260" cy="0"/>
            </a:xfrm>
            <a:prstGeom prst="straightConnector1">
              <a:avLst/>
            </a:prstGeom>
            <a:noFill/>
            <a:ln w="12700">
              <a:solidFill>
                <a:srgbClr val="0066FF"/>
              </a:solidFill>
              <a:round/>
              <a:headEnd type="none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54517" name="组合 36">
              <a:extLst>
                <a:ext uri="{FF2B5EF4-FFF2-40B4-BE49-F238E27FC236}">
                  <a16:creationId xmlns:a16="http://schemas.microsoft.com/office/drawing/2014/main" id="{C8843588-C06F-4865-A8E3-E74CD7BD6F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09129" y="4150680"/>
              <a:ext cx="2018830" cy="942122"/>
              <a:chOff x="5296743" y="3767069"/>
              <a:chExt cx="2018830" cy="942122"/>
            </a:xfrm>
          </p:grpSpPr>
          <p:cxnSp>
            <p:nvCxnSpPr>
              <p:cNvPr id="54537" name="直接箭头连接符 56">
                <a:extLst>
                  <a:ext uri="{FF2B5EF4-FFF2-40B4-BE49-F238E27FC236}">
                    <a16:creationId xmlns:a16="http://schemas.microsoft.com/office/drawing/2014/main" id="{EBC7B66E-9837-4D34-97BD-1CDFC590CF1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296743" y="3767069"/>
                <a:ext cx="393642" cy="0"/>
              </a:xfrm>
              <a:prstGeom prst="straightConnector1">
                <a:avLst/>
              </a:prstGeom>
              <a:noFill/>
              <a:ln w="12700">
                <a:solidFill>
                  <a:srgbClr val="0066FF"/>
                </a:solidFill>
                <a:round/>
                <a:headEnd type="none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538" name="直接箭头连接符 57">
                <a:extLst>
                  <a:ext uri="{FF2B5EF4-FFF2-40B4-BE49-F238E27FC236}">
                    <a16:creationId xmlns:a16="http://schemas.microsoft.com/office/drawing/2014/main" id="{1FFFB6B2-4E29-4ECD-AA96-86FB40DB766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6771313" y="4451527"/>
                <a:ext cx="544260" cy="0"/>
              </a:xfrm>
              <a:prstGeom prst="straightConnector1">
                <a:avLst/>
              </a:prstGeom>
              <a:noFill/>
              <a:ln w="12700">
                <a:solidFill>
                  <a:srgbClr val="0066FF"/>
                </a:solidFill>
                <a:round/>
                <a:headEnd type="none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539" name="直接箭头连接符 58">
                <a:extLst>
                  <a:ext uri="{FF2B5EF4-FFF2-40B4-BE49-F238E27FC236}">
                    <a16:creationId xmlns:a16="http://schemas.microsoft.com/office/drawing/2014/main" id="{8635107B-369F-47BC-9642-36098CCCD26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6634541" y="4580310"/>
                <a:ext cx="544260" cy="0"/>
              </a:xfrm>
              <a:prstGeom prst="straightConnector1">
                <a:avLst/>
              </a:prstGeom>
              <a:noFill/>
              <a:ln w="12700">
                <a:solidFill>
                  <a:srgbClr val="0066FF"/>
                </a:solidFill>
                <a:round/>
                <a:headEnd type="none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540" name="直接箭头连接符 59">
                <a:extLst>
                  <a:ext uri="{FF2B5EF4-FFF2-40B4-BE49-F238E27FC236}">
                    <a16:creationId xmlns:a16="http://schemas.microsoft.com/office/drawing/2014/main" id="{1AF097FB-0F4B-4C93-BE05-13EFE182BE7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6517629" y="4709191"/>
                <a:ext cx="544260" cy="0"/>
              </a:xfrm>
              <a:prstGeom prst="straightConnector1">
                <a:avLst/>
              </a:prstGeom>
              <a:noFill/>
              <a:ln w="12700">
                <a:solidFill>
                  <a:srgbClr val="0066FF"/>
                </a:solidFill>
                <a:round/>
                <a:headEnd type="none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8" name="Text Box 123">
              <a:extLst>
                <a:ext uri="{FF2B5EF4-FFF2-40B4-BE49-F238E27FC236}">
                  <a16:creationId xmlns:a16="http://schemas.microsoft.com/office/drawing/2014/main" id="{8883BEDD-9374-4A3C-96C9-C677827AB9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3831" y="4621472"/>
              <a:ext cx="622670" cy="466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5024" tIns="32512" rIns="65024" bIns="32512"/>
            <a:lstStyle>
              <a:lvl1pPr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100">
                  <a:solidFill>
                    <a:srgbClr val="0066FF"/>
                  </a:solidFill>
                  <a:latin typeface="Segoe UI Black" panose="020B0A02040204020203" pitchFamily="34" charset="0"/>
                </a:rPr>
                <a:t>+1</a:t>
              </a:r>
              <a:endParaRPr lang="en-US" altLang="zh-CN" sz="2800">
                <a:solidFill>
                  <a:srgbClr val="0066FF"/>
                </a:solidFill>
                <a:latin typeface="Segoe UI Black" panose="020B0A02040204020203" pitchFamily="34" charset="0"/>
              </a:endParaRPr>
            </a:p>
          </p:txBody>
        </p:sp>
        <p:grpSp>
          <p:nvGrpSpPr>
            <p:cNvPr id="54519" name="组合 38">
              <a:extLst>
                <a:ext uri="{FF2B5EF4-FFF2-40B4-BE49-F238E27FC236}">
                  <a16:creationId xmlns:a16="http://schemas.microsoft.com/office/drawing/2014/main" id="{05730F8B-31F4-4644-A2C3-281486405D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5410" y="3944960"/>
              <a:ext cx="2323036" cy="2018193"/>
              <a:chOff x="7145410" y="3944960"/>
              <a:chExt cx="2323036" cy="2018193"/>
            </a:xfrm>
          </p:grpSpPr>
          <p:sp>
            <p:nvSpPr>
              <p:cNvPr id="44" name="任意多边形: 形状 296">
                <a:extLst>
                  <a:ext uri="{FF2B5EF4-FFF2-40B4-BE49-F238E27FC236}">
                    <a16:creationId xmlns:a16="http://schemas.microsoft.com/office/drawing/2014/main" id="{F7E6437E-CD06-45C0-A9F0-9FB38512790A}"/>
                  </a:ext>
                </a:extLst>
              </p:cNvPr>
              <p:cNvSpPr/>
              <p:nvPr/>
            </p:nvSpPr>
            <p:spPr>
              <a:xfrm rot="5400000">
                <a:off x="7571053" y="4276794"/>
                <a:ext cx="484497" cy="1334609"/>
              </a:xfrm>
              <a:custGeom>
                <a:avLst/>
                <a:gdLst>
                  <a:gd name="connsiteX0" fmla="*/ 0 w 375612"/>
                  <a:gd name="connsiteY0" fmla="*/ 0 h 683490"/>
                  <a:gd name="connsiteX1" fmla="*/ 375612 w 375612"/>
                  <a:gd name="connsiteY1" fmla="*/ 237066 h 683490"/>
                  <a:gd name="connsiteX2" fmla="*/ 375612 w 375612"/>
                  <a:gd name="connsiteY2" fmla="*/ 467975 h 683490"/>
                  <a:gd name="connsiteX3" fmla="*/ 6157 w 375612"/>
                  <a:gd name="connsiteY3" fmla="*/ 683490 h 683490"/>
                  <a:gd name="connsiteX4" fmla="*/ 6157 w 375612"/>
                  <a:gd name="connsiteY4" fmla="*/ 406400 h 683490"/>
                  <a:gd name="connsiteX5" fmla="*/ 70812 w 375612"/>
                  <a:gd name="connsiteY5" fmla="*/ 341745 h 683490"/>
                  <a:gd name="connsiteX6" fmla="*/ 9236 w 375612"/>
                  <a:gd name="connsiteY6" fmla="*/ 280169 h 683490"/>
                  <a:gd name="connsiteX7" fmla="*/ 0 w 375612"/>
                  <a:gd name="connsiteY7" fmla="*/ 0 h 683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5612" h="683490">
                    <a:moveTo>
                      <a:pt x="0" y="0"/>
                    </a:moveTo>
                    <a:lnTo>
                      <a:pt x="375612" y="237066"/>
                    </a:lnTo>
                    <a:lnTo>
                      <a:pt x="375612" y="467975"/>
                    </a:lnTo>
                    <a:lnTo>
                      <a:pt x="6157" y="683490"/>
                    </a:lnTo>
                    <a:lnTo>
                      <a:pt x="6157" y="406400"/>
                    </a:lnTo>
                    <a:lnTo>
                      <a:pt x="70812" y="341745"/>
                    </a:lnTo>
                    <a:lnTo>
                      <a:pt x="9236" y="280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7D31"/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280" dirty="0">
                  <a:solidFill>
                    <a:schemeClr val="bg2">
                      <a:lumMod val="75000"/>
                    </a:schemeClr>
                  </a:solidFill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327CE1CC-D037-4CF2-8318-D9B12A452C04}"/>
                  </a:ext>
                </a:extLst>
              </p:cNvPr>
              <p:cNvSpPr/>
              <p:nvPr/>
            </p:nvSpPr>
            <p:spPr>
              <a:xfrm>
                <a:off x="7489693" y="4753201"/>
                <a:ext cx="727563" cy="4085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1280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ALU</a:t>
                </a:r>
                <a:endParaRPr lang="zh-CN" altLang="en-US" sz="1280" dirty="0">
                  <a:solidFill>
                    <a:schemeClr val="bg1"/>
                  </a:solidFill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cxnSp>
            <p:nvCxnSpPr>
              <p:cNvPr id="54526" name="直接连接符 45">
                <a:extLst>
                  <a:ext uri="{FF2B5EF4-FFF2-40B4-BE49-F238E27FC236}">
                    <a16:creationId xmlns:a16="http://schemas.microsoft.com/office/drawing/2014/main" id="{C9CF2AA6-A520-4140-8B26-DB18F76937B5}"/>
                  </a:ext>
                </a:extLst>
              </p:cNvPr>
              <p:cNvCxnSpPr>
                <a:cxnSpLocks noChangeShapeType="1"/>
                <a:stCxn id="53" idx="3"/>
              </p:cNvCxnSpPr>
              <p:nvPr/>
            </p:nvCxnSpPr>
            <p:spPr bwMode="auto">
              <a:xfrm>
                <a:off x="8013720" y="5749795"/>
                <a:ext cx="145472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7" name="等腰三角形 46">
                <a:extLst>
                  <a:ext uri="{FF2B5EF4-FFF2-40B4-BE49-F238E27FC236}">
                    <a16:creationId xmlns:a16="http://schemas.microsoft.com/office/drawing/2014/main" id="{349152FF-A315-4C06-B4C7-17E1DE2E7F2D}"/>
                  </a:ext>
                </a:extLst>
              </p:cNvPr>
              <p:cNvSpPr/>
              <p:nvPr/>
            </p:nvSpPr>
            <p:spPr>
              <a:xfrm rot="5400000" flipH="1">
                <a:off x="8650189" y="5677576"/>
                <a:ext cx="158523" cy="149529"/>
              </a:xfrm>
              <a:prstGeom prst="triangle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 type="triangle" w="lg" len="lg"/>
              </a:ln>
            </p:spPr>
            <p:txBody>
              <a:bodyPr lIns="65024" tIns="32512" rIns="65024" bIns="32512"/>
              <a:lstStyle/>
              <a:p>
                <a:pPr>
                  <a:defRPr/>
                </a:pPr>
                <a:endParaRPr lang="zh-CN" altLang="en-US" sz="2844">
                  <a:solidFill>
                    <a:schemeClr val="bg2">
                      <a:lumMod val="75000"/>
                    </a:schemeClr>
                  </a:solidFill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cxnSp>
            <p:nvCxnSpPr>
              <p:cNvPr id="54528" name="直接连接符 47">
                <a:extLst>
                  <a:ext uri="{FF2B5EF4-FFF2-40B4-BE49-F238E27FC236}">
                    <a16:creationId xmlns:a16="http://schemas.microsoft.com/office/drawing/2014/main" id="{56CC8E61-9E49-41B0-A7DB-F9208AA5EB0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462755" y="4343101"/>
                <a:ext cx="0" cy="36155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529" name="直接连接符 48">
                <a:extLst>
                  <a:ext uri="{FF2B5EF4-FFF2-40B4-BE49-F238E27FC236}">
                    <a16:creationId xmlns:a16="http://schemas.microsoft.com/office/drawing/2014/main" id="{925E9C54-E94B-473F-9F49-BF80CBBAF37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198535" y="4430628"/>
                <a:ext cx="0" cy="271378"/>
              </a:xfrm>
              <a:prstGeom prst="line">
                <a:avLst/>
              </a:prstGeom>
              <a:noFill/>
              <a:ln w="19050" cap="sq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0" name="Line 7">
                <a:extLst>
                  <a:ext uri="{FF2B5EF4-FFF2-40B4-BE49-F238E27FC236}">
                    <a16:creationId xmlns:a16="http://schemas.microsoft.com/office/drawing/2014/main" id="{31BD8A21-8404-4782-82CC-D61D206CB2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730726" y="4136973"/>
                <a:ext cx="17385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5024" tIns="32512" rIns="65024" bIns="32512"/>
              <a:lstStyle/>
              <a:p>
                <a:pPr>
                  <a:defRPr/>
                </a:pPr>
                <a:endParaRPr lang="zh-CN" altLang="en-US" sz="2844">
                  <a:solidFill>
                    <a:schemeClr val="bg2">
                      <a:lumMod val="75000"/>
                    </a:schemeClr>
                  </a:solidFill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51" name="Rectangle 104">
                <a:extLst>
                  <a:ext uri="{FF2B5EF4-FFF2-40B4-BE49-F238E27FC236}">
                    <a16:creationId xmlns:a16="http://schemas.microsoft.com/office/drawing/2014/main" id="{2804B6C1-0272-4C97-B731-FAD5528448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08917" y="3944960"/>
                <a:ext cx="421809" cy="426448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138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X</a:t>
                </a:r>
              </a:p>
            </p:txBody>
          </p:sp>
          <p:sp>
            <p:nvSpPr>
              <p:cNvPr id="52" name="Line 7">
                <a:extLst>
                  <a:ext uri="{FF2B5EF4-FFF2-40B4-BE49-F238E27FC236}">
                    <a16:creationId xmlns:a16="http://schemas.microsoft.com/office/drawing/2014/main" id="{88A21071-4CFB-4185-BBAB-71C84BA4D9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99402" y="4431691"/>
                <a:ext cx="1269887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5024" tIns="32512" rIns="65024" bIns="32512"/>
              <a:lstStyle/>
              <a:p>
                <a:pPr>
                  <a:defRPr/>
                </a:pPr>
                <a:endParaRPr lang="zh-CN" altLang="en-US" sz="2844">
                  <a:solidFill>
                    <a:schemeClr val="bg2">
                      <a:lumMod val="75000"/>
                    </a:schemeClr>
                  </a:solidFill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53" name="Rectangle 104">
                <a:extLst>
                  <a:ext uri="{FF2B5EF4-FFF2-40B4-BE49-F238E27FC236}">
                    <a16:creationId xmlns:a16="http://schemas.microsoft.com/office/drawing/2014/main" id="{98D15EA0-9151-410E-80AE-949BC26AC2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2355" y="5536883"/>
                <a:ext cx="421807" cy="426447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138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Z</a:t>
                </a:r>
              </a:p>
            </p:txBody>
          </p:sp>
          <p:cxnSp>
            <p:nvCxnSpPr>
              <p:cNvPr id="54534" name="直接连接符 53">
                <a:extLst>
                  <a:ext uri="{FF2B5EF4-FFF2-40B4-BE49-F238E27FC236}">
                    <a16:creationId xmlns:a16="http://schemas.microsoft.com/office/drawing/2014/main" id="{ECFE8B03-CFDC-41BC-9A88-9AE4FC6DE18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810957" y="5185414"/>
                <a:ext cx="0" cy="34023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5" name="Text Box 108">
                <a:extLst>
                  <a:ext uri="{FF2B5EF4-FFF2-40B4-BE49-F238E27FC236}">
                    <a16:creationId xmlns:a16="http://schemas.microsoft.com/office/drawing/2014/main" id="{218AA39B-A0A3-4336-AD6D-A61D3CA1CD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95527" y="4679522"/>
                <a:ext cx="303523" cy="2746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5024" tIns="32512" rIns="65024" bIns="32512"/>
              <a:lstStyle>
                <a:lvl1pPr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Segoe UI Black" panose="020B0A02040204020203" pitchFamily="34" charset="0"/>
                  </a:rPr>
                  <a:t>A</a:t>
                </a:r>
                <a:endParaRPr lang="en-US" altLang="zh-CN" sz="2800">
                  <a:solidFill>
                    <a:schemeClr val="bg1"/>
                  </a:solidFill>
                  <a:latin typeface="Segoe UI Black" panose="020B0A02040204020203" pitchFamily="34" charset="0"/>
                </a:endParaRPr>
              </a:p>
            </p:txBody>
          </p:sp>
          <p:sp>
            <p:nvSpPr>
              <p:cNvPr id="56" name="Text Box 107">
                <a:extLst>
                  <a:ext uri="{FF2B5EF4-FFF2-40B4-BE49-F238E27FC236}">
                    <a16:creationId xmlns:a16="http://schemas.microsoft.com/office/drawing/2014/main" id="{CB89F7F2-2887-4AB1-8750-218A9E081B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65494" y="4668358"/>
                <a:ext cx="276742" cy="261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5024" tIns="32512" rIns="65024" bIns="32512"/>
              <a:lstStyle>
                <a:lvl1pPr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Segoe UI Black" panose="020B0A02040204020203" pitchFamily="34" charset="0"/>
                  </a:rPr>
                  <a:t>B</a:t>
                </a:r>
                <a:endParaRPr lang="en-US" altLang="zh-CN" sz="2800">
                  <a:solidFill>
                    <a:schemeClr val="bg1"/>
                  </a:solidFill>
                  <a:latin typeface="Segoe UI Black" panose="020B0A02040204020203" pitchFamily="34" charset="0"/>
                </a:endParaRPr>
              </a:p>
            </p:txBody>
          </p:sp>
        </p:grpSp>
        <p:sp>
          <p:nvSpPr>
            <p:cNvPr id="40" name="Text Box 105">
              <a:extLst>
                <a:ext uri="{FF2B5EF4-FFF2-40B4-BE49-F238E27FC236}">
                  <a16:creationId xmlns:a16="http://schemas.microsoft.com/office/drawing/2014/main" id="{C8E6363A-876C-485E-B379-EA40FA37B6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43958" y="4833579"/>
              <a:ext cx="729794" cy="468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5024" tIns="32512" rIns="65024" bIns="32512"/>
            <a:lstStyle>
              <a:lvl1pPr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100">
                  <a:solidFill>
                    <a:srgbClr val="0066FF"/>
                  </a:solidFill>
                  <a:latin typeface="Segoe UI Black" panose="020B0A02040204020203" pitchFamily="34" charset="0"/>
                </a:rPr>
                <a:t>ADD</a:t>
              </a:r>
              <a:endParaRPr lang="en-US" altLang="zh-CN" sz="2800">
                <a:solidFill>
                  <a:srgbClr val="0066FF"/>
                </a:solidFill>
                <a:latin typeface="Segoe UI Black" panose="020B0A02040204020203" pitchFamily="34" charset="0"/>
              </a:endParaRPr>
            </a:p>
          </p:txBody>
        </p:sp>
        <p:sp>
          <p:nvSpPr>
            <p:cNvPr id="41" name="Text Box 46">
              <a:extLst>
                <a:ext uri="{FF2B5EF4-FFF2-40B4-BE49-F238E27FC236}">
                  <a16:creationId xmlns:a16="http://schemas.microsoft.com/office/drawing/2014/main" id="{FE4E6FB0-346F-490D-A075-4830F6924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0242" y="4132508"/>
              <a:ext cx="716405" cy="301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5024" tIns="32512" rIns="65024" bIns="32512"/>
            <a:lstStyle>
              <a:lvl1pPr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100">
                  <a:solidFill>
                    <a:srgbClr val="0066FF"/>
                  </a:solidFill>
                  <a:latin typeface="Segoe UI Black" panose="020B0A02040204020203" pitchFamily="34" charset="0"/>
                </a:rPr>
                <a:t>X</a:t>
              </a:r>
              <a:r>
                <a:rPr lang="en-US" altLang="zh-CN" sz="1100" baseline="-25000">
                  <a:solidFill>
                    <a:srgbClr val="0066FF"/>
                  </a:solidFill>
                  <a:latin typeface="Segoe UI Black" panose="020B0A02040204020203" pitchFamily="34" charset="0"/>
                </a:rPr>
                <a:t>in</a:t>
              </a:r>
              <a:endParaRPr lang="en-US" altLang="zh-CN" sz="2800" baseline="-25000">
                <a:solidFill>
                  <a:srgbClr val="0066FF"/>
                </a:solidFill>
                <a:latin typeface="Segoe UI Black" panose="020B0A02040204020203" pitchFamily="34" charset="0"/>
              </a:endParaRPr>
            </a:p>
          </p:txBody>
        </p:sp>
        <p:sp>
          <p:nvSpPr>
            <p:cNvPr id="42" name="Text Box 38">
              <a:extLst>
                <a:ext uri="{FF2B5EF4-FFF2-40B4-BE49-F238E27FC236}">
                  <a16:creationId xmlns:a16="http://schemas.microsoft.com/office/drawing/2014/main" id="{D2995FA8-0772-42E9-8824-EBAB50E1CD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7540" y="5728896"/>
              <a:ext cx="716405" cy="404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5024" tIns="32512" rIns="65024" bIns="32512"/>
            <a:lstStyle>
              <a:lvl1pPr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100">
                  <a:solidFill>
                    <a:srgbClr val="0066FF"/>
                  </a:solidFill>
                  <a:latin typeface="Segoe UI Black" panose="020B0A02040204020203" pitchFamily="34" charset="0"/>
                </a:rPr>
                <a:t>Z</a:t>
              </a:r>
              <a:r>
                <a:rPr lang="en-US" altLang="zh-CN" sz="1100" baseline="-25000">
                  <a:solidFill>
                    <a:srgbClr val="0066FF"/>
                  </a:solidFill>
                  <a:latin typeface="Segoe UI Black" panose="020B0A02040204020203" pitchFamily="34" charset="0"/>
                </a:rPr>
                <a:t>out</a:t>
              </a:r>
              <a:endParaRPr lang="en-US" altLang="zh-CN" sz="2800" baseline="-25000">
                <a:solidFill>
                  <a:srgbClr val="0066FF"/>
                </a:solidFill>
                <a:latin typeface="Segoe UI Black" panose="020B0A02040204020203" pitchFamily="34" charset="0"/>
              </a:endParaRPr>
            </a:p>
          </p:txBody>
        </p:sp>
        <p:sp>
          <p:nvSpPr>
            <p:cNvPr id="43" name="Text Box 14">
              <a:extLst>
                <a:ext uri="{FF2B5EF4-FFF2-40B4-BE49-F238E27FC236}">
                  <a16:creationId xmlns:a16="http://schemas.microsoft.com/office/drawing/2014/main" id="{E04F8FF0-C970-4526-B2CE-D49DD50FA1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00692" y="5038988"/>
              <a:ext cx="732026" cy="468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5024" tIns="32512" rIns="65024" bIns="32512"/>
            <a:lstStyle>
              <a:lvl1pPr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100">
                  <a:solidFill>
                    <a:srgbClr val="0066FF"/>
                  </a:solidFill>
                  <a:latin typeface="Segoe UI Black" panose="020B0A02040204020203" pitchFamily="34" charset="0"/>
                </a:rPr>
                <a:t>SUB</a:t>
              </a:r>
              <a:endParaRPr lang="en-US" altLang="zh-CN" sz="2800">
                <a:solidFill>
                  <a:srgbClr val="0066FF"/>
                </a:solidFill>
                <a:latin typeface="Segoe UI Black" panose="020B0A02040204020203" pitchFamily="34" charset="0"/>
              </a:endParaRP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CA5CDFA5-144A-4C86-A6A9-BBEF32F62741}"/>
              </a:ext>
            </a:extLst>
          </p:cNvPr>
          <p:cNvGrpSpPr>
            <a:grpSpLocks/>
          </p:cNvGrpSpPr>
          <p:nvPr/>
        </p:nvGrpSpPr>
        <p:grpSpPr bwMode="auto">
          <a:xfrm>
            <a:off x="6846888" y="3646488"/>
            <a:ext cx="2012950" cy="1676400"/>
            <a:chOff x="9570314" y="4133352"/>
            <a:chExt cx="2831558" cy="2359372"/>
          </a:xfrm>
        </p:grpSpPr>
        <p:sp>
          <p:nvSpPr>
            <p:cNvPr id="62" name="Text Box 32">
              <a:extLst>
                <a:ext uri="{FF2B5EF4-FFF2-40B4-BE49-F238E27FC236}">
                  <a16:creationId xmlns:a16="http://schemas.microsoft.com/office/drawing/2014/main" id="{967F1A29-9F45-4C71-95BB-882E8466F1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2230" y="4133352"/>
              <a:ext cx="801679" cy="404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5024" tIns="32512" rIns="65024" bIns="32512"/>
            <a:lstStyle>
              <a:lvl1pPr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100">
                  <a:solidFill>
                    <a:srgbClr val="0066FF"/>
                  </a:solidFill>
                  <a:latin typeface="Segoe UI Black" panose="020B0A02040204020203" pitchFamily="34" charset="0"/>
                </a:rPr>
                <a:t>R0</a:t>
              </a:r>
              <a:r>
                <a:rPr lang="en-US" altLang="zh-CN" sz="1100" baseline="-25000">
                  <a:solidFill>
                    <a:srgbClr val="0066FF"/>
                  </a:solidFill>
                  <a:latin typeface="Segoe UI Black" panose="020B0A02040204020203" pitchFamily="34" charset="0"/>
                </a:rPr>
                <a:t>in</a:t>
              </a:r>
              <a:endParaRPr lang="en-US" altLang="zh-CN" sz="2800" baseline="-25000">
                <a:solidFill>
                  <a:srgbClr val="0066FF"/>
                </a:solidFill>
                <a:latin typeface="Segoe UI Black" panose="020B0A02040204020203" pitchFamily="34" charset="0"/>
              </a:endParaRPr>
            </a:p>
          </p:txBody>
        </p:sp>
        <p:grpSp>
          <p:nvGrpSpPr>
            <p:cNvPr id="54484" name="组合 62">
              <a:extLst>
                <a:ext uri="{FF2B5EF4-FFF2-40B4-BE49-F238E27FC236}">
                  <a16:creationId xmlns:a16="http://schemas.microsoft.com/office/drawing/2014/main" id="{D76435A8-3CCF-4E9E-8A0C-85B8130C49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70314" y="4306510"/>
              <a:ext cx="2831558" cy="1951958"/>
              <a:chOff x="9570314" y="4306510"/>
              <a:chExt cx="2831558" cy="1951958"/>
            </a:xfrm>
          </p:grpSpPr>
          <p:sp>
            <p:nvSpPr>
              <p:cNvPr id="65" name="Rectangle 104">
                <a:extLst>
                  <a:ext uri="{FF2B5EF4-FFF2-40B4-BE49-F238E27FC236}">
                    <a16:creationId xmlns:a16="http://schemas.microsoft.com/office/drawing/2014/main" id="{3BD79658-CC25-4203-8048-3582F1F3EF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46761" y="5831752"/>
                <a:ext cx="1136184" cy="426716"/>
              </a:xfrm>
              <a:prstGeom prst="rect">
                <a:avLst/>
              </a:prstGeom>
              <a:solidFill>
                <a:srgbClr val="FFCCFF"/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1143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28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R2</a:t>
                </a:r>
              </a:p>
            </p:txBody>
          </p:sp>
          <p:sp>
            <p:nvSpPr>
              <p:cNvPr id="66" name="Rectangle 104">
                <a:extLst>
                  <a:ext uri="{FF2B5EF4-FFF2-40B4-BE49-F238E27FC236}">
                    <a16:creationId xmlns:a16="http://schemas.microsoft.com/office/drawing/2014/main" id="{BA2189D0-658C-49FD-86C9-E621C2D83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46761" y="5069131"/>
                <a:ext cx="1136184" cy="426716"/>
              </a:xfrm>
              <a:prstGeom prst="rect">
                <a:avLst/>
              </a:prstGeom>
              <a:solidFill>
                <a:srgbClr val="FFCCFF"/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1143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28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R1</a:t>
                </a:r>
              </a:p>
            </p:txBody>
          </p:sp>
          <p:sp>
            <p:nvSpPr>
              <p:cNvPr id="67" name="Rectangle 104">
                <a:extLst>
                  <a:ext uri="{FF2B5EF4-FFF2-40B4-BE49-F238E27FC236}">
                    <a16:creationId xmlns:a16="http://schemas.microsoft.com/office/drawing/2014/main" id="{645981E7-5000-4244-AAE5-6ABD447FC9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46761" y="4306510"/>
                <a:ext cx="1136184" cy="426716"/>
              </a:xfrm>
              <a:prstGeom prst="rect">
                <a:avLst/>
              </a:prstGeom>
              <a:solidFill>
                <a:srgbClr val="FFCCFF"/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1143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28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R0</a:t>
                </a:r>
              </a:p>
            </p:txBody>
          </p:sp>
          <p:sp>
            <p:nvSpPr>
              <p:cNvPr id="68" name="Line 7">
                <a:extLst>
                  <a:ext uri="{FF2B5EF4-FFF2-40B4-BE49-F238E27FC236}">
                    <a16:creationId xmlns:a16="http://schemas.microsoft.com/office/drawing/2014/main" id="{48A7EA0B-BFF7-4803-A138-9075BD54F3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70314" y="4450615"/>
                <a:ext cx="768183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5024" tIns="32512" rIns="65024" bIns="32512"/>
              <a:lstStyle/>
              <a:p>
                <a:pPr>
                  <a:defRPr/>
                </a:pPr>
                <a:endParaRPr lang="zh-CN" altLang="en-US" sz="2844">
                  <a:solidFill>
                    <a:schemeClr val="bg2">
                      <a:lumMod val="75000"/>
                    </a:schemeClr>
                  </a:solidFill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cxnSp>
            <p:nvCxnSpPr>
              <p:cNvPr id="54496" name="直接连接符 68">
                <a:extLst>
                  <a:ext uri="{FF2B5EF4-FFF2-40B4-BE49-F238E27FC236}">
                    <a16:creationId xmlns:a16="http://schemas.microsoft.com/office/drawing/2014/main" id="{8A72C257-B298-4202-BD4B-35F0992688E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9570316" y="4623376"/>
                <a:ext cx="768533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0" name="等腰三角形 69">
                <a:extLst>
                  <a:ext uri="{FF2B5EF4-FFF2-40B4-BE49-F238E27FC236}">
                    <a16:creationId xmlns:a16="http://schemas.microsoft.com/office/drawing/2014/main" id="{28FF4246-99DA-4074-85DA-F0B3964EFA5F}"/>
                  </a:ext>
                </a:extLst>
              </p:cNvPr>
              <p:cNvSpPr/>
              <p:nvPr/>
            </p:nvSpPr>
            <p:spPr>
              <a:xfrm rot="16200000">
                <a:off x="9847176" y="4548962"/>
                <a:ext cx="158631" cy="149616"/>
              </a:xfrm>
              <a:prstGeom prst="triangle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 type="triangle" w="lg" len="lg"/>
              </a:ln>
            </p:spPr>
            <p:txBody>
              <a:bodyPr lIns="65024" tIns="32512" rIns="65024" bIns="32512"/>
              <a:lstStyle/>
              <a:p>
                <a:pPr algn="ctr">
                  <a:defRPr/>
                </a:pPr>
                <a:endParaRPr lang="zh-CN" altLang="en-US" sz="2844">
                  <a:solidFill>
                    <a:schemeClr val="bg2">
                      <a:lumMod val="75000"/>
                    </a:schemeClr>
                  </a:solidFill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71" name="Line 7">
                <a:extLst>
                  <a:ext uri="{FF2B5EF4-FFF2-40B4-BE49-F238E27FC236}">
                    <a16:creationId xmlns:a16="http://schemas.microsoft.com/office/drawing/2014/main" id="{3D8E8395-1034-4E9B-BF0E-981DB428CF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70314" y="5212495"/>
                <a:ext cx="768183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5024" tIns="32512" rIns="65024" bIns="32512"/>
              <a:lstStyle/>
              <a:p>
                <a:pPr>
                  <a:defRPr/>
                </a:pPr>
                <a:endParaRPr lang="zh-CN" altLang="en-US" sz="2844">
                  <a:solidFill>
                    <a:schemeClr val="bg2">
                      <a:lumMod val="75000"/>
                    </a:schemeClr>
                  </a:solidFill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grpSp>
            <p:nvGrpSpPr>
              <p:cNvPr id="54499" name="组合 71">
                <a:extLst>
                  <a:ext uri="{FF2B5EF4-FFF2-40B4-BE49-F238E27FC236}">
                    <a16:creationId xmlns:a16="http://schemas.microsoft.com/office/drawing/2014/main" id="{5885E441-B518-40F1-99B9-99CD6A2C55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9875015" y="4992260"/>
                <a:ext cx="159131" cy="768533"/>
                <a:chOff x="6722147" y="6427719"/>
                <a:chExt cx="159131" cy="768533"/>
              </a:xfrm>
            </p:grpSpPr>
            <p:cxnSp>
              <p:nvCxnSpPr>
                <p:cNvPr id="54514" name="直接连接符 86">
                  <a:extLst>
                    <a:ext uri="{FF2B5EF4-FFF2-40B4-BE49-F238E27FC236}">
                      <a16:creationId xmlns:a16="http://schemas.microsoft.com/office/drawing/2014/main" id="{589904CC-0B5C-4A24-92E7-9AB6262FE133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 flipH="1">
                  <a:off x="6407921" y="6811986"/>
                  <a:ext cx="768533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8" name="等腰三角形 87">
                  <a:extLst>
                    <a:ext uri="{FF2B5EF4-FFF2-40B4-BE49-F238E27FC236}">
                      <a16:creationId xmlns:a16="http://schemas.microsoft.com/office/drawing/2014/main" id="{9E90A014-B6BC-4952-BDC4-31F945AC4964}"/>
                    </a:ext>
                  </a:extLst>
                </p:cNvPr>
                <p:cNvSpPr/>
                <p:nvPr/>
              </p:nvSpPr>
              <p:spPr>
                <a:xfrm>
                  <a:off x="6722209" y="6709088"/>
                  <a:ext cx="158633" cy="147384"/>
                </a:xfrm>
                <a:prstGeom prst="triangl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 type="triangle" w="lg" len="lg"/>
                </a:ln>
              </p:spPr>
              <p:txBody>
                <a:bodyPr lIns="65024" tIns="32512" rIns="65024" bIns="32512"/>
                <a:lstStyle/>
                <a:p>
                  <a:pPr>
                    <a:defRPr/>
                  </a:pPr>
                  <a:endParaRPr lang="zh-CN" altLang="en-US" sz="2844">
                    <a:solidFill>
                      <a:schemeClr val="bg2">
                        <a:lumMod val="75000"/>
                      </a:schemeClr>
                    </a:solidFill>
                    <a:latin typeface="Segoe UI Black" panose="020B0A02040204020203" pitchFamily="34" charset="0"/>
                    <a:cs typeface="Segoe UI Black" panose="020B0A02040204020203" pitchFamily="34" charset="0"/>
                  </a:endParaRPr>
                </a:p>
              </p:txBody>
            </p:sp>
          </p:grpSp>
          <p:sp>
            <p:nvSpPr>
              <p:cNvPr id="73" name="Line 7">
                <a:extLst>
                  <a:ext uri="{FF2B5EF4-FFF2-40B4-BE49-F238E27FC236}">
                    <a16:creationId xmlns:a16="http://schemas.microsoft.com/office/drawing/2014/main" id="{A12401E3-7D8B-4FA1-A1F9-84E3818270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70314" y="5974376"/>
                <a:ext cx="768183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5024" tIns="32512" rIns="65024" bIns="32512"/>
              <a:lstStyle/>
              <a:p>
                <a:pPr>
                  <a:defRPr/>
                </a:pPr>
                <a:endParaRPr lang="zh-CN" altLang="en-US" sz="2844">
                  <a:solidFill>
                    <a:schemeClr val="bg2">
                      <a:lumMod val="75000"/>
                    </a:schemeClr>
                  </a:solidFill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grpSp>
            <p:nvGrpSpPr>
              <p:cNvPr id="54501" name="组合 73">
                <a:extLst>
                  <a:ext uri="{FF2B5EF4-FFF2-40B4-BE49-F238E27FC236}">
                    <a16:creationId xmlns:a16="http://schemas.microsoft.com/office/drawing/2014/main" id="{D07E3E22-E7B9-4CEF-B55F-C8C0DCEFBF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9875015" y="5764461"/>
                <a:ext cx="159131" cy="768533"/>
                <a:chOff x="6712622" y="6427719"/>
                <a:chExt cx="159131" cy="768533"/>
              </a:xfrm>
            </p:grpSpPr>
            <p:cxnSp>
              <p:nvCxnSpPr>
                <p:cNvPr id="54512" name="直接连接符 84">
                  <a:extLst>
                    <a:ext uri="{FF2B5EF4-FFF2-40B4-BE49-F238E27FC236}">
                      <a16:creationId xmlns:a16="http://schemas.microsoft.com/office/drawing/2014/main" id="{4BEB7CDC-FBBD-4F24-B518-4249A115A22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 flipH="1">
                  <a:off x="6407921" y="6811986"/>
                  <a:ext cx="768533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6" name="等腰三角形 85">
                  <a:extLst>
                    <a:ext uri="{FF2B5EF4-FFF2-40B4-BE49-F238E27FC236}">
                      <a16:creationId xmlns:a16="http://schemas.microsoft.com/office/drawing/2014/main" id="{825B33C0-BF01-4A8F-B0D0-C1C59BB372D3}"/>
                    </a:ext>
                  </a:extLst>
                </p:cNvPr>
                <p:cNvSpPr/>
                <p:nvPr/>
              </p:nvSpPr>
              <p:spPr>
                <a:xfrm>
                  <a:off x="6711835" y="6709089"/>
                  <a:ext cx="160866" cy="147384"/>
                </a:xfrm>
                <a:prstGeom prst="triangl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 type="triangle" w="lg" len="lg"/>
                </a:ln>
              </p:spPr>
              <p:txBody>
                <a:bodyPr lIns="65024" tIns="32512" rIns="65024" bIns="32512"/>
                <a:lstStyle/>
                <a:p>
                  <a:pPr>
                    <a:defRPr/>
                  </a:pPr>
                  <a:endParaRPr lang="zh-CN" altLang="en-US" sz="2844">
                    <a:solidFill>
                      <a:schemeClr val="bg2">
                        <a:lumMod val="75000"/>
                      </a:schemeClr>
                    </a:solidFill>
                    <a:latin typeface="Segoe UI Black" panose="020B0A02040204020203" pitchFamily="34" charset="0"/>
                    <a:cs typeface="Segoe UI Black" panose="020B0A02040204020203" pitchFamily="34" charset="0"/>
                  </a:endParaRPr>
                </a:p>
              </p:txBody>
            </p:sp>
          </p:grpSp>
          <p:cxnSp>
            <p:nvCxnSpPr>
              <p:cNvPr id="54502" name="直接箭头连接符 74">
                <a:extLst>
                  <a:ext uri="{FF2B5EF4-FFF2-40B4-BE49-F238E27FC236}">
                    <a16:creationId xmlns:a16="http://schemas.microsoft.com/office/drawing/2014/main" id="{C4EA481D-932D-4204-88BD-EC39411DE6A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1489717" y="4434015"/>
                <a:ext cx="544260" cy="0"/>
              </a:xfrm>
              <a:prstGeom prst="straightConnector1">
                <a:avLst/>
              </a:prstGeom>
              <a:noFill/>
              <a:ln w="12700">
                <a:solidFill>
                  <a:srgbClr val="0066FF"/>
                </a:solidFill>
                <a:round/>
                <a:headEnd type="none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503" name="直接箭头连接符 75">
                <a:extLst>
                  <a:ext uri="{FF2B5EF4-FFF2-40B4-BE49-F238E27FC236}">
                    <a16:creationId xmlns:a16="http://schemas.microsoft.com/office/drawing/2014/main" id="{60821388-20F5-4BC9-8AD6-5D973551CB0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1489717" y="4605726"/>
                <a:ext cx="544260" cy="0"/>
              </a:xfrm>
              <a:prstGeom prst="straightConnector1">
                <a:avLst/>
              </a:prstGeom>
              <a:noFill/>
              <a:ln w="12700">
                <a:solidFill>
                  <a:srgbClr val="0066FF"/>
                </a:solidFill>
                <a:round/>
                <a:headEnd type="none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504" name="直接箭头连接符 76">
                <a:extLst>
                  <a:ext uri="{FF2B5EF4-FFF2-40B4-BE49-F238E27FC236}">
                    <a16:creationId xmlns:a16="http://schemas.microsoft.com/office/drawing/2014/main" id="{B02E244A-2241-4EDC-9F10-D34FF50A31A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1489717" y="5196049"/>
                <a:ext cx="544260" cy="0"/>
              </a:xfrm>
              <a:prstGeom prst="straightConnector1">
                <a:avLst/>
              </a:prstGeom>
              <a:noFill/>
              <a:ln w="12700">
                <a:solidFill>
                  <a:srgbClr val="0066FF"/>
                </a:solidFill>
                <a:round/>
                <a:headEnd type="none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505" name="直接箭头连接符 77">
                <a:extLst>
                  <a:ext uri="{FF2B5EF4-FFF2-40B4-BE49-F238E27FC236}">
                    <a16:creationId xmlns:a16="http://schemas.microsoft.com/office/drawing/2014/main" id="{4238252A-B2A1-4628-9A47-2EBBAB0321E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1489717" y="5367760"/>
                <a:ext cx="544260" cy="0"/>
              </a:xfrm>
              <a:prstGeom prst="straightConnector1">
                <a:avLst/>
              </a:prstGeom>
              <a:noFill/>
              <a:ln w="12700">
                <a:solidFill>
                  <a:srgbClr val="0066FF"/>
                </a:solidFill>
                <a:round/>
                <a:headEnd type="none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506" name="直接箭头连接符 78">
                <a:extLst>
                  <a:ext uri="{FF2B5EF4-FFF2-40B4-BE49-F238E27FC236}">
                    <a16:creationId xmlns:a16="http://schemas.microsoft.com/office/drawing/2014/main" id="{31AF9FFC-D450-4781-B2C8-CBFDFDA2B77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1489717" y="5958083"/>
                <a:ext cx="544260" cy="0"/>
              </a:xfrm>
              <a:prstGeom prst="straightConnector1">
                <a:avLst/>
              </a:prstGeom>
              <a:noFill/>
              <a:ln w="12700">
                <a:solidFill>
                  <a:srgbClr val="0066FF"/>
                </a:solidFill>
                <a:round/>
                <a:headEnd type="none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507" name="直接箭头连接符 79">
                <a:extLst>
                  <a:ext uri="{FF2B5EF4-FFF2-40B4-BE49-F238E27FC236}">
                    <a16:creationId xmlns:a16="http://schemas.microsoft.com/office/drawing/2014/main" id="{BC2FC427-796A-44EB-9AA1-6886CC96AD2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1489717" y="6129794"/>
                <a:ext cx="544260" cy="0"/>
              </a:xfrm>
              <a:prstGeom prst="straightConnector1">
                <a:avLst/>
              </a:prstGeom>
              <a:noFill/>
              <a:ln w="12700">
                <a:solidFill>
                  <a:srgbClr val="0066FF"/>
                </a:solidFill>
                <a:round/>
                <a:headEnd type="none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1" name="Text Box 31">
                <a:extLst>
                  <a:ext uri="{FF2B5EF4-FFF2-40B4-BE49-F238E27FC236}">
                    <a16:creationId xmlns:a16="http://schemas.microsoft.com/office/drawing/2014/main" id="{1DDB7536-2B16-4CFE-9FA4-DAF74CDD60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8929" y="4555625"/>
                <a:ext cx="801680" cy="4044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5024" tIns="32512" rIns="65024" bIns="32512"/>
              <a:lstStyle>
                <a:lvl1pPr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100">
                    <a:solidFill>
                      <a:srgbClr val="0066FF"/>
                    </a:solidFill>
                    <a:latin typeface="Segoe UI Black" panose="020B0A02040204020203" pitchFamily="34" charset="0"/>
                  </a:rPr>
                  <a:t>R0</a:t>
                </a:r>
                <a:r>
                  <a:rPr lang="en-US" altLang="zh-CN" sz="1100" baseline="-25000">
                    <a:solidFill>
                      <a:srgbClr val="0066FF"/>
                    </a:solidFill>
                    <a:latin typeface="Segoe UI Black" panose="020B0A02040204020203" pitchFamily="34" charset="0"/>
                  </a:rPr>
                  <a:t>out</a:t>
                </a:r>
                <a:endParaRPr lang="en-US" altLang="zh-CN" sz="2800" baseline="-25000">
                  <a:solidFill>
                    <a:srgbClr val="0066FF"/>
                  </a:solidFill>
                  <a:latin typeface="Segoe UI Black" panose="020B0A02040204020203" pitchFamily="34" charset="0"/>
                </a:endParaRPr>
              </a:p>
            </p:txBody>
          </p:sp>
          <p:sp>
            <p:nvSpPr>
              <p:cNvPr id="82" name="Text Box 28">
                <a:extLst>
                  <a:ext uri="{FF2B5EF4-FFF2-40B4-BE49-F238E27FC236}">
                    <a16:creationId xmlns:a16="http://schemas.microsoft.com/office/drawing/2014/main" id="{30DED505-64C4-4296-AA28-402EDF0B7E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89027" y="4890763"/>
                <a:ext cx="801679" cy="4044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5024" tIns="32512" rIns="65024" bIns="32512"/>
              <a:lstStyle>
                <a:lvl1pPr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100">
                    <a:solidFill>
                      <a:srgbClr val="0066FF"/>
                    </a:solidFill>
                    <a:latin typeface="Segoe UI Black" panose="020B0A02040204020203" pitchFamily="34" charset="0"/>
                  </a:rPr>
                  <a:t>R1</a:t>
                </a:r>
                <a:r>
                  <a:rPr lang="en-US" altLang="zh-CN" sz="1100" baseline="-25000">
                    <a:solidFill>
                      <a:srgbClr val="0066FF"/>
                    </a:solidFill>
                    <a:latin typeface="Segoe UI Black" panose="020B0A02040204020203" pitchFamily="34" charset="0"/>
                  </a:rPr>
                  <a:t>in</a:t>
                </a:r>
                <a:endParaRPr lang="en-US" altLang="zh-CN" sz="2800" baseline="-25000">
                  <a:solidFill>
                    <a:srgbClr val="0066FF"/>
                  </a:solidFill>
                  <a:latin typeface="Segoe UI Black" panose="020B0A02040204020203" pitchFamily="34" charset="0"/>
                </a:endParaRPr>
              </a:p>
            </p:txBody>
          </p:sp>
          <p:sp>
            <p:nvSpPr>
              <p:cNvPr id="83" name="Text Box 27">
                <a:extLst>
                  <a:ext uri="{FF2B5EF4-FFF2-40B4-BE49-F238E27FC236}">
                    <a16:creationId xmlns:a16="http://schemas.microsoft.com/office/drawing/2014/main" id="{B5647578-96CD-42C4-8B19-47D09A13E0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84561" y="5324208"/>
                <a:ext cx="801679" cy="4044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5024" tIns="32512" rIns="65024" bIns="32512"/>
              <a:lstStyle>
                <a:lvl1pPr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100">
                    <a:solidFill>
                      <a:srgbClr val="0066FF"/>
                    </a:solidFill>
                    <a:latin typeface="Segoe UI Black" panose="020B0A02040204020203" pitchFamily="34" charset="0"/>
                  </a:rPr>
                  <a:t>R1</a:t>
                </a:r>
                <a:r>
                  <a:rPr lang="en-US" altLang="zh-CN" sz="1100" baseline="-25000">
                    <a:solidFill>
                      <a:srgbClr val="0066FF"/>
                    </a:solidFill>
                    <a:latin typeface="Segoe UI Black" panose="020B0A02040204020203" pitchFamily="34" charset="0"/>
                  </a:rPr>
                  <a:t>out</a:t>
                </a:r>
                <a:endParaRPr lang="en-US" altLang="zh-CN" sz="2800" baseline="-25000">
                  <a:solidFill>
                    <a:srgbClr val="0066FF"/>
                  </a:solidFill>
                  <a:latin typeface="Segoe UI Black" panose="020B0A02040204020203" pitchFamily="34" charset="0"/>
                </a:endParaRPr>
              </a:p>
            </p:txBody>
          </p:sp>
          <p:sp>
            <p:nvSpPr>
              <p:cNvPr id="84" name="Text Box 24">
                <a:extLst>
                  <a:ext uri="{FF2B5EF4-FFF2-40B4-BE49-F238E27FC236}">
                    <a16:creationId xmlns:a16="http://schemas.microsoft.com/office/drawing/2014/main" id="{56C0697F-D486-496A-8339-D7E6F5D241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00192" y="5659346"/>
                <a:ext cx="801680" cy="4044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5024" tIns="32512" rIns="65024" bIns="32512"/>
              <a:lstStyle>
                <a:lvl1pPr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defTabSz="649288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defTabSz="649288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100">
                    <a:solidFill>
                      <a:srgbClr val="0066FF"/>
                    </a:solidFill>
                    <a:latin typeface="Segoe UI Black" panose="020B0A02040204020203" pitchFamily="34" charset="0"/>
                  </a:rPr>
                  <a:t>R2</a:t>
                </a:r>
                <a:r>
                  <a:rPr lang="en-US" altLang="zh-CN" sz="1100" baseline="-25000">
                    <a:solidFill>
                      <a:srgbClr val="0066FF"/>
                    </a:solidFill>
                    <a:latin typeface="Segoe UI Black" panose="020B0A02040204020203" pitchFamily="34" charset="0"/>
                  </a:rPr>
                  <a:t>in</a:t>
                </a:r>
                <a:endParaRPr lang="en-US" altLang="zh-CN" sz="2800" baseline="-25000">
                  <a:solidFill>
                    <a:srgbClr val="0066FF"/>
                  </a:solidFill>
                  <a:latin typeface="Segoe UI Black" panose="020B0A02040204020203" pitchFamily="34" charset="0"/>
                </a:endParaRPr>
              </a:p>
            </p:txBody>
          </p:sp>
        </p:grpSp>
        <p:sp>
          <p:nvSpPr>
            <p:cNvPr id="64" name="Text Box 23">
              <a:extLst>
                <a:ext uri="{FF2B5EF4-FFF2-40B4-BE49-F238E27FC236}">
                  <a16:creationId xmlns:a16="http://schemas.microsoft.com/office/drawing/2014/main" id="{F0ADB190-9CC6-4C32-9603-62139FCC3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84561" y="6088323"/>
              <a:ext cx="801679" cy="404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5024" tIns="32512" rIns="65024" bIns="32512"/>
            <a:lstStyle>
              <a:lvl1pPr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100">
                  <a:solidFill>
                    <a:srgbClr val="0066FF"/>
                  </a:solidFill>
                  <a:latin typeface="Segoe UI Black" panose="020B0A02040204020203" pitchFamily="34" charset="0"/>
                </a:rPr>
                <a:t>R2</a:t>
              </a:r>
              <a:r>
                <a:rPr lang="en-US" altLang="zh-CN" sz="1100" baseline="-25000">
                  <a:solidFill>
                    <a:srgbClr val="0066FF"/>
                  </a:solidFill>
                  <a:latin typeface="Segoe UI Black" panose="020B0A02040204020203" pitchFamily="34" charset="0"/>
                </a:rPr>
                <a:t>out</a:t>
              </a:r>
              <a:endParaRPr lang="en-US" altLang="zh-CN" sz="2800" baseline="-25000">
                <a:solidFill>
                  <a:srgbClr val="0066FF"/>
                </a:solidFill>
                <a:latin typeface="Segoe UI Black" panose="020B0A02040204020203" pitchFamily="34" charset="0"/>
              </a:endParaRPr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18B2065D-0029-4A4B-9ABC-591C5A691DFE}"/>
              </a:ext>
            </a:extLst>
          </p:cNvPr>
          <p:cNvGrpSpPr>
            <a:grpSpLocks/>
          </p:cNvGrpSpPr>
          <p:nvPr/>
        </p:nvGrpSpPr>
        <p:grpSpPr bwMode="auto">
          <a:xfrm>
            <a:off x="3986213" y="1811338"/>
            <a:ext cx="2895600" cy="1746250"/>
            <a:chOff x="5547578" y="1554710"/>
            <a:chExt cx="4071125" cy="2455163"/>
          </a:xfrm>
        </p:grpSpPr>
        <p:sp>
          <p:nvSpPr>
            <p:cNvPr id="90" name="Rectangle 129">
              <a:extLst>
                <a:ext uri="{FF2B5EF4-FFF2-40B4-BE49-F238E27FC236}">
                  <a16:creationId xmlns:a16="http://schemas.microsoft.com/office/drawing/2014/main" id="{FB0D213A-B814-4169-8589-E708822B7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064" y="2277867"/>
              <a:ext cx="854846" cy="157353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5024" tIns="32512" rIns="65024" bIns="32512" anchor="ctr" anchorCtr="1"/>
            <a:lstStyle>
              <a:lvl1pPr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100">
                  <a:latin typeface="Segoe UI Black" panose="020B0A02040204020203" pitchFamily="34" charset="0"/>
                </a:rPr>
                <a:t>MEM</a:t>
              </a:r>
              <a:endParaRPr lang="en-US" altLang="zh-CN" sz="2800">
                <a:latin typeface="Segoe UI Black" panose="020B0A02040204020203" pitchFamily="34" charset="0"/>
              </a:endParaRPr>
            </a:p>
          </p:txBody>
        </p:sp>
        <p:cxnSp>
          <p:nvCxnSpPr>
            <p:cNvPr id="54458" name="直接连接符 90">
              <a:extLst>
                <a:ext uri="{FF2B5EF4-FFF2-40B4-BE49-F238E27FC236}">
                  <a16:creationId xmlns:a16="http://schemas.microsoft.com/office/drawing/2014/main" id="{4D84B038-917D-4304-8128-108885B0AC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589253" y="3281811"/>
              <a:ext cx="11039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2" name="等腰三角形 91">
              <a:extLst>
                <a:ext uri="{FF2B5EF4-FFF2-40B4-BE49-F238E27FC236}">
                  <a16:creationId xmlns:a16="http://schemas.microsoft.com/office/drawing/2014/main" id="{B3059C93-4F99-431E-8DBA-A4A780A23A04}"/>
                </a:ext>
              </a:extLst>
            </p:cNvPr>
            <p:cNvSpPr/>
            <p:nvPr/>
          </p:nvSpPr>
          <p:spPr>
            <a:xfrm rot="16200000">
              <a:off x="7038539" y="3197437"/>
              <a:ext cx="158469" cy="149542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 lIns="65024" tIns="32512" rIns="65024" bIns="32512"/>
            <a:lstStyle/>
            <a:p>
              <a:pPr algn="ctr">
                <a:defRPr/>
              </a:pPr>
              <a:endParaRPr lang="zh-CN" altLang="en-US" sz="2844"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93" name="Line 7">
              <a:extLst>
                <a:ext uri="{FF2B5EF4-FFF2-40B4-BE49-F238E27FC236}">
                  <a16:creationId xmlns:a16="http://schemas.microsoft.com/office/drawing/2014/main" id="{3D892125-3493-4237-B0E7-7A84A06E80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7766" y="3438490"/>
              <a:ext cx="110482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cxnSp>
          <p:nvCxnSpPr>
            <p:cNvPr id="54461" name="直接连接符 93">
              <a:extLst>
                <a:ext uri="{FF2B5EF4-FFF2-40B4-BE49-F238E27FC236}">
                  <a16:creationId xmlns:a16="http://schemas.microsoft.com/office/drawing/2014/main" id="{E0BE2643-6DE5-4267-AA14-A160569E969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632095" y="3453940"/>
              <a:ext cx="82669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5" name="等腰三角形 94">
              <a:extLst>
                <a:ext uri="{FF2B5EF4-FFF2-40B4-BE49-F238E27FC236}">
                  <a16:creationId xmlns:a16="http://schemas.microsoft.com/office/drawing/2014/main" id="{A6F13B5E-2C33-4205-AE8D-E2147CA50973}"/>
                </a:ext>
              </a:extLst>
            </p:cNvPr>
            <p:cNvSpPr/>
            <p:nvPr/>
          </p:nvSpPr>
          <p:spPr>
            <a:xfrm rot="5400000" flipH="1">
              <a:off x="8963619" y="3390501"/>
              <a:ext cx="158469" cy="147310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96" name="Line 7">
              <a:extLst>
                <a:ext uri="{FF2B5EF4-FFF2-40B4-BE49-F238E27FC236}">
                  <a16:creationId xmlns:a16="http://schemas.microsoft.com/office/drawing/2014/main" id="{05CAF02A-C959-4F4C-BED1-21D0823335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12081" y="2438569"/>
              <a:ext cx="85707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97" name="Rectangle 104">
              <a:extLst>
                <a:ext uri="{FF2B5EF4-FFF2-40B4-BE49-F238E27FC236}">
                  <a16:creationId xmlns:a16="http://schemas.microsoft.com/office/drawing/2014/main" id="{86E31099-28A2-41C5-8C38-C0565F54E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9290" y="2344826"/>
              <a:ext cx="895023" cy="426305"/>
            </a:xfrm>
            <a:prstGeom prst="rect">
              <a:avLst/>
            </a:prstGeom>
            <a:solidFill>
              <a:srgbClr val="59B2FF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28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AR</a:t>
              </a:r>
            </a:p>
          </p:txBody>
        </p:sp>
        <p:sp>
          <p:nvSpPr>
            <p:cNvPr id="98" name="Rectangle 104">
              <a:extLst>
                <a:ext uri="{FF2B5EF4-FFF2-40B4-BE49-F238E27FC236}">
                  <a16:creationId xmlns:a16="http://schemas.microsoft.com/office/drawing/2014/main" id="{119EC003-E14C-4A1E-A7E0-F74FF389B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9290" y="3163957"/>
              <a:ext cx="895023" cy="426306"/>
            </a:xfrm>
            <a:prstGeom prst="rect">
              <a:avLst/>
            </a:prstGeom>
            <a:solidFill>
              <a:srgbClr val="59B2FF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28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DR</a:t>
              </a:r>
            </a:p>
          </p:txBody>
        </p:sp>
        <p:cxnSp>
          <p:nvCxnSpPr>
            <p:cNvPr id="54466" name="直接箭头连接符 98">
              <a:extLst>
                <a:ext uri="{FF2B5EF4-FFF2-40B4-BE49-F238E27FC236}">
                  <a16:creationId xmlns:a16="http://schemas.microsoft.com/office/drawing/2014/main" id="{0990CAC9-8568-4901-8051-FBCD40D0E4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630378" y="2662365"/>
              <a:ext cx="350678" cy="0"/>
            </a:xfrm>
            <a:prstGeom prst="straightConnector1">
              <a:avLst/>
            </a:prstGeom>
            <a:noFill/>
            <a:ln w="12700">
              <a:solidFill>
                <a:srgbClr val="0066FF"/>
              </a:solidFill>
              <a:round/>
              <a:headEnd type="none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0" name="Line 127">
              <a:extLst>
                <a:ext uri="{FF2B5EF4-FFF2-40B4-BE49-F238E27FC236}">
                  <a16:creationId xmlns:a16="http://schemas.microsoft.com/office/drawing/2014/main" id="{633A8730-6BA5-4520-A277-B7FAA0DB1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64481" y="1905128"/>
              <a:ext cx="2231" cy="359347"/>
            </a:xfrm>
            <a:prstGeom prst="line">
              <a:avLst/>
            </a:prstGeom>
            <a:noFill/>
            <a:ln w="12700">
              <a:solidFill>
                <a:srgbClr val="0066FF"/>
              </a:solidFill>
              <a:round/>
              <a:headEnd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101" name="Line 127">
              <a:extLst>
                <a:ext uri="{FF2B5EF4-FFF2-40B4-BE49-F238E27FC236}">
                  <a16:creationId xmlns:a16="http://schemas.microsoft.com/office/drawing/2014/main" id="{2CB555CB-11D0-497D-9E72-8065C447B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73885" y="1905128"/>
              <a:ext cx="0" cy="359347"/>
            </a:xfrm>
            <a:prstGeom prst="line">
              <a:avLst/>
            </a:prstGeom>
            <a:noFill/>
            <a:ln w="12700">
              <a:solidFill>
                <a:srgbClr val="0066FF"/>
              </a:solidFill>
              <a:round/>
              <a:headEnd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cxnSp>
          <p:nvCxnSpPr>
            <p:cNvPr id="54469" name="直接箭头连接符 101">
              <a:extLst>
                <a:ext uri="{FF2B5EF4-FFF2-40B4-BE49-F238E27FC236}">
                  <a16:creationId xmlns:a16="http://schemas.microsoft.com/office/drawing/2014/main" id="{EFF8C409-2D2E-4FA6-9237-18F640A8B2D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884554" y="2861606"/>
              <a:ext cx="0" cy="291792"/>
            </a:xfrm>
            <a:prstGeom prst="straightConnector1">
              <a:avLst/>
            </a:prstGeom>
            <a:noFill/>
            <a:ln w="12700">
              <a:solidFill>
                <a:srgbClr val="0066FF"/>
              </a:solidFill>
              <a:round/>
              <a:headEnd type="none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3" name="Line 7">
              <a:extLst>
                <a:ext uri="{FF2B5EF4-FFF2-40B4-BE49-F238E27FC236}">
                  <a16:creationId xmlns:a16="http://schemas.microsoft.com/office/drawing/2014/main" id="{0963CC99-0365-4D37-9F6B-2D8A7601BB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23242" y="3288947"/>
              <a:ext cx="8570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cxnSp>
          <p:nvCxnSpPr>
            <p:cNvPr id="54471" name="直接箭头连接符 103">
              <a:extLst>
                <a:ext uri="{FF2B5EF4-FFF2-40B4-BE49-F238E27FC236}">
                  <a16:creationId xmlns:a16="http://schemas.microsoft.com/office/drawing/2014/main" id="{36AF5F86-2948-48BB-B766-749DB05FDF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418364" y="2869320"/>
              <a:ext cx="0" cy="291792"/>
            </a:xfrm>
            <a:prstGeom prst="straightConnector1">
              <a:avLst/>
            </a:prstGeom>
            <a:noFill/>
            <a:ln w="12700">
              <a:solidFill>
                <a:srgbClr val="0066FF"/>
              </a:solidFill>
              <a:round/>
              <a:headEnd type="none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54472" name="组合 104">
              <a:extLst>
                <a:ext uri="{FF2B5EF4-FFF2-40B4-BE49-F238E27FC236}">
                  <a16:creationId xmlns:a16="http://schemas.microsoft.com/office/drawing/2014/main" id="{003F3D12-015D-4155-BB74-7CC030150E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01805" y="3608447"/>
              <a:ext cx="533810" cy="293603"/>
              <a:chOff x="1081011" y="4795829"/>
              <a:chExt cx="533810" cy="293603"/>
            </a:xfrm>
          </p:grpSpPr>
          <p:cxnSp>
            <p:nvCxnSpPr>
              <p:cNvPr id="54481" name="直接箭头连接符 113">
                <a:extLst>
                  <a:ext uri="{FF2B5EF4-FFF2-40B4-BE49-F238E27FC236}">
                    <a16:creationId xmlns:a16="http://schemas.microsoft.com/office/drawing/2014/main" id="{F0D8954E-2BD9-4191-B785-87AD3748295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081011" y="4797640"/>
                <a:ext cx="0" cy="291792"/>
              </a:xfrm>
              <a:prstGeom prst="straightConnector1">
                <a:avLst/>
              </a:prstGeom>
              <a:noFill/>
              <a:ln w="12700">
                <a:solidFill>
                  <a:srgbClr val="0066FF"/>
                </a:solidFill>
                <a:round/>
                <a:headEnd type="none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482" name="直接箭头连接符 114">
                <a:extLst>
                  <a:ext uri="{FF2B5EF4-FFF2-40B4-BE49-F238E27FC236}">
                    <a16:creationId xmlns:a16="http://schemas.microsoft.com/office/drawing/2014/main" id="{B6656597-83CD-4EA8-811A-A18D674D83E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614821" y="4795829"/>
                <a:ext cx="0" cy="291792"/>
              </a:xfrm>
              <a:prstGeom prst="straightConnector1">
                <a:avLst/>
              </a:prstGeom>
              <a:noFill/>
              <a:ln w="12700">
                <a:solidFill>
                  <a:srgbClr val="0066FF"/>
                </a:solidFill>
                <a:round/>
                <a:headEnd type="none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6" name="Text Box 125">
              <a:extLst>
                <a:ext uri="{FF2B5EF4-FFF2-40B4-BE49-F238E27FC236}">
                  <a16:creationId xmlns:a16="http://schemas.microsoft.com/office/drawing/2014/main" id="{59BB022F-E0BD-41FA-ACB3-4729F758B6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7578" y="1568102"/>
              <a:ext cx="763336" cy="419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5024" tIns="32512" rIns="65024" bIns="32512"/>
            <a:lstStyle>
              <a:lvl1pPr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100">
                  <a:solidFill>
                    <a:srgbClr val="0066FF"/>
                  </a:solidFill>
                  <a:latin typeface="Segoe UI Black" panose="020B0A02040204020203" pitchFamily="34" charset="0"/>
                </a:rPr>
                <a:t>Write</a:t>
              </a:r>
              <a:endParaRPr lang="en-US" altLang="zh-CN" sz="2800">
                <a:solidFill>
                  <a:srgbClr val="0066FF"/>
                </a:solidFill>
                <a:latin typeface="Segoe UI Black" panose="020B0A02040204020203" pitchFamily="34" charset="0"/>
              </a:endParaRPr>
            </a:p>
          </p:txBody>
        </p:sp>
        <p:sp>
          <p:nvSpPr>
            <p:cNvPr id="107" name="Text Box 126">
              <a:extLst>
                <a:ext uri="{FF2B5EF4-FFF2-40B4-BE49-F238E27FC236}">
                  <a16:creationId xmlns:a16="http://schemas.microsoft.com/office/drawing/2014/main" id="{704CC2C8-14FD-4B33-A509-2CD928577D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5748" y="1554710"/>
              <a:ext cx="763336" cy="419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5024" tIns="32512" rIns="65024" bIns="32512"/>
            <a:lstStyle>
              <a:lvl1pPr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100">
                  <a:solidFill>
                    <a:srgbClr val="0066FF"/>
                  </a:solidFill>
                  <a:latin typeface="Segoe UI Black" panose="020B0A02040204020203" pitchFamily="34" charset="0"/>
                </a:rPr>
                <a:t>Read</a:t>
              </a:r>
              <a:endParaRPr lang="en-US" altLang="zh-CN" sz="2800">
                <a:solidFill>
                  <a:srgbClr val="0066FF"/>
                </a:solidFill>
                <a:latin typeface="Segoe UI Black" panose="020B0A02040204020203" pitchFamily="34" charset="0"/>
              </a:endParaRPr>
            </a:p>
          </p:txBody>
        </p:sp>
        <p:sp>
          <p:nvSpPr>
            <p:cNvPr id="108" name="Text Box 50">
              <a:extLst>
                <a:ext uri="{FF2B5EF4-FFF2-40B4-BE49-F238E27FC236}">
                  <a16:creationId xmlns:a16="http://schemas.microsoft.com/office/drawing/2014/main" id="{9F29598B-9441-4CF0-A5B5-5C47E4F617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2238" y="2483208"/>
              <a:ext cx="716465" cy="406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5024" tIns="32512" rIns="65024" bIns="32512"/>
            <a:lstStyle>
              <a:lvl1pPr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100">
                  <a:solidFill>
                    <a:srgbClr val="0066FF"/>
                  </a:solidFill>
                  <a:latin typeface="Segoe UI Black" panose="020B0A02040204020203" pitchFamily="34" charset="0"/>
                </a:rPr>
                <a:t>AR</a:t>
              </a:r>
              <a:r>
                <a:rPr lang="en-US" altLang="zh-CN" sz="1100" baseline="-25000">
                  <a:solidFill>
                    <a:srgbClr val="0066FF"/>
                  </a:solidFill>
                  <a:latin typeface="Segoe UI Black" panose="020B0A02040204020203" pitchFamily="34" charset="0"/>
                </a:rPr>
                <a:t>in</a:t>
              </a:r>
              <a:endParaRPr lang="en-US" altLang="zh-CN" sz="2800" baseline="-25000">
                <a:solidFill>
                  <a:srgbClr val="0066FF"/>
                </a:solidFill>
                <a:latin typeface="Segoe UI Black" panose="020B0A02040204020203" pitchFamily="34" charset="0"/>
              </a:endParaRPr>
            </a:p>
          </p:txBody>
        </p:sp>
        <p:sp>
          <p:nvSpPr>
            <p:cNvPr id="109" name="Text Box 49">
              <a:extLst>
                <a:ext uri="{FF2B5EF4-FFF2-40B4-BE49-F238E27FC236}">
                  <a16:creationId xmlns:a16="http://schemas.microsoft.com/office/drawing/2014/main" id="{2E98E354-8332-4E3B-9310-857A28233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2364" y="2833626"/>
              <a:ext cx="778959" cy="403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5024" tIns="32512" rIns="65024" bIns="32512"/>
            <a:lstStyle>
              <a:lvl1pPr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100">
                  <a:solidFill>
                    <a:srgbClr val="0066FF"/>
                  </a:solidFill>
                  <a:latin typeface="Segoe UI Black" panose="020B0A02040204020203" pitchFamily="34" charset="0"/>
                </a:rPr>
                <a:t>DR</a:t>
              </a:r>
              <a:r>
                <a:rPr lang="en-US" altLang="zh-CN" sz="1100" baseline="-25000">
                  <a:solidFill>
                    <a:srgbClr val="0066FF"/>
                  </a:solidFill>
                  <a:latin typeface="Segoe UI Black" panose="020B0A02040204020203" pitchFamily="34" charset="0"/>
                </a:rPr>
                <a:t>in</a:t>
              </a:r>
              <a:endParaRPr lang="en-US" altLang="zh-CN" sz="2800" baseline="-25000">
                <a:solidFill>
                  <a:srgbClr val="0066FF"/>
                </a:solidFill>
                <a:latin typeface="Segoe UI Black" panose="020B0A02040204020203" pitchFamily="34" charset="0"/>
              </a:endParaRPr>
            </a:p>
          </p:txBody>
        </p:sp>
        <p:sp>
          <p:nvSpPr>
            <p:cNvPr id="110" name="Text Box 48">
              <a:extLst>
                <a:ext uri="{FF2B5EF4-FFF2-40B4-BE49-F238E27FC236}">
                  <a16:creationId xmlns:a16="http://schemas.microsoft.com/office/drawing/2014/main" id="{90DFD2F7-1907-4251-A436-B6EB1ACCF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9059" y="3605886"/>
              <a:ext cx="877167" cy="403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5024" tIns="32512" rIns="65024" bIns="32512"/>
            <a:lstStyle>
              <a:lvl1pPr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100">
                  <a:solidFill>
                    <a:srgbClr val="0066FF"/>
                  </a:solidFill>
                  <a:latin typeface="Segoe UI Black" panose="020B0A02040204020203" pitchFamily="34" charset="0"/>
                </a:rPr>
                <a:t>DR</a:t>
              </a:r>
              <a:r>
                <a:rPr lang="en-US" altLang="zh-CN" sz="1100" baseline="-25000">
                  <a:solidFill>
                    <a:srgbClr val="0066FF"/>
                  </a:solidFill>
                  <a:latin typeface="Segoe UI Black" panose="020B0A02040204020203" pitchFamily="34" charset="0"/>
                </a:rPr>
                <a:t>out</a:t>
              </a:r>
              <a:endParaRPr lang="en-US" altLang="zh-CN" sz="2800" baseline="-25000">
                <a:solidFill>
                  <a:srgbClr val="0066FF"/>
                </a:solidFill>
                <a:latin typeface="Segoe UI Black" panose="020B0A02040204020203" pitchFamily="34" charset="0"/>
              </a:endParaRPr>
            </a:p>
          </p:txBody>
        </p:sp>
        <p:sp>
          <p:nvSpPr>
            <p:cNvPr id="111" name="Text Box 9">
              <a:extLst>
                <a:ext uri="{FF2B5EF4-FFF2-40B4-BE49-F238E27FC236}">
                  <a16:creationId xmlns:a16="http://schemas.microsoft.com/office/drawing/2014/main" id="{C1188320-2453-4098-B344-486F375D9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2914" y="2842554"/>
              <a:ext cx="897255" cy="406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5024" tIns="32512" rIns="65024" bIns="32512"/>
            <a:lstStyle>
              <a:lvl1pPr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100">
                  <a:solidFill>
                    <a:srgbClr val="0066FF"/>
                  </a:solidFill>
                  <a:latin typeface="Segoe UI Black" panose="020B0A02040204020203" pitchFamily="34" charset="0"/>
                </a:rPr>
                <a:t>DRE</a:t>
              </a:r>
              <a:r>
                <a:rPr lang="en-US" altLang="zh-CN" sz="1100" baseline="-25000">
                  <a:solidFill>
                    <a:srgbClr val="0066FF"/>
                  </a:solidFill>
                  <a:latin typeface="Segoe UI Black" panose="020B0A02040204020203" pitchFamily="34" charset="0"/>
                </a:rPr>
                <a:t>out</a:t>
              </a:r>
              <a:endParaRPr lang="en-US" altLang="zh-CN" sz="2800" baseline="-25000">
                <a:solidFill>
                  <a:srgbClr val="0066FF"/>
                </a:solidFill>
                <a:latin typeface="Segoe UI Black" panose="020B0A02040204020203" pitchFamily="34" charset="0"/>
              </a:endParaRPr>
            </a:p>
          </p:txBody>
        </p:sp>
        <p:sp>
          <p:nvSpPr>
            <p:cNvPr id="112" name="Text Box 8">
              <a:extLst>
                <a:ext uri="{FF2B5EF4-FFF2-40B4-BE49-F238E27FC236}">
                  <a16:creationId xmlns:a16="http://schemas.microsoft.com/office/drawing/2014/main" id="{0E46A79E-1620-4FE6-921F-FBF247D158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1472" y="3585799"/>
              <a:ext cx="819136" cy="403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5024" tIns="32512" rIns="65024" bIns="32512"/>
            <a:lstStyle>
              <a:lvl1pPr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100">
                  <a:solidFill>
                    <a:srgbClr val="0066FF"/>
                  </a:solidFill>
                  <a:latin typeface="Segoe UI Black" panose="020B0A02040204020203" pitchFamily="34" charset="0"/>
                </a:rPr>
                <a:t>DRE</a:t>
              </a:r>
              <a:r>
                <a:rPr lang="en-US" altLang="zh-CN" sz="1100" baseline="-25000">
                  <a:solidFill>
                    <a:srgbClr val="0066FF"/>
                  </a:solidFill>
                  <a:latin typeface="Segoe UI Black" panose="020B0A02040204020203" pitchFamily="34" charset="0"/>
                </a:rPr>
                <a:t>in</a:t>
              </a:r>
              <a:endParaRPr lang="en-US" altLang="zh-CN" sz="2800" baseline="-25000">
                <a:solidFill>
                  <a:srgbClr val="0066FF"/>
                </a:solidFill>
                <a:latin typeface="Segoe UI Black" panose="020B0A02040204020203" pitchFamily="34" charset="0"/>
              </a:endParaRPr>
            </a:p>
          </p:txBody>
        </p:sp>
        <p:sp>
          <p:nvSpPr>
            <p:cNvPr id="113" name="Line 7">
              <a:extLst>
                <a:ext uri="{FF2B5EF4-FFF2-40B4-BE49-F238E27FC236}">
                  <a16:creationId xmlns:a16="http://schemas.microsoft.com/office/drawing/2014/main" id="{374394D5-F81B-451A-A495-992A4FFF13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07766" y="2545703"/>
              <a:ext cx="109590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45759D2A-3A89-499E-8ECA-EB3B2FEEB00A}"/>
              </a:ext>
            </a:extLst>
          </p:cNvPr>
          <p:cNvGrpSpPr>
            <a:grpSpLocks/>
          </p:cNvGrpSpPr>
          <p:nvPr/>
        </p:nvGrpSpPr>
        <p:grpSpPr bwMode="auto">
          <a:xfrm>
            <a:off x="6319838" y="1614488"/>
            <a:ext cx="568325" cy="3759200"/>
            <a:chOff x="8828694" y="1277499"/>
            <a:chExt cx="799792" cy="5285849"/>
          </a:xfrm>
        </p:grpSpPr>
        <p:sp>
          <p:nvSpPr>
            <p:cNvPr id="117" name="Text Box 109">
              <a:extLst>
                <a:ext uri="{FF2B5EF4-FFF2-40B4-BE49-F238E27FC236}">
                  <a16:creationId xmlns:a16="http://schemas.microsoft.com/office/drawing/2014/main" id="{68B34A2E-A032-4128-BD03-5561E98744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28694" y="1277499"/>
              <a:ext cx="799792" cy="339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5024" tIns="32512" rIns="65024" bIns="32512"/>
            <a:lstStyle/>
            <a:p>
              <a:pPr defTabSz="650207">
                <a:defRPr/>
              </a:pPr>
              <a:r>
                <a:rPr lang="zh-CN" altLang="en-US" sz="1138" dirty="0">
                  <a:latin typeface="Segoe UI Black" panose="020B0A02040204020203" pitchFamily="34" charset="0"/>
                  <a:ea typeface="黑体" panose="02010609060101010101" pitchFamily="49" charset="-122"/>
                  <a:cs typeface="Segoe UI Black" panose="020B0A02040204020203" pitchFamily="34" charset="0"/>
                </a:rPr>
                <a:t>总线</a:t>
              </a:r>
              <a:endParaRPr lang="zh-CN" altLang="en-US" sz="2844" dirty="0">
                <a:latin typeface="Segoe UI Black" panose="020B0A02040204020203" pitchFamily="34" charset="0"/>
                <a:ea typeface="黑体" panose="02010609060101010101" pitchFamily="49" charset="-122"/>
                <a:cs typeface="Segoe UI Black" panose="020B0A02040204020203" pitchFamily="34" charset="0"/>
              </a:endParaRPr>
            </a:p>
          </p:txBody>
        </p:sp>
        <p:sp>
          <p:nvSpPr>
            <p:cNvPr id="118" name="上下箭头 117">
              <a:extLst>
                <a:ext uri="{FF2B5EF4-FFF2-40B4-BE49-F238E27FC236}">
                  <a16:creationId xmlns:a16="http://schemas.microsoft.com/office/drawing/2014/main" id="{18A04BF7-555D-44A2-B99F-83C8CB315EEA}"/>
                </a:ext>
              </a:extLst>
            </p:cNvPr>
            <p:cNvSpPr/>
            <p:nvPr/>
          </p:nvSpPr>
          <p:spPr>
            <a:xfrm>
              <a:off x="9427421" y="1357858"/>
              <a:ext cx="187661" cy="5205490"/>
            </a:xfrm>
            <a:prstGeom prst="upDownArrow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eaVert" lIns="65024" tIns="32512" rIns="65024" bIns="32512"/>
            <a:lstStyle/>
            <a:p>
              <a:pPr algn="ctr">
                <a:defRPr/>
              </a:pPr>
              <a:endParaRPr lang="zh-CN" altLang="en-US" sz="2844"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grpSp>
        <p:nvGrpSpPr>
          <p:cNvPr id="54282" name="组合 118">
            <a:extLst>
              <a:ext uri="{FF2B5EF4-FFF2-40B4-BE49-F238E27FC236}">
                <a16:creationId xmlns:a16="http://schemas.microsoft.com/office/drawing/2014/main" id="{CC5F899F-3170-4126-B427-C1DBF41DD524}"/>
              </a:ext>
            </a:extLst>
          </p:cNvPr>
          <p:cNvGrpSpPr>
            <a:grpSpLocks/>
          </p:cNvGrpSpPr>
          <p:nvPr/>
        </p:nvGrpSpPr>
        <p:grpSpPr bwMode="auto">
          <a:xfrm>
            <a:off x="5613400" y="5461000"/>
            <a:ext cx="2827338" cy="325438"/>
            <a:chOff x="7406082" y="6264612"/>
            <a:chExt cx="3976293" cy="457863"/>
          </a:xfrm>
        </p:grpSpPr>
        <p:sp>
          <p:nvSpPr>
            <p:cNvPr id="120" name="Line 7">
              <a:extLst>
                <a:ext uri="{FF2B5EF4-FFF2-40B4-BE49-F238E27FC236}">
                  <a16:creationId xmlns:a16="http://schemas.microsoft.com/office/drawing/2014/main" id="{BF1FA906-6E2C-472B-A12B-591B2804C7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6082" y="6470092"/>
              <a:ext cx="6653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/>
            </a:p>
          </p:txBody>
        </p:sp>
        <p:sp>
          <p:nvSpPr>
            <p:cNvPr id="121" name="Line 6">
              <a:extLst>
                <a:ext uri="{FF2B5EF4-FFF2-40B4-BE49-F238E27FC236}">
                  <a16:creationId xmlns:a16="http://schemas.microsoft.com/office/drawing/2014/main" id="{ADBF8D74-DAD9-4907-9BD8-9032C6B7B7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91347" y="6470092"/>
              <a:ext cx="475548" cy="0"/>
            </a:xfrm>
            <a:prstGeom prst="line">
              <a:avLst/>
            </a:prstGeom>
            <a:noFill/>
            <a:ln w="12700">
              <a:solidFill>
                <a:srgbClr val="0066FF"/>
              </a:solidFill>
              <a:round/>
              <a:headEnd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/>
            </a:p>
          </p:txBody>
        </p:sp>
        <p:sp>
          <p:nvSpPr>
            <p:cNvPr id="122" name="Text Box 5">
              <a:extLst>
                <a:ext uri="{FF2B5EF4-FFF2-40B4-BE49-F238E27FC236}">
                  <a16:creationId xmlns:a16="http://schemas.microsoft.com/office/drawing/2014/main" id="{DDA84D5C-F9FB-4922-BE63-E9307A3687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3167" y="6264612"/>
              <a:ext cx="1448970" cy="451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5024" tIns="32512" rIns="65024" bIns="32512"/>
            <a:lstStyle/>
            <a:p>
              <a:pPr defTabSz="650207">
                <a:defRPr/>
              </a:pPr>
              <a:r>
                <a:rPr lang="zh-CN" altLang="zh-CN" sz="113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：数据流</a:t>
              </a:r>
              <a:endParaRPr lang="zh-CN" altLang="zh-CN" sz="2844" dirty="0">
                <a:latin typeface="Arial" panose="020B0604020202020204" pitchFamily="34" charset="0"/>
              </a:endParaRPr>
            </a:p>
          </p:txBody>
        </p:sp>
        <p:sp>
          <p:nvSpPr>
            <p:cNvPr id="123" name="Text Box 4">
              <a:extLst>
                <a:ext uri="{FF2B5EF4-FFF2-40B4-BE49-F238E27FC236}">
                  <a16:creationId xmlns:a16="http://schemas.microsoft.com/office/drawing/2014/main" id="{DEAEEF45-178D-4687-8E56-CF8411F18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35639" y="6271313"/>
              <a:ext cx="1446736" cy="451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5024" tIns="32512" rIns="65024" bIns="32512"/>
            <a:lstStyle/>
            <a:p>
              <a:pPr defTabSz="650207">
                <a:defRPr/>
              </a:pPr>
              <a:r>
                <a:rPr lang="zh-CN" altLang="zh-CN" sz="113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：控制流</a:t>
              </a:r>
              <a:endParaRPr lang="zh-CN" altLang="zh-CN" sz="2844" dirty="0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124" name="表格 123">
            <a:extLst>
              <a:ext uri="{FF2B5EF4-FFF2-40B4-BE49-F238E27FC236}">
                <a16:creationId xmlns:a16="http://schemas.microsoft.com/office/drawing/2014/main" id="{CC2D5E6F-A35A-4276-A2C3-6912D29212AD}"/>
              </a:ext>
            </a:extLst>
          </p:cNvPr>
          <p:cNvGraphicFramePr>
            <a:graphicFrameLocks noGrp="1"/>
          </p:cNvGraphicFramePr>
          <p:nvPr/>
        </p:nvGraphicFramePr>
        <p:xfrm>
          <a:off x="271463" y="3530600"/>
          <a:ext cx="4379912" cy="1785940"/>
        </p:xfrm>
        <a:graphic>
          <a:graphicData uri="http://schemas.openxmlformats.org/drawingml/2006/table">
            <a:tbl>
              <a:tblPr/>
              <a:tblGrid>
                <a:gridCol w="1690687">
                  <a:extLst>
                    <a:ext uri="{9D8B030D-6E8A-4147-A177-3AD203B41FA5}">
                      <a16:colId xmlns:a16="http://schemas.microsoft.com/office/drawing/2014/main" val="2178612795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596785452"/>
                    </a:ext>
                  </a:extLst>
                </a:gridCol>
              </a:tblGrid>
              <a:tr h="357188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控制信号</a:t>
                      </a: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作用说明</a:t>
                      </a: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922390"/>
                  </a:ext>
                </a:extLst>
              </a:tr>
              <a:tr h="357188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IR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out</a:t>
                      </a:r>
                      <a:r>
                        <a:rPr kumimoji="0" lang="zh-CN" altLang="en-US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微软雅黑" panose="020B0503020204020204" pitchFamily="34" charset="-122"/>
                          <a:cs typeface="Segoe UI Black" panose="020B0A02040204020203" pitchFamily="34" charset="0"/>
                        </a:rPr>
                        <a:t>、</a:t>
                      </a: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PC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out</a:t>
                      </a:r>
                      <a:r>
                        <a:rPr kumimoji="0" lang="zh-CN" altLang="en-US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…R1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out</a:t>
                      </a:r>
                      <a:endParaRPr kumimoji="0" lang="en-US" altLang="zh-CN" sz="13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宋体" panose="02010600030101010101" pitchFamily="2" charset="-122"/>
                        <a:sym typeface="Wingdings" panose="05000000000000000000" pitchFamily="2" charset="2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控制三态门将寄存器值输出到总线</a:t>
                      </a: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750752"/>
                  </a:ext>
                </a:extLst>
              </a:tr>
              <a:tr h="3571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300" b="0" i="0" u="none" strike="noStrike" cap="none" normalizeH="0" baseline="-2500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Segoe UI Black" panose="020B0A02040204020203" pitchFamily="34" charset="0"/>
                        <a:ea typeface="宋体" panose="02010600030101010101" pitchFamily="2" charset="-122"/>
                        <a:sym typeface="Wingdings" panose="05000000000000000000" pitchFamily="2" charset="2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961040"/>
                  </a:ext>
                </a:extLst>
              </a:tr>
              <a:tr h="357188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微软雅黑" panose="020B0503020204020204" pitchFamily="34" charset="-122"/>
                        <a:cs typeface="Segoe UI Black" panose="020B0A02040204020203" pitchFamily="34" charset="0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761867"/>
                  </a:ext>
                </a:extLst>
              </a:tr>
              <a:tr h="357188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微软雅黑" panose="020B0503020204020204" pitchFamily="34" charset="-122"/>
                        <a:cs typeface="Segoe UI Black" panose="020B0A02040204020203" pitchFamily="34" charset="0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038215"/>
                  </a:ext>
                </a:extLst>
              </a:tr>
            </a:tbl>
          </a:graphicData>
        </a:graphic>
      </p:graphicFrame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9BD18698-F1D4-4C41-B127-45F714F185C2}"/>
              </a:ext>
            </a:extLst>
          </p:cNvPr>
          <p:cNvGrpSpPr>
            <a:grpSpLocks/>
          </p:cNvGrpSpPr>
          <p:nvPr/>
        </p:nvGrpSpPr>
        <p:grpSpPr bwMode="auto">
          <a:xfrm>
            <a:off x="7327900" y="1668463"/>
            <a:ext cx="1152525" cy="520700"/>
            <a:chOff x="10245931" y="1353464"/>
            <a:chExt cx="1622483" cy="730608"/>
          </a:xfrm>
        </p:grpSpPr>
        <p:sp>
          <p:nvSpPr>
            <p:cNvPr id="126" name="Line 117">
              <a:extLst>
                <a:ext uri="{FF2B5EF4-FFF2-40B4-BE49-F238E27FC236}">
                  <a16:creationId xmlns:a16="http://schemas.microsoft.com/office/drawing/2014/main" id="{60585389-CB97-4D27-8E6B-438BFA6B31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326385" y="1727678"/>
              <a:ext cx="0" cy="29179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solidFill>
                  <a:srgbClr val="FF0000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127" name="Line 117">
              <a:extLst>
                <a:ext uri="{FF2B5EF4-FFF2-40B4-BE49-F238E27FC236}">
                  <a16:creationId xmlns:a16="http://schemas.microsoft.com/office/drawing/2014/main" id="{B82A3D0B-299C-484F-A99B-5597E3E9BA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69414" y="1727678"/>
              <a:ext cx="2236" cy="29179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solidFill>
                  <a:srgbClr val="FF0000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128" name="Line 117">
              <a:extLst>
                <a:ext uri="{FF2B5EF4-FFF2-40B4-BE49-F238E27FC236}">
                  <a16:creationId xmlns:a16="http://schemas.microsoft.com/office/drawing/2014/main" id="{43F39CA8-9D2F-4A35-A651-53FD6B0260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47700" y="1727678"/>
              <a:ext cx="0" cy="29179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solidFill>
                  <a:srgbClr val="FF0000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129" name="Line 117">
              <a:extLst>
                <a:ext uri="{FF2B5EF4-FFF2-40B4-BE49-F238E27FC236}">
                  <a16:creationId xmlns:a16="http://schemas.microsoft.com/office/drawing/2014/main" id="{CCFB2CB5-4032-453D-8DE9-33D98D2510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99669" y="1732133"/>
              <a:ext cx="0" cy="28734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solidFill>
                  <a:srgbClr val="FF0000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130" name="Line 117">
              <a:extLst>
                <a:ext uri="{FF2B5EF4-FFF2-40B4-BE49-F238E27FC236}">
                  <a16:creationId xmlns:a16="http://schemas.microsoft.com/office/drawing/2014/main" id="{E46282C4-3EA1-4440-8E0E-CC2E73A59C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32556" y="1727678"/>
              <a:ext cx="0" cy="27843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solidFill>
                  <a:srgbClr val="FF0000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131" name="Line 117">
              <a:extLst>
                <a:ext uri="{FF2B5EF4-FFF2-40B4-BE49-F238E27FC236}">
                  <a16:creationId xmlns:a16="http://schemas.microsoft.com/office/drawing/2014/main" id="{A800830E-431C-4400-AB2A-2C42DF7CA8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195732" y="1727678"/>
              <a:ext cx="0" cy="27843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solidFill>
                  <a:srgbClr val="FF0000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132" name="Text Box 109">
              <a:extLst>
                <a:ext uri="{FF2B5EF4-FFF2-40B4-BE49-F238E27FC236}">
                  <a16:creationId xmlns:a16="http://schemas.microsoft.com/office/drawing/2014/main" id="{E5B799D5-6310-421A-A519-6A609F864B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5931" y="1353464"/>
              <a:ext cx="1622483" cy="3408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5024" tIns="32512" rIns="65024" bIns="32512"/>
            <a:lstStyle/>
            <a:p>
              <a:pPr defTabSz="650207">
                <a:defRPr/>
              </a:pPr>
              <a:r>
                <a:rPr lang="zh-CN" altLang="en-US" sz="1138" dirty="0">
                  <a:solidFill>
                    <a:srgbClr val="FF0000"/>
                  </a:solidFill>
                  <a:latin typeface="Segoe UI Black" panose="020B0A02040204020203" pitchFamily="34" charset="0"/>
                  <a:ea typeface="黑体" panose="02010609060101010101" pitchFamily="49" charset="-122"/>
                  <a:cs typeface="Segoe UI Black" panose="020B0A02040204020203" pitchFamily="34" charset="0"/>
                </a:rPr>
                <a:t>操作控制信号</a:t>
              </a:r>
              <a:endParaRPr lang="zh-CN" altLang="en-US" sz="2844" dirty="0">
                <a:solidFill>
                  <a:srgbClr val="FF0000"/>
                </a:solidFill>
                <a:latin typeface="Segoe UI Black" panose="020B0A02040204020203" pitchFamily="34" charset="0"/>
                <a:ea typeface="黑体" panose="02010609060101010101" pitchFamily="49" charset="-122"/>
                <a:cs typeface="Segoe UI Black" panose="020B0A02040204020203" pitchFamily="34" charset="0"/>
              </a:endParaRPr>
            </a:p>
          </p:txBody>
        </p:sp>
        <p:sp>
          <p:nvSpPr>
            <p:cNvPr id="133" name="Text Box 126">
              <a:extLst>
                <a:ext uri="{FF2B5EF4-FFF2-40B4-BE49-F238E27FC236}">
                  <a16:creationId xmlns:a16="http://schemas.microsoft.com/office/drawing/2014/main" id="{48327ADA-F340-4BE3-A7D6-8B635499C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17480" y="1663081"/>
              <a:ext cx="762075" cy="4209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5024" tIns="32512" rIns="65024" bIns="32512"/>
            <a:lstStyle>
              <a:lvl1pPr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100">
                  <a:solidFill>
                    <a:srgbClr val="FF0000"/>
                  </a:solidFill>
                  <a:latin typeface="Segoe UI Black" panose="020B0A02040204020203" pitchFamily="34" charset="0"/>
                </a:rPr>
                <a:t>…</a:t>
              </a:r>
              <a:endParaRPr lang="en-US" altLang="zh-CN" sz="2800">
                <a:solidFill>
                  <a:srgbClr val="FF0000"/>
                </a:solidFill>
                <a:latin typeface="Segoe UI Black" panose="020B0A02040204020203" pitchFamily="34" charset="0"/>
              </a:endParaRPr>
            </a:p>
          </p:txBody>
        </p:sp>
      </p:grpSp>
      <p:sp>
        <p:nvSpPr>
          <p:cNvPr id="186" name="TextBox 24">
            <a:extLst>
              <a:ext uri="{FF2B5EF4-FFF2-40B4-BE49-F238E27FC236}">
                <a16:creationId xmlns:a16="http://schemas.microsoft.com/office/drawing/2014/main" id="{B935C4B9-A123-43F8-BD41-AB2C4AB5FC30}"/>
              </a:ext>
            </a:extLst>
          </p:cNvPr>
          <p:cNvSpPr txBox="1"/>
          <p:nvPr/>
        </p:nvSpPr>
        <p:spPr>
          <a:xfrm>
            <a:off x="0" y="1985963"/>
            <a:ext cx="3825875" cy="9366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698972" lvl="1" indent="-243827">
              <a:lnSpc>
                <a:spcPct val="150000"/>
              </a:lnSpc>
              <a:spcBef>
                <a:spcPts val="427"/>
              </a:spcBef>
              <a:spcAft>
                <a:spcPts val="427"/>
              </a:spcAft>
              <a:buClr>
                <a:srgbClr val="FFC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706" dirty="0"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  <a:sym typeface="Arial" panose="020B0604020202020204" pitchFamily="34" charset="0"/>
              </a:rPr>
              <a:t>主要部件都连接在总线上</a:t>
            </a:r>
            <a:endParaRPr lang="en-US" altLang="zh-CN" sz="1706" dirty="0">
              <a:latin typeface="微软雅黑" panose="020B0503020204020204" pitchFamily="34" charset="-122"/>
              <a:ea typeface="微软雅黑" panose="020B0503020204020204" pitchFamily="34" charset="-122"/>
              <a:cs typeface="Segoe UI Black" panose="020B0A02040204020203" pitchFamily="34" charset="0"/>
              <a:sym typeface="Arial" panose="020B0604020202020204" pitchFamily="34" charset="0"/>
            </a:endParaRPr>
          </a:p>
          <a:p>
            <a:pPr marL="698972" lvl="1" indent="-243827">
              <a:lnSpc>
                <a:spcPct val="150000"/>
              </a:lnSpc>
              <a:spcBef>
                <a:spcPts val="427"/>
              </a:spcBef>
              <a:spcAft>
                <a:spcPts val="427"/>
              </a:spcAft>
              <a:buClr>
                <a:srgbClr val="FFC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706" dirty="0"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  <a:sym typeface="Arial" panose="020B0604020202020204" pitchFamily="34" charset="0"/>
              </a:rPr>
              <a:t>各部件间通过总线进行传输</a:t>
            </a:r>
            <a:endParaRPr lang="en-US" altLang="zh-CN" sz="1706" dirty="0">
              <a:latin typeface="微软雅黑" panose="020B0503020204020204" pitchFamily="34" charset="-122"/>
              <a:ea typeface="微软雅黑" panose="020B0503020204020204" pitchFamily="34" charset="-122"/>
              <a:cs typeface="Segoe UI Black" panose="020B0A02040204020203" pitchFamily="34" charset="0"/>
              <a:sym typeface="Arial" panose="020B0604020202020204" pitchFamily="34" charset="0"/>
            </a:endParaRPr>
          </a:p>
        </p:txBody>
      </p:sp>
      <p:graphicFrame>
        <p:nvGraphicFramePr>
          <p:cNvPr id="187" name="表格 186">
            <a:extLst>
              <a:ext uri="{FF2B5EF4-FFF2-40B4-BE49-F238E27FC236}">
                <a16:creationId xmlns:a16="http://schemas.microsoft.com/office/drawing/2014/main" id="{4504C4C3-22B2-4CD5-AAA4-1B5F7F19A627}"/>
              </a:ext>
            </a:extLst>
          </p:cNvPr>
          <p:cNvGraphicFramePr>
            <a:graphicFrameLocks noGrp="1"/>
          </p:cNvGraphicFramePr>
          <p:nvPr/>
        </p:nvGraphicFramePr>
        <p:xfrm>
          <a:off x="271463" y="3530600"/>
          <a:ext cx="4379912" cy="1890016"/>
        </p:xfrm>
        <a:graphic>
          <a:graphicData uri="http://schemas.openxmlformats.org/drawingml/2006/table">
            <a:tbl>
              <a:tblPr/>
              <a:tblGrid>
                <a:gridCol w="1690687">
                  <a:extLst>
                    <a:ext uri="{9D8B030D-6E8A-4147-A177-3AD203B41FA5}">
                      <a16:colId xmlns:a16="http://schemas.microsoft.com/office/drawing/2014/main" val="1739133832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824524646"/>
                    </a:ext>
                  </a:extLst>
                </a:gridCol>
              </a:tblGrid>
              <a:tr h="357188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控制信号</a:t>
                      </a: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作用说明</a:t>
                      </a: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889267"/>
                  </a:ext>
                </a:extLst>
              </a:tr>
              <a:tr h="357188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IR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out</a:t>
                      </a:r>
                      <a:r>
                        <a:rPr kumimoji="0" lang="zh-CN" altLang="en-US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微软雅黑" panose="020B0503020204020204" pitchFamily="34" charset="-122"/>
                          <a:cs typeface="Segoe UI Black" panose="020B0A02040204020203" pitchFamily="34" charset="0"/>
                        </a:rPr>
                        <a:t>、</a:t>
                      </a: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PC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out</a:t>
                      </a:r>
                      <a:r>
                        <a:rPr kumimoji="0" lang="zh-CN" altLang="en-US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…R1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out</a:t>
                      </a:r>
                      <a:endParaRPr kumimoji="0" lang="en-US" altLang="zh-CN" sz="13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宋体" panose="02010600030101010101" pitchFamily="2" charset="-122"/>
                        <a:sym typeface="Wingdings" panose="05000000000000000000" pitchFamily="2" charset="2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控制三态门将寄存器值输出到总线</a:t>
                      </a: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880694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IR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in</a:t>
                      </a:r>
                      <a:r>
                        <a:rPr kumimoji="0" lang="zh-CN" altLang="en-US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微软雅黑" panose="020B0503020204020204" pitchFamily="34" charset="-122"/>
                          <a:cs typeface="Segoe UI Black" panose="020B0A02040204020203" pitchFamily="34" charset="0"/>
                        </a:rPr>
                        <a:t>、</a:t>
                      </a: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PC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in</a:t>
                      </a:r>
                      <a:r>
                        <a:rPr kumimoji="0" lang="zh-CN" altLang="en-US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…R1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in</a:t>
                      </a:r>
                      <a:endParaRPr kumimoji="0" lang="en-US" altLang="zh-CN" sz="1300" b="0" i="0" u="none" strike="noStrike" cap="none" normalizeH="0" baseline="-2500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Segoe UI Black" panose="020B0A02040204020203" pitchFamily="34" charset="0"/>
                        <a:ea typeface="宋体" panose="02010600030101010101" pitchFamily="2" charset="-122"/>
                        <a:sym typeface="Wingdings" panose="05000000000000000000" pitchFamily="2" charset="2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控制寄存器使能端将总线数据锁存（</a:t>
                      </a: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时钟驱动</a:t>
                      </a: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74375"/>
                  </a:ext>
                </a:extLst>
              </a:tr>
              <a:tr h="357188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微软雅黑" panose="020B0503020204020204" pitchFamily="34" charset="-122"/>
                        <a:cs typeface="Segoe UI Black" panose="020B0A02040204020203" pitchFamily="34" charset="0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984660"/>
                  </a:ext>
                </a:extLst>
              </a:tr>
              <a:tr h="357188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微软雅黑" panose="020B0503020204020204" pitchFamily="34" charset="-122"/>
                        <a:cs typeface="Segoe UI Black" panose="020B0A02040204020203" pitchFamily="34" charset="0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333186"/>
                  </a:ext>
                </a:extLst>
              </a:tr>
            </a:tbl>
          </a:graphicData>
        </a:graphic>
      </p:graphicFrame>
      <p:graphicFrame>
        <p:nvGraphicFramePr>
          <p:cNvPr id="188" name="表格 187">
            <a:extLst>
              <a:ext uri="{FF2B5EF4-FFF2-40B4-BE49-F238E27FC236}">
                <a16:creationId xmlns:a16="http://schemas.microsoft.com/office/drawing/2014/main" id="{2D799060-5972-43A0-9D89-8C1C3A0A6981}"/>
              </a:ext>
            </a:extLst>
          </p:cNvPr>
          <p:cNvGraphicFramePr>
            <a:graphicFrameLocks noGrp="1"/>
          </p:cNvGraphicFramePr>
          <p:nvPr/>
        </p:nvGraphicFramePr>
        <p:xfrm>
          <a:off x="271463" y="3530600"/>
          <a:ext cx="4379912" cy="1890016"/>
        </p:xfrm>
        <a:graphic>
          <a:graphicData uri="http://schemas.openxmlformats.org/drawingml/2006/table">
            <a:tbl>
              <a:tblPr/>
              <a:tblGrid>
                <a:gridCol w="1690687">
                  <a:extLst>
                    <a:ext uri="{9D8B030D-6E8A-4147-A177-3AD203B41FA5}">
                      <a16:colId xmlns:a16="http://schemas.microsoft.com/office/drawing/2014/main" val="1756197699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1442034420"/>
                    </a:ext>
                  </a:extLst>
                </a:gridCol>
              </a:tblGrid>
              <a:tr h="357188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控制信号</a:t>
                      </a: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作用说明</a:t>
                      </a: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955145"/>
                  </a:ext>
                </a:extLst>
              </a:tr>
              <a:tr h="357188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IR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out</a:t>
                      </a:r>
                      <a:r>
                        <a:rPr kumimoji="0" lang="zh-CN" altLang="en-US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微软雅黑" panose="020B0503020204020204" pitchFamily="34" charset="-122"/>
                          <a:cs typeface="Segoe UI Black" panose="020B0A02040204020203" pitchFamily="34" charset="0"/>
                        </a:rPr>
                        <a:t>、</a:t>
                      </a: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PC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out</a:t>
                      </a:r>
                      <a:r>
                        <a:rPr kumimoji="0" lang="zh-CN" altLang="en-US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…R1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out</a:t>
                      </a:r>
                      <a:endParaRPr kumimoji="0" lang="en-US" altLang="zh-CN" sz="13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宋体" panose="02010600030101010101" pitchFamily="2" charset="-122"/>
                        <a:sym typeface="Wingdings" panose="05000000000000000000" pitchFamily="2" charset="2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控制三态门将寄存器值输出到总线</a:t>
                      </a: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985636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IR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in</a:t>
                      </a:r>
                      <a:r>
                        <a:rPr kumimoji="0" lang="zh-CN" altLang="en-US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微软雅黑" panose="020B0503020204020204" pitchFamily="34" charset="-122"/>
                          <a:cs typeface="Segoe UI Black" panose="020B0A02040204020203" pitchFamily="34" charset="0"/>
                        </a:rPr>
                        <a:t>、</a:t>
                      </a: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PC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in</a:t>
                      </a:r>
                      <a:r>
                        <a:rPr kumimoji="0" lang="zh-CN" altLang="en-US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…R1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in</a:t>
                      </a:r>
                      <a:endParaRPr kumimoji="0" lang="en-US" altLang="zh-CN" sz="1300" b="0" i="0" u="none" strike="noStrike" cap="none" normalizeH="0" baseline="-2500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Segoe UI Black" panose="020B0A02040204020203" pitchFamily="34" charset="0"/>
                        <a:ea typeface="宋体" panose="02010600030101010101" pitchFamily="2" charset="-122"/>
                        <a:sym typeface="Wingdings" panose="05000000000000000000" pitchFamily="2" charset="2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控制寄存器使能端将总线数据锁存（</a:t>
                      </a: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时钟驱动</a:t>
                      </a: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009142"/>
                  </a:ext>
                </a:extLst>
              </a:tr>
              <a:tr h="357188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+1</a:t>
                      </a: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微软雅黑" panose="020B0503020204020204" pitchFamily="34" charset="-122"/>
                          <a:cs typeface="Segoe UI Black" panose="020B0A02040204020203" pitchFamily="34" charset="0"/>
                        </a:rPr>
                        <a:t>、</a:t>
                      </a: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ADD</a:t>
                      </a: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SUB</a:t>
                      </a:r>
                      <a:endParaRPr kumimoji="0" lang="zh-CN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微软雅黑" panose="020B0503020204020204" pitchFamily="34" charset="-122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运算控制信号</a:t>
                      </a: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359846"/>
                  </a:ext>
                </a:extLst>
              </a:tr>
              <a:tr h="357188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微软雅黑" panose="020B0503020204020204" pitchFamily="34" charset="-122"/>
                        <a:cs typeface="Segoe UI Black" panose="020B0A02040204020203" pitchFamily="34" charset="0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47534"/>
                  </a:ext>
                </a:extLst>
              </a:tr>
            </a:tbl>
          </a:graphicData>
        </a:graphic>
      </p:graphicFrame>
      <p:graphicFrame>
        <p:nvGraphicFramePr>
          <p:cNvPr id="189" name="表格 188">
            <a:extLst>
              <a:ext uri="{FF2B5EF4-FFF2-40B4-BE49-F238E27FC236}">
                <a16:creationId xmlns:a16="http://schemas.microsoft.com/office/drawing/2014/main" id="{ED8C703C-382D-4DCE-96A8-9B05B3FB4521}"/>
              </a:ext>
            </a:extLst>
          </p:cNvPr>
          <p:cNvGraphicFramePr>
            <a:graphicFrameLocks noGrp="1"/>
          </p:cNvGraphicFramePr>
          <p:nvPr/>
        </p:nvGraphicFramePr>
        <p:xfrm>
          <a:off x="271463" y="3530600"/>
          <a:ext cx="4379912" cy="1890016"/>
        </p:xfrm>
        <a:graphic>
          <a:graphicData uri="http://schemas.openxmlformats.org/drawingml/2006/table">
            <a:tbl>
              <a:tblPr/>
              <a:tblGrid>
                <a:gridCol w="1690687">
                  <a:extLst>
                    <a:ext uri="{9D8B030D-6E8A-4147-A177-3AD203B41FA5}">
                      <a16:colId xmlns:a16="http://schemas.microsoft.com/office/drawing/2014/main" val="2897556254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390556382"/>
                    </a:ext>
                  </a:extLst>
                </a:gridCol>
              </a:tblGrid>
              <a:tr h="357188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控制信号</a:t>
                      </a: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作用说明</a:t>
                      </a: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781024"/>
                  </a:ext>
                </a:extLst>
              </a:tr>
              <a:tr h="357188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IR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out</a:t>
                      </a:r>
                      <a:r>
                        <a:rPr kumimoji="0" lang="zh-CN" altLang="en-US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微软雅黑" panose="020B0503020204020204" pitchFamily="34" charset="-122"/>
                          <a:cs typeface="Segoe UI Black" panose="020B0A02040204020203" pitchFamily="34" charset="0"/>
                        </a:rPr>
                        <a:t>、</a:t>
                      </a: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PC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out</a:t>
                      </a:r>
                      <a:r>
                        <a:rPr kumimoji="0" lang="zh-CN" altLang="en-US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…R1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out</a:t>
                      </a:r>
                      <a:endParaRPr kumimoji="0" lang="en-US" altLang="zh-CN" sz="13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宋体" panose="02010600030101010101" pitchFamily="2" charset="-122"/>
                        <a:sym typeface="Wingdings" panose="05000000000000000000" pitchFamily="2" charset="2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控制三态门将寄存器值输出到总线</a:t>
                      </a: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077441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IR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in</a:t>
                      </a:r>
                      <a:r>
                        <a:rPr kumimoji="0" lang="zh-CN" altLang="en-US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微软雅黑" panose="020B0503020204020204" pitchFamily="34" charset="-122"/>
                          <a:cs typeface="Segoe UI Black" panose="020B0A02040204020203" pitchFamily="34" charset="0"/>
                        </a:rPr>
                        <a:t>、</a:t>
                      </a: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PC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in</a:t>
                      </a:r>
                      <a:r>
                        <a:rPr kumimoji="0" lang="zh-CN" altLang="en-US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…R1</a:t>
                      </a:r>
                      <a:r>
                        <a:rPr kumimoji="0" lang="en-US" altLang="zh-CN" sz="13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in</a:t>
                      </a:r>
                      <a:endParaRPr kumimoji="0" lang="en-US" altLang="zh-CN" sz="1300" b="0" i="0" u="none" strike="noStrike" cap="none" normalizeH="0" baseline="-2500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Segoe UI Black" panose="020B0A02040204020203" pitchFamily="34" charset="0"/>
                        <a:ea typeface="宋体" panose="02010600030101010101" pitchFamily="2" charset="-122"/>
                        <a:sym typeface="Wingdings" panose="05000000000000000000" pitchFamily="2" charset="2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控制寄存器使能端将总线数据锁存（</a:t>
                      </a: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时钟驱动</a:t>
                      </a: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250322"/>
                  </a:ext>
                </a:extLst>
              </a:tr>
              <a:tr h="357188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+1</a:t>
                      </a: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微软雅黑" panose="020B0503020204020204" pitchFamily="34" charset="-122"/>
                          <a:cs typeface="Segoe UI Black" panose="020B0A02040204020203" pitchFamily="34" charset="0"/>
                        </a:rPr>
                        <a:t>、</a:t>
                      </a: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ADD</a:t>
                      </a: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SUB</a:t>
                      </a:r>
                      <a:endParaRPr kumimoji="0" lang="zh-CN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微软雅黑" panose="020B0503020204020204" pitchFamily="34" charset="-122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运算控制信号</a:t>
                      </a: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642110"/>
                  </a:ext>
                </a:extLst>
              </a:tr>
              <a:tr h="357188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Write</a:t>
                      </a: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微软雅黑" panose="020B0503020204020204" pitchFamily="34" charset="-122"/>
                          <a:cs typeface="Segoe UI Black" panose="020B0A02040204020203" pitchFamily="34" charset="0"/>
                        </a:rPr>
                        <a:t>、</a:t>
                      </a:r>
                      <a:r>
                        <a:rPr kumimoji="0" lang="en-US" altLang="zh-CN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egoe UI Black" panose="020B0A02040204020203" pitchFamily="34" charset="0"/>
                          <a:ea typeface="宋体" panose="02010600030101010101" pitchFamily="2" charset="-122"/>
                        </a:rPr>
                        <a:t>Read</a:t>
                      </a:r>
                      <a:endParaRPr kumimoji="0" lang="zh-CN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egoe UI Black" panose="020B0A02040204020203" pitchFamily="34" charset="0"/>
                        <a:ea typeface="微软雅黑" panose="020B0503020204020204" pitchFamily="34" charset="-122"/>
                      </a:endParaRP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内存读写控制信号（</a:t>
                      </a: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时钟驱动</a:t>
                      </a:r>
                      <a:r>
                        <a:rPr kumimoji="0" lang="zh-CN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5024" marR="65024" marT="32512" marB="32512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23169"/>
                  </a:ext>
                </a:extLst>
              </a:tr>
            </a:tbl>
          </a:graphicData>
        </a:graphic>
      </p:graphicFrame>
      <p:sp>
        <p:nvSpPr>
          <p:cNvPr id="190" name="Line 7">
            <a:extLst>
              <a:ext uri="{FF2B5EF4-FFF2-40B4-BE49-F238E27FC236}">
                <a16:creationId xmlns:a16="http://schemas.microsoft.com/office/drawing/2014/main" id="{8776F846-75AC-4F47-8494-7FA0799CB9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37200" y="3648075"/>
            <a:ext cx="1236663" cy="0"/>
          </a:xfrm>
          <a:prstGeom prst="line">
            <a:avLst/>
          </a:prstGeom>
          <a:noFill/>
          <a:ln w="57150" cap="sq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5024" tIns="32512" rIns="65024" bIns="32512"/>
          <a:lstStyle/>
          <a:p>
            <a:pPr>
              <a:defRPr/>
            </a:pPr>
            <a:endParaRPr lang="zh-CN" altLang="en-US" sz="2844">
              <a:solidFill>
                <a:schemeClr val="bg2">
                  <a:lumMod val="75000"/>
                </a:schemeClr>
              </a:solidFill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91" name="Rectangle 104">
            <a:extLst>
              <a:ext uri="{FF2B5EF4-FFF2-40B4-BE49-F238E27FC236}">
                <a16:creationId xmlns:a16="http://schemas.microsoft.com/office/drawing/2014/main" id="{A7B14948-AE27-4E3C-AE80-642800B63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3511550"/>
            <a:ext cx="300037" cy="303213"/>
          </a:xfrm>
          <a:prstGeom prst="rect">
            <a:avLst/>
          </a:prstGeom>
          <a:solidFill>
            <a:srgbClr val="00B050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138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X</a:t>
            </a:r>
          </a:p>
        </p:txBody>
      </p:sp>
      <p:sp>
        <p:nvSpPr>
          <p:cNvPr id="192" name="Rectangle 104">
            <a:extLst>
              <a:ext uri="{FF2B5EF4-FFF2-40B4-BE49-F238E27FC236}">
                <a16:creationId xmlns:a16="http://schemas.microsoft.com/office/drawing/2014/main" id="{E1B376CA-6C68-4D21-8511-DC796829F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8845" y="3768922"/>
            <a:ext cx="807953" cy="303443"/>
          </a:xfrm>
          <a:prstGeom prst="rect">
            <a:avLst/>
          </a:prstGeom>
          <a:solidFill>
            <a:srgbClr val="00B050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143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8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R0</a:t>
            </a:r>
          </a:p>
        </p:txBody>
      </p: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5DDF81B5-4533-42D0-B7BF-905E51566AE2}"/>
              </a:ext>
            </a:extLst>
          </p:cNvPr>
          <p:cNvGrpSpPr>
            <a:grpSpLocks/>
          </p:cNvGrpSpPr>
          <p:nvPr/>
        </p:nvGrpSpPr>
        <p:grpSpPr bwMode="auto">
          <a:xfrm>
            <a:off x="6846888" y="3937000"/>
            <a:ext cx="546100" cy="114300"/>
            <a:chOff x="9570316" y="4543811"/>
            <a:chExt cx="768533" cy="159131"/>
          </a:xfrm>
        </p:grpSpPr>
        <p:cxnSp>
          <p:nvCxnSpPr>
            <p:cNvPr id="54441" name="直接连接符 193">
              <a:extLst>
                <a:ext uri="{FF2B5EF4-FFF2-40B4-BE49-F238E27FC236}">
                  <a16:creationId xmlns:a16="http://schemas.microsoft.com/office/drawing/2014/main" id="{8BDD7B3F-59B3-4CE7-A102-C72D8E94AE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570316" y="4623376"/>
              <a:ext cx="768533" cy="0"/>
            </a:xfrm>
            <a:prstGeom prst="line">
              <a:avLst/>
            </a:prstGeom>
            <a:noFill/>
            <a:ln w="57150">
              <a:solidFill>
                <a:srgbClr val="00B05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5" name="等腰三角形 194">
              <a:extLst>
                <a:ext uri="{FF2B5EF4-FFF2-40B4-BE49-F238E27FC236}">
                  <a16:creationId xmlns:a16="http://schemas.microsoft.com/office/drawing/2014/main" id="{D5C9112E-3649-42D6-B5F4-3CC8248E6B7B}"/>
                </a:ext>
              </a:extLst>
            </p:cNvPr>
            <p:cNvSpPr/>
            <p:nvPr/>
          </p:nvSpPr>
          <p:spPr>
            <a:xfrm rot="16200000">
              <a:off x="9845974" y="4549650"/>
              <a:ext cx="159131" cy="147451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  <a:round/>
              <a:headEnd/>
              <a:tailEnd type="triangle" w="lg" len="lg"/>
            </a:ln>
          </p:spPr>
          <p:txBody>
            <a:bodyPr lIns="65024" tIns="32512" rIns="65024" bIns="32512"/>
            <a:lstStyle/>
            <a:p>
              <a:pPr algn="ctr">
                <a:defRPr/>
              </a:pPr>
              <a:endParaRPr lang="zh-CN" altLang="en-US" sz="2844">
                <a:solidFill>
                  <a:schemeClr val="bg2">
                    <a:lumMod val="75000"/>
                  </a:schemeClr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sp>
        <p:nvSpPr>
          <p:cNvPr id="196" name="上下箭头 195">
            <a:extLst>
              <a:ext uri="{FF2B5EF4-FFF2-40B4-BE49-F238E27FC236}">
                <a16:creationId xmlns:a16="http://schemas.microsoft.com/office/drawing/2014/main" id="{9BAC3A0D-87E6-44A8-BABD-0E27710E0F2F}"/>
              </a:ext>
            </a:extLst>
          </p:cNvPr>
          <p:cNvSpPr/>
          <p:nvPr/>
        </p:nvSpPr>
        <p:spPr>
          <a:xfrm>
            <a:off x="6745288" y="1673225"/>
            <a:ext cx="133350" cy="3700463"/>
          </a:xfrm>
          <a:prstGeom prst="upDownArrow">
            <a:avLst/>
          </a:prstGeom>
          <a:solidFill>
            <a:srgbClr val="00B050"/>
          </a:solidFill>
          <a:ln w="1905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lIns="65024" tIns="32512" rIns="65024" bIns="32512"/>
          <a:lstStyle/>
          <a:p>
            <a:pPr algn="ctr">
              <a:defRPr/>
            </a:pPr>
            <a:endParaRPr lang="zh-CN" altLang="en-US" sz="2844">
              <a:solidFill>
                <a:schemeClr val="bg2">
                  <a:lumMod val="75000"/>
                </a:schemeClr>
              </a:solidFill>
              <a:latin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97" name="Text Box 46">
            <a:extLst>
              <a:ext uri="{FF2B5EF4-FFF2-40B4-BE49-F238E27FC236}">
                <a16:creationId xmlns:a16="http://schemas.microsoft.com/office/drawing/2014/main" id="{4BBE3389-25FE-4356-9991-2150605DC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375" y="3644900"/>
            <a:ext cx="509588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5024" tIns="32512" rIns="65024" bIns="32512"/>
          <a:lstStyle>
            <a:lvl1pPr defTabSz="64928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defTabSz="64928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defTabSz="64928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defTabSz="64928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defTabSz="64928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defTabSz="64928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defTabSz="64928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defTabSz="64928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defTabSz="64928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r>
              <a:rPr lang="en-US" altLang="zh-CN" sz="1100">
                <a:solidFill>
                  <a:srgbClr val="0000FF"/>
                </a:solidFill>
                <a:latin typeface="Segoe UI Black" panose="020B0A02040204020203" pitchFamily="34" charset="0"/>
              </a:rPr>
              <a:t>X</a:t>
            </a:r>
            <a:r>
              <a:rPr lang="en-US" altLang="zh-CN" sz="1100" baseline="-25000">
                <a:solidFill>
                  <a:srgbClr val="0000FF"/>
                </a:solidFill>
                <a:latin typeface="Segoe UI Black" panose="020B0A02040204020203" pitchFamily="34" charset="0"/>
              </a:rPr>
              <a:t>in</a:t>
            </a:r>
            <a:endParaRPr lang="en-US" altLang="zh-CN" sz="2800" baseline="-25000">
              <a:solidFill>
                <a:srgbClr val="0000FF"/>
              </a:solidFill>
              <a:latin typeface="Segoe UI Black" panose="020B0A02040204020203" pitchFamily="34" charset="0"/>
            </a:endParaRPr>
          </a:p>
        </p:txBody>
      </p:sp>
      <p:sp>
        <p:nvSpPr>
          <p:cNvPr id="198" name="Text Box 31">
            <a:extLst>
              <a:ext uri="{FF2B5EF4-FFF2-40B4-BE49-F238E27FC236}">
                <a16:creationId xmlns:a16="http://schemas.microsoft.com/office/drawing/2014/main" id="{8B0C2D7B-CF5E-4742-87D1-4C2779778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9288" y="3944938"/>
            <a:ext cx="569912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5024" tIns="32512" rIns="65024" bIns="32512"/>
          <a:lstStyle>
            <a:lvl1pPr defTabSz="64928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defTabSz="64928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defTabSz="64928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defTabSz="64928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defTabSz="649288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defTabSz="64928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defTabSz="64928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defTabSz="64928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defTabSz="649288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r>
              <a:rPr lang="en-US" altLang="zh-CN" sz="1100">
                <a:solidFill>
                  <a:srgbClr val="0066FF"/>
                </a:solidFill>
                <a:latin typeface="Segoe UI Black" panose="020B0A02040204020203" pitchFamily="34" charset="0"/>
              </a:rPr>
              <a:t>R0</a:t>
            </a:r>
            <a:r>
              <a:rPr lang="en-US" altLang="zh-CN" sz="1100" baseline="-25000">
                <a:solidFill>
                  <a:srgbClr val="0066FF"/>
                </a:solidFill>
                <a:latin typeface="Segoe UI Black" panose="020B0A02040204020203" pitchFamily="34" charset="0"/>
              </a:rPr>
              <a:t>out</a:t>
            </a:r>
            <a:endParaRPr lang="en-US" altLang="zh-CN" sz="2800" baseline="-25000">
              <a:solidFill>
                <a:srgbClr val="0066FF"/>
              </a:solidFill>
              <a:latin typeface="Segoe UI Black" panose="020B0A02040204020203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F284241-7242-47A3-9F9C-E1DD3E15F4B7}"/>
              </a:ext>
            </a:extLst>
          </p:cNvPr>
          <p:cNvGrpSpPr>
            <a:grpSpLocks/>
          </p:cNvGrpSpPr>
          <p:nvPr/>
        </p:nvGrpSpPr>
        <p:grpSpPr bwMode="auto">
          <a:xfrm>
            <a:off x="7216775" y="2143125"/>
            <a:ext cx="1166813" cy="1092200"/>
            <a:chOff x="10090237" y="2019256"/>
            <a:chExt cx="1641707" cy="1536818"/>
          </a:xfrm>
        </p:grpSpPr>
        <p:sp>
          <p:nvSpPr>
            <p:cNvPr id="7" name="Rectangle 104">
              <a:extLst>
                <a:ext uri="{FF2B5EF4-FFF2-40B4-BE49-F238E27FC236}">
                  <a16:creationId xmlns:a16="http://schemas.microsoft.com/office/drawing/2014/main" id="{2F4A3505-7F93-4287-9F4B-52DB96DE9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90237" y="2792132"/>
              <a:ext cx="634346" cy="426646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854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ID</a:t>
              </a:r>
            </a:p>
          </p:txBody>
        </p:sp>
        <p:sp>
          <p:nvSpPr>
            <p:cNvPr id="8" name="Rectangle 104">
              <a:extLst>
                <a:ext uri="{FF2B5EF4-FFF2-40B4-BE49-F238E27FC236}">
                  <a16:creationId xmlns:a16="http://schemas.microsoft.com/office/drawing/2014/main" id="{ECA4E38E-63D5-402E-92C6-3DC1F0661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96939" y="2019256"/>
              <a:ext cx="1635005" cy="426646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>
                  <a:solidFill>
                    <a:schemeClr val="bg1"/>
                  </a:solidFill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rPr>
                <a:t>操作控制器</a:t>
              </a:r>
              <a:endParaRPr lang="en-US" altLang="zh-CN">
                <a:solidFill>
                  <a:schemeClr val="bg1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A8AB055E-634B-474C-B434-840B7EFAB0B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10325875" y="3391894"/>
              <a:ext cx="32836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79D1D61C-2A9A-4F89-B0C6-49ADC29134D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10243229" y="2625719"/>
              <a:ext cx="3283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66F6F39-DFF8-4908-A82A-A5D7F98CA7D4}"/>
              </a:ext>
            </a:extLst>
          </p:cNvPr>
          <p:cNvGrpSpPr>
            <a:grpSpLocks/>
          </p:cNvGrpSpPr>
          <p:nvPr/>
        </p:nvGrpSpPr>
        <p:grpSpPr bwMode="auto">
          <a:xfrm>
            <a:off x="6846888" y="3078163"/>
            <a:ext cx="1989137" cy="601662"/>
            <a:chOff x="9570959" y="3334756"/>
            <a:chExt cx="2797497" cy="845834"/>
          </a:xfrm>
        </p:grpSpPr>
        <p:sp>
          <p:nvSpPr>
            <p:cNvPr id="25" name="Text Box 36">
              <a:extLst>
                <a:ext uri="{FF2B5EF4-FFF2-40B4-BE49-F238E27FC236}">
                  <a16:creationId xmlns:a16="http://schemas.microsoft.com/office/drawing/2014/main" id="{88018C6B-A715-4C56-9F49-93DAF3739C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6939" y="3334756"/>
              <a:ext cx="801517" cy="403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5024" tIns="32512" rIns="65024" bIns="32512"/>
            <a:lstStyle>
              <a:lvl1pPr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49288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49288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100">
                  <a:solidFill>
                    <a:srgbClr val="0066FF"/>
                  </a:solidFill>
                  <a:latin typeface="Segoe UI Black" panose="020B0A02040204020203" pitchFamily="34" charset="0"/>
                </a:rPr>
                <a:t>IR</a:t>
              </a:r>
              <a:r>
                <a:rPr lang="en-US" altLang="zh-CN" sz="1100" baseline="-25000">
                  <a:solidFill>
                    <a:srgbClr val="0066FF"/>
                  </a:solidFill>
                  <a:latin typeface="Segoe UI Black" panose="020B0A02040204020203" pitchFamily="34" charset="0"/>
                </a:rPr>
                <a:t>in</a:t>
              </a:r>
              <a:endParaRPr lang="en-US" altLang="zh-CN" sz="2800" baseline="-25000">
                <a:solidFill>
                  <a:srgbClr val="0066FF"/>
                </a:solidFill>
                <a:latin typeface="Segoe UI Black" panose="020B0A02040204020203" pitchFamily="34" charset="0"/>
              </a:endParaRPr>
            </a:p>
          </p:txBody>
        </p:sp>
        <p:grpSp>
          <p:nvGrpSpPr>
            <p:cNvPr id="54428" name="组合 25">
              <a:extLst>
                <a:ext uri="{FF2B5EF4-FFF2-40B4-BE49-F238E27FC236}">
                  <a16:creationId xmlns:a16="http://schemas.microsoft.com/office/drawing/2014/main" id="{0DD7712A-C7B6-4899-A7C7-99BBC753DB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70959" y="3543889"/>
              <a:ext cx="2781789" cy="636701"/>
              <a:chOff x="9570959" y="3543889"/>
              <a:chExt cx="2781789" cy="636701"/>
            </a:xfrm>
          </p:grpSpPr>
          <p:sp>
            <p:nvSpPr>
              <p:cNvPr id="27" name="Rectangle 104">
                <a:extLst>
                  <a:ext uri="{FF2B5EF4-FFF2-40B4-BE49-F238E27FC236}">
                    <a16:creationId xmlns:a16="http://schemas.microsoft.com/office/drawing/2014/main" id="{28C8D643-17CB-453D-8304-7C699478C9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45684" y="3544541"/>
                <a:ext cx="1136414" cy="426264"/>
              </a:xfrm>
              <a:prstGeom prst="rect">
                <a:avLst/>
              </a:prstGeom>
              <a:solidFill>
                <a:srgbClr val="59B2FF"/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28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IR</a:t>
                </a:r>
              </a:p>
            </p:txBody>
          </p:sp>
          <p:sp>
            <p:nvSpPr>
              <p:cNvPr id="28" name="Line 7">
                <a:extLst>
                  <a:ext uri="{FF2B5EF4-FFF2-40B4-BE49-F238E27FC236}">
                    <a16:creationId xmlns:a16="http://schemas.microsoft.com/office/drawing/2014/main" id="{1515218C-7990-4A39-865A-581B057CCD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70959" y="3694068"/>
                <a:ext cx="76802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5024" tIns="32512" rIns="65024" bIns="32512"/>
              <a:lstStyle/>
              <a:p>
                <a:pPr>
                  <a:defRPr/>
                </a:pPr>
                <a:endParaRPr lang="zh-CN" altLang="en-US" sz="2844">
                  <a:solidFill>
                    <a:schemeClr val="bg2">
                      <a:lumMod val="75000"/>
                    </a:schemeClr>
                  </a:solidFill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grpSp>
            <p:nvGrpSpPr>
              <p:cNvPr id="54431" name="组合 28">
                <a:extLst>
                  <a:ext uri="{FF2B5EF4-FFF2-40B4-BE49-F238E27FC236}">
                    <a16:creationId xmlns:a16="http://schemas.microsoft.com/office/drawing/2014/main" id="{90FE7AD4-2205-4D88-8C56-80E5A7EE0C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9875660" y="3482511"/>
                <a:ext cx="159131" cy="768533"/>
                <a:chOff x="6712622" y="6427719"/>
                <a:chExt cx="159131" cy="768533"/>
              </a:xfrm>
            </p:grpSpPr>
            <p:cxnSp>
              <p:nvCxnSpPr>
                <p:cNvPr id="54435" name="直接连接符 32">
                  <a:extLst>
                    <a:ext uri="{FF2B5EF4-FFF2-40B4-BE49-F238E27FC236}">
                      <a16:creationId xmlns:a16="http://schemas.microsoft.com/office/drawing/2014/main" id="{30F3D7D3-E2EF-4951-8150-2C15FC4526C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 flipH="1">
                  <a:off x="6407921" y="6811986"/>
                  <a:ext cx="768533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34" name="等腰三角形 33">
                  <a:extLst>
                    <a:ext uri="{FF2B5EF4-FFF2-40B4-BE49-F238E27FC236}">
                      <a16:creationId xmlns:a16="http://schemas.microsoft.com/office/drawing/2014/main" id="{22D9E341-9EE3-4FC5-8B75-573A4C6B6AB2}"/>
                    </a:ext>
                  </a:extLst>
                </p:cNvPr>
                <p:cNvSpPr/>
                <p:nvPr/>
              </p:nvSpPr>
              <p:spPr>
                <a:xfrm>
                  <a:off x="6712708" y="6709031"/>
                  <a:ext cx="158455" cy="147354"/>
                </a:xfrm>
                <a:prstGeom prst="triangl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 type="triangle" w="lg" len="lg"/>
                </a:ln>
              </p:spPr>
              <p:txBody>
                <a:bodyPr lIns="65024" tIns="32512" rIns="65024" bIns="32512"/>
                <a:lstStyle/>
                <a:p>
                  <a:pPr>
                    <a:defRPr/>
                  </a:pPr>
                  <a:endParaRPr lang="zh-CN" altLang="en-US" sz="2844">
                    <a:solidFill>
                      <a:schemeClr val="bg2">
                        <a:lumMod val="75000"/>
                      </a:schemeClr>
                    </a:solidFill>
                    <a:latin typeface="Segoe UI Black" panose="020B0A02040204020203" pitchFamily="34" charset="0"/>
                    <a:cs typeface="Segoe UI Black" panose="020B0A02040204020203" pitchFamily="34" charset="0"/>
                  </a:endParaRPr>
                </a:p>
              </p:txBody>
            </p:sp>
          </p:grpSp>
          <p:cxnSp>
            <p:nvCxnSpPr>
              <p:cNvPr id="54432" name="直接箭头连接符 29">
                <a:extLst>
                  <a:ext uri="{FF2B5EF4-FFF2-40B4-BE49-F238E27FC236}">
                    <a16:creationId xmlns:a16="http://schemas.microsoft.com/office/drawing/2014/main" id="{7415F7C9-630F-4C31-B6C5-1D72BD526A1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1489717" y="3671981"/>
                <a:ext cx="544260" cy="0"/>
              </a:xfrm>
              <a:prstGeom prst="straightConnector1">
                <a:avLst/>
              </a:prstGeom>
              <a:noFill/>
              <a:ln w="12700">
                <a:solidFill>
                  <a:srgbClr val="0066FF"/>
                </a:solidFill>
                <a:round/>
                <a:headEnd type="none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433" name="直接箭头连接符 30">
                <a:extLst>
                  <a:ext uri="{FF2B5EF4-FFF2-40B4-BE49-F238E27FC236}">
                    <a16:creationId xmlns:a16="http://schemas.microsoft.com/office/drawing/2014/main" id="{EF1BD75A-AE90-4AF8-8DD8-61509F5FE42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1489717" y="3843692"/>
                <a:ext cx="544260" cy="0"/>
              </a:xfrm>
              <a:prstGeom prst="straightConnector1">
                <a:avLst/>
              </a:prstGeom>
              <a:noFill/>
              <a:ln w="12700">
                <a:solidFill>
                  <a:srgbClr val="0066FF"/>
                </a:solidFill>
                <a:round/>
                <a:headEnd type="none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2" name="Text Box 35">
                <a:extLst>
                  <a:ext uri="{FF2B5EF4-FFF2-40B4-BE49-F238E27FC236}">
                    <a16:creationId xmlns:a16="http://schemas.microsoft.com/office/drawing/2014/main" id="{36303FCE-47B8-4FD2-B4E9-F76116BF77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51310" y="3776644"/>
                <a:ext cx="801518" cy="4039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5024" tIns="32512" rIns="65024" bIns="32512"/>
              <a:lstStyle>
                <a:defPPr>
                  <a:defRPr lang="zh-CN"/>
                </a:defPPr>
                <a:lvl1pPr marR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 kumimoji="0" sz="1600" b="0" i="0" u="none" strike="noStrike" cap="none" normalizeH="0" baseline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pPr>
                  <a:defRPr/>
                </a:pPr>
                <a:r>
                  <a:rPr lang="en-US" altLang="zh-CN" sz="1138" dirty="0" err="1">
                    <a:solidFill>
                      <a:srgbClr val="0066FF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IR</a:t>
                </a:r>
                <a:r>
                  <a:rPr lang="en-US" altLang="zh-CN" sz="1138" baseline="-25000" dirty="0" err="1">
                    <a:solidFill>
                      <a:srgbClr val="0066FF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out</a:t>
                </a:r>
                <a:endParaRPr lang="en-US" altLang="zh-CN" sz="1138" baseline="-25000" dirty="0">
                  <a:solidFill>
                    <a:srgbClr val="0066FF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</p:grpSp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F4D215CB-3259-4E4A-8108-15C935869B7B}"/>
              </a:ext>
            </a:extLst>
          </p:cNvPr>
          <p:cNvGrpSpPr>
            <a:grpSpLocks/>
          </p:cNvGrpSpPr>
          <p:nvPr/>
        </p:nvGrpSpPr>
        <p:grpSpPr bwMode="auto">
          <a:xfrm>
            <a:off x="3986213" y="1093788"/>
            <a:ext cx="4873625" cy="4513262"/>
            <a:chOff x="5547578" y="544064"/>
            <a:chExt cx="6854294" cy="6347058"/>
          </a:xfrm>
        </p:grpSpPr>
        <p:grpSp>
          <p:nvGrpSpPr>
            <p:cNvPr id="54377" name="组合 134">
              <a:extLst>
                <a:ext uri="{FF2B5EF4-FFF2-40B4-BE49-F238E27FC236}">
                  <a16:creationId xmlns:a16="http://schemas.microsoft.com/office/drawing/2014/main" id="{0AF816B9-84AA-4FDB-87C5-026EB507FE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47578" y="544064"/>
              <a:ext cx="6854294" cy="5948660"/>
              <a:chOff x="5547578" y="544064"/>
              <a:chExt cx="6854294" cy="5948660"/>
            </a:xfrm>
          </p:grpSpPr>
          <p:grpSp>
            <p:nvGrpSpPr>
              <p:cNvPr id="54379" name="组合 136">
                <a:extLst>
                  <a:ext uri="{FF2B5EF4-FFF2-40B4-BE49-F238E27FC236}">
                    <a16:creationId xmlns:a16="http://schemas.microsoft.com/office/drawing/2014/main" id="{034552FC-BC2A-4B24-A4D0-5A202BE838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47578" y="544064"/>
                <a:ext cx="6854294" cy="5948660"/>
                <a:chOff x="5547578" y="544064"/>
                <a:chExt cx="6854294" cy="5948660"/>
              </a:xfrm>
            </p:grpSpPr>
            <p:sp>
              <p:nvSpPr>
                <p:cNvPr id="141" name="Rectangle 115">
                  <a:extLst>
                    <a:ext uri="{FF2B5EF4-FFF2-40B4-BE49-F238E27FC236}">
                      <a16:creationId xmlns:a16="http://schemas.microsoft.com/office/drawing/2014/main" id="{0C02454E-A155-450F-B050-E99CFF6785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678251" y="544064"/>
                  <a:ext cx="1355229" cy="6228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/>
                <a:p>
                  <a:pPr defTabSz="650207">
                    <a:defRPr/>
                  </a:pPr>
                  <a:endParaRPr lang="en-US" altLang="zh-CN" sz="2844" dirty="0">
                    <a:solidFill>
                      <a:schemeClr val="accent5"/>
                    </a:solidFill>
                    <a:latin typeface="Arial" panose="020B0604020202020204" pitchFamily="34" charset="0"/>
                  </a:endParaRPr>
                </a:p>
              </p:txBody>
            </p:sp>
            <p:cxnSp>
              <p:nvCxnSpPr>
                <p:cNvPr id="54384" name="直接箭头连接符 141">
                  <a:extLst>
                    <a:ext uri="{FF2B5EF4-FFF2-40B4-BE49-F238E27FC236}">
                      <a16:creationId xmlns:a16="http://schemas.microsoft.com/office/drawing/2014/main" id="{6F8DBFEC-7FA0-44F6-8195-4EF070A4FAA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7177868" y="1917849"/>
                  <a:ext cx="544260" cy="0"/>
                </a:xfrm>
                <a:prstGeom prst="straightConnector1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lg" len="lg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4385" name="直接箭头连接符 142">
                  <a:extLst>
                    <a:ext uri="{FF2B5EF4-FFF2-40B4-BE49-F238E27FC236}">
                      <a16:creationId xmlns:a16="http://schemas.microsoft.com/office/drawing/2014/main" id="{7529F26B-CA1F-40A0-83B5-345C1BE955A7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7177868" y="2084733"/>
                  <a:ext cx="544260" cy="0"/>
                </a:xfrm>
                <a:prstGeom prst="straightConnector1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lg" len="lg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44" name="Text Box 54">
                  <a:extLst>
                    <a:ext uri="{FF2B5EF4-FFF2-40B4-BE49-F238E27FC236}">
                      <a16:creationId xmlns:a16="http://schemas.microsoft.com/office/drawing/2014/main" id="{CCDB6BE8-603D-43DB-AEA8-EAB0DBA8F06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094817" y="1564326"/>
                  <a:ext cx="716687" cy="4063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PC</a:t>
                  </a:r>
                  <a:r>
                    <a:rPr lang="en-US" altLang="zh-CN" sz="1100" baseline="-250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in</a:t>
                  </a:r>
                  <a:endParaRPr lang="en-US" altLang="zh-CN" sz="2800" baseline="-250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  <p:sp>
              <p:nvSpPr>
                <p:cNvPr id="145" name="Text Box 52">
                  <a:extLst>
                    <a:ext uri="{FF2B5EF4-FFF2-40B4-BE49-F238E27FC236}">
                      <a16:creationId xmlns:a16="http://schemas.microsoft.com/office/drawing/2014/main" id="{3BFD93E3-7B57-43B2-B793-DC48238C8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097050" y="2088969"/>
                  <a:ext cx="1013632" cy="3013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PC</a:t>
                  </a:r>
                  <a:r>
                    <a:rPr lang="en-US" altLang="zh-CN" sz="1100" baseline="-250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out</a:t>
                  </a:r>
                  <a:endParaRPr lang="en-US" altLang="zh-CN" sz="2800" baseline="-250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  <p:sp>
              <p:nvSpPr>
                <p:cNvPr id="146" name="Text Box 36">
                  <a:extLst>
                    <a:ext uri="{FF2B5EF4-FFF2-40B4-BE49-F238E27FC236}">
                      <a16:creationId xmlns:a16="http://schemas.microsoft.com/office/drawing/2014/main" id="{EB69B36B-0646-4350-9FF0-C5BFEF304E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66854" y="3334716"/>
                  <a:ext cx="801527" cy="4063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IR</a:t>
                  </a:r>
                  <a:r>
                    <a:rPr lang="en-US" altLang="zh-CN" sz="1100" baseline="-250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in</a:t>
                  </a:r>
                  <a:endParaRPr lang="en-US" altLang="zh-CN" sz="2800" baseline="-250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  <p:cxnSp>
              <p:nvCxnSpPr>
                <p:cNvPr id="54389" name="直接箭头连接符 146">
                  <a:extLst>
                    <a:ext uri="{FF2B5EF4-FFF2-40B4-BE49-F238E27FC236}">
                      <a16:creationId xmlns:a16="http://schemas.microsoft.com/office/drawing/2014/main" id="{B5299A14-1B84-4CEB-880C-104A71B64D2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7042434" y="5749795"/>
                  <a:ext cx="544260" cy="0"/>
                </a:xfrm>
                <a:prstGeom prst="straightConnector1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lg" len="lg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54390" name="组合 147">
                  <a:extLst>
                    <a:ext uri="{FF2B5EF4-FFF2-40B4-BE49-F238E27FC236}">
                      <a16:creationId xmlns:a16="http://schemas.microsoft.com/office/drawing/2014/main" id="{4ED0FFD5-15B0-4209-92C0-1B8E44F0279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909129" y="4150680"/>
                  <a:ext cx="2018830" cy="942122"/>
                  <a:chOff x="5296743" y="3767069"/>
                  <a:chExt cx="2018830" cy="942122"/>
                </a:xfrm>
              </p:grpSpPr>
              <p:cxnSp>
                <p:nvCxnSpPr>
                  <p:cNvPr id="54423" name="直接箭头连接符 181">
                    <a:extLst>
                      <a:ext uri="{FF2B5EF4-FFF2-40B4-BE49-F238E27FC236}">
                        <a16:creationId xmlns:a16="http://schemas.microsoft.com/office/drawing/2014/main" id="{55B6C1CC-AF84-4BA8-A631-E780FB76F6E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5296743" y="3767069"/>
                    <a:ext cx="393642" cy="0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 type="none" w="lg" len="lg"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4424" name="直接箭头连接符 182">
                    <a:extLst>
                      <a:ext uri="{FF2B5EF4-FFF2-40B4-BE49-F238E27FC236}">
                        <a16:creationId xmlns:a16="http://schemas.microsoft.com/office/drawing/2014/main" id="{EC68E6EF-6E39-4CB5-B160-A13525BE0DE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6771313" y="4451527"/>
                    <a:ext cx="544260" cy="0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 type="none" w="lg" len="lg"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4425" name="直接箭头连接符 183">
                    <a:extLst>
                      <a:ext uri="{FF2B5EF4-FFF2-40B4-BE49-F238E27FC236}">
                        <a16:creationId xmlns:a16="http://schemas.microsoft.com/office/drawing/2014/main" id="{9E3661F7-1777-4117-96F9-BC35F500E89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6634541" y="4580310"/>
                    <a:ext cx="544260" cy="0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 type="none" w="lg" len="lg"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4426" name="直接箭头连接符 184">
                    <a:extLst>
                      <a:ext uri="{FF2B5EF4-FFF2-40B4-BE49-F238E27FC236}">
                        <a16:creationId xmlns:a16="http://schemas.microsoft.com/office/drawing/2014/main" id="{6EF9BAF7-7739-40D7-BADA-8103AA892AD3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6517629" y="4709191"/>
                    <a:ext cx="544260" cy="0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 type="none" w="lg" len="lg"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149" name="Text Box 123">
                  <a:extLst>
                    <a:ext uri="{FF2B5EF4-FFF2-40B4-BE49-F238E27FC236}">
                      <a16:creationId xmlns:a16="http://schemas.microsoft.com/office/drawing/2014/main" id="{FE4CAD0D-CD60-4061-B5BC-2B2A9C5ED31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972492" y="4622881"/>
                  <a:ext cx="622914" cy="4665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+1</a:t>
                  </a:r>
                  <a:endParaRPr lang="en-US" altLang="zh-CN" sz="28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  <p:sp>
              <p:nvSpPr>
                <p:cNvPr id="150" name="Text Box 105">
                  <a:extLst>
                    <a:ext uri="{FF2B5EF4-FFF2-40B4-BE49-F238E27FC236}">
                      <a16:creationId xmlns:a16="http://schemas.microsoft.com/office/drawing/2014/main" id="{6FCBA60E-0BD5-4690-A233-619B17FC2A7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42527" y="4834971"/>
                  <a:ext cx="732315" cy="4665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ADD</a:t>
                  </a:r>
                  <a:endParaRPr lang="en-US" altLang="zh-CN" sz="28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  <p:sp>
              <p:nvSpPr>
                <p:cNvPr id="151" name="Text Box 46">
                  <a:extLst>
                    <a:ext uri="{FF2B5EF4-FFF2-40B4-BE49-F238E27FC236}">
                      <a16:creationId xmlns:a16="http://schemas.microsoft.com/office/drawing/2014/main" id="{2636A0AE-F8D7-49E6-918F-E2261F6E93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840293" y="4131726"/>
                  <a:ext cx="716687" cy="3036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X</a:t>
                  </a:r>
                  <a:r>
                    <a:rPr lang="en-US" altLang="zh-CN" sz="1100" baseline="-250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in</a:t>
                  </a:r>
                  <a:endParaRPr lang="en-US" altLang="zh-CN" sz="2800" baseline="-250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  <p:sp>
              <p:nvSpPr>
                <p:cNvPr id="152" name="Text Box 38">
                  <a:extLst>
                    <a:ext uri="{FF2B5EF4-FFF2-40B4-BE49-F238E27FC236}">
                      <a16:creationId xmlns:a16="http://schemas.microsoft.com/office/drawing/2014/main" id="{F6D8C40F-58BB-4677-8223-0118E07386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87649" y="5727979"/>
                  <a:ext cx="716687" cy="4063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Z</a:t>
                  </a:r>
                  <a:r>
                    <a:rPr lang="en-US" altLang="zh-CN" sz="1100" baseline="-250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out</a:t>
                  </a:r>
                  <a:endParaRPr lang="en-US" altLang="zh-CN" sz="2800" baseline="-250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  <p:sp>
              <p:nvSpPr>
                <p:cNvPr id="153" name="Text Box 14">
                  <a:extLst>
                    <a:ext uri="{FF2B5EF4-FFF2-40B4-BE49-F238E27FC236}">
                      <a16:creationId xmlns:a16="http://schemas.microsoft.com/office/drawing/2014/main" id="{FD9242EA-3210-43D5-BC50-4CC26749F21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01398" y="5040363"/>
                  <a:ext cx="730083" cy="4665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SUB</a:t>
                  </a:r>
                  <a:endParaRPr lang="en-US" altLang="zh-CN" sz="28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  <p:sp>
              <p:nvSpPr>
                <p:cNvPr id="154" name="Text Box 32">
                  <a:extLst>
                    <a:ext uri="{FF2B5EF4-FFF2-40B4-BE49-F238E27FC236}">
                      <a16:creationId xmlns:a16="http://schemas.microsoft.com/office/drawing/2014/main" id="{2E0153BB-E95E-4454-A488-396DD0BA51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62388" y="4133959"/>
                  <a:ext cx="801527" cy="4040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R0</a:t>
                  </a:r>
                  <a:r>
                    <a:rPr lang="en-US" altLang="zh-CN" sz="1100" baseline="-250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in</a:t>
                  </a:r>
                  <a:endParaRPr lang="en-US" altLang="zh-CN" sz="2800" baseline="-250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  <p:cxnSp>
              <p:nvCxnSpPr>
                <p:cNvPr id="54397" name="直接箭头连接符 154">
                  <a:extLst>
                    <a:ext uri="{FF2B5EF4-FFF2-40B4-BE49-F238E27FC236}">
                      <a16:creationId xmlns:a16="http://schemas.microsoft.com/office/drawing/2014/main" id="{4858D89C-AA10-40D2-A47F-B532363B846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1489717" y="4434015"/>
                  <a:ext cx="544260" cy="0"/>
                </a:xfrm>
                <a:prstGeom prst="straightConnector1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lg" len="lg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4398" name="直接箭头连接符 155">
                  <a:extLst>
                    <a:ext uri="{FF2B5EF4-FFF2-40B4-BE49-F238E27FC236}">
                      <a16:creationId xmlns:a16="http://schemas.microsoft.com/office/drawing/2014/main" id="{B6DCC4B3-3635-4AC2-A8F8-EF1C4DB2234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1489717" y="4605726"/>
                  <a:ext cx="544260" cy="0"/>
                </a:xfrm>
                <a:prstGeom prst="straightConnector1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lg" len="lg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4399" name="直接箭头连接符 156">
                  <a:extLst>
                    <a:ext uri="{FF2B5EF4-FFF2-40B4-BE49-F238E27FC236}">
                      <a16:creationId xmlns:a16="http://schemas.microsoft.com/office/drawing/2014/main" id="{C7B46707-523A-4D8B-8D20-20263F8B9F5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1489717" y="5196049"/>
                  <a:ext cx="544260" cy="0"/>
                </a:xfrm>
                <a:prstGeom prst="straightConnector1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lg" len="lg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4400" name="直接箭头连接符 157">
                  <a:extLst>
                    <a:ext uri="{FF2B5EF4-FFF2-40B4-BE49-F238E27FC236}">
                      <a16:creationId xmlns:a16="http://schemas.microsoft.com/office/drawing/2014/main" id="{C1466FCF-8C72-4476-8D4B-F089EFF31B8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1489717" y="5367760"/>
                  <a:ext cx="544260" cy="0"/>
                </a:xfrm>
                <a:prstGeom prst="straightConnector1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lg" len="lg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4401" name="直接箭头连接符 158">
                  <a:extLst>
                    <a:ext uri="{FF2B5EF4-FFF2-40B4-BE49-F238E27FC236}">
                      <a16:creationId xmlns:a16="http://schemas.microsoft.com/office/drawing/2014/main" id="{B6B4D6B8-A01F-43C2-9C31-2C6BF3670E8F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1489717" y="5958083"/>
                  <a:ext cx="544260" cy="0"/>
                </a:xfrm>
                <a:prstGeom prst="straightConnector1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lg" len="lg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4402" name="直接箭头连接符 159">
                  <a:extLst>
                    <a:ext uri="{FF2B5EF4-FFF2-40B4-BE49-F238E27FC236}">
                      <a16:creationId xmlns:a16="http://schemas.microsoft.com/office/drawing/2014/main" id="{9FDE15CE-29AD-4F75-8B06-015D6C72D0F7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1489717" y="6129794"/>
                  <a:ext cx="544260" cy="0"/>
                </a:xfrm>
                <a:prstGeom prst="straightConnector1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lg" len="lg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61" name="Text Box 31">
                  <a:extLst>
                    <a:ext uri="{FF2B5EF4-FFF2-40B4-BE49-F238E27FC236}">
                      <a16:creationId xmlns:a16="http://schemas.microsoft.com/office/drawing/2014/main" id="{C7BCC2E1-C33C-4659-941C-6DFEB0FC07B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66854" y="4555905"/>
                  <a:ext cx="803761" cy="4040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R0</a:t>
                  </a:r>
                  <a:r>
                    <a:rPr lang="en-US" altLang="zh-CN" sz="1100" baseline="-250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out</a:t>
                  </a:r>
                  <a:endParaRPr lang="en-US" altLang="zh-CN" sz="2800" baseline="-250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  <p:sp>
              <p:nvSpPr>
                <p:cNvPr id="162" name="Text Box 28">
                  <a:extLst>
                    <a:ext uri="{FF2B5EF4-FFF2-40B4-BE49-F238E27FC236}">
                      <a16:creationId xmlns:a16="http://schemas.microsoft.com/office/drawing/2014/main" id="{D99D7B49-356B-483C-B094-76F11FAD529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89180" y="4890783"/>
                  <a:ext cx="801527" cy="4063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R1</a:t>
                  </a:r>
                  <a:r>
                    <a:rPr lang="en-US" altLang="zh-CN" sz="1100" baseline="-250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in</a:t>
                  </a:r>
                  <a:endParaRPr lang="en-US" altLang="zh-CN" sz="2800" baseline="-250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  <p:sp>
              <p:nvSpPr>
                <p:cNvPr id="163" name="Text Box 27">
                  <a:extLst>
                    <a:ext uri="{FF2B5EF4-FFF2-40B4-BE49-F238E27FC236}">
                      <a16:creationId xmlns:a16="http://schemas.microsoft.com/office/drawing/2014/main" id="{90FCAD89-020A-49D5-84C0-EF4FC69693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84715" y="5323892"/>
                  <a:ext cx="801527" cy="4040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R1</a:t>
                  </a:r>
                  <a:r>
                    <a:rPr lang="en-US" altLang="zh-CN" sz="1100" baseline="-250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out</a:t>
                  </a:r>
                  <a:endParaRPr lang="en-US" altLang="zh-CN" sz="2800" baseline="-250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  <p:sp>
              <p:nvSpPr>
                <p:cNvPr id="164" name="Text Box 24">
                  <a:extLst>
                    <a:ext uri="{FF2B5EF4-FFF2-40B4-BE49-F238E27FC236}">
                      <a16:creationId xmlns:a16="http://schemas.microsoft.com/office/drawing/2014/main" id="{00EB704C-E6EE-4A6E-8BCE-EBD101C7FAA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00343" y="5661004"/>
                  <a:ext cx="801529" cy="4040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R2</a:t>
                  </a:r>
                  <a:r>
                    <a:rPr lang="en-US" altLang="zh-CN" sz="1100" baseline="-250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in</a:t>
                  </a:r>
                  <a:endParaRPr lang="en-US" altLang="zh-CN" sz="2800" baseline="-250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  <p:sp>
              <p:nvSpPr>
                <p:cNvPr id="165" name="Text Box 23">
                  <a:extLst>
                    <a:ext uri="{FF2B5EF4-FFF2-40B4-BE49-F238E27FC236}">
                      <a16:creationId xmlns:a16="http://schemas.microsoft.com/office/drawing/2014/main" id="{24A5117C-B27A-4190-A4E7-652FF5DD43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84715" y="6089648"/>
                  <a:ext cx="801527" cy="4040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R2</a:t>
                  </a:r>
                  <a:r>
                    <a:rPr lang="en-US" altLang="zh-CN" sz="1100" baseline="-250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out</a:t>
                  </a:r>
                  <a:endParaRPr lang="en-US" altLang="zh-CN" sz="2800" baseline="-250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  <p:cxnSp>
              <p:nvCxnSpPr>
                <p:cNvPr id="54408" name="直接箭头连接符 165">
                  <a:extLst>
                    <a:ext uri="{FF2B5EF4-FFF2-40B4-BE49-F238E27FC236}">
                      <a16:creationId xmlns:a16="http://schemas.microsoft.com/office/drawing/2014/main" id="{BB521B05-AE02-4266-AD2E-43E78C2C1B2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8630378" y="2662365"/>
                  <a:ext cx="350678" cy="0"/>
                </a:xfrm>
                <a:prstGeom prst="straightConnector1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lg" len="lg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67" name="Line 127">
                  <a:extLst>
                    <a:ext uri="{FF2B5EF4-FFF2-40B4-BE49-F238E27FC236}">
                      <a16:creationId xmlns:a16="http://schemas.microsoft.com/office/drawing/2014/main" id="{81562EA3-9D23-44BD-B7EB-EFC73D9417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364735" y="1905902"/>
                  <a:ext cx="2232" cy="357203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w="lg" len="lg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5024" tIns="32512" rIns="65024" bIns="32512"/>
                <a:lstStyle/>
                <a:p>
                  <a:pPr>
                    <a:defRPr/>
                  </a:pPr>
                  <a:endParaRPr lang="zh-CN" altLang="en-US" sz="2844">
                    <a:solidFill>
                      <a:srgbClr val="FF0000"/>
                    </a:solidFill>
                    <a:latin typeface="Segoe UI Black" panose="020B0A02040204020203" pitchFamily="34" charset="0"/>
                    <a:cs typeface="Segoe UI Black" panose="020B0A02040204020203" pitchFamily="34" charset="0"/>
                  </a:endParaRPr>
                </a:p>
              </p:txBody>
            </p:sp>
            <p:sp>
              <p:nvSpPr>
                <p:cNvPr id="168" name="Line 127">
                  <a:extLst>
                    <a:ext uri="{FF2B5EF4-FFF2-40B4-BE49-F238E27FC236}">
                      <a16:creationId xmlns:a16="http://schemas.microsoft.com/office/drawing/2014/main" id="{BFB4843E-D270-4868-AFCE-8D34AD43E8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974017" y="1905902"/>
                  <a:ext cx="0" cy="357203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w="lg" len="lg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65024" tIns="32512" rIns="65024" bIns="32512"/>
                <a:lstStyle/>
                <a:p>
                  <a:pPr>
                    <a:defRPr/>
                  </a:pPr>
                  <a:endParaRPr lang="zh-CN" altLang="en-US" sz="2844">
                    <a:solidFill>
                      <a:srgbClr val="FF0000"/>
                    </a:solidFill>
                    <a:latin typeface="Segoe UI Black" panose="020B0A02040204020203" pitchFamily="34" charset="0"/>
                    <a:cs typeface="Segoe UI Black" panose="020B0A02040204020203" pitchFamily="34" charset="0"/>
                  </a:endParaRPr>
                </a:p>
              </p:txBody>
            </p:sp>
            <p:cxnSp>
              <p:nvCxnSpPr>
                <p:cNvPr id="54411" name="直接箭头连接符 168">
                  <a:extLst>
                    <a:ext uri="{FF2B5EF4-FFF2-40B4-BE49-F238E27FC236}">
                      <a16:creationId xmlns:a16="http://schemas.microsoft.com/office/drawing/2014/main" id="{67E4E229-067F-4905-928F-5EA3156FEA01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7884554" y="2861606"/>
                  <a:ext cx="0" cy="291792"/>
                </a:xfrm>
                <a:prstGeom prst="straightConnector1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lg" len="lg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4412" name="直接箭头连接符 170">
                  <a:extLst>
                    <a:ext uri="{FF2B5EF4-FFF2-40B4-BE49-F238E27FC236}">
                      <a16:creationId xmlns:a16="http://schemas.microsoft.com/office/drawing/2014/main" id="{EF522E55-EA3B-41D0-8451-82E011BA443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8418364" y="2869320"/>
                  <a:ext cx="0" cy="291792"/>
                </a:xfrm>
                <a:prstGeom prst="straightConnector1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lg" len="lg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54413" name="组合 171">
                  <a:extLst>
                    <a:ext uri="{FF2B5EF4-FFF2-40B4-BE49-F238E27FC236}">
                      <a16:creationId xmlns:a16="http://schemas.microsoft.com/office/drawing/2014/main" id="{C801924E-F4C2-4D1D-9B48-634590479AF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01805" y="3608447"/>
                  <a:ext cx="533810" cy="293603"/>
                  <a:chOff x="1081011" y="4795829"/>
                  <a:chExt cx="533810" cy="293603"/>
                </a:xfrm>
              </p:grpSpPr>
              <p:cxnSp>
                <p:nvCxnSpPr>
                  <p:cNvPr id="54421" name="直接箭头连接符 179">
                    <a:extLst>
                      <a:ext uri="{FF2B5EF4-FFF2-40B4-BE49-F238E27FC236}">
                        <a16:creationId xmlns:a16="http://schemas.microsoft.com/office/drawing/2014/main" id="{5C0E695F-BC46-4CAD-9D64-8E5F40A336F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1081011" y="4797640"/>
                    <a:ext cx="0" cy="291792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 type="none" w="lg" len="lg"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4422" name="直接箭头连接符 180">
                    <a:extLst>
                      <a:ext uri="{FF2B5EF4-FFF2-40B4-BE49-F238E27FC236}">
                        <a16:creationId xmlns:a16="http://schemas.microsoft.com/office/drawing/2014/main" id="{513A7167-E050-4712-A9C9-31947895CD6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1614821" y="4795829"/>
                    <a:ext cx="0" cy="291792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 type="none" w="lg" len="lg"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173" name="Text Box 125">
                  <a:extLst>
                    <a:ext uri="{FF2B5EF4-FFF2-40B4-BE49-F238E27FC236}">
                      <a16:creationId xmlns:a16="http://schemas.microsoft.com/office/drawing/2014/main" id="{94E3C423-95FB-4605-B51B-DE713C6AEF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547578" y="1568791"/>
                  <a:ext cx="763573" cy="4197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Write</a:t>
                  </a:r>
                  <a:endParaRPr lang="en-US" altLang="zh-CN" sz="28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  <p:sp>
              <p:nvSpPr>
                <p:cNvPr id="174" name="Text Box 126">
                  <a:extLst>
                    <a:ext uri="{FF2B5EF4-FFF2-40B4-BE49-F238E27FC236}">
                      <a16:creationId xmlns:a16="http://schemas.microsoft.com/office/drawing/2014/main" id="{ADAB64EE-4135-4F07-8223-AD7AC55DFF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45933" y="1555396"/>
                  <a:ext cx="763573" cy="4197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Read</a:t>
                  </a:r>
                  <a:endParaRPr lang="en-US" altLang="zh-CN" sz="28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  <p:sp>
              <p:nvSpPr>
                <p:cNvPr id="175" name="Text Box 50">
                  <a:extLst>
                    <a:ext uri="{FF2B5EF4-FFF2-40B4-BE49-F238E27FC236}">
                      <a16:creationId xmlns:a16="http://schemas.microsoft.com/office/drawing/2014/main" id="{567F9531-6C84-43BF-BB83-9A8661530D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901047" y="2484125"/>
                  <a:ext cx="716686" cy="4040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AR</a:t>
                  </a:r>
                  <a:r>
                    <a:rPr lang="en-US" altLang="zh-CN" sz="1100" baseline="-250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in</a:t>
                  </a:r>
                  <a:endParaRPr lang="en-US" altLang="zh-CN" sz="2800" baseline="-250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  <p:sp>
              <p:nvSpPr>
                <p:cNvPr id="176" name="Text Box 49">
                  <a:extLst>
                    <a:ext uri="{FF2B5EF4-FFF2-40B4-BE49-F238E27FC236}">
                      <a16:creationId xmlns:a16="http://schemas.microsoft.com/office/drawing/2014/main" id="{4F7087EA-CF51-4622-A67C-C20D239650A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23256" y="2834631"/>
                  <a:ext cx="779201" cy="4040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DR</a:t>
                  </a:r>
                  <a:r>
                    <a:rPr lang="en-US" altLang="zh-CN" sz="1100" baseline="-250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in</a:t>
                  </a:r>
                  <a:endParaRPr lang="en-US" altLang="zh-CN" sz="2800" baseline="-250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  <p:sp>
              <p:nvSpPr>
                <p:cNvPr id="177" name="Text Box 48">
                  <a:extLst>
                    <a:ext uri="{FF2B5EF4-FFF2-40B4-BE49-F238E27FC236}">
                      <a16:creationId xmlns:a16="http://schemas.microsoft.com/office/drawing/2014/main" id="{E4C340CF-C202-41DF-B9A7-EB9489DBE7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27721" y="3604851"/>
                  <a:ext cx="879672" cy="4063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DR</a:t>
                  </a:r>
                  <a:r>
                    <a:rPr lang="en-US" altLang="zh-CN" sz="1100" baseline="-250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out</a:t>
                  </a:r>
                  <a:endParaRPr lang="en-US" altLang="zh-CN" sz="2800" baseline="-250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  <p:sp>
              <p:nvSpPr>
                <p:cNvPr id="178" name="Text Box 9">
                  <a:extLst>
                    <a:ext uri="{FF2B5EF4-FFF2-40B4-BE49-F238E27FC236}">
                      <a16:creationId xmlns:a16="http://schemas.microsoft.com/office/drawing/2014/main" id="{6F655ABC-944E-4002-B46F-187AEC01B29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021140" y="2843561"/>
                  <a:ext cx="899765" cy="4040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DRE</a:t>
                  </a:r>
                  <a:r>
                    <a:rPr lang="en-US" altLang="zh-CN" sz="1100" baseline="-250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out</a:t>
                  </a:r>
                  <a:endParaRPr lang="en-US" altLang="zh-CN" sz="2800" baseline="-250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  <p:sp>
              <p:nvSpPr>
                <p:cNvPr id="179" name="Text Box 8">
                  <a:extLst>
                    <a:ext uri="{FF2B5EF4-FFF2-40B4-BE49-F238E27FC236}">
                      <a16:creationId xmlns:a16="http://schemas.microsoft.com/office/drawing/2014/main" id="{FCEA4899-7752-4679-9068-BFEFE8CC17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01985" y="3584759"/>
                  <a:ext cx="817157" cy="4063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5024" tIns="32512" rIns="65024" bIns="32512"/>
                <a:lstStyle>
                  <a:lvl1pPr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defTabSz="649288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defTabSz="649288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sz="11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DRE</a:t>
                  </a:r>
                  <a:r>
                    <a:rPr lang="en-US" altLang="zh-CN" sz="1100" baseline="-25000">
                      <a:solidFill>
                        <a:srgbClr val="FF0000"/>
                      </a:solidFill>
                      <a:latin typeface="Segoe UI Black" panose="020B0A02040204020203" pitchFamily="34" charset="0"/>
                    </a:rPr>
                    <a:t>in</a:t>
                  </a:r>
                  <a:endParaRPr lang="en-US" altLang="zh-CN" sz="2800" baseline="-25000">
                    <a:solidFill>
                      <a:srgbClr val="FF0000"/>
                    </a:solidFill>
                    <a:latin typeface="Segoe UI Black" panose="020B0A02040204020203" pitchFamily="34" charset="0"/>
                  </a:endParaRPr>
                </a:p>
              </p:txBody>
            </p:sp>
          </p:grpSp>
          <p:sp>
            <p:nvSpPr>
              <p:cNvPr id="138" name="Text Box 35">
                <a:extLst>
                  <a:ext uri="{FF2B5EF4-FFF2-40B4-BE49-F238E27FC236}">
                    <a16:creationId xmlns:a16="http://schemas.microsoft.com/office/drawing/2014/main" id="{CD11418E-BCA6-4B79-ADB3-0C62BA7C47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51224" y="3776755"/>
                <a:ext cx="801529" cy="4040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5024" tIns="32512" rIns="65024" bIns="32512"/>
              <a:lstStyle>
                <a:defPPr>
                  <a:defRPr lang="zh-CN"/>
                </a:defPPr>
                <a:lvl1pPr marR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 kumimoji="0" sz="1600" b="0" i="0" u="none" strike="noStrike" cap="none" normalizeH="0" baseline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pPr>
                  <a:defRPr/>
                </a:pPr>
                <a:r>
                  <a:rPr lang="en-US" altLang="zh-CN" sz="1138" dirty="0" err="1">
                    <a:solidFill>
                      <a:srgbClr val="FF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IR</a:t>
                </a:r>
                <a:r>
                  <a:rPr lang="en-US" altLang="zh-CN" sz="1138" baseline="-25000" dirty="0" err="1">
                    <a:solidFill>
                      <a:srgbClr val="FF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out</a:t>
                </a:r>
                <a:endParaRPr lang="en-US" altLang="zh-CN" sz="1138" baseline="-25000" dirty="0">
                  <a:solidFill>
                    <a:srgbClr val="FF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cxnSp>
            <p:nvCxnSpPr>
              <p:cNvPr id="54381" name="直接箭头连接符 138">
                <a:extLst>
                  <a:ext uri="{FF2B5EF4-FFF2-40B4-BE49-F238E27FC236}">
                    <a16:creationId xmlns:a16="http://schemas.microsoft.com/office/drawing/2014/main" id="{1EFAABEF-D14A-4AE2-AF2D-59CCC4E3E99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1489717" y="3671981"/>
                <a:ext cx="544260" cy="0"/>
              </a:xfrm>
              <a:prstGeom prst="straightConnector1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382" name="直接箭头连接符 139">
                <a:extLst>
                  <a:ext uri="{FF2B5EF4-FFF2-40B4-BE49-F238E27FC236}">
                    <a16:creationId xmlns:a16="http://schemas.microsoft.com/office/drawing/2014/main" id="{85B5525C-391B-43B4-B28F-9A4176D14E4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1489717" y="3843692"/>
                <a:ext cx="544260" cy="0"/>
              </a:xfrm>
              <a:prstGeom prst="straightConnector1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36" name="Line 6">
              <a:extLst>
                <a:ext uri="{FF2B5EF4-FFF2-40B4-BE49-F238E27FC236}">
                  <a16:creationId xmlns:a16="http://schemas.microsoft.com/office/drawing/2014/main" id="{F4969777-FD6C-4E8B-A0F9-0C5B3E0E87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21376" y="6891122"/>
              <a:ext cx="47555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5024" tIns="32512" rIns="65024" bIns="32512"/>
            <a:lstStyle/>
            <a:p>
              <a:pPr>
                <a:defRPr/>
              </a:pPr>
              <a:endParaRPr lang="zh-CN" altLang="en-US" sz="2844"/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64EFCE5-637F-A825-0DA5-86E64BD20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9D7616-92CC-4ECD-B764-8C844E1615AF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3F146F-0DB2-8750-C299-671D3BA8E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EE3C08-8629-9D82-90C1-29C281AA7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57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5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0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/>
      <p:bldP spid="191" grpId="0" animBg="1"/>
      <p:bldP spid="196" grpId="0" animBg="1"/>
      <p:bldP spid="197" grpId="0"/>
      <p:bldP spid="19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>
            <a:extLst>
              <a:ext uri="{FF2B5EF4-FFF2-40B4-BE49-F238E27FC236}">
                <a16:creationId xmlns:a16="http://schemas.microsoft.com/office/drawing/2014/main" id="{88DF72F5-1290-4E63-8FDC-B2CE115E7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75" y="155575"/>
            <a:ext cx="7886700" cy="1325563"/>
          </a:xfrm>
        </p:spPr>
        <p:txBody>
          <a:bodyPr/>
          <a:lstStyle/>
          <a:p>
            <a:r>
              <a:rPr lang="zh-CN" altLang="en-US" sz="3600" b="1">
                <a:latin typeface="Times New Roman" panose="02020603050405020304" pitchFamily="18" charset="0"/>
              </a:rPr>
              <a:t>多总线架构数据通路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E862C1A-FF53-4E55-90CF-F87E90BB96AD}"/>
              </a:ext>
            </a:extLst>
          </p:cNvPr>
          <p:cNvSpPr/>
          <p:nvPr/>
        </p:nvSpPr>
        <p:spPr>
          <a:xfrm>
            <a:off x="3113088" y="1682750"/>
            <a:ext cx="5713412" cy="1590675"/>
          </a:xfrm>
          <a:prstGeom prst="ellipse">
            <a:avLst/>
          </a:prstGeom>
          <a:solidFill>
            <a:schemeClr val="accent6">
              <a:lumMod val="20000"/>
              <a:lumOff val="80000"/>
              <a:alpha val="48000"/>
            </a:schemeClr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28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77907D2-A61A-47F8-ABFC-C82E41025883}"/>
              </a:ext>
            </a:extLst>
          </p:cNvPr>
          <p:cNvSpPr/>
          <p:nvPr/>
        </p:nvSpPr>
        <p:spPr>
          <a:xfrm>
            <a:off x="927100" y="2690813"/>
            <a:ext cx="3128963" cy="2967037"/>
          </a:xfrm>
          <a:prstGeom prst="ellipse">
            <a:avLst/>
          </a:prstGeom>
          <a:solidFill>
            <a:schemeClr val="accent3">
              <a:lumMod val="40000"/>
              <a:lumOff val="60000"/>
              <a:alpha val="48000"/>
            </a:schemeClr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28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D9E9E15-BBE8-4263-9F71-11608B3EAAA6}"/>
              </a:ext>
            </a:extLst>
          </p:cNvPr>
          <p:cNvSpPr/>
          <p:nvPr/>
        </p:nvSpPr>
        <p:spPr>
          <a:xfrm>
            <a:off x="685800" y="1841500"/>
            <a:ext cx="1936750" cy="850900"/>
          </a:xfrm>
          <a:prstGeom prst="ellipse">
            <a:avLst/>
          </a:prstGeom>
          <a:solidFill>
            <a:srgbClr val="FFFF99">
              <a:alpha val="48000"/>
            </a:srgbClr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28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1BA6B5-5BA3-4775-A195-F789479B16B5}"/>
              </a:ext>
            </a:extLst>
          </p:cNvPr>
          <p:cNvSpPr/>
          <p:nvPr/>
        </p:nvSpPr>
        <p:spPr>
          <a:xfrm>
            <a:off x="5056188" y="3900488"/>
            <a:ext cx="715962" cy="1136650"/>
          </a:xfrm>
          <a:prstGeom prst="rect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>
                <a:solidFill>
                  <a:schemeClr val="bg1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rPr>
              <a:t>操作</a:t>
            </a:r>
            <a:endParaRPr lang="en-US" altLang="zh-CN">
              <a:solidFill>
                <a:schemeClr val="bg1"/>
              </a:solidFill>
              <a:latin typeface="Segoe UI Black" panose="020B0A02040204020203" pitchFamily="34" charset="0"/>
              <a:ea typeface="微软雅黑" panose="020B0503020204020204" pitchFamily="34" charset="-122"/>
              <a:cs typeface="Segoe UI Black" panose="020B0A02040204020203" pitchFamily="34" charset="0"/>
            </a:endParaRPr>
          </a:p>
          <a:p>
            <a:pPr algn="ctr"/>
            <a:r>
              <a:rPr lang="zh-CN" altLang="en-US">
                <a:solidFill>
                  <a:schemeClr val="bg1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rPr>
              <a:t>控制器</a:t>
            </a:r>
            <a:endParaRPr lang="en-US" altLang="zh-CN">
              <a:solidFill>
                <a:schemeClr val="bg1"/>
              </a:solidFill>
              <a:latin typeface="Segoe UI Black" panose="020B0A02040204020203" pitchFamily="34" charset="0"/>
            </a:endParaRPr>
          </a:p>
          <a:p>
            <a:pPr algn="ctr"/>
            <a:r>
              <a:rPr lang="zh-CN" altLang="en-US">
                <a:solidFill>
                  <a:schemeClr val="bg1"/>
                </a:solidFill>
                <a:latin typeface="Segoe UI Black" panose="020B0A02040204020203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>
                <a:solidFill>
                  <a:schemeClr val="bg1"/>
                </a:solidFill>
                <a:latin typeface="Segoe UI Black" panose="020B0A02040204020203" pitchFamily="34" charset="0"/>
              </a:rPr>
              <a:t>OC</a:t>
            </a:r>
            <a:r>
              <a:rPr lang="zh-CN" altLang="en-US">
                <a:solidFill>
                  <a:schemeClr val="bg1"/>
                </a:solidFill>
                <a:latin typeface="Segoe UI Black" panose="020B0A02040204020203" pitchFamily="34" charset="0"/>
                <a:ea typeface="微软雅黑" panose="020B0503020204020204" pitchFamily="34" charset="-122"/>
              </a:rPr>
              <a:t>）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AF2988D-ECAB-424C-B1BA-F3CB2BB02416}"/>
              </a:ext>
            </a:extLst>
          </p:cNvPr>
          <p:cNvGrpSpPr>
            <a:grpSpLocks/>
          </p:cNvGrpSpPr>
          <p:nvPr/>
        </p:nvGrpSpPr>
        <p:grpSpPr bwMode="auto">
          <a:xfrm>
            <a:off x="4292600" y="3905250"/>
            <a:ext cx="755650" cy="1138238"/>
            <a:chOff x="6075124" y="4537669"/>
            <a:chExt cx="1062890" cy="159893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E608D4B-6FF5-45A4-B66D-3C7E32B862C6}"/>
                </a:ext>
              </a:extLst>
            </p:cNvPr>
            <p:cNvSpPr/>
            <p:nvPr/>
          </p:nvSpPr>
          <p:spPr>
            <a:xfrm>
              <a:off x="6075124" y="4537669"/>
              <a:ext cx="714548" cy="1598936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accent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>
                  <a:solidFill>
                    <a:schemeClr val="bg1"/>
                  </a:solidFill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rPr>
                <a:t>时</a:t>
              </a:r>
              <a:endParaRPr lang="en-US" altLang="zh-CN">
                <a:solidFill>
                  <a:schemeClr val="bg1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  <a:p>
              <a:pPr algn="ctr"/>
              <a:r>
                <a:rPr lang="zh-CN" altLang="en-US">
                  <a:solidFill>
                    <a:schemeClr val="bg1"/>
                  </a:solidFill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rPr>
                <a:t>序</a:t>
              </a:r>
              <a:endParaRPr lang="en-US" altLang="zh-CN">
                <a:solidFill>
                  <a:schemeClr val="bg1"/>
                </a:solidFill>
                <a:latin typeface="Segoe UI Black" panose="020B0A02040204020203" pitchFamily="34" charset="0"/>
              </a:endParaRPr>
            </a:p>
            <a:p>
              <a:pPr algn="ctr"/>
              <a:r>
                <a:rPr lang="zh-CN" altLang="en-US">
                  <a:solidFill>
                    <a:schemeClr val="bg1"/>
                  </a:solidFill>
                  <a:latin typeface="Segoe UI Black" panose="020B0A02040204020203" pitchFamily="34" charset="0"/>
                  <a:ea typeface="微软雅黑" panose="020B0503020204020204" pitchFamily="34" charset="-122"/>
                </a:rPr>
                <a:t>产</a:t>
              </a:r>
              <a:endParaRPr lang="en-US" altLang="zh-CN">
                <a:solidFill>
                  <a:schemeClr val="bg1"/>
                </a:solidFill>
                <a:latin typeface="Segoe UI Black" panose="020B0A02040204020203" pitchFamily="34" charset="0"/>
              </a:endParaRPr>
            </a:p>
            <a:p>
              <a:pPr algn="ctr"/>
              <a:r>
                <a:rPr lang="zh-CN" altLang="en-US">
                  <a:solidFill>
                    <a:schemeClr val="bg1"/>
                  </a:solidFill>
                  <a:latin typeface="Segoe UI Black" panose="020B0A02040204020203" pitchFamily="34" charset="0"/>
                  <a:ea typeface="微软雅黑" panose="020B0503020204020204" pitchFamily="34" charset="-122"/>
                </a:rPr>
                <a:t>生</a:t>
              </a:r>
              <a:endParaRPr lang="en-US" altLang="zh-CN">
                <a:solidFill>
                  <a:schemeClr val="bg1"/>
                </a:solidFill>
                <a:latin typeface="Segoe UI Black" panose="020B0A02040204020203" pitchFamily="34" charset="0"/>
              </a:endParaRPr>
            </a:p>
            <a:p>
              <a:pPr algn="ctr"/>
              <a:r>
                <a:rPr lang="zh-CN" altLang="en-US">
                  <a:solidFill>
                    <a:schemeClr val="bg1"/>
                  </a:solidFill>
                  <a:latin typeface="Segoe UI Black" panose="020B0A02040204020203" pitchFamily="34" charset="0"/>
                  <a:ea typeface="微软雅黑" panose="020B0503020204020204" pitchFamily="34" charset="-122"/>
                </a:rPr>
                <a:t>器</a:t>
              </a:r>
              <a:endParaRPr lang="en-US" altLang="zh-CN">
                <a:solidFill>
                  <a:schemeClr val="bg1"/>
                </a:solidFill>
                <a:latin typeface="Segoe UI Black" panose="020B0A02040204020203" pitchFamily="34" charset="0"/>
              </a:endParaRPr>
            </a:p>
            <a:p>
              <a:pPr algn="ctr"/>
              <a:r>
                <a:rPr lang="en-US" altLang="zh-CN">
                  <a:solidFill>
                    <a:schemeClr val="bg1"/>
                  </a:solidFill>
                  <a:latin typeface="Segoe UI Black" panose="020B0A02040204020203" pitchFamily="34" charset="0"/>
                </a:rPr>
                <a:t>(TG)</a:t>
              </a:r>
              <a:endParaRPr lang="zh-CN" altLang="en-US">
                <a:solidFill>
                  <a:schemeClr val="bg1"/>
                </a:solidFill>
                <a:latin typeface="Segoe UI Black" panose="020B0A02040204020203" pitchFamily="34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55456" name="直接连接符 10">
              <a:extLst>
                <a:ext uri="{FF2B5EF4-FFF2-40B4-BE49-F238E27FC236}">
                  <a16:creationId xmlns:a16="http://schemas.microsoft.com/office/drawing/2014/main" id="{0F19643A-11BD-455E-8C36-1DE8B4BF4A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08886" y="4734771"/>
              <a:ext cx="329128" cy="0"/>
            </a:xfrm>
            <a:prstGeom prst="line">
              <a:avLst/>
            </a:prstGeom>
            <a:noFill/>
            <a:ln w="19050" algn="ctr">
              <a:solidFill>
                <a:srgbClr val="323232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457" name="直接连接符 11">
              <a:extLst>
                <a:ext uri="{FF2B5EF4-FFF2-40B4-BE49-F238E27FC236}">
                  <a16:creationId xmlns:a16="http://schemas.microsoft.com/office/drawing/2014/main" id="{DF367453-9786-41C3-87FF-F0B44978B1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08886" y="4965884"/>
              <a:ext cx="329128" cy="0"/>
            </a:xfrm>
            <a:prstGeom prst="line">
              <a:avLst/>
            </a:prstGeom>
            <a:noFill/>
            <a:ln w="19050" algn="ctr">
              <a:solidFill>
                <a:srgbClr val="323232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458" name="直接连接符 12">
              <a:extLst>
                <a:ext uri="{FF2B5EF4-FFF2-40B4-BE49-F238E27FC236}">
                  <a16:creationId xmlns:a16="http://schemas.microsoft.com/office/drawing/2014/main" id="{5631F1AB-EA2D-4895-AD31-E85FEA3E88F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08886" y="5196996"/>
              <a:ext cx="329128" cy="0"/>
            </a:xfrm>
            <a:prstGeom prst="line">
              <a:avLst/>
            </a:prstGeom>
            <a:noFill/>
            <a:ln w="19050" algn="ctr">
              <a:solidFill>
                <a:srgbClr val="323232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459" name="直接连接符 13">
              <a:extLst>
                <a:ext uri="{FF2B5EF4-FFF2-40B4-BE49-F238E27FC236}">
                  <a16:creationId xmlns:a16="http://schemas.microsoft.com/office/drawing/2014/main" id="{45E6B062-7300-4CBA-AFFC-7C8007B8A6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08886" y="5428110"/>
              <a:ext cx="329128" cy="0"/>
            </a:xfrm>
            <a:prstGeom prst="line">
              <a:avLst/>
            </a:prstGeom>
            <a:noFill/>
            <a:ln w="19050" algn="ctr">
              <a:solidFill>
                <a:srgbClr val="323232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460" name="直接连接符 14">
              <a:extLst>
                <a:ext uri="{FF2B5EF4-FFF2-40B4-BE49-F238E27FC236}">
                  <a16:creationId xmlns:a16="http://schemas.microsoft.com/office/drawing/2014/main" id="{10FCBF01-55CF-441B-BDDA-E7FBC01366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08886" y="5659223"/>
              <a:ext cx="329128" cy="0"/>
            </a:xfrm>
            <a:prstGeom prst="line">
              <a:avLst/>
            </a:prstGeom>
            <a:noFill/>
            <a:ln w="19050" algn="ctr">
              <a:solidFill>
                <a:srgbClr val="323232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461" name="直接连接符 15">
              <a:extLst>
                <a:ext uri="{FF2B5EF4-FFF2-40B4-BE49-F238E27FC236}">
                  <a16:creationId xmlns:a16="http://schemas.microsoft.com/office/drawing/2014/main" id="{B2AB7C1B-0D1A-4656-8704-8779A6F7D4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08886" y="5890336"/>
              <a:ext cx="329128" cy="0"/>
            </a:xfrm>
            <a:prstGeom prst="line">
              <a:avLst/>
            </a:prstGeom>
            <a:noFill/>
            <a:ln w="19050" algn="ctr">
              <a:solidFill>
                <a:srgbClr val="323232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D934046-A259-4987-BFBF-8DE72D06FC90}"/>
              </a:ext>
            </a:extLst>
          </p:cNvPr>
          <p:cNvGrpSpPr>
            <a:grpSpLocks/>
          </p:cNvGrpSpPr>
          <p:nvPr/>
        </p:nvGrpSpPr>
        <p:grpSpPr bwMode="auto">
          <a:xfrm>
            <a:off x="4913313" y="5046663"/>
            <a:ext cx="954087" cy="536575"/>
            <a:chOff x="6948735" y="6142067"/>
            <a:chExt cx="1341714" cy="754830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0CADA7B-8F48-4ED5-A38C-1730B7EF2106}"/>
                </a:ext>
              </a:extLst>
            </p:cNvPr>
            <p:cNvSpPr txBox="1"/>
            <p:nvPr/>
          </p:nvSpPr>
          <p:spPr>
            <a:xfrm>
              <a:off x="6948735" y="6550746"/>
              <a:ext cx="1341714" cy="34615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000" i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 algn="r" defTabSz="685708">
                <a:defRPr/>
              </a:pPr>
              <a:r>
                <a:rPr lang="zh-CN" altLang="en-US" sz="995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rPr>
                <a:t>操作控制信号</a:t>
              </a:r>
            </a:p>
          </p:txBody>
        </p:sp>
        <p:grpSp>
          <p:nvGrpSpPr>
            <p:cNvPr id="55449" name="组合 18">
              <a:extLst>
                <a:ext uri="{FF2B5EF4-FFF2-40B4-BE49-F238E27FC236}">
                  <a16:creationId xmlns:a16="http://schemas.microsoft.com/office/drawing/2014/main" id="{76EECEFB-E1E2-487C-A6F7-A8464BDFCE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59080" y="6142067"/>
              <a:ext cx="746081" cy="392255"/>
              <a:chOff x="5029514" y="4664013"/>
              <a:chExt cx="600692" cy="315816"/>
            </a:xfrm>
          </p:grpSpPr>
          <p:cxnSp>
            <p:nvCxnSpPr>
              <p:cNvPr id="55450" name="直接连接符 19">
                <a:extLst>
                  <a:ext uri="{FF2B5EF4-FFF2-40B4-BE49-F238E27FC236}">
                    <a16:creationId xmlns:a16="http://schemas.microsoft.com/office/drawing/2014/main" id="{C1049D66-A395-48DA-BEE2-16B39C32975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029514" y="4664013"/>
                <a:ext cx="0" cy="315816"/>
              </a:xfrm>
              <a:prstGeom prst="line">
                <a:avLst/>
              </a:prstGeom>
              <a:noFill/>
              <a:ln w="19050" algn="ctr">
                <a:solidFill>
                  <a:srgbClr val="C00000"/>
                </a:solidFill>
                <a:miter lim="800000"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451" name="直接连接符 20">
                <a:extLst>
                  <a:ext uri="{FF2B5EF4-FFF2-40B4-BE49-F238E27FC236}">
                    <a16:creationId xmlns:a16="http://schemas.microsoft.com/office/drawing/2014/main" id="{452A4436-137B-4AFA-854E-85167C3B102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179687" y="4664013"/>
                <a:ext cx="0" cy="315816"/>
              </a:xfrm>
              <a:prstGeom prst="line">
                <a:avLst/>
              </a:prstGeom>
              <a:noFill/>
              <a:ln w="19050" algn="ctr">
                <a:solidFill>
                  <a:srgbClr val="C00000"/>
                </a:solidFill>
                <a:miter lim="800000"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452" name="直接连接符 21">
                <a:extLst>
                  <a:ext uri="{FF2B5EF4-FFF2-40B4-BE49-F238E27FC236}">
                    <a16:creationId xmlns:a16="http://schemas.microsoft.com/office/drawing/2014/main" id="{1423C312-EAD0-46B3-9C46-1460779EAF2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329860" y="4664013"/>
                <a:ext cx="0" cy="315816"/>
              </a:xfrm>
              <a:prstGeom prst="line">
                <a:avLst/>
              </a:prstGeom>
              <a:noFill/>
              <a:ln w="19050" algn="ctr">
                <a:solidFill>
                  <a:srgbClr val="C00000"/>
                </a:solidFill>
                <a:miter lim="800000"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453" name="直接连接符 22">
                <a:extLst>
                  <a:ext uri="{FF2B5EF4-FFF2-40B4-BE49-F238E27FC236}">
                    <a16:creationId xmlns:a16="http://schemas.microsoft.com/office/drawing/2014/main" id="{10FD1BFF-6C86-4B61-ACFE-2CC9EF552AE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480033" y="4664013"/>
                <a:ext cx="0" cy="315816"/>
              </a:xfrm>
              <a:prstGeom prst="line">
                <a:avLst/>
              </a:prstGeom>
              <a:noFill/>
              <a:ln w="19050" algn="ctr">
                <a:solidFill>
                  <a:srgbClr val="C00000"/>
                </a:solidFill>
                <a:miter lim="800000"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454" name="直接连接符 23">
                <a:extLst>
                  <a:ext uri="{FF2B5EF4-FFF2-40B4-BE49-F238E27FC236}">
                    <a16:creationId xmlns:a16="http://schemas.microsoft.com/office/drawing/2014/main" id="{4B11226F-5AD6-4753-8AEA-E0078B87A75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630206" y="4664013"/>
                <a:ext cx="0" cy="315816"/>
              </a:xfrm>
              <a:prstGeom prst="line">
                <a:avLst/>
              </a:prstGeom>
              <a:noFill/>
              <a:ln w="19050" algn="ctr">
                <a:solidFill>
                  <a:srgbClr val="C00000"/>
                </a:solidFill>
                <a:miter lim="800000"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9C9DB25-EE5D-4330-8CEC-F150A12A4737}"/>
              </a:ext>
            </a:extLst>
          </p:cNvPr>
          <p:cNvGrpSpPr>
            <a:grpSpLocks/>
          </p:cNvGrpSpPr>
          <p:nvPr/>
        </p:nvGrpSpPr>
        <p:grpSpPr bwMode="auto">
          <a:xfrm>
            <a:off x="5048250" y="2874963"/>
            <a:ext cx="715963" cy="1017587"/>
            <a:chOff x="7138014" y="3087718"/>
            <a:chExt cx="1006017" cy="1430983"/>
          </a:xfrm>
        </p:grpSpPr>
        <p:cxnSp>
          <p:nvCxnSpPr>
            <p:cNvPr id="55440" name="直接连接符 25">
              <a:extLst>
                <a:ext uri="{FF2B5EF4-FFF2-40B4-BE49-F238E27FC236}">
                  <a16:creationId xmlns:a16="http://schemas.microsoft.com/office/drawing/2014/main" id="{F4834954-65F5-499F-862E-0A6CCA46C94C}"/>
                </a:ext>
              </a:extLst>
            </p:cNvPr>
            <p:cNvCxnSpPr>
              <a:cxnSpLocks noChangeShapeType="1"/>
              <a:stCxn id="48" idx="2"/>
              <a:endCxn id="28" idx="0"/>
            </p:cNvCxnSpPr>
            <p:nvPr/>
          </p:nvCxnSpPr>
          <p:spPr bwMode="auto">
            <a:xfrm>
              <a:off x="7641022" y="3087718"/>
              <a:ext cx="1" cy="715492"/>
            </a:xfrm>
            <a:prstGeom prst="line">
              <a:avLst/>
            </a:prstGeom>
            <a:noFill/>
            <a:ln w="19050" algn="ctr">
              <a:solidFill>
                <a:srgbClr val="323232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55441" name="组合 26">
              <a:extLst>
                <a:ext uri="{FF2B5EF4-FFF2-40B4-BE49-F238E27FC236}">
                  <a16:creationId xmlns:a16="http://schemas.microsoft.com/office/drawing/2014/main" id="{461A230A-BB2D-46AB-9C39-85163DBD2B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87505" y="4126446"/>
              <a:ext cx="746081" cy="392255"/>
              <a:chOff x="5029514" y="4664013"/>
              <a:chExt cx="600692" cy="315816"/>
            </a:xfrm>
          </p:grpSpPr>
          <p:cxnSp>
            <p:nvCxnSpPr>
              <p:cNvPr id="55443" name="直接连接符 28">
                <a:extLst>
                  <a:ext uri="{FF2B5EF4-FFF2-40B4-BE49-F238E27FC236}">
                    <a16:creationId xmlns:a16="http://schemas.microsoft.com/office/drawing/2014/main" id="{A8637C55-8A34-4155-8445-474A019469D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029514" y="4664013"/>
                <a:ext cx="0" cy="315816"/>
              </a:xfrm>
              <a:prstGeom prst="line">
                <a:avLst/>
              </a:prstGeom>
              <a:noFill/>
              <a:ln w="19050" algn="ctr">
                <a:solidFill>
                  <a:srgbClr val="323232"/>
                </a:solidFill>
                <a:miter lim="800000"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444" name="直接连接符 29">
                <a:extLst>
                  <a:ext uri="{FF2B5EF4-FFF2-40B4-BE49-F238E27FC236}">
                    <a16:creationId xmlns:a16="http://schemas.microsoft.com/office/drawing/2014/main" id="{D9D1C56E-0330-49B7-9B57-A6891C9BCC6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179687" y="4664013"/>
                <a:ext cx="0" cy="315816"/>
              </a:xfrm>
              <a:prstGeom prst="line">
                <a:avLst/>
              </a:prstGeom>
              <a:noFill/>
              <a:ln w="19050" algn="ctr">
                <a:solidFill>
                  <a:srgbClr val="323232"/>
                </a:solidFill>
                <a:miter lim="800000"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445" name="直接连接符 30">
                <a:extLst>
                  <a:ext uri="{FF2B5EF4-FFF2-40B4-BE49-F238E27FC236}">
                    <a16:creationId xmlns:a16="http://schemas.microsoft.com/office/drawing/2014/main" id="{8C639588-5C99-44C7-8E09-6CEC3670B54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329860" y="4664013"/>
                <a:ext cx="0" cy="315816"/>
              </a:xfrm>
              <a:prstGeom prst="line">
                <a:avLst/>
              </a:prstGeom>
              <a:noFill/>
              <a:ln w="19050" algn="ctr">
                <a:solidFill>
                  <a:srgbClr val="323232"/>
                </a:solidFill>
                <a:miter lim="800000"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446" name="直接连接符 31">
                <a:extLst>
                  <a:ext uri="{FF2B5EF4-FFF2-40B4-BE49-F238E27FC236}">
                    <a16:creationId xmlns:a16="http://schemas.microsoft.com/office/drawing/2014/main" id="{23277022-5DA4-4997-8867-586E06AB8F0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480033" y="4664013"/>
                <a:ext cx="0" cy="315816"/>
              </a:xfrm>
              <a:prstGeom prst="line">
                <a:avLst/>
              </a:prstGeom>
              <a:noFill/>
              <a:ln w="19050" algn="ctr">
                <a:solidFill>
                  <a:srgbClr val="323232"/>
                </a:solidFill>
                <a:miter lim="800000"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447" name="直接连接符 32">
                <a:extLst>
                  <a:ext uri="{FF2B5EF4-FFF2-40B4-BE49-F238E27FC236}">
                    <a16:creationId xmlns:a16="http://schemas.microsoft.com/office/drawing/2014/main" id="{03B83EEC-65DB-4648-BCA1-18D5CA18FF3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630206" y="4664013"/>
                <a:ext cx="0" cy="315816"/>
              </a:xfrm>
              <a:prstGeom prst="line">
                <a:avLst/>
              </a:prstGeom>
              <a:noFill/>
              <a:ln w="19050" algn="ctr">
                <a:solidFill>
                  <a:srgbClr val="323232"/>
                </a:solidFill>
                <a:miter lim="800000"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A9C5201-22B5-4CC6-B6FE-220A78C00806}"/>
                </a:ext>
              </a:extLst>
            </p:cNvPr>
            <p:cNvSpPr/>
            <p:nvPr/>
          </p:nvSpPr>
          <p:spPr>
            <a:xfrm>
              <a:off x="7138014" y="3802094"/>
              <a:ext cx="1006017" cy="359420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accent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854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ID</a:t>
              </a:r>
              <a:endParaRPr lang="zh-CN" altLang="en-US" sz="854" dirty="0">
                <a:solidFill>
                  <a:schemeClr val="bg1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9A170054-3401-484C-AA5D-4FE06E5C42BA}"/>
              </a:ext>
            </a:extLst>
          </p:cNvPr>
          <p:cNvGrpSpPr>
            <a:grpSpLocks/>
          </p:cNvGrpSpPr>
          <p:nvPr/>
        </p:nvGrpSpPr>
        <p:grpSpPr bwMode="auto">
          <a:xfrm>
            <a:off x="5761038" y="2874963"/>
            <a:ext cx="1198562" cy="1600200"/>
            <a:chOff x="8140286" y="3087718"/>
            <a:chExt cx="1684265" cy="2249419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C97C08B-DCA2-4763-97A7-52D1B1BF3361}"/>
                </a:ext>
              </a:extLst>
            </p:cNvPr>
            <p:cNvSpPr txBox="1"/>
            <p:nvPr/>
          </p:nvSpPr>
          <p:spPr>
            <a:xfrm>
              <a:off x="8191594" y="4000428"/>
              <a:ext cx="517549" cy="3458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000" i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 algn="r" defTabSz="685708">
                <a:defRPr/>
              </a:pPr>
              <a:r>
                <a:rPr lang="en-US" altLang="zh-CN" sz="995" kern="0" dirty="0">
                  <a:solidFill>
                    <a:srgbClr val="C0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RD</a:t>
              </a:r>
              <a:endParaRPr lang="zh-CN" altLang="en-US" sz="995" kern="0" dirty="0">
                <a:solidFill>
                  <a:srgbClr val="C00000"/>
                </a:solidFill>
                <a:latin typeface="Segoe UI Black" panose="020B0A02040204020203" pitchFamily="34" charset="0"/>
                <a:ea typeface="华文细黑" pitchFamily="2" charset="-122"/>
                <a:cs typeface="Segoe UI Black" panose="020B0A02040204020203" pitchFamily="34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7827E17-B19D-4EA0-9159-A72312B3748A}"/>
                </a:ext>
              </a:extLst>
            </p:cNvPr>
            <p:cNvSpPr txBox="1"/>
            <p:nvPr/>
          </p:nvSpPr>
          <p:spPr>
            <a:xfrm>
              <a:off x="8140286" y="4511457"/>
              <a:ext cx="571089" cy="3436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000" i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 algn="r" defTabSz="685708">
                <a:defRPr/>
              </a:pPr>
              <a:r>
                <a:rPr lang="en-US" altLang="zh-CN" sz="995" kern="0" dirty="0">
                  <a:solidFill>
                    <a:srgbClr val="C0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WR</a:t>
              </a:r>
              <a:endParaRPr lang="zh-CN" altLang="en-US" sz="995" kern="0" dirty="0">
                <a:solidFill>
                  <a:srgbClr val="C00000"/>
                </a:solidFill>
                <a:latin typeface="Segoe UI Black" panose="020B0A02040204020203" pitchFamily="34" charset="0"/>
                <a:ea typeface="华文细黑" pitchFamily="2" charset="-122"/>
                <a:cs typeface="Segoe UI Black" panose="020B0A02040204020203" pitchFamily="34" charset="0"/>
              </a:endParaRPr>
            </a:p>
          </p:txBody>
        </p:sp>
        <p:cxnSp>
          <p:nvCxnSpPr>
            <p:cNvPr id="55435" name="直接连接符 36">
              <a:extLst>
                <a:ext uri="{FF2B5EF4-FFF2-40B4-BE49-F238E27FC236}">
                  <a16:creationId xmlns:a16="http://schemas.microsoft.com/office/drawing/2014/main" id="{67D0DFA1-D73A-4257-8D37-DFEA6E7AE7F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321541" y="5071643"/>
              <a:ext cx="0" cy="265494"/>
            </a:xfrm>
            <a:prstGeom prst="line">
              <a:avLst/>
            </a:prstGeom>
            <a:noFill/>
            <a:ln w="19050" cap="sq" algn="ctr">
              <a:solidFill>
                <a:srgbClr val="32323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436" name="直接连接符 37">
              <a:extLst>
                <a:ext uri="{FF2B5EF4-FFF2-40B4-BE49-F238E27FC236}">
                  <a16:creationId xmlns:a16="http://schemas.microsoft.com/office/drawing/2014/main" id="{87890BA0-1C8D-4524-BE33-63CCA6D39F9F}"/>
                </a:ext>
              </a:extLst>
            </p:cNvPr>
            <p:cNvCxnSpPr>
              <a:cxnSpLocks noChangeShapeType="1"/>
              <a:stCxn id="60" idx="2"/>
              <a:endCxn id="41" idx="0"/>
            </p:cNvCxnSpPr>
            <p:nvPr/>
          </p:nvCxnSpPr>
          <p:spPr bwMode="auto">
            <a:xfrm flipH="1">
              <a:off x="9321543" y="3087718"/>
              <a:ext cx="1" cy="737334"/>
            </a:xfrm>
            <a:prstGeom prst="line">
              <a:avLst/>
            </a:prstGeom>
            <a:noFill/>
            <a:ln w="19050" algn="ctr">
              <a:solidFill>
                <a:srgbClr val="323232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437" name="直接连接符 38">
              <a:extLst>
                <a:ext uri="{FF2B5EF4-FFF2-40B4-BE49-F238E27FC236}">
                  <a16:creationId xmlns:a16="http://schemas.microsoft.com/office/drawing/2014/main" id="{7E1FAEA7-9C8F-43B5-9C51-20090FC3A3F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621628" y="4153121"/>
              <a:ext cx="393809" cy="0"/>
            </a:xfrm>
            <a:prstGeom prst="line">
              <a:avLst/>
            </a:prstGeom>
            <a:noFill/>
            <a:ln w="19050" algn="ctr">
              <a:solidFill>
                <a:srgbClr val="32323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438" name="直接连接符 39">
              <a:extLst>
                <a:ext uri="{FF2B5EF4-FFF2-40B4-BE49-F238E27FC236}">
                  <a16:creationId xmlns:a16="http://schemas.microsoft.com/office/drawing/2014/main" id="{74B9C6CA-95F2-43C8-A13F-1ACDE9BB6B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621628" y="4668530"/>
              <a:ext cx="393809" cy="0"/>
            </a:xfrm>
            <a:prstGeom prst="line">
              <a:avLst/>
            </a:prstGeom>
            <a:noFill/>
            <a:ln w="19050" algn="ctr">
              <a:solidFill>
                <a:srgbClr val="32323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77257EB6-1CD9-4AC5-86C0-F88C6B4511D9}"/>
                </a:ext>
              </a:extLst>
            </p:cNvPr>
            <p:cNvSpPr/>
            <p:nvPr/>
          </p:nvSpPr>
          <p:spPr>
            <a:xfrm>
              <a:off x="8818454" y="3824135"/>
              <a:ext cx="1006097" cy="1231825"/>
            </a:xfrm>
            <a:prstGeom prst="rect">
              <a:avLst/>
            </a:prstGeom>
            <a:solidFill>
              <a:srgbClr val="00B050"/>
            </a:solidFill>
            <a:ln w="19050" cap="flat" cmpd="sng" algn="ctr">
              <a:solidFill>
                <a:srgbClr val="333333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685708">
                <a:defRPr/>
              </a:pPr>
              <a:r>
                <a:rPr lang="zh-CN" altLang="en-US" sz="1138" kern="0" dirty="0">
                  <a:solidFill>
                    <a:srgbClr val="000000"/>
                  </a:solidFill>
                  <a:latin typeface="Segoe UI Black" panose="020B0A02040204020203" pitchFamily="34" charset="0"/>
                  <a:ea typeface="微软雅黑"/>
                  <a:cs typeface="Segoe UI Black" panose="020B0A02040204020203" pitchFamily="34" charset="0"/>
                </a:rPr>
                <a:t>主存</a:t>
              </a: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E7F3110-CDD2-4D20-B8D7-C9FC3E37B544}"/>
              </a:ext>
            </a:extLst>
          </p:cNvPr>
          <p:cNvGrpSpPr>
            <a:grpSpLocks/>
          </p:cNvGrpSpPr>
          <p:nvPr/>
        </p:nvGrpSpPr>
        <p:grpSpPr bwMode="auto">
          <a:xfrm>
            <a:off x="4568825" y="1974850"/>
            <a:ext cx="1717675" cy="911225"/>
            <a:chOff x="6462592" y="1823227"/>
            <a:chExt cx="2417221" cy="1279876"/>
          </a:xfrm>
        </p:grpSpPr>
        <p:cxnSp>
          <p:nvCxnSpPr>
            <p:cNvPr id="55421" name="直接连接符 42">
              <a:extLst>
                <a:ext uri="{FF2B5EF4-FFF2-40B4-BE49-F238E27FC236}">
                  <a16:creationId xmlns:a16="http://schemas.microsoft.com/office/drawing/2014/main" id="{70EB46DE-CAAC-4E89-B0A5-77CD295F1D2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16886" y="2572967"/>
              <a:ext cx="0" cy="151083"/>
            </a:xfrm>
            <a:prstGeom prst="line">
              <a:avLst/>
            </a:prstGeom>
            <a:noFill/>
            <a:ln w="19050" algn="ctr">
              <a:solidFill>
                <a:srgbClr val="32323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B3B21123-37BD-4AF0-927B-C41BB2671C3D}"/>
                </a:ext>
              </a:extLst>
            </p:cNvPr>
            <p:cNvSpPr txBox="1"/>
            <p:nvPr/>
          </p:nvSpPr>
          <p:spPr>
            <a:xfrm>
              <a:off x="8044286" y="2084108"/>
              <a:ext cx="835527" cy="345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 defTabSz="685708">
                <a:defRPr/>
              </a:pPr>
              <a:r>
                <a:rPr lang="en-US" altLang="zh-CN" sz="995" kern="0" dirty="0" err="1">
                  <a:solidFill>
                    <a:srgbClr val="C0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IR</a:t>
              </a:r>
              <a:r>
                <a:rPr lang="en-US" altLang="zh-CN" sz="995" kern="0" baseline="-25000" dirty="0" err="1">
                  <a:solidFill>
                    <a:srgbClr val="C0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A</a:t>
              </a:r>
              <a:r>
                <a:rPr lang="en-US" altLang="zh-CN" sz="995" kern="0" dirty="0" err="1">
                  <a:solidFill>
                    <a:srgbClr val="C0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  <a:sym typeface="Wingdings" panose="05000000000000000000" pitchFamily="2" charset="2"/>
                </a:rPr>
                <a:t>out</a:t>
              </a:r>
              <a:endParaRPr lang="zh-CN" altLang="en-US" sz="995" kern="0" dirty="0">
                <a:solidFill>
                  <a:srgbClr val="C00000"/>
                </a:solidFill>
                <a:latin typeface="Segoe UI Black" panose="020B0A02040204020203" pitchFamily="34" charset="0"/>
                <a:ea typeface="华文细黑" pitchFamily="2" charset="-122"/>
                <a:cs typeface="Segoe UI Black" panose="020B0A02040204020203" pitchFamily="34" charset="0"/>
              </a:endParaRPr>
            </a:p>
          </p:txBody>
        </p:sp>
        <p:grpSp>
          <p:nvGrpSpPr>
            <p:cNvPr id="55423" name="组合 44">
              <a:extLst>
                <a:ext uri="{FF2B5EF4-FFF2-40B4-BE49-F238E27FC236}">
                  <a16:creationId xmlns:a16="http://schemas.microsoft.com/office/drawing/2014/main" id="{62E8BF95-5260-4E6A-B5E5-70F89C5999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79133" y="1823227"/>
              <a:ext cx="332118" cy="967786"/>
              <a:chOff x="6712622" y="6381329"/>
              <a:chExt cx="267398" cy="779194"/>
            </a:xfrm>
          </p:grpSpPr>
          <p:cxnSp>
            <p:nvCxnSpPr>
              <p:cNvPr id="55430" name="直接连接符 51">
                <a:extLst>
                  <a:ext uri="{FF2B5EF4-FFF2-40B4-BE49-F238E27FC236}">
                    <a16:creationId xmlns:a16="http://schemas.microsoft.com/office/drawing/2014/main" id="{17E97B99-BA72-4C8B-A2C8-5873FF6A3E4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6792188" y="6381329"/>
                <a:ext cx="0" cy="779194"/>
              </a:xfrm>
              <a:prstGeom prst="line">
                <a:avLst/>
              </a:prstGeom>
              <a:noFill/>
              <a:ln w="19050" algn="ctr">
                <a:solidFill>
                  <a:srgbClr val="232323"/>
                </a:solidFill>
                <a:round/>
                <a:headEnd/>
                <a:tailEnd/>
              </a:ln>
            </p:spPr>
          </p:cxnSp>
          <p:cxnSp>
            <p:nvCxnSpPr>
              <p:cNvPr id="55431" name="直接连接符 52">
                <a:extLst>
                  <a:ext uri="{FF2B5EF4-FFF2-40B4-BE49-F238E27FC236}">
                    <a16:creationId xmlns:a16="http://schemas.microsoft.com/office/drawing/2014/main" id="{5CC7A17E-F08D-43B4-9F82-E8123505015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6838660" y="6728475"/>
                <a:ext cx="141360" cy="0"/>
              </a:xfrm>
              <a:prstGeom prst="line">
                <a:avLst/>
              </a:prstGeom>
              <a:noFill/>
              <a:ln w="19050" algn="ctr">
                <a:solidFill>
                  <a:srgbClr val="232323"/>
                </a:solidFill>
                <a:round/>
                <a:headEnd/>
                <a:tailEnd/>
              </a:ln>
            </p:spPr>
          </p:cxnSp>
          <p:sp>
            <p:nvSpPr>
              <p:cNvPr id="54" name="等腰三角形 53">
                <a:extLst>
                  <a:ext uri="{FF2B5EF4-FFF2-40B4-BE49-F238E27FC236}">
                    <a16:creationId xmlns:a16="http://schemas.microsoft.com/office/drawing/2014/main" id="{E45E7CC8-7BDA-47F6-AFEC-2A2B23E742ED}"/>
                  </a:ext>
                </a:extLst>
              </p:cNvPr>
              <p:cNvSpPr/>
              <p:nvPr/>
            </p:nvSpPr>
            <p:spPr>
              <a:xfrm>
                <a:off x="6712488" y="6652411"/>
                <a:ext cx="160083" cy="147210"/>
              </a:xfrm>
              <a:prstGeom prst="triangle">
                <a:avLst/>
              </a:prstGeom>
              <a:solidFill>
                <a:srgbClr val="00B050"/>
              </a:solidFill>
              <a:ln w="19050" cap="flat" cmpd="sng" algn="ctr">
                <a:solidFill>
                  <a:srgbClr val="333333">
                    <a:shade val="50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000000"/>
                  </a:solidFill>
                  <a:latin typeface="Segoe UI Black" panose="020B0A02040204020203" pitchFamily="34" charset="0"/>
                  <a:ea typeface="微软雅黑"/>
                  <a:cs typeface="Segoe UI Black" panose="020B0A02040204020203" pitchFamily="34" charset="0"/>
                </a:endParaRPr>
              </a:p>
            </p:txBody>
          </p:sp>
        </p:grp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08D02532-3652-4019-A35F-A5E3EF947362}"/>
                </a:ext>
              </a:extLst>
            </p:cNvPr>
            <p:cNvSpPr txBox="1"/>
            <p:nvPr/>
          </p:nvSpPr>
          <p:spPr>
            <a:xfrm>
              <a:off x="6983122" y="2333840"/>
              <a:ext cx="614358" cy="345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000" i="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 algn="r" defTabSz="685708">
                <a:defRPr/>
              </a:pPr>
              <a:r>
                <a:rPr lang="en-US" altLang="zh-CN" sz="995" kern="0" dirty="0" err="1">
                  <a:solidFill>
                    <a:srgbClr val="C0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IRin</a:t>
              </a:r>
              <a:endParaRPr lang="zh-CN" altLang="en-US" sz="995" kern="0" dirty="0">
                <a:solidFill>
                  <a:srgbClr val="C00000"/>
                </a:solidFill>
                <a:latin typeface="Segoe UI Black" panose="020B0A02040204020203" pitchFamily="34" charset="0"/>
                <a:ea typeface="华文细黑" pitchFamily="2" charset="-122"/>
                <a:cs typeface="Segoe UI Black" panose="020B0A02040204020203" pitchFamily="34" charset="0"/>
              </a:endParaRPr>
            </a:p>
          </p:txBody>
        </p:sp>
        <p:cxnSp>
          <p:nvCxnSpPr>
            <p:cNvPr id="55425" name="直接连接符 46">
              <a:extLst>
                <a:ext uri="{FF2B5EF4-FFF2-40B4-BE49-F238E27FC236}">
                  <a16:creationId xmlns:a16="http://schemas.microsoft.com/office/drawing/2014/main" id="{D4F66B40-1F9F-4258-92B9-EEC841B6FD0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641021" y="1833463"/>
              <a:ext cx="0" cy="896509"/>
            </a:xfrm>
            <a:prstGeom prst="line">
              <a:avLst/>
            </a:prstGeom>
            <a:noFill/>
            <a:ln w="19050" algn="ctr">
              <a:solidFill>
                <a:srgbClr val="323232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3F646871-77B9-4015-BEDD-46C7782152CB}"/>
                </a:ext>
              </a:extLst>
            </p:cNvPr>
            <p:cNvSpPr/>
            <p:nvPr/>
          </p:nvSpPr>
          <p:spPr>
            <a:xfrm>
              <a:off x="7137269" y="2730736"/>
              <a:ext cx="1007548" cy="356760"/>
            </a:xfrm>
            <a:prstGeom prst="rect">
              <a:avLst/>
            </a:prstGeom>
            <a:solidFill>
              <a:srgbClr val="00B0F0"/>
            </a:solidFill>
            <a:ln w="15875" cap="flat" cmpd="sng" algn="ctr">
              <a:solidFill>
                <a:srgbClr val="000000"/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85708">
                <a:defRPr/>
              </a:pPr>
              <a:r>
                <a:rPr lang="en-US" altLang="zh-CN" sz="1422" kern="0" dirty="0">
                  <a:solidFill>
                    <a:srgbClr val="00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IR</a:t>
              </a:r>
              <a:endParaRPr lang="zh-CN" altLang="en-US" sz="1422" kern="0" dirty="0">
                <a:solidFill>
                  <a:srgbClr val="000000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49" name="等腰三角形 48">
              <a:extLst>
                <a:ext uri="{FF2B5EF4-FFF2-40B4-BE49-F238E27FC236}">
                  <a16:creationId xmlns:a16="http://schemas.microsoft.com/office/drawing/2014/main" id="{C70E3439-AB3E-4303-BD05-61ADD97053F2}"/>
                </a:ext>
              </a:extLst>
            </p:cNvPr>
            <p:cNvSpPr/>
            <p:nvPr/>
          </p:nvSpPr>
          <p:spPr>
            <a:xfrm rot="5400000">
              <a:off x="7125098" y="2863318"/>
              <a:ext cx="120406" cy="91595"/>
            </a:xfrm>
            <a:prstGeom prst="triangle">
              <a:avLst>
                <a:gd name="adj" fmla="val 50001"/>
              </a:avLst>
            </a:prstGeom>
            <a:solidFill>
              <a:srgbClr val="00B0F0"/>
            </a:solidFill>
            <a:ln w="158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685708">
                <a:defRPr/>
              </a:pPr>
              <a:endParaRPr lang="zh-CN" altLang="en-US" sz="1422" kern="0">
                <a:solidFill>
                  <a:srgbClr val="000000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6F0E7F19-B282-4E84-B3D1-F1F9423E3212}"/>
                </a:ext>
              </a:extLst>
            </p:cNvPr>
            <p:cNvSpPr txBox="1"/>
            <p:nvPr/>
          </p:nvSpPr>
          <p:spPr>
            <a:xfrm>
              <a:off x="6462592" y="2757493"/>
              <a:ext cx="594252" cy="345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000" i="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 algn="r" defTabSz="685708">
                <a:defRPr/>
              </a:pPr>
              <a:r>
                <a:rPr lang="en-US" altLang="zh-CN" sz="995" kern="0" dirty="0">
                  <a:solidFill>
                    <a:srgbClr val="0000FF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CLK</a:t>
              </a:r>
              <a:endParaRPr lang="zh-CN" altLang="en-US" sz="995" kern="0" dirty="0">
                <a:solidFill>
                  <a:srgbClr val="0000FF"/>
                </a:solidFill>
                <a:latin typeface="Segoe UI Black" panose="020B0A02040204020203" pitchFamily="34" charset="0"/>
                <a:ea typeface="华文细黑" pitchFamily="2" charset="-122"/>
                <a:cs typeface="Segoe UI Black" panose="020B0A02040204020203" pitchFamily="34" charset="0"/>
              </a:endParaRPr>
            </a:p>
          </p:txBody>
        </p:sp>
        <p:cxnSp>
          <p:nvCxnSpPr>
            <p:cNvPr id="55429" name="直接连接符 50">
              <a:extLst>
                <a:ext uri="{FF2B5EF4-FFF2-40B4-BE49-F238E27FC236}">
                  <a16:creationId xmlns:a16="http://schemas.microsoft.com/office/drawing/2014/main" id="{13223409-A4BA-413E-82D2-1B2D34E7288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56007" y="2912897"/>
              <a:ext cx="168314" cy="0"/>
            </a:xfrm>
            <a:prstGeom prst="line">
              <a:avLst/>
            </a:prstGeom>
            <a:noFill/>
            <a:ln w="19050" cap="sq" algn="ctr">
              <a:solidFill>
                <a:srgbClr val="00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F29535D-179E-4E33-97B2-A4A5B3142CE6}"/>
              </a:ext>
            </a:extLst>
          </p:cNvPr>
          <p:cNvGrpSpPr>
            <a:grpSpLocks/>
          </p:cNvGrpSpPr>
          <p:nvPr/>
        </p:nvGrpSpPr>
        <p:grpSpPr bwMode="auto">
          <a:xfrm>
            <a:off x="5753100" y="1990725"/>
            <a:ext cx="1206500" cy="895350"/>
            <a:chOff x="8129797" y="1843935"/>
            <a:chExt cx="1694754" cy="1258886"/>
          </a:xfrm>
        </p:grpSpPr>
        <p:cxnSp>
          <p:nvCxnSpPr>
            <p:cNvPr id="55414" name="直接连接符 55">
              <a:extLst>
                <a:ext uri="{FF2B5EF4-FFF2-40B4-BE49-F238E27FC236}">
                  <a16:creationId xmlns:a16="http://schemas.microsoft.com/office/drawing/2014/main" id="{CA70C3D9-7E8F-46FC-B41D-6B6DA7D86F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650219" y="2910561"/>
              <a:ext cx="168314" cy="0"/>
            </a:xfrm>
            <a:prstGeom prst="line">
              <a:avLst/>
            </a:prstGeom>
            <a:noFill/>
            <a:ln w="19050" cap="sq" algn="ctr">
              <a:solidFill>
                <a:srgbClr val="00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84F373A0-2A06-4597-A836-F75D9AFA2DAF}"/>
                </a:ext>
              </a:extLst>
            </p:cNvPr>
            <p:cNvSpPr txBox="1"/>
            <p:nvPr/>
          </p:nvSpPr>
          <p:spPr>
            <a:xfrm>
              <a:off x="8658293" y="2308205"/>
              <a:ext cx="684591" cy="34597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000" i="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 algn="r" defTabSz="685708">
                <a:defRPr/>
              </a:pPr>
              <a:r>
                <a:rPr lang="en-US" altLang="zh-CN" sz="995" kern="0" dirty="0" err="1">
                  <a:solidFill>
                    <a:srgbClr val="C0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ARin</a:t>
              </a:r>
              <a:endParaRPr lang="zh-CN" altLang="en-US" sz="995" kern="0" dirty="0">
                <a:solidFill>
                  <a:srgbClr val="C00000"/>
                </a:solidFill>
                <a:latin typeface="Segoe UI Black" panose="020B0A02040204020203" pitchFamily="34" charset="0"/>
                <a:ea typeface="华文细黑" pitchFamily="2" charset="-122"/>
                <a:cs typeface="Segoe UI Black" panose="020B0A02040204020203" pitchFamily="34" charset="0"/>
              </a:endParaRPr>
            </a:p>
          </p:txBody>
        </p:sp>
        <p:cxnSp>
          <p:nvCxnSpPr>
            <p:cNvPr id="55416" name="直接连接符 57">
              <a:extLst>
                <a:ext uri="{FF2B5EF4-FFF2-40B4-BE49-F238E27FC236}">
                  <a16:creationId xmlns:a16="http://schemas.microsoft.com/office/drawing/2014/main" id="{F8AC85C1-0C9D-4507-9369-C22758D53D5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25719" y="1843935"/>
              <a:ext cx="0" cy="886037"/>
            </a:xfrm>
            <a:prstGeom prst="line">
              <a:avLst/>
            </a:prstGeom>
            <a:noFill/>
            <a:ln w="19050" algn="ctr">
              <a:solidFill>
                <a:srgbClr val="323232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417" name="直接连接符 58">
              <a:extLst>
                <a:ext uri="{FF2B5EF4-FFF2-40B4-BE49-F238E27FC236}">
                  <a16:creationId xmlns:a16="http://schemas.microsoft.com/office/drawing/2014/main" id="{EC3457E6-EEB5-45B9-B5F1-166B5623776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070276" y="2522103"/>
              <a:ext cx="0" cy="207869"/>
            </a:xfrm>
            <a:prstGeom prst="line">
              <a:avLst/>
            </a:prstGeom>
            <a:noFill/>
            <a:ln w="19050" algn="ctr">
              <a:solidFill>
                <a:srgbClr val="32323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67FD7492-EC81-4953-B277-05BC19CB5F3E}"/>
                </a:ext>
              </a:extLst>
            </p:cNvPr>
            <p:cNvSpPr/>
            <p:nvPr/>
          </p:nvSpPr>
          <p:spPr>
            <a:xfrm>
              <a:off x="8818849" y="2730066"/>
              <a:ext cx="1005702" cy="357131"/>
            </a:xfrm>
            <a:prstGeom prst="rect">
              <a:avLst/>
            </a:prstGeom>
            <a:solidFill>
              <a:srgbClr val="00B0F0"/>
            </a:solidFill>
            <a:ln w="15875" cap="flat" cmpd="sng" algn="ctr">
              <a:solidFill>
                <a:srgbClr val="000000"/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85708">
                <a:defRPr/>
              </a:pPr>
              <a:r>
                <a:rPr lang="en-US" altLang="zh-CN" sz="1422" kern="0" dirty="0">
                  <a:solidFill>
                    <a:srgbClr val="00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AR</a:t>
              </a:r>
              <a:endParaRPr lang="zh-CN" altLang="en-US" sz="1422" kern="0" dirty="0">
                <a:solidFill>
                  <a:srgbClr val="000000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0E81BE80-DF59-4C59-A98B-57B5F4CDF60B}"/>
                </a:ext>
              </a:extLst>
            </p:cNvPr>
            <p:cNvSpPr/>
            <p:nvPr/>
          </p:nvSpPr>
          <p:spPr>
            <a:xfrm rot="5400000">
              <a:off x="8807641" y="2864033"/>
              <a:ext cx="120532" cy="89198"/>
            </a:xfrm>
            <a:prstGeom prst="triangle">
              <a:avLst>
                <a:gd name="adj" fmla="val 50001"/>
              </a:avLst>
            </a:prstGeom>
            <a:solidFill>
              <a:srgbClr val="00B0F0"/>
            </a:solidFill>
            <a:ln w="158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685708">
                <a:defRPr/>
              </a:pPr>
              <a:endParaRPr lang="zh-CN" altLang="en-US" sz="1422" kern="0">
                <a:solidFill>
                  <a:srgbClr val="000000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9D3444DF-A090-47A3-8C34-165E88E61AE9}"/>
                </a:ext>
              </a:extLst>
            </p:cNvPr>
            <p:cNvSpPr txBox="1"/>
            <p:nvPr/>
          </p:nvSpPr>
          <p:spPr>
            <a:xfrm>
              <a:off x="8129797" y="2756851"/>
              <a:ext cx="593164" cy="345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000" i="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 algn="r" defTabSz="685708">
                <a:defRPr/>
              </a:pPr>
              <a:r>
                <a:rPr lang="en-US" altLang="zh-CN" sz="995" kern="0" dirty="0">
                  <a:solidFill>
                    <a:srgbClr val="0000FF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CLK</a:t>
              </a:r>
              <a:endParaRPr lang="zh-CN" altLang="en-US" sz="995" kern="0" dirty="0">
                <a:solidFill>
                  <a:srgbClr val="0000FF"/>
                </a:solidFill>
                <a:latin typeface="Segoe UI Black" panose="020B0A02040204020203" pitchFamily="34" charset="0"/>
                <a:ea typeface="华文细黑" pitchFamily="2" charset="-122"/>
                <a:cs typeface="Segoe UI Black" panose="020B0A02040204020203" pitchFamily="34" charset="0"/>
              </a:endParaRP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F29E39B1-D2A2-483D-A848-88F49E836CE4}"/>
              </a:ext>
            </a:extLst>
          </p:cNvPr>
          <p:cNvGrpSpPr>
            <a:grpSpLocks/>
          </p:cNvGrpSpPr>
          <p:nvPr/>
        </p:nvGrpSpPr>
        <p:grpSpPr bwMode="auto">
          <a:xfrm>
            <a:off x="6600825" y="2049463"/>
            <a:ext cx="2033588" cy="2432050"/>
            <a:chOff x="8984603" y="1926020"/>
            <a:chExt cx="2859591" cy="3422124"/>
          </a:xfrm>
        </p:grpSpPr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EBA62B89-D436-4AD9-A426-79F728A7F9C1}"/>
                </a:ext>
              </a:extLst>
            </p:cNvPr>
            <p:cNvSpPr txBox="1"/>
            <p:nvPr/>
          </p:nvSpPr>
          <p:spPr>
            <a:xfrm>
              <a:off x="9446692" y="2756980"/>
              <a:ext cx="591562" cy="3462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000" i="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 algn="r" defTabSz="685708">
                <a:defRPr/>
              </a:pPr>
              <a:r>
                <a:rPr lang="en-US" altLang="zh-CN" sz="995" kern="0" dirty="0">
                  <a:solidFill>
                    <a:srgbClr val="0000FF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CLK</a:t>
              </a:r>
              <a:endParaRPr lang="zh-CN" altLang="en-US" sz="995" kern="0" dirty="0">
                <a:solidFill>
                  <a:srgbClr val="0000FF"/>
                </a:solidFill>
                <a:latin typeface="Segoe UI Black" panose="020B0A02040204020203" pitchFamily="34" charset="0"/>
                <a:ea typeface="华文细黑" pitchFamily="2" charset="-122"/>
                <a:cs typeface="Segoe UI Black" panose="020B0A02040204020203" pitchFamily="34" charset="0"/>
              </a:endParaRPr>
            </a:p>
          </p:txBody>
        </p:sp>
        <p:grpSp>
          <p:nvGrpSpPr>
            <p:cNvPr id="55394" name="组合 64">
              <a:extLst>
                <a:ext uri="{FF2B5EF4-FFF2-40B4-BE49-F238E27FC236}">
                  <a16:creationId xmlns:a16="http://schemas.microsoft.com/office/drawing/2014/main" id="{9D5D167E-0449-41A4-B8C7-6FF852C402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84603" y="1926020"/>
              <a:ext cx="2859591" cy="3422124"/>
              <a:chOff x="8984603" y="1926020"/>
              <a:chExt cx="2859591" cy="3422124"/>
            </a:xfrm>
          </p:grpSpPr>
          <p:cxnSp>
            <p:nvCxnSpPr>
              <p:cNvPr id="55395" name="直接连接符 65">
                <a:extLst>
                  <a:ext uri="{FF2B5EF4-FFF2-40B4-BE49-F238E27FC236}">
                    <a16:creationId xmlns:a16="http://schemas.microsoft.com/office/drawing/2014/main" id="{9B29ED99-AB7D-4879-8432-F624C261370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976933" y="2904728"/>
                <a:ext cx="291358" cy="0"/>
              </a:xfrm>
              <a:prstGeom prst="line">
                <a:avLst/>
              </a:prstGeom>
              <a:noFill/>
              <a:ln w="19050" cap="sq" algn="ctr">
                <a:solidFill>
                  <a:srgbClr val="0066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396" name="直接连接符 66">
                <a:extLst>
                  <a:ext uri="{FF2B5EF4-FFF2-40B4-BE49-F238E27FC236}">
                    <a16:creationId xmlns:a16="http://schemas.microsoft.com/office/drawing/2014/main" id="{5AE775CC-29B6-4839-A695-D313B797A3E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771299" y="2529034"/>
                <a:ext cx="0" cy="529208"/>
              </a:xfrm>
              <a:prstGeom prst="line">
                <a:avLst/>
              </a:prstGeom>
              <a:noFill/>
              <a:ln w="19050" algn="ctr">
                <a:solidFill>
                  <a:srgbClr val="32323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55397" name="组合 67">
                <a:extLst>
                  <a:ext uri="{FF2B5EF4-FFF2-40B4-BE49-F238E27FC236}">
                    <a16:creationId xmlns:a16="http://schemas.microsoft.com/office/drawing/2014/main" id="{596FCF48-5AE9-40B6-90F3-BD27973B4E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>
                <a:off x="10980983" y="1926020"/>
                <a:ext cx="318672" cy="804514"/>
                <a:chOff x="6615180" y="6369389"/>
                <a:chExt cx="256573" cy="647738"/>
              </a:xfrm>
            </p:grpSpPr>
            <p:cxnSp>
              <p:nvCxnSpPr>
                <p:cNvPr id="55411" name="直接连接符 81">
                  <a:extLst>
                    <a:ext uri="{FF2B5EF4-FFF2-40B4-BE49-F238E27FC236}">
                      <a16:creationId xmlns:a16="http://schemas.microsoft.com/office/drawing/2014/main" id="{45206BD9-ED86-4191-AEF3-910DBD0EE0E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6795311" y="6369389"/>
                  <a:ext cx="0" cy="647738"/>
                </a:xfrm>
                <a:prstGeom prst="line">
                  <a:avLst/>
                </a:prstGeom>
                <a:noFill/>
                <a:ln w="19050" algn="ctr">
                  <a:solidFill>
                    <a:srgbClr val="232323"/>
                  </a:solidFill>
                  <a:round/>
                  <a:headEnd/>
                  <a:tailEnd/>
                </a:ln>
              </p:spPr>
            </p:cxnSp>
            <p:cxnSp>
              <p:nvCxnSpPr>
                <p:cNvPr id="55412" name="直接连接符 82">
                  <a:extLst>
                    <a:ext uri="{FF2B5EF4-FFF2-40B4-BE49-F238E27FC236}">
                      <a16:creationId xmlns:a16="http://schemas.microsoft.com/office/drawing/2014/main" id="{D2983A5E-F797-4B63-ADA3-1F92045E5E8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6615180" y="6728475"/>
                  <a:ext cx="141360" cy="0"/>
                </a:xfrm>
                <a:prstGeom prst="line">
                  <a:avLst/>
                </a:prstGeom>
                <a:noFill/>
                <a:ln w="19050" algn="ctr">
                  <a:solidFill>
                    <a:srgbClr val="232323"/>
                  </a:solidFill>
                  <a:round/>
                  <a:headEnd/>
                  <a:tailEnd/>
                </a:ln>
              </p:spPr>
            </p:cxnSp>
            <p:sp>
              <p:nvSpPr>
                <p:cNvPr id="84" name="等腰三角形 83">
                  <a:extLst>
                    <a:ext uri="{FF2B5EF4-FFF2-40B4-BE49-F238E27FC236}">
                      <a16:creationId xmlns:a16="http://schemas.microsoft.com/office/drawing/2014/main" id="{FAA6E2FD-77BD-47EF-AA8D-D7D77B124364}"/>
                    </a:ext>
                  </a:extLst>
                </p:cNvPr>
                <p:cNvSpPr/>
                <p:nvPr/>
              </p:nvSpPr>
              <p:spPr>
                <a:xfrm>
                  <a:off x="6712351" y="6655636"/>
                  <a:ext cx="159961" cy="149272"/>
                </a:xfrm>
                <a:prstGeom prst="triangle">
                  <a:avLst/>
                </a:prstGeom>
                <a:solidFill>
                  <a:srgbClr val="00B050"/>
                </a:solidFill>
                <a:ln w="19050" cap="flat" cmpd="sng" algn="ctr">
                  <a:solidFill>
                    <a:srgbClr val="333333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000000"/>
                    </a:solidFill>
                    <a:latin typeface="Segoe UI Black" panose="020B0A02040204020203" pitchFamily="34" charset="0"/>
                    <a:ea typeface="微软雅黑"/>
                    <a:cs typeface="Segoe UI Black" panose="020B0A02040204020203" pitchFamily="34" charset="0"/>
                  </a:endParaRPr>
                </a:p>
              </p:txBody>
            </p:sp>
          </p:grp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A0F586C3-1126-4332-B31E-F6C19B3574AE}"/>
                  </a:ext>
                </a:extLst>
              </p:cNvPr>
              <p:cNvSpPr txBox="1"/>
              <p:nvPr/>
            </p:nvSpPr>
            <p:spPr>
              <a:xfrm>
                <a:off x="11158874" y="2113656"/>
                <a:ext cx="685320" cy="34399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defRPr sz="1000" i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r" defTabSz="685708">
                  <a:defRPr/>
                </a:pPr>
                <a:r>
                  <a:rPr lang="en-US" altLang="zh-CN" sz="995" kern="0" dirty="0" err="1"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DRin</a:t>
                </a:r>
                <a:endParaRPr lang="zh-CN" altLang="en-US" sz="995" kern="0" dirty="0">
                  <a:latin typeface="Segoe UI Black" panose="020B0A02040204020203" pitchFamily="34" charset="0"/>
                  <a:ea typeface="华文细黑" pitchFamily="2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89C57B1F-8D64-4EA2-A2F0-970F6EE8BA35}"/>
                  </a:ext>
                </a:extLst>
              </p:cNvPr>
              <p:cNvSpPr txBox="1"/>
              <p:nvPr/>
            </p:nvSpPr>
            <p:spPr>
              <a:xfrm>
                <a:off x="10355242" y="2278954"/>
                <a:ext cx="785773" cy="3462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defRPr sz="1000" i="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r" defTabSz="685708">
                  <a:defRPr/>
                </a:pPr>
                <a:r>
                  <a:rPr lang="en-US" altLang="zh-CN" sz="995" kern="0" dirty="0" err="1">
                    <a:solidFill>
                      <a:srgbClr val="C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DREin</a:t>
                </a:r>
                <a:endParaRPr lang="zh-CN" altLang="en-US" sz="995" kern="0" dirty="0">
                  <a:solidFill>
                    <a:srgbClr val="C00000"/>
                  </a:solidFill>
                  <a:latin typeface="Segoe UI Black" panose="020B0A02040204020203" pitchFamily="34" charset="0"/>
                  <a:ea typeface="华文细黑" pitchFamily="2" charset="-122"/>
                  <a:cs typeface="Segoe UI Black" panose="020B0A02040204020203" pitchFamily="34" charset="0"/>
                </a:endParaRPr>
              </a:p>
            </p:txBody>
          </p:sp>
          <p:grpSp>
            <p:nvGrpSpPr>
              <p:cNvPr id="55400" name="组合 70">
                <a:extLst>
                  <a:ext uri="{FF2B5EF4-FFF2-40B4-BE49-F238E27FC236}">
                    <a16:creationId xmlns:a16="http://schemas.microsoft.com/office/drawing/2014/main" id="{FFE977DC-5BBB-446B-844F-0673CDBAF5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303980" y="1944914"/>
                <a:ext cx="290499" cy="794855"/>
                <a:chOff x="6942974" y="5554837"/>
                <a:chExt cx="233890" cy="639962"/>
              </a:xfrm>
            </p:grpSpPr>
            <p:cxnSp>
              <p:nvCxnSpPr>
                <p:cNvPr id="55408" name="直接连接符 78">
                  <a:extLst>
                    <a:ext uri="{FF2B5EF4-FFF2-40B4-BE49-F238E27FC236}">
                      <a16:creationId xmlns:a16="http://schemas.microsoft.com/office/drawing/2014/main" id="{D1765F61-2247-459B-8F56-DF791351BAE3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7097299" y="5554837"/>
                  <a:ext cx="0" cy="639962"/>
                </a:xfrm>
                <a:prstGeom prst="line">
                  <a:avLst/>
                </a:prstGeom>
                <a:noFill/>
                <a:ln w="19050" cap="sq" algn="ctr">
                  <a:solidFill>
                    <a:srgbClr val="232323"/>
                  </a:solidFill>
                  <a:round/>
                  <a:headEnd/>
                  <a:tailEnd/>
                </a:ln>
              </p:spPr>
            </p:cxnSp>
            <p:cxnSp>
              <p:nvCxnSpPr>
                <p:cNvPr id="55409" name="直接连接符 79">
                  <a:extLst>
                    <a:ext uri="{FF2B5EF4-FFF2-40B4-BE49-F238E27FC236}">
                      <a16:creationId xmlns:a16="http://schemas.microsoft.com/office/drawing/2014/main" id="{836553B4-C2D8-4F74-A120-38726279751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6942974" y="5832579"/>
                  <a:ext cx="141360" cy="0"/>
                </a:xfrm>
                <a:prstGeom prst="line">
                  <a:avLst/>
                </a:prstGeom>
                <a:noFill/>
                <a:ln w="19050" algn="ctr">
                  <a:solidFill>
                    <a:srgbClr val="232323"/>
                  </a:solidFill>
                  <a:round/>
                  <a:headEnd/>
                  <a:tailEnd/>
                </a:ln>
              </p:spPr>
            </p:cxnSp>
            <p:sp>
              <p:nvSpPr>
                <p:cNvPr id="81" name="等腰三角形 80">
                  <a:extLst>
                    <a:ext uri="{FF2B5EF4-FFF2-40B4-BE49-F238E27FC236}">
                      <a16:creationId xmlns:a16="http://schemas.microsoft.com/office/drawing/2014/main" id="{35A0D6C3-45BD-4829-B0FA-870B79B0E47E}"/>
                    </a:ext>
                  </a:extLst>
                </p:cNvPr>
                <p:cNvSpPr/>
                <p:nvPr/>
              </p:nvSpPr>
              <p:spPr>
                <a:xfrm>
                  <a:off x="7018396" y="5750045"/>
                  <a:ext cx="158163" cy="147475"/>
                </a:xfrm>
                <a:prstGeom prst="triangle">
                  <a:avLst/>
                </a:prstGeom>
                <a:solidFill>
                  <a:srgbClr val="00B050"/>
                </a:solidFill>
                <a:ln w="19050" cap="flat" cmpd="sng" algn="ctr">
                  <a:solidFill>
                    <a:srgbClr val="333333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000000"/>
                    </a:solidFill>
                    <a:latin typeface="Segoe UI Black" panose="020B0A02040204020203" pitchFamily="34" charset="0"/>
                    <a:ea typeface="微软雅黑"/>
                    <a:cs typeface="Segoe UI Black" panose="020B0A02040204020203" pitchFamily="34" charset="0"/>
                  </a:endParaRPr>
                </a:p>
              </p:txBody>
            </p:sp>
          </p:grp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194F4AF0-95C4-4D05-A50E-A6E2E32E53B6}"/>
                  </a:ext>
                </a:extLst>
              </p:cNvPr>
              <p:cNvSpPr txBox="1"/>
              <p:nvPr/>
            </p:nvSpPr>
            <p:spPr>
              <a:xfrm>
                <a:off x="9531520" y="2122591"/>
                <a:ext cx="817026" cy="3462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defRPr sz="1000" i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r" defTabSz="685708">
                  <a:defRPr/>
                </a:pPr>
                <a:r>
                  <a:rPr lang="en-US" altLang="zh-CN" sz="995" kern="0" dirty="0" err="1">
                    <a:solidFill>
                      <a:srgbClr val="C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DRout</a:t>
                </a:r>
                <a:endParaRPr lang="zh-CN" altLang="en-US" sz="995" kern="0" dirty="0">
                  <a:solidFill>
                    <a:srgbClr val="C00000"/>
                  </a:solidFill>
                  <a:latin typeface="Segoe UI Black" panose="020B0A02040204020203" pitchFamily="34" charset="0"/>
                  <a:ea typeface="华文细黑" pitchFamily="2" charset="-122"/>
                  <a:cs typeface="Segoe UI Black" panose="020B0A02040204020203" pitchFamily="34" charset="0"/>
                </a:endParaRPr>
              </a:p>
            </p:txBody>
          </p:sp>
          <p:cxnSp>
            <p:nvCxnSpPr>
              <p:cNvPr id="55402" name="直接连接符 72">
                <a:extLst>
                  <a:ext uri="{FF2B5EF4-FFF2-40B4-BE49-F238E27FC236}">
                    <a16:creationId xmlns:a16="http://schemas.microsoft.com/office/drawing/2014/main" id="{4B796847-77A5-41AD-96DD-AD7E23DC4F9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984603" y="5348144"/>
                <a:ext cx="2091323" cy="0"/>
              </a:xfrm>
              <a:prstGeom prst="line">
                <a:avLst/>
              </a:prstGeom>
              <a:noFill/>
              <a:ln w="19050" cap="sq" algn="ctr">
                <a:solidFill>
                  <a:srgbClr val="32323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403" name="直接连接符 73">
                <a:extLst>
                  <a:ext uri="{FF2B5EF4-FFF2-40B4-BE49-F238E27FC236}">
                    <a16:creationId xmlns:a16="http://schemas.microsoft.com/office/drawing/2014/main" id="{F6C2BDA5-19B0-4E5E-8BE7-47D24AB5402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500691" y="3075970"/>
                <a:ext cx="0" cy="1332443"/>
              </a:xfrm>
              <a:prstGeom prst="line">
                <a:avLst/>
              </a:prstGeom>
              <a:noFill/>
              <a:ln w="19050" algn="ctr">
                <a:solidFill>
                  <a:srgbClr val="323232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404" name="直接连接符 74">
                <a:extLst>
                  <a:ext uri="{FF2B5EF4-FFF2-40B4-BE49-F238E27FC236}">
                    <a16:creationId xmlns:a16="http://schemas.microsoft.com/office/drawing/2014/main" id="{1DEA82D7-83C2-4EC3-B663-D6B6E69DFC0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1075926" y="3093375"/>
                <a:ext cx="0" cy="2254769"/>
              </a:xfrm>
              <a:prstGeom prst="line">
                <a:avLst/>
              </a:prstGeom>
              <a:noFill/>
              <a:ln w="19050" cap="sq" algn="ctr">
                <a:solidFill>
                  <a:srgbClr val="323232"/>
                </a:solidFill>
                <a:miter lim="800000"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405" name="直接连接符 75">
                <a:extLst>
                  <a:ext uri="{FF2B5EF4-FFF2-40B4-BE49-F238E27FC236}">
                    <a16:creationId xmlns:a16="http://schemas.microsoft.com/office/drawing/2014/main" id="{7B54882B-20AE-4A37-AE3B-489729A6BE1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9495894" y="4409186"/>
                <a:ext cx="1013002" cy="0"/>
              </a:xfrm>
              <a:prstGeom prst="line">
                <a:avLst/>
              </a:prstGeom>
              <a:noFill/>
              <a:ln w="19050" algn="ctr">
                <a:solidFill>
                  <a:srgbClr val="323232"/>
                </a:solidFill>
                <a:miter lim="800000"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071DEB96-40AD-4400-8B70-EDD3F915847E}"/>
                  </a:ext>
                </a:extLst>
              </p:cNvPr>
              <p:cNvSpPr/>
              <p:nvPr/>
            </p:nvSpPr>
            <p:spPr>
              <a:xfrm>
                <a:off x="10268182" y="2730174"/>
                <a:ext cx="1006772" cy="357402"/>
              </a:xfrm>
              <a:prstGeom prst="rect">
                <a:avLst/>
              </a:prstGeom>
              <a:solidFill>
                <a:srgbClr val="00B0F0"/>
              </a:solidFill>
              <a:ln w="15875" cap="flat" cmpd="sng" algn="ctr">
                <a:solidFill>
                  <a:srgbClr val="000000"/>
                </a:solidFill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pPr algn="ctr" defTabSz="685708">
                  <a:defRPr/>
                </a:pPr>
                <a:r>
                  <a:rPr lang="en-US" altLang="zh-CN" sz="1422" kern="0" dirty="0">
                    <a:solidFill>
                      <a:srgbClr val="0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DR</a:t>
                </a:r>
                <a:endParaRPr lang="zh-CN" altLang="en-US" sz="1422" kern="0" dirty="0">
                  <a:solidFill>
                    <a:srgbClr val="000000"/>
                  </a:solidFill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78" name="等腰三角形 77">
                <a:extLst>
                  <a:ext uri="{FF2B5EF4-FFF2-40B4-BE49-F238E27FC236}">
                    <a16:creationId xmlns:a16="http://schemas.microsoft.com/office/drawing/2014/main" id="{7097D92D-3E27-4F96-AF12-4401E5EB0377}"/>
                  </a:ext>
                </a:extLst>
              </p:cNvPr>
              <p:cNvSpPr/>
              <p:nvPr/>
            </p:nvSpPr>
            <p:spPr>
              <a:xfrm rot="5400000">
                <a:off x="10256981" y="2861996"/>
                <a:ext cx="120623" cy="89292"/>
              </a:xfrm>
              <a:prstGeom prst="triangle">
                <a:avLst>
                  <a:gd name="adj" fmla="val 50001"/>
                </a:avLst>
              </a:prstGeom>
              <a:solidFill>
                <a:srgbClr val="00B0F0"/>
              </a:solidFill>
              <a:ln w="1587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685708">
                  <a:defRPr/>
                </a:pPr>
                <a:endParaRPr lang="zh-CN" altLang="en-US" sz="1422" kern="0">
                  <a:solidFill>
                    <a:srgbClr val="000000"/>
                  </a:solidFill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</p:grp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5C6463B0-5CF8-4E0E-B742-648AB8F863E7}"/>
              </a:ext>
            </a:extLst>
          </p:cNvPr>
          <p:cNvGrpSpPr>
            <a:grpSpLocks/>
          </p:cNvGrpSpPr>
          <p:nvPr/>
        </p:nvGrpSpPr>
        <p:grpSpPr bwMode="auto">
          <a:xfrm>
            <a:off x="3195638" y="2041525"/>
            <a:ext cx="1828800" cy="831850"/>
            <a:chOff x="4533353" y="1916060"/>
            <a:chExt cx="2570157" cy="1169403"/>
          </a:xfrm>
        </p:grpSpPr>
        <p:grpSp>
          <p:nvGrpSpPr>
            <p:cNvPr id="55381" name="组合 85">
              <a:extLst>
                <a:ext uri="{FF2B5EF4-FFF2-40B4-BE49-F238E27FC236}">
                  <a16:creationId xmlns:a16="http://schemas.microsoft.com/office/drawing/2014/main" id="{39417A85-42C3-46E3-90E5-CAE0C4E086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16616" y="1916060"/>
              <a:ext cx="332118" cy="823706"/>
              <a:chOff x="6712622" y="6465814"/>
              <a:chExt cx="267398" cy="663190"/>
            </a:xfrm>
          </p:grpSpPr>
          <p:cxnSp>
            <p:nvCxnSpPr>
              <p:cNvPr id="55390" name="直接连接符 94">
                <a:extLst>
                  <a:ext uri="{FF2B5EF4-FFF2-40B4-BE49-F238E27FC236}">
                    <a16:creationId xmlns:a16="http://schemas.microsoft.com/office/drawing/2014/main" id="{44392F9A-658D-49EA-AEF8-33F14C52712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6792187" y="6465814"/>
                <a:ext cx="0" cy="663190"/>
              </a:xfrm>
              <a:prstGeom prst="line">
                <a:avLst/>
              </a:prstGeom>
              <a:noFill/>
              <a:ln w="19050" algn="ctr">
                <a:solidFill>
                  <a:srgbClr val="232323"/>
                </a:solidFill>
                <a:round/>
                <a:headEnd/>
                <a:tailEnd/>
              </a:ln>
            </p:spPr>
          </p:cxnSp>
          <p:cxnSp>
            <p:nvCxnSpPr>
              <p:cNvPr id="55391" name="直接连接符 95">
                <a:extLst>
                  <a:ext uri="{FF2B5EF4-FFF2-40B4-BE49-F238E27FC236}">
                    <a16:creationId xmlns:a16="http://schemas.microsoft.com/office/drawing/2014/main" id="{AB0AE194-8474-45F9-BE92-8770EE110B7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6838660" y="6728475"/>
                <a:ext cx="141360" cy="0"/>
              </a:xfrm>
              <a:prstGeom prst="line">
                <a:avLst/>
              </a:prstGeom>
              <a:noFill/>
              <a:ln w="19050" algn="ctr">
                <a:solidFill>
                  <a:srgbClr val="232323"/>
                </a:solidFill>
                <a:round/>
                <a:headEnd/>
                <a:tailEnd/>
              </a:ln>
            </p:spPr>
          </p:cxnSp>
          <p:sp>
            <p:nvSpPr>
              <p:cNvPr id="97" name="等腰三角形 96">
                <a:extLst>
                  <a:ext uri="{FF2B5EF4-FFF2-40B4-BE49-F238E27FC236}">
                    <a16:creationId xmlns:a16="http://schemas.microsoft.com/office/drawing/2014/main" id="{950C4974-D934-498D-B29E-3476D360E615}"/>
                  </a:ext>
                </a:extLst>
              </p:cNvPr>
              <p:cNvSpPr/>
              <p:nvPr/>
            </p:nvSpPr>
            <p:spPr>
              <a:xfrm>
                <a:off x="6713245" y="6650884"/>
                <a:ext cx="159868" cy="149133"/>
              </a:xfrm>
              <a:prstGeom prst="triangle">
                <a:avLst/>
              </a:prstGeom>
              <a:solidFill>
                <a:srgbClr val="00B050"/>
              </a:solidFill>
              <a:ln w="19050" cap="flat" cmpd="sng" algn="ctr">
                <a:solidFill>
                  <a:srgbClr val="333333">
                    <a:shade val="50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000000"/>
                  </a:solidFill>
                  <a:latin typeface="Segoe UI Black" panose="020B0A02040204020203" pitchFamily="34" charset="0"/>
                  <a:ea typeface="微软雅黑"/>
                  <a:cs typeface="Segoe UI Black" panose="020B0A02040204020203" pitchFamily="34" charset="0"/>
                </a:endParaRPr>
              </a:p>
            </p:txBody>
          </p:sp>
        </p:grp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9CDB80BA-A73C-48F5-81D1-6181E86CFC0D}"/>
                </a:ext>
              </a:extLst>
            </p:cNvPr>
            <p:cNvSpPr txBox="1"/>
            <p:nvPr/>
          </p:nvSpPr>
          <p:spPr>
            <a:xfrm>
              <a:off x="6289180" y="2107985"/>
              <a:ext cx="814330" cy="34591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000" i="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 algn="r" defTabSz="685708">
                <a:defRPr/>
              </a:pPr>
              <a:r>
                <a:rPr lang="en-US" altLang="zh-CN" sz="995" kern="0" dirty="0" err="1">
                  <a:solidFill>
                    <a:srgbClr val="C0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PC</a:t>
              </a:r>
              <a:r>
                <a:rPr lang="en-US" altLang="zh-CN" sz="995" kern="0" dirty="0" err="1">
                  <a:solidFill>
                    <a:srgbClr val="C0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  <a:sym typeface="Wingdings" panose="05000000000000000000" pitchFamily="2" charset="2"/>
                </a:rPr>
                <a:t>Out</a:t>
              </a:r>
              <a:endParaRPr lang="zh-CN" altLang="en-US" sz="995" kern="0" dirty="0">
                <a:solidFill>
                  <a:srgbClr val="C00000"/>
                </a:solidFill>
                <a:latin typeface="Segoe UI Black" panose="020B0A02040204020203" pitchFamily="34" charset="0"/>
                <a:ea typeface="华文细黑" pitchFamily="2" charset="-122"/>
                <a:cs typeface="Segoe UI Black" panose="020B0A02040204020203" pitchFamily="34" charset="0"/>
              </a:endParaRPr>
            </a:p>
          </p:txBody>
        </p:sp>
        <p:cxnSp>
          <p:nvCxnSpPr>
            <p:cNvPr id="55383" name="直接连接符 87">
              <a:extLst>
                <a:ext uri="{FF2B5EF4-FFF2-40B4-BE49-F238E27FC236}">
                  <a16:creationId xmlns:a16="http://schemas.microsoft.com/office/drawing/2014/main" id="{600D798A-2E5B-4C71-815D-C3FA4D55181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15029" y="2580281"/>
              <a:ext cx="0" cy="210732"/>
            </a:xfrm>
            <a:prstGeom prst="line">
              <a:avLst/>
            </a:prstGeom>
            <a:noFill/>
            <a:ln w="19050" cap="sq" algn="ctr">
              <a:solidFill>
                <a:srgbClr val="32323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84" name="直接连接符 88">
              <a:extLst>
                <a:ext uri="{FF2B5EF4-FFF2-40B4-BE49-F238E27FC236}">
                  <a16:creationId xmlns:a16="http://schemas.microsoft.com/office/drawing/2014/main" id="{3FAC2022-58DA-458B-A6B7-23935B2AA17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39011" y="1944911"/>
              <a:ext cx="0" cy="776791"/>
            </a:xfrm>
            <a:prstGeom prst="line">
              <a:avLst/>
            </a:prstGeom>
            <a:noFill/>
            <a:ln w="19050" algn="ctr">
              <a:solidFill>
                <a:srgbClr val="323232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1F297891-35EC-4ED3-8728-2F5C13AD748B}"/>
                </a:ext>
              </a:extLst>
            </p:cNvPr>
            <p:cNvSpPr txBox="1"/>
            <p:nvPr/>
          </p:nvSpPr>
          <p:spPr>
            <a:xfrm>
              <a:off x="5280750" y="2328922"/>
              <a:ext cx="658157" cy="3459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000" i="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 algn="r" defTabSz="685708">
                <a:defRPr/>
              </a:pPr>
              <a:r>
                <a:rPr lang="en-US" altLang="zh-CN" sz="995" kern="0" dirty="0" err="1">
                  <a:solidFill>
                    <a:srgbClr val="C0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PCin</a:t>
              </a:r>
              <a:endParaRPr lang="zh-CN" altLang="en-US" sz="995" kern="0" dirty="0">
                <a:solidFill>
                  <a:srgbClr val="C00000"/>
                </a:solidFill>
                <a:latin typeface="Segoe UI Black" panose="020B0A02040204020203" pitchFamily="34" charset="0"/>
                <a:ea typeface="华文细黑" pitchFamily="2" charset="-122"/>
                <a:cs typeface="Segoe UI Black" panose="020B0A02040204020203" pitchFamily="34" charset="0"/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B32F3C8B-F04C-4F0B-980F-B50611E985D0}"/>
                </a:ext>
              </a:extLst>
            </p:cNvPr>
            <p:cNvSpPr/>
            <p:nvPr/>
          </p:nvSpPr>
          <p:spPr>
            <a:xfrm>
              <a:off x="5436923" y="2728393"/>
              <a:ext cx="1006199" cy="357070"/>
            </a:xfrm>
            <a:prstGeom prst="rect">
              <a:avLst/>
            </a:prstGeom>
            <a:solidFill>
              <a:srgbClr val="00B0F0"/>
            </a:solidFill>
            <a:ln w="15875" cap="flat" cmpd="sng" algn="ctr">
              <a:solidFill>
                <a:srgbClr val="000000"/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85708">
                <a:defRPr/>
              </a:pPr>
              <a:r>
                <a:rPr lang="en-US" altLang="zh-CN" sz="1422" kern="0" dirty="0">
                  <a:solidFill>
                    <a:srgbClr val="00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PC</a:t>
              </a:r>
              <a:endParaRPr lang="zh-CN" altLang="en-US" sz="1422" kern="0" dirty="0">
                <a:solidFill>
                  <a:srgbClr val="000000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cxnSp>
          <p:nvCxnSpPr>
            <p:cNvPr id="55387" name="直接连接符 91">
              <a:extLst>
                <a:ext uri="{FF2B5EF4-FFF2-40B4-BE49-F238E27FC236}">
                  <a16:creationId xmlns:a16="http://schemas.microsoft.com/office/drawing/2014/main" id="{1269253B-444F-44DE-9556-73B6E4E05DC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46644" y="2901432"/>
              <a:ext cx="389360" cy="0"/>
            </a:xfrm>
            <a:prstGeom prst="line">
              <a:avLst/>
            </a:prstGeom>
            <a:noFill/>
            <a:ln w="19050" cap="sq" algn="ctr">
              <a:solidFill>
                <a:srgbClr val="00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0D1856A1-6C71-43E4-B2EF-15FDAFA6A73B}"/>
                </a:ext>
              </a:extLst>
            </p:cNvPr>
            <p:cNvSpPr txBox="1"/>
            <p:nvPr/>
          </p:nvSpPr>
          <p:spPr>
            <a:xfrm>
              <a:off x="4533353" y="2739553"/>
              <a:ext cx="593456" cy="3459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000" i="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 algn="r" defTabSz="685708">
                <a:defRPr/>
              </a:pPr>
              <a:r>
                <a:rPr lang="en-US" altLang="zh-CN" sz="995" kern="0" dirty="0">
                  <a:solidFill>
                    <a:srgbClr val="0000FF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CLK</a:t>
              </a:r>
              <a:endParaRPr lang="zh-CN" altLang="en-US" sz="995" kern="0" dirty="0">
                <a:solidFill>
                  <a:srgbClr val="0000FF"/>
                </a:solidFill>
                <a:latin typeface="Segoe UI Black" panose="020B0A02040204020203" pitchFamily="34" charset="0"/>
                <a:ea typeface="华文细黑" pitchFamily="2" charset="-122"/>
                <a:cs typeface="Segoe UI Black" panose="020B0A02040204020203" pitchFamily="34" charset="0"/>
              </a:endParaRPr>
            </a:p>
          </p:txBody>
        </p:sp>
        <p:sp>
          <p:nvSpPr>
            <p:cNvPr id="94" name="等腰三角形 93">
              <a:extLst>
                <a:ext uri="{FF2B5EF4-FFF2-40B4-BE49-F238E27FC236}">
                  <a16:creationId xmlns:a16="http://schemas.microsoft.com/office/drawing/2014/main" id="{D13BA51D-2E49-4DE2-800D-550F258F806A}"/>
                </a:ext>
              </a:extLst>
            </p:cNvPr>
            <p:cNvSpPr/>
            <p:nvPr/>
          </p:nvSpPr>
          <p:spPr>
            <a:xfrm rot="5400000">
              <a:off x="5420172" y="2861193"/>
              <a:ext cx="122743" cy="89242"/>
            </a:xfrm>
            <a:prstGeom prst="triangle">
              <a:avLst>
                <a:gd name="adj" fmla="val 50001"/>
              </a:avLst>
            </a:prstGeom>
            <a:solidFill>
              <a:srgbClr val="00B0F0"/>
            </a:solidFill>
            <a:ln w="158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685708">
                <a:defRPr/>
              </a:pPr>
              <a:endParaRPr lang="zh-CN" altLang="en-US" sz="1422" kern="0">
                <a:solidFill>
                  <a:srgbClr val="000000"/>
                </a:solidFill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F9B179CD-D061-4FCB-B1F2-F053D6F03CEB}"/>
              </a:ext>
            </a:extLst>
          </p:cNvPr>
          <p:cNvGrpSpPr>
            <a:grpSpLocks/>
          </p:cNvGrpSpPr>
          <p:nvPr/>
        </p:nvGrpSpPr>
        <p:grpSpPr bwMode="auto">
          <a:xfrm>
            <a:off x="879475" y="1984375"/>
            <a:ext cx="2970213" cy="2482850"/>
            <a:chOff x="1274687" y="1835607"/>
            <a:chExt cx="4177458" cy="3490405"/>
          </a:xfrm>
        </p:grpSpPr>
        <p:grpSp>
          <p:nvGrpSpPr>
            <p:cNvPr id="55350" name="组合 98">
              <a:extLst>
                <a:ext uri="{FF2B5EF4-FFF2-40B4-BE49-F238E27FC236}">
                  <a16:creationId xmlns:a16="http://schemas.microsoft.com/office/drawing/2014/main" id="{5CF7528D-1ADF-45DE-975F-9C32FD3B52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4687" y="1835607"/>
              <a:ext cx="3783058" cy="3490405"/>
              <a:chOff x="1274687" y="1835607"/>
              <a:chExt cx="3783058" cy="3490405"/>
            </a:xfrm>
          </p:grpSpPr>
          <p:cxnSp>
            <p:nvCxnSpPr>
              <p:cNvPr id="55353" name="直接连接符 101">
                <a:extLst>
                  <a:ext uri="{FF2B5EF4-FFF2-40B4-BE49-F238E27FC236}">
                    <a16:creationId xmlns:a16="http://schemas.microsoft.com/office/drawing/2014/main" id="{71C7EAFC-58B1-4FF5-8FFB-5BAD6BFA0B7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827721" y="4190462"/>
                <a:ext cx="164390" cy="0"/>
              </a:xfrm>
              <a:prstGeom prst="line">
                <a:avLst/>
              </a:prstGeom>
              <a:noFill/>
              <a:ln w="19050" cap="sq" algn="ctr">
                <a:solidFill>
                  <a:srgbClr val="32323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354" name="直接连接符 102">
                <a:extLst>
                  <a:ext uri="{FF2B5EF4-FFF2-40B4-BE49-F238E27FC236}">
                    <a16:creationId xmlns:a16="http://schemas.microsoft.com/office/drawing/2014/main" id="{DCC8273D-DCA7-44EC-B34D-F93B570D031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891605" y="4201338"/>
                <a:ext cx="393809" cy="0"/>
              </a:xfrm>
              <a:prstGeom prst="line">
                <a:avLst/>
              </a:prstGeom>
              <a:noFill/>
              <a:ln w="19050" algn="ctr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55355" name="组合 103">
                <a:extLst>
                  <a:ext uri="{FF2B5EF4-FFF2-40B4-BE49-F238E27FC236}">
                    <a16:creationId xmlns:a16="http://schemas.microsoft.com/office/drawing/2014/main" id="{BE13921A-287B-4C88-81AD-4CDE7E5A17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45293" y="1835607"/>
                <a:ext cx="332118" cy="1275610"/>
                <a:chOff x="6712622" y="6381329"/>
                <a:chExt cx="267398" cy="1027032"/>
              </a:xfrm>
            </p:grpSpPr>
            <p:cxnSp>
              <p:nvCxnSpPr>
                <p:cNvPr id="55378" name="直接连接符 126">
                  <a:extLst>
                    <a:ext uri="{FF2B5EF4-FFF2-40B4-BE49-F238E27FC236}">
                      <a16:creationId xmlns:a16="http://schemas.microsoft.com/office/drawing/2014/main" id="{F59064D3-BC7B-46F2-A7C5-109BF4AE601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6792188" y="6381329"/>
                  <a:ext cx="0" cy="1027032"/>
                </a:xfrm>
                <a:prstGeom prst="line">
                  <a:avLst/>
                </a:prstGeom>
                <a:noFill/>
                <a:ln w="19050" algn="ctr">
                  <a:solidFill>
                    <a:srgbClr val="232323"/>
                  </a:solidFill>
                  <a:round/>
                  <a:headEnd/>
                  <a:tailEnd/>
                </a:ln>
              </p:spPr>
            </p:cxnSp>
            <p:cxnSp>
              <p:nvCxnSpPr>
                <p:cNvPr id="55379" name="直接连接符 127">
                  <a:extLst>
                    <a:ext uri="{FF2B5EF4-FFF2-40B4-BE49-F238E27FC236}">
                      <a16:creationId xmlns:a16="http://schemas.microsoft.com/office/drawing/2014/main" id="{665DB894-2702-4127-A5FA-05C9588C31A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6838660" y="6728475"/>
                  <a:ext cx="141360" cy="0"/>
                </a:xfrm>
                <a:prstGeom prst="line">
                  <a:avLst/>
                </a:prstGeom>
                <a:noFill/>
                <a:ln w="19050" algn="ctr">
                  <a:solidFill>
                    <a:srgbClr val="232323"/>
                  </a:solidFill>
                  <a:round/>
                  <a:headEnd/>
                  <a:tailEnd/>
                </a:ln>
              </p:spPr>
            </p:cxnSp>
            <p:sp>
              <p:nvSpPr>
                <p:cNvPr id="129" name="等腰三角形 128">
                  <a:extLst>
                    <a:ext uri="{FF2B5EF4-FFF2-40B4-BE49-F238E27FC236}">
                      <a16:creationId xmlns:a16="http://schemas.microsoft.com/office/drawing/2014/main" id="{634D5EB5-02AC-4755-9583-B6C092386742}"/>
                    </a:ext>
                  </a:extLst>
                </p:cNvPr>
                <p:cNvSpPr/>
                <p:nvPr/>
              </p:nvSpPr>
              <p:spPr>
                <a:xfrm>
                  <a:off x="6712422" y="6652650"/>
                  <a:ext cx="159991" cy="147339"/>
                </a:xfrm>
                <a:prstGeom prst="triangle">
                  <a:avLst/>
                </a:prstGeom>
                <a:solidFill>
                  <a:srgbClr val="00B050"/>
                </a:solidFill>
                <a:ln w="19050" cap="flat" cmpd="sng" algn="ctr">
                  <a:solidFill>
                    <a:srgbClr val="333333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000000"/>
                    </a:solidFill>
                    <a:latin typeface="Segoe UI Black" panose="020B0A02040204020203" pitchFamily="34" charset="0"/>
                    <a:ea typeface="微软雅黑"/>
                    <a:cs typeface="Segoe UI Black" panose="020B0A02040204020203" pitchFamily="34" charset="0"/>
                  </a:endParaRPr>
                </a:p>
              </p:txBody>
            </p:sp>
          </p:grpSp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31C56DB3-7815-41A0-93F5-F36236A61179}"/>
                  </a:ext>
                </a:extLst>
              </p:cNvPr>
              <p:cNvSpPr txBox="1"/>
              <p:nvPr/>
            </p:nvSpPr>
            <p:spPr>
              <a:xfrm>
                <a:off x="4132594" y="2121267"/>
                <a:ext cx="924354" cy="34368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defRPr sz="1000" i="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r" defTabSz="685708">
                  <a:defRPr/>
                </a:pPr>
                <a:r>
                  <a:rPr lang="en-US" altLang="zh-CN" sz="995" kern="0" dirty="0" err="1">
                    <a:solidFill>
                      <a:srgbClr val="C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ALUout</a:t>
                </a:r>
                <a:endParaRPr lang="zh-CN" altLang="en-US" sz="995" kern="0" dirty="0">
                  <a:solidFill>
                    <a:srgbClr val="C00000"/>
                  </a:solidFill>
                  <a:latin typeface="Segoe UI Black" panose="020B0A02040204020203" pitchFamily="34" charset="0"/>
                  <a:ea typeface="华文细黑" pitchFamily="2" charset="-122"/>
                  <a:cs typeface="Segoe UI Black" panose="020B0A02040204020203" pitchFamily="34" charset="0"/>
                </a:endParaRPr>
              </a:p>
            </p:txBody>
          </p:sp>
          <p:grpSp>
            <p:nvGrpSpPr>
              <p:cNvPr id="55357" name="组合 105">
                <a:extLst>
                  <a:ext uri="{FF2B5EF4-FFF2-40B4-BE49-F238E27FC236}">
                    <a16:creationId xmlns:a16="http://schemas.microsoft.com/office/drawing/2014/main" id="{193D3E48-F026-444D-81A9-CD1F744B88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13820" y="4614951"/>
                <a:ext cx="318672" cy="711061"/>
                <a:chOff x="6615180" y="6345913"/>
                <a:chExt cx="256573" cy="572497"/>
              </a:xfrm>
            </p:grpSpPr>
            <p:cxnSp>
              <p:nvCxnSpPr>
                <p:cNvPr id="55375" name="直接连接符 123">
                  <a:extLst>
                    <a:ext uri="{FF2B5EF4-FFF2-40B4-BE49-F238E27FC236}">
                      <a16:creationId xmlns:a16="http://schemas.microsoft.com/office/drawing/2014/main" id="{22634F90-4CF6-4DA4-8BDC-D18ACCE9444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6792188" y="6345913"/>
                  <a:ext cx="0" cy="572497"/>
                </a:xfrm>
                <a:prstGeom prst="line">
                  <a:avLst/>
                </a:prstGeom>
                <a:noFill/>
                <a:ln w="19050" cap="sq" algn="ctr">
                  <a:solidFill>
                    <a:srgbClr val="232323"/>
                  </a:solidFill>
                  <a:round/>
                  <a:headEnd type="oval" w="med" len="med"/>
                  <a:tailEnd/>
                </a:ln>
              </p:spPr>
            </p:cxnSp>
            <p:cxnSp>
              <p:nvCxnSpPr>
                <p:cNvPr id="55376" name="直接连接符 124">
                  <a:extLst>
                    <a:ext uri="{FF2B5EF4-FFF2-40B4-BE49-F238E27FC236}">
                      <a16:creationId xmlns:a16="http://schemas.microsoft.com/office/drawing/2014/main" id="{E3DD8907-87E3-4106-8C22-2F926FEF064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6615180" y="6607081"/>
                  <a:ext cx="141360" cy="0"/>
                </a:xfrm>
                <a:prstGeom prst="line">
                  <a:avLst/>
                </a:prstGeom>
                <a:noFill/>
                <a:ln w="19050" algn="ctr">
                  <a:solidFill>
                    <a:srgbClr val="232323"/>
                  </a:solidFill>
                  <a:round/>
                  <a:headEnd/>
                  <a:tailEnd/>
                </a:ln>
              </p:spPr>
            </p:cxnSp>
            <p:sp>
              <p:nvSpPr>
                <p:cNvPr id="126" name="等腰三角形 125">
                  <a:extLst>
                    <a:ext uri="{FF2B5EF4-FFF2-40B4-BE49-F238E27FC236}">
                      <a16:creationId xmlns:a16="http://schemas.microsoft.com/office/drawing/2014/main" id="{FBD1594D-7002-4D95-8A99-D85275BDF2F5}"/>
                    </a:ext>
                  </a:extLst>
                </p:cNvPr>
                <p:cNvSpPr/>
                <p:nvPr/>
              </p:nvSpPr>
              <p:spPr>
                <a:xfrm>
                  <a:off x="6712284" y="6533890"/>
                  <a:ext cx="159990" cy="149137"/>
                </a:xfrm>
                <a:prstGeom prst="triangle">
                  <a:avLst/>
                </a:prstGeom>
                <a:solidFill>
                  <a:srgbClr val="00B050"/>
                </a:solidFill>
                <a:ln w="19050" cap="flat" cmpd="sng" algn="ctr">
                  <a:solidFill>
                    <a:srgbClr val="333333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000000"/>
                    </a:solidFill>
                    <a:latin typeface="Segoe UI Black" panose="020B0A02040204020203" pitchFamily="34" charset="0"/>
                    <a:ea typeface="微软雅黑"/>
                    <a:cs typeface="Segoe UI Black" panose="020B0A02040204020203" pitchFamily="34" charset="0"/>
                  </a:endParaRPr>
                </a:p>
              </p:txBody>
            </p:sp>
          </p:grpSp>
          <p:grpSp>
            <p:nvGrpSpPr>
              <p:cNvPr id="55358" name="组合 106">
                <a:extLst>
                  <a:ext uri="{FF2B5EF4-FFF2-40B4-BE49-F238E27FC236}">
                    <a16:creationId xmlns:a16="http://schemas.microsoft.com/office/drawing/2014/main" id="{AA2028F8-47E5-4B8B-BC24-DDFFDEA705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>
                <a:off x="2961003" y="4617332"/>
                <a:ext cx="318672" cy="708680"/>
                <a:chOff x="6615180" y="6432369"/>
                <a:chExt cx="256573" cy="570579"/>
              </a:xfrm>
            </p:grpSpPr>
            <p:cxnSp>
              <p:nvCxnSpPr>
                <p:cNvPr id="55372" name="直接连接符 120">
                  <a:extLst>
                    <a:ext uri="{FF2B5EF4-FFF2-40B4-BE49-F238E27FC236}">
                      <a16:creationId xmlns:a16="http://schemas.microsoft.com/office/drawing/2014/main" id="{65B2B28A-72E1-4736-A283-0CCD7DA3CF2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6792188" y="6432369"/>
                  <a:ext cx="0" cy="570579"/>
                </a:xfrm>
                <a:prstGeom prst="line">
                  <a:avLst/>
                </a:prstGeom>
                <a:noFill/>
                <a:ln w="19050" cap="sq" algn="ctr">
                  <a:solidFill>
                    <a:srgbClr val="232323"/>
                  </a:solidFill>
                  <a:round/>
                  <a:headEnd/>
                  <a:tailEnd/>
                </a:ln>
              </p:spPr>
            </p:cxnSp>
            <p:cxnSp>
              <p:nvCxnSpPr>
                <p:cNvPr id="55373" name="直接连接符 121">
                  <a:extLst>
                    <a:ext uri="{FF2B5EF4-FFF2-40B4-BE49-F238E27FC236}">
                      <a16:creationId xmlns:a16="http://schemas.microsoft.com/office/drawing/2014/main" id="{521B8BC5-64F2-4841-BE8C-CC3A3BF716F7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6615180" y="6728475"/>
                  <a:ext cx="141360" cy="0"/>
                </a:xfrm>
                <a:prstGeom prst="line">
                  <a:avLst/>
                </a:prstGeom>
                <a:noFill/>
                <a:ln w="19050" algn="ctr">
                  <a:solidFill>
                    <a:srgbClr val="232323"/>
                  </a:solidFill>
                  <a:round/>
                  <a:headEnd/>
                  <a:tailEnd/>
                </a:ln>
              </p:spPr>
            </p:cxnSp>
            <p:sp>
              <p:nvSpPr>
                <p:cNvPr id="123" name="等腰三角形 122">
                  <a:extLst>
                    <a:ext uri="{FF2B5EF4-FFF2-40B4-BE49-F238E27FC236}">
                      <a16:creationId xmlns:a16="http://schemas.microsoft.com/office/drawing/2014/main" id="{8FE48AB5-A13F-4601-A867-A7090A825AC9}"/>
                    </a:ext>
                  </a:extLst>
                </p:cNvPr>
                <p:cNvSpPr/>
                <p:nvPr/>
              </p:nvSpPr>
              <p:spPr>
                <a:xfrm>
                  <a:off x="6714040" y="6653378"/>
                  <a:ext cx="159991" cy="149137"/>
                </a:xfrm>
                <a:prstGeom prst="triangle">
                  <a:avLst/>
                </a:prstGeom>
                <a:solidFill>
                  <a:srgbClr val="00B050"/>
                </a:solidFill>
                <a:ln w="19050" cap="flat" cmpd="sng" algn="ctr">
                  <a:solidFill>
                    <a:srgbClr val="333333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000000"/>
                    </a:solidFill>
                    <a:latin typeface="Segoe UI Black" panose="020B0A02040204020203" pitchFamily="34" charset="0"/>
                    <a:ea typeface="微软雅黑"/>
                    <a:cs typeface="Segoe UI Black" panose="020B0A02040204020203" pitchFamily="34" charset="0"/>
                  </a:endParaRPr>
                </a:p>
              </p:txBody>
            </p:sp>
          </p:grpSp>
          <p:cxnSp>
            <p:nvCxnSpPr>
              <p:cNvPr id="108" name="直接连接符 107">
                <a:extLst>
                  <a:ext uri="{FF2B5EF4-FFF2-40B4-BE49-F238E27FC236}">
                    <a16:creationId xmlns:a16="http://schemas.microsoft.com/office/drawing/2014/main" id="{FE61C1B3-C547-4FCC-BAA5-394FDCD95CA7}"/>
                  </a:ext>
                </a:extLst>
              </p:cNvPr>
              <p:cNvCxnSpPr/>
              <p:nvPr/>
            </p:nvCxnSpPr>
            <p:spPr>
              <a:xfrm>
                <a:off x="3471703" y="3732566"/>
                <a:ext cx="0" cy="874833"/>
              </a:xfrm>
              <a:prstGeom prst="line">
                <a:avLst/>
              </a:prstGeom>
              <a:noFill/>
              <a:ln w="57150" cap="sq" cmpd="sng" algn="ctr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  <a:miter lim="800000"/>
                <a:headEnd type="triangle" w="med" len="med"/>
                <a:tailEnd w="lg" len="lg"/>
              </a:ln>
              <a:effectLst/>
            </p:spPr>
          </p:cxnSp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6F72D8A8-DCE4-436A-A2B9-5F994E04B0C3}"/>
                  </a:ext>
                </a:extLst>
              </p:cNvPr>
              <p:cNvCxnSpPr/>
              <p:nvPr/>
            </p:nvCxnSpPr>
            <p:spPr>
              <a:xfrm>
                <a:off x="4601470" y="3732566"/>
                <a:ext cx="0" cy="874833"/>
              </a:xfrm>
              <a:prstGeom prst="line">
                <a:avLst/>
              </a:prstGeom>
              <a:noFill/>
              <a:ln w="57150" cap="sq" cmpd="sng" algn="ctr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  <a:miter lim="800000"/>
                <a:headEnd type="triangle" w="med" len="med"/>
                <a:tailEnd w="lg" len="lg"/>
              </a:ln>
              <a:effectLst/>
            </p:spPr>
          </p:cxnSp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4A951E1E-DD94-4679-8A60-2E2E6698767C}"/>
                  </a:ext>
                </a:extLst>
              </p:cNvPr>
              <p:cNvCxnSpPr/>
              <p:nvPr/>
            </p:nvCxnSpPr>
            <p:spPr>
              <a:xfrm>
                <a:off x="3471703" y="4614095"/>
                <a:ext cx="1129767" cy="0"/>
              </a:xfrm>
              <a:prstGeom prst="line">
                <a:avLst/>
              </a:prstGeom>
              <a:noFill/>
              <a:ln w="57150" cap="sq" cmpd="sng" algn="ctr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  <a:miter lim="800000"/>
                <a:headEnd w="lg" len="lg"/>
                <a:tailEnd w="lg" len="lg"/>
              </a:ln>
              <a:effectLst/>
            </p:spPr>
          </p:cxnSp>
          <p:cxnSp>
            <p:nvCxnSpPr>
              <p:cNvPr id="111" name="直接连接符 110">
                <a:extLst>
                  <a:ext uri="{FF2B5EF4-FFF2-40B4-BE49-F238E27FC236}">
                    <a16:creationId xmlns:a16="http://schemas.microsoft.com/office/drawing/2014/main" id="{57C3F71D-15CB-4882-9FFF-E4ACC392E705}"/>
                  </a:ext>
                </a:extLst>
              </p:cNvPr>
              <p:cNvCxnSpPr/>
              <p:nvPr/>
            </p:nvCxnSpPr>
            <p:spPr>
              <a:xfrm>
                <a:off x="2732667" y="4614095"/>
                <a:ext cx="1350807" cy="0"/>
              </a:xfrm>
              <a:prstGeom prst="line">
                <a:avLst/>
              </a:prstGeom>
              <a:noFill/>
              <a:ln w="57150" cap="flat" cmpd="sng" algn="ctr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  <a:effectLst/>
            </p:spPr>
          </p:cxnSp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94A940FE-A8E0-46F9-881B-DC8B9F601B9D}"/>
                  </a:ext>
                </a:extLst>
              </p:cNvPr>
              <p:cNvSpPr/>
              <p:nvPr/>
            </p:nvSpPr>
            <p:spPr>
              <a:xfrm>
                <a:off x="3072044" y="4051702"/>
                <a:ext cx="750201" cy="314671"/>
              </a:xfrm>
              <a:prstGeom prst="rect">
                <a:avLst/>
              </a:prstGeom>
              <a:solidFill>
                <a:srgbClr val="FFFF00"/>
              </a:solidFill>
              <a:ln w="15875" cap="flat" cmpd="sng" algn="ctr">
                <a:solidFill>
                  <a:srgbClr val="000000"/>
                </a:solidFill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pPr algn="ctr" defTabSz="685708">
                  <a:defRPr/>
                </a:pPr>
                <a:r>
                  <a:rPr lang="en-US" altLang="zh-CN" sz="1422" kern="0" dirty="0">
                    <a:solidFill>
                      <a:srgbClr val="0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LA</a:t>
                </a:r>
                <a:endParaRPr lang="zh-CN" altLang="en-US" sz="1422" kern="0" dirty="0">
                  <a:solidFill>
                    <a:srgbClr val="000000"/>
                  </a:solidFill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26EEE618-CC0A-4EBD-A4A2-2AD209539ADC}"/>
                  </a:ext>
                </a:extLst>
              </p:cNvPr>
              <p:cNvSpPr txBox="1"/>
              <p:nvPr/>
            </p:nvSpPr>
            <p:spPr>
              <a:xfrm>
                <a:off x="2199041" y="3190260"/>
                <a:ext cx="955613" cy="34591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defRPr sz="1000" i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r" defTabSz="685708">
                  <a:defRPr/>
                </a:pPr>
                <a:r>
                  <a:rPr lang="en-US" altLang="zh-CN" sz="995" kern="0" dirty="0">
                    <a:solidFill>
                      <a:srgbClr val="C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ALU</a:t>
                </a:r>
                <a:r>
                  <a:rPr lang="en-US" altLang="zh-CN" sz="995" kern="0" dirty="0">
                    <a:solidFill>
                      <a:srgbClr val="C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  <a:sym typeface="Wingdings" panose="05000000000000000000" pitchFamily="2" charset="2"/>
                  </a:rPr>
                  <a:t>_OP</a:t>
                </a:r>
                <a:endParaRPr lang="zh-CN" altLang="en-US" sz="995" kern="0" dirty="0">
                  <a:solidFill>
                    <a:srgbClr val="C00000"/>
                  </a:solidFill>
                  <a:latin typeface="Segoe UI Black" panose="020B0A02040204020203" pitchFamily="34" charset="0"/>
                  <a:ea typeface="华文细黑" pitchFamily="2" charset="-122"/>
                  <a:cs typeface="Segoe UI Black" panose="020B0A02040204020203" pitchFamily="34" charset="0"/>
                </a:endParaRPr>
              </a:p>
            </p:txBody>
          </p:sp>
          <p:cxnSp>
            <p:nvCxnSpPr>
              <p:cNvPr id="55365" name="直接连接符 113">
                <a:extLst>
                  <a:ext uri="{FF2B5EF4-FFF2-40B4-BE49-F238E27FC236}">
                    <a16:creationId xmlns:a16="http://schemas.microsoft.com/office/drawing/2014/main" id="{0906FE6D-DA68-494B-AC8B-F74565B5D72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98437" y="3351980"/>
                <a:ext cx="393809" cy="0"/>
              </a:xfrm>
              <a:prstGeom prst="line">
                <a:avLst/>
              </a:prstGeom>
              <a:noFill/>
              <a:ln w="19050" algn="ctr">
                <a:solidFill>
                  <a:srgbClr val="32323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366" name="直接连接符 114">
                <a:extLst>
                  <a:ext uri="{FF2B5EF4-FFF2-40B4-BE49-F238E27FC236}">
                    <a16:creationId xmlns:a16="http://schemas.microsoft.com/office/drawing/2014/main" id="{689824F2-E173-4823-8878-A7F994D93C5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120183" y="5326011"/>
                <a:ext cx="930485" cy="0"/>
              </a:xfrm>
              <a:prstGeom prst="line">
                <a:avLst/>
              </a:prstGeom>
              <a:noFill/>
              <a:ln w="19050" cap="sq" algn="ctr">
                <a:solidFill>
                  <a:srgbClr val="32323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16" name="等腰三角形 115">
                <a:extLst>
                  <a:ext uri="{FF2B5EF4-FFF2-40B4-BE49-F238E27FC236}">
                    <a16:creationId xmlns:a16="http://schemas.microsoft.com/office/drawing/2014/main" id="{484E0F8F-27BA-4EA7-99FE-C02EBDCE8482}"/>
                  </a:ext>
                </a:extLst>
              </p:cNvPr>
              <p:cNvSpPr/>
              <p:nvPr/>
            </p:nvSpPr>
            <p:spPr>
              <a:xfrm rot="5400000">
                <a:off x="3057559" y="4153225"/>
                <a:ext cx="122744" cy="89310"/>
              </a:xfrm>
              <a:prstGeom prst="triangle">
                <a:avLst>
                  <a:gd name="adj" fmla="val 50001"/>
                </a:avLst>
              </a:prstGeom>
              <a:solidFill>
                <a:srgbClr val="FFFF00"/>
              </a:solidFill>
              <a:ln w="1587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685708">
                  <a:defRPr/>
                </a:pPr>
                <a:endParaRPr lang="zh-CN" altLang="en-US" sz="1422" kern="0">
                  <a:solidFill>
                    <a:srgbClr val="000000"/>
                  </a:solidFill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A1E461EC-9F3E-4724-A8CC-496984F63C1F}"/>
                  </a:ext>
                </a:extLst>
              </p:cNvPr>
              <p:cNvSpPr txBox="1"/>
              <p:nvPr/>
            </p:nvSpPr>
            <p:spPr>
              <a:xfrm>
                <a:off x="3851269" y="4033849"/>
                <a:ext cx="725641" cy="34368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defRPr sz="1000" i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r" defTabSz="685708">
                  <a:defRPr/>
                </a:pPr>
                <a:r>
                  <a:rPr lang="en-US" altLang="zh-CN" sz="995" kern="0" dirty="0">
                    <a:solidFill>
                      <a:srgbClr val="C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LDLA</a:t>
                </a:r>
                <a:endParaRPr lang="zh-CN" altLang="en-US" sz="995" kern="0" dirty="0">
                  <a:solidFill>
                    <a:srgbClr val="C00000"/>
                  </a:solidFill>
                  <a:latin typeface="Segoe UI Black" panose="020B0A02040204020203" pitchFamily="34" charset="0"/>
                  <a:ea typeface="华文细黑" pitchFamily="2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18" name="任意多边形 117">
                <a:extLst>
                  <a:ext uri="{FF2B5EF4-FFF2-40B4-BE49-F238E27FC236}">
                    <a16:creationId xmlns:a16="http://schemas.microsoft.com/office/drawing/2014/main" id="{42F049E9-98C3-420B-80D9-FC83DF3809EA}"/>
                  </a:ext>
                </a:extLst>
              </p:cNvPr>
              <p:cNvSpPr/>
              <p:nvPr/>
            </p:nvSpPr>
            <p:spPr>
              <a:xfrm>
                <a:off x="3098836" y="3103222"/>
                <a:ext cx="1900061" cy="638271"/>
              </a:xfrm>
              <a:custGeom>
                <a:avLst/>
                <a:gdLst>
                  <a:gd name="connsiteX0" fmla="*/ 511175 w 1530350"/>
                  <a:gd name="connsiteY0" fmla="*/ 3175 h 514350"/>
                  <a:gd name="connsiteX1" fmla="*/ 0 w 1530350"/>
                  <a:gd name="connsiteY1" fmla="*/ 514350 h 514350"/>
                  <a:gd name="connsiteX2" fmla="*/ 615950 w 1530350"/>
                  <a:gd name="connsiteY2" fmla="*/ 514350 h 514350"/>
                  <a:gd name="connsiteX3" fmla="*/ 765175 w 1530350"/>
                  <a:gd name="connsiteY3" fmla="*/ 365125 h 514350"/>
                  <a:gd name="connsiteX4" fmla="*/ 908050 w 1530350"/>
                  <a:gd name="connsiteY4" fmla="*/ 508000 h 514350"/>
                  <a:gd name="connsiteX5" fmla="*/ 1530350 w 1530350"/>
                  <a:gd name="connsiteY5" fmla="*/ 508000 h 514350"/>
                  <a:gd name="connsiteX6" fmla="*/ 1022350 w 1530350"/>
                  <a:gd name="connsiteY6" fmla="*/ 0 h 514350"/>
                  <a:gd name="connsiteX7" fmla="*/ 511175 w 1530350"/>
                  <a:gd name="connsiteY7" fmla="*/ 3175 h 514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30350" h="514350">
                    <a:moveTo>
                      <a:pt x="511175" y="3175"/>
                    </a:moveTo>
                    <a:lnTo>
                      <a:pt x="0" y="514350"/>
                    </a:lnTo>
                    <a:lnTo>
                      <a:pt x="615950" y="514350"/>
                    </a:lnTo>
                    <a:lnTo>
                      <a:pt x="765175" y="365125"/>
                    </a:lnTo>
                    <a:lnTo>
                      <a:pt x="908050" y="508000"/>
                    </a:lnTo>
                    <a:lnTo>
                      <a:pt x="1530350" y="508000"/>
                    </a:lnTo>
                    <a:lnTo>
                      <a:pt x="1022350" y="0"/>
                    </a:lnTo>
                    <a:lnTo>
                      <a:pt x="511175" y="3175"/>
                    </a:lnTo>
                    <a:close/>
                  </a:path>
                </a:pathLst>
              </a:custGeom>
              <a:solidFill>
                <a:srgbClr val="ED7D31"/>
              </a:solidFill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685708">
                  <a:defRPr/>
                </a:pPr>
                <a:r>
                  <a:rPr lang="en-US" altLang="zh-CN" sz="1280" kern="0" dirty="0">
                    <a:solidFill>
                      <a:srgbClr val="FFFFFF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ALU</a:t>
                </a:r>
                <a:endParaRPr lang="zh-CN" altLang="en-US" sz="1280" kern="0" dirty="0">
                  <a:solidFill>
                    <a:srgbClr val="FFFFFF"/>
                  </a:solidFill>
                  <a:latin typeface="Segoe UI Black" panose="020B0A02040204020203" pitchFamily="34" charset="0"/>
                  <a:ea typeface="微软雅黑"/>
                  <a:cs typeface="Segoe UI Black" panose="020B0A02040204020203" pitchFamily="34" charset="0"/>
                </a:endParaRPr>
              </a:p>
            </p:txBody>
          </p:sp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7C4A9E15-5EEF-48AD-A092-675798C40038}"/>
                  </a:ext>
                </a:extLst>
              </p:cNvPr>
              <p:cNvSpPr txBox="1"/>
              <p:nvPr/>
            </p:nvSpPr>
            <p:spPr>
              <a:xfrm>
                <a:off x="2364264" y="4042776"/>
                <a:ext cx="593909" cy="34591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defRPr sz="1000" i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r" defTabSz="685708">
                  <a:defRPr/>
                </a:pPr>
                <a:r>
                  <a:rPr lang="en-US" altLang="zh-CN" sz="995" kern="0" dirty="0">
                    <a:solidFill>
                      <a:schemeClr val="accent5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CLK</a:t>
                </a:r>
                <a:endParaRPr lang="zh-CN" altLang="en-US" sz="995" kern="0" dirty="0">
                  <a:solidFill>
                    <a:schemeClr val="accent5"/>
                  </a:solidFill>
                  <a:latin typeface="Segoe UI Black" panose="020B0A02040204020203" pitchFamily="34" charset="0"/>
                  <a:ea typeface="华文细黑" pitchFamily="2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65D7E449-E580-4406-AD12-4133FA458AA3}"/>
                  </a:ext>
                </a:extLst>
              </p:cNvPr>
              <p:cNvSpPr txBox="1"/>
              <p:nvPr/>
            </p:nvSpPr>
            <p:spPr>
              <a:xfrm>
                <a:off x="1274687" y="4803790"/>
                <a:ext cx="1254800" cy="34591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defRPr sz="1000" i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r" defTabSz="685708">
                  <a:defRPr/>
                </a:pPr>
                <a:r>
                  <a:rPr lang="en-US" altLang="zh-CN" sz="995" kern="0" dirty="0">
                    <a:solidFill>
                      <a:srgbClr val="C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bus1</a:t>
                </a:r>
                <a:r>
                  <a:rPr lang="en-US" altLang="zh-CN" sz="995" kern="0" dirty="0">
                    <a:solidFill>
                      <a:srgbClr val="C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  <a:sym typeface="Wingdings" panose="05000000000000000000" pitchFamily="2" charset="2"/>
                  </a:rPr>
                  <a:t>bus2</a:t>
                </a:r>
                <a:endParaRPr lang="zh-CN" altLang="en-US" sz="995" kern="0" dirty="0">
                  <a:solidFill>
                    <a:srgbClr val="C00000"/>
                  </a:solidFill>
                  <a:latin typeface="Segoe UI Black" panose="020B0A02040204020203" pitchFamily="34" charset="0"/>
                  <a:ea typeface="华文细黑" pitchFamily="2" charset="-122"/>
                  <a:cs typeface="Segoe UI Black" panose="020B0A02040204020203" pitchFamily="34" charset="0"/>
                </a:endParaRPr>
              </a:p>
            </p:txBody>
          </p:sp>
        </p:grp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23B4D214-5DD8-4169-837A-53E613A094AF}"/>
                </a:ext>
              </a:extLst>
            </p:cNvPr>
            <p:cNvSpPr txBox="1"/>
            <p:nvPr/>
          </p:nvSpPr>
          <p:spPr>
            <a:xfrm>
              <a:off x="4590307" y="4431094"/>
              <a:ext cx="861838" cy="4374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000" i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 algn="r" defTabSz="685708">
                <a:defRPr/>
              </a:pPr>
              <a:r>
                <a:rPr lang="en-US" altLang="zh-CN" sz="1422" kern="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  <a:sym typeface="Wingdings" panose="05000000000000000000" pitchFamily="2" charset="2"/>
                </a:rPr>
                <a:t>bus2</a:t>
              </a:r>
              <a:endParaRPr lang="zh-CN" altLang="en-US" sz="1422" kern="0" dirty="0">
                <a:solidFill>
                  <a:schemeClr val="accent5">
                    <a:lumMod val="60000"/>
                    <a:lumOff val="40000"/>
                  </a:schemeClr>
                </a:solidFill>
                <a:latin typeface="Segoe UI Black" panose="020B0A02040204020203" pitchFamily="34" charset="0"/>
                <a:ea typeface="华文细黑" pitchFamily="2" charset="-122"/>
                <a:cs typeface="Segoe UI Black" panose="020B0A02040204020203" pitchFamily="34" charset="0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7D27073E-2102-4B2D-BD09-8A6499E5EDB8}"/>
                </a:ext>
              </a:extLst>
            </p:cNvPr>
            <p:cNvSpPr txBox="1"/>
            <p:nvPr/>
          </p:nvSpPr>
          <p:spPr>
            <a:xfrm>
              <a:off x="3069810" y="4799327"/>
              <a:ext cx="1254800" cy="34591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000" i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 algn="r" defTabSz="685708">
                <a:defRPr/>
              </a:pPr>
              <a:r>
                <a:rPr lang="en-US" altLang="zh-CN" sz="995" kern="0" dirty="0">
                  <a:solidFill>
                    <a:srgbClr val="C0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  <a:sym typeface="Wingdings" panose="05000000000000000000" pitchFamily="2" charset="2"/>
                </a:rPr>
                <a:t>bus2</a:t>
              </a:r>
              <a:r>
                <a:rPr lang="en-US" altLang="zh-CN" sz="995" kern="0" dirty="0">
                  <a:solidFill>
                    <a:srgbClr val="C0000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bus1</a:t>
              </a:r>
              <a:endParaRPr lang="zh-CN" altLang="en-US" sz="995" kern="0" dirty="0">
                <a:solidFill>
                  <a:srgbClr val="C00000"/>
                </a:solidFill>
                <a:latin typeface="Segoe UI Black" panose="020B0A02040204020203" pitchFamily="34" charset="0"/>
                <a:ea typeface="华文细黑" pitchFamily="2" charset="-122"/>
                <a:cs typeface="Segoe UI Black" panose="020B0A02040204020203" pitchFamily="34" charset="0"/>
              </a:endParaRPr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EE535A26-2D4A-4948-BAD1-1243051A2BB1}"/>
              </a:ext>
            </a:extLst>
          </p:cNvPr>
          <p:cNvGrpSpPr>
            <a:grpSpLocks/>
          </p:cNvGrpSpPr>
          <p:nvPr/>
        </p:nvGrpSpPr>
        <p:grpSpPr bwMode="auto">
          <a:xfrm>
            <a:off x="798513" y="1743075"/>
            <a:ext cx="7643812" cy="354013"/>
            <a:chOff x="1165748" y="1496360"/>
            <a:chExt cx="10747501" cy="496779"/>
          </a:xfrm>
        </p:grpSpPr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0A3AAC77-29A7-48DB-842E-E475EDECF760}"/>
                </a:ext>
              </a:extLst>
            </p:cNvPr>
            <p:cNvSpPr txBox="1"/>
            <p:nvPr/>
          </p:nvSpPr>
          <p:spPr>
            <a:xfrm>
              <a:off x="8743685" y="1496360"/>
              <a:ext cx="669626" cy="3764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 defTabSz="685708">
                <a:defRPr/>
              </a:pPr>
              <a:r>
                <a:rPr lang="en-US" altLang="zh-CN" sz="1138" kern="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BUS</a:t>
              </a:r>
              <a:endParaRPr lang="zh-CN" altLang="en-US" sz="1138" kern="0" dirty="0">
                <a:latin typeface="Segoe UI Black" panose="020B0A02040204020203" pitchFamily="34" charset="0"/>
                <a:ea typeface="华文细黑" pitchFamily="2" charset="-122"/>
                <a:cs typeface="Segoe UI Black" panose="020B0A02040204020203" pitchFamily="34" charset="0"/>
              </a:endParaRPr>
            </a:p>
          </p:txBody>
        </p:sp>
        <p:sp>
          <p:nvSpPr>
            <p:cNvPr id="132" name="左右箭头 131">
              <a:extLst>
                <a:ext uri="{FF2B5EF4-FFF2-40B4-BE49-F238E27FC236}">
                  <a16:creationId xmlns:a16="http://schemas.microsoft.com/office/drawing/2014/main" id="{AF3E8253-6808-461D-A81D-F46961EE6651}"/>
                </a:ext>
              </a:extLst>
            </p:cNvPr>
            <p:cNvSpPr/>
            <p:nvPr/>
          </p:nvSpPr>
          <p:spPr>
            <a:xfrm>
              <a:off x="1165748" y="1725814"/>
              <a:ext cx="10747501" cy="267325"/>
            </a:xfrm>
            <a:prstGeom prst="left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 cap="flat" cmpd="sng" algn="ctr">
              <a:solidFill>
                <a:schemeClr val="accent5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685708">
                <a:defRPr/>
              </a:pPr>
              <a:endParaRPr lang="zh-CN" altLang="en-US" sz="1991" i="1" kern="0">
                <a:solidFill>
                  <a:srgbClr val="FFFFFF"/>
                </a:solidFill>
                <a:latin typeface="Segoe UI Black" panose="020B0A02040204020203" pitchFamily="34" charset="0"/>
                <a:ea typeface="微软雅黑"/>
                <a:cs typeface="Segoe UI Black" panose="020B0A02040204020203" pitchFamily="34" charset="0"/>
              </a:endParaRPr>
            </a:p>
          </p:txBody>
        </p:sp>
      </p:grp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9CB143A8-89CD-4AD5-9A7C-2625D6300939}"/>
              </a:ext>
            </a:extLst>
          </p:cNvPr>
          <p:cNvGrpSpPr>
            <a:grpSpLocks/>
          </p:cNvGrpSpPr>
          <p:nvPr/>
        </p:nvGrpSpPr>
        <p:grpSpPr bwMode="auto">
          <a:xfrm>
            <a:off x="1252538" y="3956050"/>
            <a:ext cx="2894012" cy="1587500"/>
            <a:chOff x="1799639" y="4608138"/>
            <a:chExt cx="4069600" cy="2232858"/>
          </a:xfrm>
        </p:grpSpPr>
        <p:cxnSp>
          <p:nvCxnSpPr>
            <p:cNvPr id="55331" name="直接连接符 133">
              <a:extLst>
                <a:ext uri="{FF2B5EF4-FFF2-40B4-BE49-F238E27FC236}">
                  <a16:creationId xmlns:a16="http://schemas.microsoft.com/office/drawing/2014/main" id="{4CB3E27B-8E25-4C6A-8640-B6BDFD9185F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52455" y="4608138"/>
              <a:ext cx="0" cy="658325"/>
            </a:xfrm>
            <a:prstGeom prst="line">
              <a:avLst/>
            </a:prstGeom>
            <a:noFill/>
            <a:ln w="57150" algn="ctr">
              <a:solidFill>
                <a:srgbClr val="517CFD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55332" name="组合 134">
              <a:extLst>
                <a:ext uri="{FF2B5EF4-FFF2-40B4-BE49-F238E27FC236}">
                  <a16:creationId xmlns:a16="http://schemas.microsoft.com/office/drawing/2014/main" id="{25F1A18F-9285-474B-8E1D-102223F275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9639" y="5224827"/>
              <a:ext cx="4069600" cy="1616169"/>
              <a:chOff x="1799639" y="5224827"/>
              <a:chExt cx="4069600" cy="1616169"/>
            </a:xfrm>
          </p:grpSpPr>
          <p:cxnSp>
            <p:nvCxnSpPr>
              <p:cNvPr id="55333" name="直接连接符 135">
                <a:extLst>
                  <a:ext uri="{FF2B5EF4-FFF2-40B4-BE49-F238E27FC236}">
                    <a16:creationId xmlns:a16="http://schemas.microsoft.com/office/drawing/2014/main" id="{7BBDD663-7957-4016-B105-1CCA9F1DC97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543415" y="6435883"/>
                <a:ext cx="0" cy="264263"/>
              </a:xfrm>
              <a:prstGeom prst="line">
                <a:avLst/>
              </a:prstGeom>
              <a:noFill/>
              <a:ln w="19050" cap="sq" algn="ctr">
                <a:solidFill>
                  <a:srgbClr val="32323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334" name="直接连接符 136">
                <a:extLst>
                  <a:ext uri="{FF2B5EF4-FFF2-40B4-BE49-F238E27FC236}">
                    <a16:creationId xmlns:a16="http://schemas.microsoft.com/office/drawing/2014/main" id="{9A4C7A39-2B75-49FA-B357-6D6ECC15DDF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52588" y="5835953"/>
                <a:ext cx="401456" cy="0"/>
              </a:xfrm>
              <a:prstGeom prst="line">
                <a:avLst/>
              </a:prstGeom>
              <a:noFill/>
              <a:ln w="19050" algn="ctr">
                <a:solidFill>
                  <a:srgbClr val="323232"/>
                </a:solidFill>
                <a:miter lim="800000"/>
                <a:headEnd type="stealth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03300939-A379-468D-B107-990AFAC4D012}"/>
                  </a:ext>
                </a:extLst>
              </p:cNvPr>
              <p:cNvSpPr/>
              <p:nvPr/>
            </p:nvSpPr>
            <p:spPr>
              <a:xfrm>
                <a:off x="3270767" y="5231106"/>
                <a:ext cx="1482290" cy="1210209"/>
              </a:xfrm>
              <a:prstGeom prst="rect">
                <a:avLst/>
              </a:prstGeom>
              <a:solidFill>
                <a:srgbClr val="FFCCFF"/>
              </a:solidFill>
              <a:ln w="19050" cap="flat" cmpd="sng" algn="ctr">
                <a:solidFill>
                  <a:srgbClr val="333333">
                    <a:shade val="50000"/>
                  </a:srgbClr>
                </a:solidFill>
                <a:prstDash val="solid"/>
              </a:ln>
              <a:effectLst/>
            </p:spPr>
            <p:txBody>
              <a:bodyPr anchor="ctr" anchorCtr="1"/>
              <a:lstStyle/>
              <a:p>
                <a:pPr algn="ctr" defTabSz="685708">
                  <a:defRPr/>
                </a:pPr>
                <a:r>
                  <a:rPr lang="zh-CN" altLang="en-US" sz="1138" kern="0" dirty="0">
                    <a:solidFill>
                      <a:srgbClr val="000000"/>
                    </a:solidFill>
                    <a:latin typeface="Segoe UI Black" panose="020B0A02040204020203" pitchFamily="34" charset="0"/>
                    <a:ea typeface="微软雅黑"/>
                    <a:cs typeface="Segoe UI Black" panose="020B0A02040204020203" pitchFamily="34" charset="0"/>
                  </a:rPr>
                  <a:t>寄存器堆</a:t>
                </a:r>
              </a:p>
            </p:txBody>
          </p:sp>
          <p:cxnSp>
            <p:nvCxnSpPr>
              <p:cNvPr id="55336" name="直接连接符 138">
                <a:extLst>
                  <a:ext uri="{FF2B5EF4-FFF2-40B4-BE49-F238E27FC236}">
                    <a16:creationId xmlns:a16="http://schemas.microsoft.com/office/drawing/2014/main" id="{4E9DA39B-5D5B-4A21-811F-9BCA82C4E99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111026" y="5659223"/>
                <a:ext cx="1159986" cy="0"/>
              </a:xfrm>
              <a:prstGeom prst="line">
                <a:avLst/>
              </a:prstGeom>
              <a:noFill/>
              <a:ln w="57150" algn="ctr">
                <a:solidFill>
                  <a:srgbClr val="7030A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337" name="直接连接符 139">
                <a:extLst>
                  <a:ext uri="{FF2B5EF4-FFF2-40B4-BE49-F238E27FC236}">
                    <a16:creationId xmlns:a16="http://schemas.microsoft.com/office/drawing/2014/main" id="{3984401C-7744-43FA-87A3-605BEE8FB81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07649" y="6218353"/>
                <a:ext cx="272026" cy="0"/>
              </a:xfrm>
              <a:prstGeom prst="line">
                <a:avLst/>
              </a:prstGeom>
              <a:noFill/>
              <a:ln w="19050" algn="ctr">
                <a:solidFill>
                  <a:srgbClr val="323232"/>
                </a:solidFill>
                <a:miter lim="800000"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861A1A0E-3BD6-4D39-A20B-972C6068CDE9}"/>
                  </a:ext>
                </a:extLst>
              </p:cNvPr>
              <p:cNvSpPr txBox="1"/>
              <p:nvPr/>
            </p:nvSpPr>
            <p:spPr>
              <a:xfrm>
                <a:off x="4724037" y="5903195"/>
                <a:ext cx="1145202" cy="34386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defRPr sz="1000" i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r" defTabSz="685708">
                  <a:defRPr/>
                </a:pPr>
                <a:r>
                  <a:rPr lang="en-US" altLang="zh-CN" sz="995" kern="0" dirty="0" err="1"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ReadReg</a:t>
                </a:r>
                <a:r>
                  <a:rPr lang="en-US" altLang="zh-CN" sz="995" kern="0" dirty="0"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#</a:t>
                </a:r>
                <a:endParaRPr lang="zh-CN" altLang="en-US" sz="995" kern="0" dirty="0">
                  <a:latin typeface="Segoe UI Black" panose="020B0A02040204020203" pitchFamily="34" charset="0"/>
                  <a:ea typeface="华文细黑" pitchFamily="2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59627A0C-82B4-44B3-A58F-D449E3CFA5F8}"/>
                  </a:ext>
                </a:extLst>
              </p:cNvPr>
              <p:cNvSpPr txBox="1"/>
              <p:nvPr/>
            </p:nvSpPr>
            <p:spPr>
              <a:xfrm>
                <a:off x="3125664" y="6066195"/>
                <a:ext cx="558091" cy="34386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defRPr sz="1000" i="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r" defTabSz="685708">
                  <a:defRPr/>
                </a:pPr>
                <a:r>
                  <a:rPr lang="en-US" altLang="zh-CN" sz="995" kern="0" dirty="0">
                    <a:solidFill>
                      <a:srgbClr val="0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W#</a:t>
                </a:r>
                <a:endParaRPr lang="zh-CN" altLang="en-US" sz="995" kern="0" dirty="0">
                  <a:solidFill>
                    <a:srgbClr val="000000"/>
                  </a:solidFill>
                  <a:latin typeface="Segoe UI Black" panose="020B0A02040204020203" pitchFamily="34" charset="0"/>
                  <a:ea typeface="华文细黑" pitchFamily="2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4A0431A2-2E20-464E-B295-7F63A9026E7C}"/>
                  </a:ext>
                </a:extLst>
              </p:cNvPr>
              <p:cNvSpPr txBox="1"/>
              <p:nvPr/>
            </p:nvSpPr>
            <p:spPr>
              <a:xfrm>
                <a:off x="3118966" y="5447692"/>
                <a:ext cx="562556" cy="3460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defRPr sz="1000" i="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r" defTabSz="685708">
                  <a:defRPr/>
                </a:pPr>
                <a:r>
                  <a:rPr lang="en-US" altLang="zh-CN" sz="995" kern="0" dirty="0">
                    <a:solidFill>
                      <a:srgbClr val="0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Din</a:t>
                </a:r>
                <a:endParaRPr lang="zh-CN" altLang="en-US" sz="995" kern="0" dirty="0">
                  <a:solidFill>
                    <a:srgbClr val="000000"/>
                  </a:solidFill>
                  <a:latin typeface="Segoe UI Black" panose="020B0A02040204020203" pitchFamily="34" charset="0"/>
                  <a:ea typeface="华文细黑" pitchFamily="2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1E103B1B-D815-40A2-81E3-CD6BED312C7F}"/>
                  </a:ext>
                </a:extLst>
              </p:cNvPr>
              <p:cNvSpPr txBox="1"/>
              <p:nvPr/>
            </p:nvSpPr>
            <p:spPr>
              <a:xfrm>
                <a:off x="1799639" y="6057263"/>
                <a:ext cx="1205477" cy="34386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defRPr sz="1000" i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r" defTabSz="685708">
                  <a:defRPr/>
                </a:pPr>
                <a:r>
                  <a:rPr lang="en-US" altLang="zh-CN" sz="995" kern="0" dirty="0" err="1">
                    <a:solidFill>
                      <a:srgbClr val="C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WriteReg</a:t>
                </a:r>
                <a:r>
                  <a:rPr lang="en-US" altLang="zh-CN" sz="995" kern="0" dirty="0">
                    <a:solidFill>
                      <a:srgbClr val="C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#</a:t>
                </a:r>
                <a:endParaRPr lang="zh-CN" altLang="en-US" sz="995" kern="0" dirty="0">
                  <a:solidFill>
                    <a:srgbClr val="C00000"/>
                  </a:solidFill>
                  <a:latin typeface="Segoe UI Black" panose="020B0A02040204020203" pitchFamily="34" charset="0"/>
                  <a:ea typeface="华文细黑" pitchFamily="2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45" name="等腰三角形 144">
                <a:extLst>
                  <a:ext uri="{FF2B5EF4-FFF2-40B4-BE49-F238E27FC236}">
                    <a16:creationId xmlns:a16="http://schemas.microsoft.com/office/drawing/2014/main" id="{D879750E-7C5A-47A3-AE29-FB05564E55FA}"/>
                  </a:ext>
                </a:extLst>
              </p:cNvPr>
              <p:cNvSpPr/>
              <p:nvPr/>
            </p:nvSpPr>
            <p:spPr>
              <a:xfrm>
                <a:off x="4485173" y="6336370"/>
                <a:ext cx="116083" cy="100479"/>
              </a:xfrm>
              <a:prstGeom prst="triangle">
                <a:avLst/>
              </a:prstGeom>
              <a:solidFill>
                <a:srgbClr val="FFCCFF"/>
              </a:solidFill>
              <a:ln w="1587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685708">
                  <a:defRPr/>
                </a:pPr>
                <a:endParaRPr lang="zh-CN" altLang="en-US" sz="1422" kern="0">
                  <a:solidFill>
                    <a:srgbClr val="000000"/>
                  </a:solidFill>
                  <a:latin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D3022221-1D93-4E63-95DD-9130B8E2B20E}"/>
                  </a:ext>
                </a:extLst>
              </p:cNvPr>
              <p:cNvSpPr txBox="1"/>
              <p:nvPr/>
            </p:nvSpPr>
            <p:spPr>
              <a:xfrm>
                <a:off x="3444891" y="6189001"/>
                <a:ext cx="546930" cy="3460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defRPr sz="1000" i="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r" defTabSz="685708">
                  <a:defRPr/>
                </a:pPr>
                <a:r>
                  <a:rPr lang="en-US" altLang="zh-CN" sz="995" kern="0" dirty="0">
                    <a:solidFill>
                      <a:srgbClr val="0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WE</a:t>
                </a:r>
                <a:endParaRPr lang="zh-CN" altLang="en-US" sz="995" kern="0" dirty="0">
                  <a:solidFill>
                    <a:srgbClr val="000000"/>
                  </a:solidFill>
                  <a:latin typeface="Segoe UI Black" panose="020B0A02040204020203" pitchFamily="34" charset="0"/>
                  <a:ea typeface="华文细黑" pitchFamily="2" charset="-122"/>
                  <a:cs typeface="Segoe UI Black" panose="020B0A02040204020203" pitchFamily="34" charset="0"/>
                </a:endParaRPr>
              </a:p>
            </p:txBody>
          </p:sp>
          <p:cxnSp>
            <p:nvCxnSpPr>
              <p:cNvPr id="55344" name="直接连接符 146">
                <a:extLst>
                  <a:ext uri="{FF2B5EF4-FFF2-40B4-BE49-F238E27FC236}">
                    <a16:creationId xmlns:a16="http://schemas.microsoft.com/office/drawing/2014/main" id="{45C06070-4AB2-4387-9FC1-66E122F38BB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747298" y="6435882"/>
                <a:ext cx="0" cy="309289"/>
              </a:xfrm>
              <a:prstGeom prst="line">
                <a:avLst/>
              </a:prstGeom>
              <a:noFill/>
              <a:ln w="19050" algn="ctr">
                <a:solidFill>
                  <a:srgbClr val="323232"/>
                </a:solidFill>
                <a:miter lim="800000"/>
                <a:headEnd type="stealth" w="lg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A59F919F-F473-48C4-ADF3-AEB6F9BBE133}"/>
                  </a:ext>
                </a:extLst>
              </p:cNvPr>
              <p:cNvSpPr txBox="1"/>
              <p:nvPr/>
            </p:nvSpPr>
            <p:spPr>
              <a:xfrm>
                <a:off x="2393448" y="6494904"/>
                <a:ext cx="1346115" cy="34609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defRPr sz="1000" i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r" defTabSz="685708">
                  <a:defRPr/>
                </a:pPr>
                <a:r>
                  <a:rPr lang="en-US" altLang="zh-CN" sz="995" kern="0" dirty="0" err="1">
                    <a:solidFill>
                      <a:srgbClr val="C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WriteEnable</a:t>
                </a:r>
                <a:endParaRPr lang="zh-CN" altLang="en-US" sz="995" kern="0" dirty="0">
                  <a:solidFill>
                    <a:srgbClr val="C00000"/>
                  </a:solidFill>
                  <a:latin typeface="Segoe UI Black" panose="020B0A02040204020203" pitchFamily="34" charset="0"/>
                  <a:ea typeface="华文细黑" pitchFamily="2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C9AAA8F5-ABD5-4035-BEE8-137A0AE17C18}"/>
                  </a:ext>
                </a:extLst>
              </p:cNvPr>
              <p:cNvSpPr txBox="1"/>
              <p:nvPr/>
            </p:nvSpPr>
            <p:spPr>
              <a:xfrm>
                <a:off x="3648037" y="5224406"/>
                <a:ext cx="696498" cy="3460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defRPr sz="1000" i="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r" defTabSz="685708">
                  <a:defRPr/>
                </a:pPr>
                <a:r>
                  <a:rPr lang="en-US" altLang="zh-CN" sz="995" kern="0" dirty="0" err="1">
                    <a:solidFill>
                      <a:srgbClr val="0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Dout</a:t>
                </a:r>
                <a:endParaRPr lang="zh-CN" altLang="en-US" sz="995" kern="0" dirty="0">
                  <a:solidFill>
                    <a:srgbClr val="000000"/>
                  </a:solidFill>
                  <a:latin typeface="Segoe UI Black" panose="020B0A02040204020203" pitchFamily="34" charset="0"/>
                  <a:ea typeface="华文细黑" pitchFamily="2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EDE8FBA1-3CE4-4B68-98F0-130A58EC0BEB}"/>
                  </a:ext>
                </a:extLst>
              </p:cNvPr>
              <p:cNvSpPr txBox="1"/>
              <p:nvPr/>
            </p:nvSpPr>
            <p:spPr>
              <a:xfrm>
                <a:off x="4453920" y="6494904"/>
                <a:ext cx="593809" cy="34609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defRPr sz="1000" i="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r" defTabSz="685708">
                  <a:defRPr/>
                </a:pPr>
                <a:r>
                  <a:rPr lang="en-US" altLang="zh-CN" sz="995" kern="0" dirty="0">
                    <a:solidFill>
                      <a:srgbClr val="0000FF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CLK</a:t>
                </a:r>
                <a:endParaRPr lang="zh-CN" altLang="en-US" sz="995" kern="0" dirty="0">
                  <a:solidFill>
                    <a:srgbClr val="0000FF"/>
                  </a:solidFill>
                  <a:latin typeface="Segoe UI Black" panose="020B0A02040204020203" pitchFamily="34" charset="0"/>
                  <a:ea typeface="华文细黑" pitchFamily="2" charset="-122"/>
                  <a:cs typeface="Segoe UI Black" panose="020B0A02040204020203" pitchFamily="34" charset="0"/>
                </a:endParaRPr>
              </a:p>
            </p:txBody>
          </p:sp>
        </p:grp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116ECE38-4EBF-4BC7-9B0B-27D2E2E7CBEB}"/>
              </a:ext>
            </a:extLst>
          </p:cNvPr>
          <p:cNvGrpSpPr>
            <a:grpSpLocks/>
          </p:cNvGrpSpPr>
          <p:nvPr/>
        </p:nvGrpSpPr>
        <p:grpSpPr bwMode="auto">
          <a:xfrm>
            <a:off x="892175" y="2614613"/>
            <a:ext cx="592138" cy="2089150"/>
            <a:chOff x="1292969" y="2721702"/>
            <a:chExt cx="832258" cy="2937521"/>
          </a:xfrm>
        </p:grpSpPr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57EFF9A3-FC36-4D14-9548-DBB01523B612}"/>
                </a:ext>
              </a:extLst>
            </p:cNvPr>
            <p:cNvSpPr txBox="1"/>
            <p:nvPr/>
          </p:nvSpPr>
          <p:spPr>
            <a:xfrm>
              <a:off x="1292969" y="4317695"/>
              <a:ext cx="832258" cy="43750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defTabSz="9636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9636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9636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9636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9636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963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963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963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963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r" eaLnBrk="1" hangingPunct="1"/>
              <a:r>
                <a:rPr kumimoji="0" lang="en-US" altLang="zh-CN" sz="1400" b="0">
                  <a:solidFill>
                    <a:srgbClr val="7030A0"/>
                  </a:solidFill>
                  <a:latin typeface="Segoe UI Black" panose="020B0A02040204020203" pitchFamily="34" charset="0"/>
                </a:rPr>
                <a:t>bus1</a:t>
              </a:r>
              <a:endParaRPr kumimoji="0" lang="zh-CN" altLang="en-US" sz="1400" b="0">
                <a:solidFill>
                  <a:srgbClr val="7030A0"/>
                </a:solidFill>
                <a:latin typeface="Segoe UI Black" panose="020B0A02040204020203" pitchFamily="34" charset="0"/>
              </a:endParaRPr>
            </a:p>
          </p:txBody>
        </p:sp>
        <p:cxnSp>
          <p:nvCxnSpPr>
            <p:cNvPr id="55330" name="直接连接符 152">
              <a:extLst>
                <a:ext uri="{FF2B5EF4-FFF2-40B4-BE49-F238E27FC236}">
                  <a16:creationId xmlns:a16="http://schemas.microsoft.com/office/drawing/2014/main" id="{B6E2E824-F76F-48A1-8D72-4B2BD38B4D0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20183" y="2721702"/>
              <a:ext cx="0" cy="2937521"/>
            </a:xfrm>
            <a:prstGeom prst="line">
              <a:avLst/>
            </a:prstGeom>
            <a:noFill/>
            <a:ln w="57150" cap="sq" algn="ctr">
              <a:solidFill>
                <a:srgbClr val="703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1EB7B55F-D825-4144-8FCF-36A3124AFF9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28788" y="2601913"/>
            <a:ext cx="1119187" cy="0"/>
          </a:xfrm>
          <a:prstGeom prst="line">
            <a:avLst/>
          </a:prstGeom>
          <a:noFill/>
          <a:ln w="19050" algn="ctr">
            <a:solidFill>
              <a:srgbClr val="32323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D2F77ACC-070F-498C-B627-18B4D5D3160E}"/>
              </a:ext>
            </a:extLst>
          </p:cNvPr>
          <p:cNvGrpSpPr>
            <a:grpSpLocks/>
          </p:cNvGrpSpPr>
          <p:nvPr/>
        </p:nvGrpSpPr>
        <p:grpSpPr bwMode="auto">
          <a:xfrm>
            <a:off x="523875" y="2047875"/>
            <a:ext cx="2166938" cy="554038"/>
            <a:chOff x="774664" y="1925576"/>
            <a:chExt cx="3048824" cy="778489"/>
          </a:xfrm>
        </p:grpSpPr>
        <p:grpSp>
          <p:nvGrpSpPr>
            <p:cNvPr id="55317" name="组合 155">
              <a:extLst>
                <a:ext uri="{FF2B5EF4-FFF2-40B4-BE49-F238E27FC236}">
                  <a16:creationId xmlns:a16="http://schemas.microsoft.com/office/drawing/2014/main" id="{49745D3D-A057-44DA-9FE9-B9ACBEC400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664" y="1925576"/>
              <a:ext cx="3048824" cy="778489"/>
              <a:chOff x="774664" y="1925576"/>
              <a:chExt cx="3048824" cy="778489"/>
            </a:xfrm>
          </p:grpSpPr>
          <p:grpSp>
            <p:nvGrpSpPr>
              <p:cNvPr id="55319" name="组合 157">
                <a:extLst>
                  <a:ext uri="{FF2B5EF4-FFF2-40B4-BE49-F238E27FC236}">
                    <a16:creationId xmlns:a16="http://schemas.microsoft.com/office/drawing/2014/main" id="{1785E768-D581-40FF-8AAC-E50E64B914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74748" y="1925576"/>
                <a:ext cx="318672" cy="778489"/>
                <a:chOff x="2347518" y="3550347"/>
                <a:chExt cx="318672" cy="778489"/>
              </a:xfrm>
            </p:grpSpPr>
            <p:cxnSp>
              <p:nvCxnSpPr>
                <p:cNvPr id="55326" name="直接连接符 164">
                  <a:extLst>
                    <a:ext uri="{FF2B5EF4-FFF2-40B4-BE49-F238E27FC236}">
                      <a16:creationId xmlns:a16="http://schemas.microsoft.com/office/drawing/2014/main" id="{4B2484CF-3B28-43D4-AAB0-8D60E838B1A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443497" y="3550347"/>
                  <a:ext cx="7" cy="778489"/>
                </a:xfrm>
                <a:prstGeom prst="line">
                  <a:avLst/>
                </a:prstGeom>
                <a:noFill/>
                <a:ln w="19050" algn="ctr">
                  <a:solidFill>
                    <a:srgbClr val="232323"/>
                  </a:solidFill>
                  <a:round/>
                  <a:headEnd/>
                  <a:tailEnd type="oval" w="med" len="med"/>
                </a:ln>
              </p:spPr>
            </p:cxnSp>
            <p:cxnSp>
              <p:nvCxnSpPr>
                <p:cNvPr id="55327" name="直接连接符 165">
                  <a:extLst>
                    <a:ext uri="{FF2B5EF4-FFF2-40B4-BE49-F238E27FC236}">
                      <a16:creationId xmlns:a16="http://schemas.microsoft.com/office/drawing/2014/main" id="{72D1863F-5298-472D-B37B-BCE2C084E36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0800000" flipH="1">
                  <a:off x="2490616" y="3912294"/>
                  <a:ext cx="175574" cy="0"/>
                </a:xfrm>
                <a:prstGeom prst="line">
                  <a:avLst/>
                </a:prstGeom>
                <a:noFill/>
                <a:ln w="19050" algn="ctr">
                  <a:solidFill>
                    <a:srgbClr val="232323"/>
                  </a:solidFill>
                  <a:round/>
                  <a:headEnd/>
                  <a:tailEnd/>
                </a:ln>
              </p:spPr>
            </p:cxnSp>
            <p:sp>
              <p:nvSpPr>
                <p:cNvPr id="167" name="等腰三角形 166">
                  <a:extLst>
                    <a:ext uri="{FF2B5EF4-FFF2-40B4-BE49-F238E27FC236}">
                      <a16:creationId xmlns:a16="http://schemas.microsoft.com/office/drawing/2014/main" id="{7A43EF15-0353-4474-9FD2-10101FCF3467}"/>
                    </a:ext>
                  </a:extLst>
                </p:cNvPr>
                <p:cNvSpPr/>
                <p:nvPr/>
              </p:nvSpPr>
              <p:spPr>
                <a:xfrm rot="10800000">
                  <a:off x="2346670" y="3840328"/>
                  <a:ext cx="198788" cy="149453"/>
                </a:xfrm>
                <a:prstGeom prst="triangle">
                  <a:avLst/>
                </a:prstGeom>
                <a:solidFill>
                  <a:srgbClr val="00B050"/>
                </a:solidFill>
                <a:ln w="19050" cap="flat" cmpd="sng" algn="ctr">
                  <a:solidFill>
                    <a:srgbClr val="333333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00B0F0"/>
                    </a:solidFill>
                    <a:latin typeface="Segoe UI Black" panose="020B0A02040204020203" pitchFamily="34" charset="0"/>
                    <a:ea typeface="微软雅黑"/>
                    <a:cs typeface="Segoe UI Black" panose="020B0A02040204020203" pitchFamily="34" charset="0"/>
                  </a:endParaRPr>
                </a:p>
              </p:txBody>
            </p:sp>
          </p:grpSp>
          <p:grpSp>
            <p:nvGrpSpPr>
              <p:cNvPr id="55320" name="组合 158">
                <a:extLst>
                  <a:ext uri="{FF2B5EF4-FFF2-40B4-BE49-F238E27FC236}">
                    <a16:creationId xmlns:a16="http://schemas.microsoft.com/office/drawing/2014/main" id="{625B4537-099D-4CBA-B3F4-2525B23B76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00827" y="1929250"/>
                <a:ext cx="318672" cy="766299"/>
                <a:chOff x="1900335" y="303006"/>
                <a:chExt cx="318672" cy="766299"/>
              </a:xfrm>
            </p:grpSpPr>
            <p:cxnSp>
              <p:nvCxnSpPr>
                <p:cNvPr id="55323" name="直接连接符 161">
                  <a:extLst>
                    <a:ext uri="{FF2B5EF4-FFF2-40B4-BE49-F238E27FC236}">
                      <a16:creationId xmlns:a16="http://schemas.microsoft.com/office/drawing/2014/main" id="{2B0425F5-AC92-41B1-8AD5-3712BD953B83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2120185" y="303006"/>
                  <a:ext cx="0" cy="766299"/>
                </a:xfrm>
                <a:prstGeom prst="line">
                  <a:avLst/>
                </a:prstGeom>
                <a:noFill/>
                <a:ln w="19050" algn="ctr">
                  <a:solidFill>
                    <a:srgbClr val="232323"/>
                  </a:solidFill>
                  <a:round/>
                  <a:headEnd/>
                  <a:tailEnd/>
                </a:ln>
              </p:spPr>
            </p:cxnSp>
            <p:cxnSp>
              <p:nvCxnSpPr>
                <p:cNvPr id="55324" name="直接连接符 162">
                  <a:extLst>
                    <a:ext uri="{FF2B5EF4-FFF2-40B4-BE49-F238E27FC236}">
                      <a16:creationId xmlns:a16="http://schemas.microsoft.com/office/drawing/2014/main" id="{1067B97C-DE2E-43FC-9CB4-7562C1AC0563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900335" y="650151"/>
                  <a:ext cx="175574" cy="0"/>
                </a:xfrm>
                <a:prstGeom prst="line">
                  <a:avLst/>
                </a:prstGeom>
                <a:noFill/>
                <a:ln w="19050" algn="ctr">
                  <a:solidFill>
                    <a:srgbClr val="232323"/>
                  </a:solidFill>
                  <a:round/>
                  <a:headEnd/>
                  <a:tailEnd/>
                </a:ln>
              </p:spPr>
            </p:cxnSp>
            <p:sp>
              <p:nvSpPr>
                <p:cNvPr id="164" name="等腰三角形 163">
                  <a:extLst>
                    <a:ext uri="{FF2B5EF4-FFF2-40B4-BE49-F238E27FC236}">
                      <a16:creationId xmlns:a16="http://schemas.microsoft.com/office/drawing/2014/main" id="{0F51554D-80E4-4EE3-A733-054E9250DF84}"/>
                    </a:ext>
                  </a:extLst>
                </p:cNvPr>
                <p:cNvSpPr/>
                <p:nvPr/>
              </p:nvSpPr>
              <p:spPr>
                <a:xfrm>
                  <a:off x="2020504" y="573699"/>
                  <a:ext cx="198788" cy="149451"/>
                </a:xfrm>
                <a:prstGeom prst="triangle">
                  <a:avLst/>
                </a:prstGeom>
                <a:solidFill>
                  <a:srgbClr val="00B050"/>
                </a:solidFill>
                <a:ln w="19050" cap="flat" cmpd="sng" algn="ctr">
                  <a:solidFill>
                    <a:srgbClr val="333333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000000"/>
                    </a:solidFill>
                    <a:latin typeface="Segoe UI Black" panose="020B0A02040204020203" pitchFamily="34" charset="0"/>
                    <a:ea typeface="微软雅黑"/>
                    <a:cs typeface="Segoe UI Black" panose="020B0A02040204020203" pitchFamily="34" charset="0"/>
                  </a:endParaRPr>
                </a:p>
              </p:txBody>
            </p:sp>
          </p:grpSp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CC42CC09-DB3F-4D44-96C8-9ADD6EFCAE8F}"/>
                  </a:ext>
                </a:extLst>
              </p:cNvPr>
              <p:cNvSpPr txBox="1"/>
              <p:nvPr/>
            </p:nvSpPr>
            <p:spPr>
              <a:xfrm>
                <a:off x="774664" y="2119641"/>
                <a:ext cx="1194961" cy="34574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defRPr sz="1000" i="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r" defTabSz="685708">
                  <a:defRPr/>
                </a:pPr>
                <a:r>
                  <a:rPr lang="en-US" altLang="zh-CN" sz="995" kern="0" dirty="0">
                    <a:solidFill>
                      <a:srgbClr val="C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bus1</a:t>
                </a:r>
                <a:r>
                  <a:rPr lang="en-US" altLang="zh-CN" sz="995" kern="0" dirty="0">
                    <a:solidFill>
                      <a:srgbClr val="C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  <a:sym typeface="Wingdings" panose="05000000000000000000" pitchFamily="2" charset="2"/>
                  </a:rPr>
                  <a:t>BUS</a:t>
                </a:r>
                <a:endParaRPr lang="zh-CN" altLang="en-US" sz="995" kern="0" dirty="0">
                  <a:solidFill>
                    <a:srgbClr val="C00000"/>
                  </a:solidFill>
                  <a:latin typeface="Segoe UI Black" panose="020B0A02040204020203" pitchFamily="34" charset="0"/>
                  <a:ea typeface="华文细黑" pitchFamily="2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B333F3B0-6379-4797-84F4-91C39222064F}"/>
                  </a:ext>
                </a:extLst>
              </p:cNvPr>
              <p:cNvSpPr txBox="1"/>
              <p:nvPr/>
            </p:nvSpPr>
            <p:spPr>
              <a:xfrm>
                <a:off x="2610659" y="2126332"/>
                <a:ext cx="1212829" cy="343516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>
                  <a:defRPr sz="1000" i="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defTabSz="685708">
                  <a:defRPr/>
                </a:pPr>
                <a:r>
                  <a:rPr lang="en-US" altLang="zh-CN" sz="995" kern="0" dirty="0">
                    <a:solidFill>
                      <a:srgbClr val="C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  <a:sym typeface="Wingdings" panose="05000000000000000000" pitchFamily="2" charset="2"/>
                  </a:rPr>
                  <a:t>BUS</a:t>
                </a:r>
                <a:r>
                  <a:rPr lang="en-US" altLang="zh-CN" sz="995" kern="0" dirty="0">
                    <a:solidFill>
                      <a:srgbClr val="C0000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bus1</a:t>
                </a:r>
                <a:endParaRPr lang="zh-CN" altLang="en-US" sz="995" kern="0" dirty="0">
                  <a:solidFill>
                    <a:srgbClr val="C00000"/>
                  </a:solidFill>
                  <a:latin typeface="Segoe UI Black" panose="020B0A02040204020203" pitchFamily="34" charset="0"/>
                  <a:ea typeface="华文细黑" pitchFamily="2" charset="-122"/>
                  <a:cs typeface="Segoe UI Black" panose="020B0A02040204020203" pitchFamily="34" charset="0"/>
                </a:endParaRPr>
              </a:p>
            </p:txBody>
          </p:sp>
        </p:grpSp>
        <p:cxnSp>
          <p:nvCxnSpPr>
            <p:cNvPr id="55318" name="直接连接符 156">
              <a:extLst>
                <a:ext uri="{FF2B5EF4-FFF2-40B4-BE49-F238E27FC236}">
                  <a16:creationId xmlns:a16="http://schemas.microsoft.com/office/drawing/2014/main" id="{1506C0BA-1FF1-4E2D-A07B-30222C0DB0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21215" y="2704065"/>
              <a:ext cx="349512" cy="0"/>
            </a:xfrm>
            <a:prstGeom prst="line">
              <a:avLst/>
            </a:prstGeom>
            <a:noFill/>
            <a:ln w="19050" algn="ctr">
              <a:solidFill>
                <a:srgbClr val="323232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B8566BD-B521-B2FF-8A66-A8F890064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8127AD-112A-4785-B315-824E302AA0F2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0C236E-F53D-EB70-BE9D-6FA1FEB57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558510-19FF-2C85-6D53-1DD34A36A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58</a:t>
            </a:fld>
            <a:endParaRPr lang="en-US" altLang="zh-CN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724783-CE0A-4B06-B247-6EA01F3BA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756" y="276227"/>
            <a:ext cx="7304088" cy="461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dirty="0"/>
              <a:t>指令周期方框图 </a:t>
            </a:r>
            <a:r>
              <a:rPr lang="en-US" altLang="zh-CN" dirty="0"/>
              <a:t>(</a:t>
            </a:r>
            <a:r>
              <a:rPr lang="zh-CN" altLang="en-US" dirty="0"/>
              <a:t>数据流</a:t>
            </a:r>
            <a:r>
              <a:rPr lang="en-US" altLang="zh-CN" dirty="0"/>
              <a:t>)</a:t>
            </a:r>
            <a:endParaRPr lang="zh-CN" altLang="en-US" dirty="0"/>
          </a:p>
        </p:txBody>
      </p:sp>
      <p:cxnSp>
        <p:nvCxnSpPr>
          <p:cNvPr id="223" name="直接连接符 222">
            <a:extLst>
              <a:ext uri="{FF2B5EF4-FFF2-40B4-BE49-F238E27FC236}">
                <a16:creationId xmlns:a16="http://schemas.microsoft.com/office/drawing/2014/main" id="{6E92D1BB-B93B-4E48-BD32-789D2F161898}"/>
              </a:ext>
            </a:extLst>
          </p:cNvPr>
          <p:cNvCxnSpPr>
            <a:cxnSpLocks/>
          </p:cNvCxnSpPr>
          <p:nvPr/>
        </p:nvCxnSpPr>
        <p:spPr>
          <a:xfrm>
            <a:off x="4933950" y="1484313"/>
            <a:ext cx="3238500" cy="0"/>
          </a:xfrm>
          <a:prstGeom prst="line">
            <a:avLst/>
          </a:prstGeom>
          <a:ln w="28575" cap="sq">
            <a:solidFill>
              <a:srgbClr val="00B050"/>
            </a:solidFill>
            <a:headEnd type="triangle" w="med" len="med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756" name="组合 186">
            <a:extLst>
              <a:ext uri="{FF2B5EF4-FFF2-40B4-BE49-F238E27FC236}">
                <a16:creationId xmlns:a16="http://schemas.microsoft.com/office/drawing/2014/main" id="{021A3CBF-8A7E-47FE-9038-6D8C47A4BC4F}"/>
              </a:ext>
            </a:extLst>
          </p:cNvPr>
          <p:cNvGrpSpPr>
            <a:grpSpLocks/>
          </p:cNvGrpSpPr>
          <p:nvPr/>
        </p:nvGrpSpPr>
        <p:grpSpPr bwMode="auto">
          <a:xfrm>
            <a:off x="1346200" y="3986213"/>
            <a:ext cx="6826250" cy="1809750"/>
            <a:chOff x="1960757" y="4172290"/>
            <a:chExt cx="9101553" cy="2412426"/>
          </a:xfrm>
        </p:grpSpPr>
        <p:grpSp>
          <p:nvGrpSpPr>
            <p:cNvPr id="74831" name="组合 185">
              <a:extLst>
                <a:ext uri="{FF2B5EF4-FFF2-40B4-BE49-F238E27FC236}">
                  <a16:creationId xmlns:a16="http://schemas.microsoft.com/office/drawing/2014/main" id="{FE900EB9-F6F8-4A9A-9A69-1DF7CEEDEF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0757" y="6210361"/>
              <a:ext cx="9101553" cy="374355"/>
              <a:chOff x="1960757" y="6210361"/>
              <a:chExt cx="9101553" cy="374355"/>
            </a:xfrm>
          </p:grpSpPr>
          <p:cxnSp>
            <p:nvCxnSpPr>
              <p:cNvPr id="164" name="直接连接符 163">
                <a:extLst>
                  <a:ext uri="{FF2B5EF4-FFF2-40B4-BE49-F238E27FC236}">
                    <a16:creationId xmlns:a16="http://schemas.microsoft.com/office/drawing/2014/main" id="{AC7883BC-FF00-483A-8AC9-11F116BA6DEC}"/>
                  </a:ext>
                </a:extLst>
              </p:cNvPr>
              <p:cNvCxnSpPr/>
              <p:nvPr/>
            </p:nvCxnSpPr>
            <p:spPr>
              <a:xfrm flipH="1">
                <a:off x="9421914" y="6224968"/>
                <a:ext cx="0" cy="359748"/>
              </a:xfrm>
              <a:prstGeom prst="line">
                <a:avLst/>
              </a:prstGeom>
              <a:ln w="28575" cap="sq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>
                <a:extLst>
                  <a:ext uri="{FF2B5EF4-FFF2-40B4-BE49-F238E27FC236}">
                    <a16:creationId xmlns:a16="http://schemas.microsoft.com/office/drawing/2014/main" id="{72540F95-CEEB-47AB-9950-9F1F6C9FBF0A}"/>
                  </a:ext>
                </a:extLst>
              </p:cNvPr>
              <p:cNvCxnSpPr/>
              <p:nvPr/>
            </p:nvCxnSpPr>
            <p:spPr>
              <a:xfrm flipH="1">
                <a:off x="7555038" y="6218619"/>
                <a:ext cx="0" cy="357632"/>
              </a:xfrm>
              <a:prstGeom prst="line">
                <a:avLst/>
              </a:prstGeom>
              <a:ln w="28575" cap="sq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>
                <a:extLst>
                  <a:ext uri="{FF2B5EF4-FFF2-40B4-BE49-F238E27FC236}">
                    <a16:creationId xmlns:a16="http://schemas.microsoft.com/office/drawing/2014/main" id="{070C5A08-44B7-4D74-B646-4474C6FAA27C}"/>
                  </a:ext>
                </a:extLst>
              </p:cNvPr>
              <p:cNvCxnSpPr/>
              <p:nvPr/>
            </p:nvCxnSpPr>
            <p:spPr>
              <a:xfrm flipH="1">
                <a:off x="5690277" y="6210154"/>
                <a:ext cx="0" cy="359748"/>
              </a:xfrm>
              <a:prstGeom prst="line">
                <a:avLst/>
              </a:prstGeom>
              <a:ln w="28575" cap="sq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>
                <a:extLst>
                  <a:ext uri="{FF2B5EF4-FFF2-40B4-BE49-F238E27FC236}">
                    <a16:creationId xmlns:a16="http://schemas.microsoft.com/office/drawing/2014/main" id="{D2128802-EC35-4824-B01E-08379D4C2BF4}"/>
                  </a:ext>
                </a:extLst>
              </p:cNvPr>
              <p:cNvCxnSpPr/>
              <p:nvPr/>
            </p:nvCxnSpPr>
            <p:spPr>
              <a:xfrm flipH="1">
                <a:off x="3823400" y="6214387"/>
                <a:ext cx="0" cy="359748"/>
              </a:xfrm>
              <a:prstGeom prst="line">
                <a:avLst/>
              </a:prstGeom>
              <a:ln w="28575" cap="sq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DE8035D5-9B96-4C6A-AF22-8C3871494697}"/>
                  </a:ext>
                </a:extLst>
              </p:cNvPr>
              <p:cNvCxnSpPr/>
              <p:nvPr/>
            </p:nvCxnSpPr>
            <p:spPr>
              <a:xfrm flipH="1">
                <a:off x="1960757" y="6222851"/>
                <a:ext cx="0" cy="359748"/>
              </a:xfrm>
              <a:prstGeom prst="line">
                <a:avLst/>
              </a:prstGeom>
              <a:ln w="28575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>
                <a:extLst>
                  <a:ext uri="{FF2B5EF4-FFF2-40B4-BE49-F238E27FC236}">
                    <a16:creationId xmlns:a16="http://schemas.microsoft.com/office/drawing/2014/main" id="{A4337533-7ABB-4D86-8BCC-FFAAD3A359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64990" y="6582599"/>
                <a:ext cx="9097320" cy="0"/>
              </a:xfrm>
              <a:prstGeom prst="line">
                <a:avLst/>
              </a:prstGeom>
              <a:ln w="28575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8F771195-5DA4-4838-923D-4324FB4964CD}"/>
                </a:ext>
              </a:extLst>
            </p:cNvPr>
            <p:cNvCxnSpPr>
              <a:cxnSpLocks/>
            </p:cNvCxnSpPr>
            <p:nvPr/>
          </p:nvCxnSpPr>
          <p:spPr>
            <a:xfrm>
              <a:off x="11062310" y="4172290"/>
              <a:ext cx="0" cy="2397612"/>
            </a:xfrm>
            <a:prstGeom prst="line">
              <a:avLst/>
            </a:prstGeom>
            <a:ln w="28575" cap="sq">
              <a:solidFill>
                <a:srgbClr val="00B050"/>
              </a:solidFill>
              <a:head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44A27182-CA3C-441B-A8D6-C7CCDFF51ADB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8174038" y="1484313"/>
            <a:ext cx="3175" cy="466725"/>
          </a:xfrm>
          <a:prstGeom prst="line">
            <a:avLst/>
          </a:prstGeom>
          <a:ln w="28575" cap="sq">
            <a:solidFill>
              <a:srgbClr val="00B050"/>
            </a:solidFill>
            <a:head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758" name="组合 205">
            <a:extLst>
              <a:ext uri="{FF2B5EF4-FFF2-40B4-BE49-F238E27FC236}">
                <a16:creationId xmlns:a16="http://schemas.microsoft.com/office/drawing/2014/main" id="{080FC487-53F0-4FA9-91DA-20C413DF6578}"/>
              </a:ext>
            </a:extLst>
          </p:cNvPr>
          <p:cNvGrpSpPr>
            <a:grpSpLocks/>
          </p:cNvGrpSpPr>
          <p:nvPr/>
        </p:nvGrpSpPr>
        <p:grpSpPr bwMode="auto">
          <a:xfrm>
            <a:off x="8172450" y="2873375"/>
            <a:ext cx="314325" cy="723900"/>
            <a:chOff x="11062310" y="2688115"/>
            <a:chExt cx="418305" cy="966011"/>
          </a:xfrm>
        </p:grpSpPr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B1BEB32B-6841-4039-834B-9CCCA2449F1B}"/>
                </a:ext>
              </a:extLst>
            </p:cNvPr>
            <p:cNvCxnSpPr>
              <a:cxnSpLocks/>
            </p:cNvCxnSpPr>
            <p:nvPr/>
          </p:nvCxnSpPr>
          <p:spPr>
            <a:xfrm>
              <a:off x="11062310" y="2688115"/>
              <a:ext cx="0" cy="853734"/>
            </a:xfrm>
            <a:prstGeom prst="line">
              <a:avLst/>
            </a:prstGeom>
            <a:ln w="28575" cap="sq">
              <a:solidFill>
                <a:srgbClr val="00B050"/>
              </a:solidFill>
              <a:head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2D8F5EEE-668F-42FB-865A-E8D823FE05E2}"/>
                </a:ext>
              </a:extLst>
            </p:cNvPr>
            <p:cNvSpPr txBox="1"/>
            <p:nvPr/>
          </p:nvSpPr>
          <p:spPr>
            <a:xfrm>
              <a:off x="11087662" y="3300346"/>
              <a:ext cx="392953" cy="35378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12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sz="112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9" name="Rectangle 104">
            <a:extLst>
              <a:ext uri="{FF2B5EF4-FFF2-40B4-BE49-F238E27FC236}">
                <a16:creationId xmlns:a16="http://schemas.microsoft.com/office/drawing/2014/main" id="{6C060127-4E3F-4D95-81BB-988CC1AC2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6213" y="1951038"/>
            <a:ext cx="762000" cy="922337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1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</a:rPr>
              <a:t>保存断点</a:t>
            </a:r>
            <a:endParaRPr lang="en-US" altLang="zh-CN" sz="112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 Black" panose="020B0A02040204020203" pitchFamily="34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1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</a:rPr>
              <a:t>修改</a:t>
            </a:r>
            <a:r>
              <a:rPr lang="en-US" altLang="zh-CN" sz="11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</a:rPr>
              <a:t>PC</a:t>
            </a:r>
          </a:p>
          <a:p>
            <a:pPr algn="ctr">
              <a:lnSpc>
                <a:spcPct val="150000"/>
              </a:lnSpc>
              <a:defRPr/>
            </a:pPr>
            <a:r>
              <a:rPr lang="zh-CN" altLang="en-US" sz="11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</a:rPr>
              <a:t>关中断</a:t>
            </a:r>
            <a:endParaRPr lang="en-US" altLang="zh-CN" sz="112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 Black" panose="020B0A02040204020203" pitchFamily="34" charset="0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E1567442-AEA5-4278-8767-2CB04AB234AC}"/>
              </a:ext>
            </a:extLst>
          </p:cNvPr>
          <p:cNvSpPr txBox="1"/>
          <p:nvPr/>
        </p:nvSpPr>
        <p:spPr>
          <a:xfrm>
            <a:off x="7554913" y="4699000"/>
            <a:ext cx="684212" cy="5540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500" spc="45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endParaRPr lang="en-US" altLang="zh-CN" sz="1500" spc="45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500" spc="45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</a:t>
            </a:r>
            <a:endParaRPr lang="zh-CN" altLang="en-US" sz="1500" spc="45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79612555-F60E-4006-B679-8DF960118F81}"/>
              </a:ext>
            </a:extLst>
          </p:cNvPr>
          <p:cNvSpPr txBox="1"/>
          <p:nvPr/>
        </p:nvSpPr>
        <p:spPr>
          <a:xfrm>
            <a:off x="4862513" y="3575050"/>
            <a:ext cx="685800" cy="5540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500" spc="45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endParaRPr lang="en-US" altLang="zh-CN" sz="1500" spc="45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500" spc="45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</a:t>
            </a:r>
            <a:endParaRPr lang="zh-CN" altLang="en-US" sz="1500" spc="45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DB7AFBA5-EFEC-4BC1-A9F4-4D04D38DECDD}"/>
              </a:ext>
            </a:extLst>
          </p:cNvPr>
          <p:cNvSpPr txBox="1"/>
          <p:nvPr/>
        </p:nvSpPr>
        <p:spPr>
          <a:xfrm>
            <a:off x="2901950" y="1649413"/>
            <a:ext cx="415925" cy="1092200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>
              <a:defRPr/>
            </a:pPr>
            <a:r>
              <a:rPr lang="zh-CN" altLang="en-US" sz="1500" spc="45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取指周期</a:t>
            </a:r>
          </a:p>
        </p:txBody>
      </p:sp>
      <p:grpSp>
        <p:nvGrpSpPr>
          <p:cNvPr id="74763" name="组合 187">
            <a:extLst>
              <a:ext uri="{FF2B5EF4-FFF2-40B4-BE49-F238E27FC236}">
                <a16:creationId xmlns:a16="http://schemas.microsoft.com/office/drawing/2014/main" id="{86D731B2-6547-4CA3-9384-A04189C9DC23}"/>
              </a:ext>
            </a:extLst>
          </p:cNvPr>
          <p:cNvGrpSpPr>
            <a:grpSpLocks/>
          </p:cNvGrpSpPr>
          <p:nvPr/>
        </p:nvGrpSpPr>
        <p:grpSpPr bwMode="auto">
          <a:xfrm>
            <a:off x="749300" y="2930525"/>
            <a:ext cx="6800850" cy="2606675"/>
            <a:chOff x="1163117" y="2764733"/>
            <a:chExt cx="9068000" cy="3475549"/>
          </a:xfrm>
        </p:grpSpPr>
        <p:grpSp>
          <p:nvGrpSpPr>
            <p:cNvPr id="74779" name="组合 180">
              <a:extLst>
                <a:ext uri="{FF2B5EF4-FFF2-40B4-BE49-F238E27FC236}">
                  <a16:creationId xmlns:a16="http://schemas.microsoft.com/office/drawing/2014/main" id="{F3D7E2C7-2C9E-4740-BECC-1EC605B826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3117" y="2764733"/>
              <a:ext cx="5334856" cy="1905454"/>
              <a:chOff x="1163117" y="2764733"/>
              <a:chExt cx="5334856" cy="1905454"/>
            </a:xfrm>
          </p:grpSpPr>
          <p:cxnSp>
            <p:nvCxnSpPr>
              <p:cNvPr id="61" name="直接箭头连接符 60">
                <a:extLst>
                  <a:ext uri="{FF2B5EF4-FFF2-40B4-BE49-F238E27FC236}">
                    <a16:creationId xmlns:a16="http://schemas.microsoft.com/office/drawing/2014/main" id="{E2B7E6B1-4C43-4BA1-A988-17631FA098CD}"/>
                  </a:ext>
                </a:extLst>
              </p:cNvPr>
              <p:cNvCxnSpPr/>
              <p:nvPr/>
            </p:nvCxnSpPr>
            <p:spPr>
              <a:xfrm>
                <a:off x="1954768" y="3183831"/>
                <a:ext cx="0" cy="292098"/>
              </a:xfrm>
              <a:prstGeom prst="straightConnector1">
                <a:avLst/>
              </a:prstGeom>
              <a:ln w="28575" cap="sq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箭头连接符 63">
                <a:extLst>
                  <a:ext uri="{FF2B5EF4-FFF2-40B4-BE49-F238E27FC236}">
                    <a16:creationId xmlns:a16="http://schemas.microsoft.com/office/drawing/2014/main" id="{876C23A5-DD5C-471F-8116-EEA9DB52D12B}"/>
                  </a:ext>
                </a:extLst>
              </p:cNvPr>
              <p:cNvCxnSpPr/>
              <p:nvPr/>
            </p:nvCxnSpPr>
            <p:spPr>
              <a:xfrm flipH="1">
                <a:off x="5707701" y="2764733"/>
                <a:ext cx="0" cy="711196"/>
              </a:xfrm>
              <a:prstGeom prst="straightConnector1">
                <a:avLst/>
              </a:prstGeom>
              <a:ln w="28575" cap="sq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箭头连接符 93">
                <a:extLst>
                  <a:ext uri="{FF2B5EF4-FFF2-40B4-BE49-F238E27FC236}">
                    <a16:creationId xmlns:a16="http://schemas.microsoft.com/office/drawing/2014/main" id="{429DBF71-E1FB-43B1-9338-2325FA8E6C2A}"/>
                  </a:ext>
                </a:extLst>
              </p:cNvPr>
              <p:cNvCxnSpPr/>
              <p:nvPr/>
            </p:nvCxnSpPr>
            <p:spPr>
              <a:xfrm>
                <a:off x="3828060" y="3192297"/>
                <a:ext cx="0" cy="268816"/>
              </a:xfrm>
              <a:prstGeom prst="straightConnector1">
                <a:avLst/>
              </a:prstGeom>
              <a:ln w="28575" cap="sq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C9DDFA54-E431-472C-8742-4BBB046887CC}"/>
                  </a:ext>
                </a:extLst>
              </p:cNvPr>
              <p:cNvSpPr txBox="1"/>
              <p:nvPr/>
            </p:nvSpPr>
            <p:spPr>
              <a:xfrm>
                <a:off x="3406833" y="2862099"/>
                <a:ext cx="821285" cy="35348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sw</a:t>
                </a:r>
                <a:endParaRPr lang="zh-CN" altLang="en-US" sz="1125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3D8C9BA1-DB44-4750-8F55-B8C1B467F8B0}"/>
                  </a:ext>
                </a:extLst>
              </p:cNvPr>
              <p:cNvSpPr txBox="1"/>
              <p:nvPr/>
            </p:nvSpPr>
            <p:spPr>
              <a:xfrm>
                <a:off x="5476979" y="2862099"/>
                <a:ext cx="1011789" cy="35348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beq</a:t>
                </a:r>
                <a:endParaRPr lang="zh-CN" altLang="en-US" sz="1125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74" name="直接箭头连接符 73">
                <a:extLst>
                  <a:ext uri="{FF2B5EF4-FFF2-40B4-BE49-F238E27FC236}">
                    <a16:creationId xmlns:a16="http://schemas.microsoft.com/office/drawing/2014/main" id="{115FB567-7690-423D-B656-6E07FA8C860C}"/>
                  </a:ext>
                </a:extLst>
              </p:cNvPr>
              <p:cNvCxnSpPr/>
              <p:nvPr/>
            </p:nvCxnSpPr>
            <p:spPr>
              <a:xfrm flipH="1">
                <a:off x="1961119" y="4426308"/>
                <a:ext cx="0" cy="237065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A5EA44F6-947C-42FA-83AD-782CC9EF1A55}"/>
                  </a:ext>
                </a:extLst>
              </p:cNvPr>
              <p:cNvCxnSpPr/>
              <p:nvPr/>
            </p:nvCxnSpPr>
            <p:spPr>
              <a:xfrm flipH="1">
                <a:off x="1961119" y="3816711"/>
                <a:ext cx="0" cy="237065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04">
                <a:extLst>
                  <a:ext uri="{FF2B5EF4-FFF2-40B4-BE49-F238E27FC236}">
                    <a16:creationId xmlns:a16="http://schemas.microsoft.com/office/drawing/2014/main" id="{0ED99A0B-16FC-498A-93B0-46795C5CB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117" y="3469580"/>
                <a:ext cx="1596002" cy="37464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</a:rPr>
                  <a:t>R[rs]</a:t>
                </a: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  <a:sym typeface="Wingdings" panose="05000000000000000000" pitchFamily="2" charset="2"/>
                  </a:rPr>
                  <a:t>X</a:t>
                </a:r>
                <a:endParaRPr lang="en-US" altLang="zh-CN" sz="112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9" name="Rectangle 104">
                <a:extLst>
                  <a:ext uri="{FF2B5EF4-FFF2-40B4-BE49-F238E27FC236}">
                    <a16:creationId xmlns:a16="http://schemas.microsoft.com/office/drawing/2014/main" id="{3C8FF4C8-DAEB-4D4C-9DB0-79E7311A74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117" y="4066477"/>
                <a:ext cx="1596002" cy="37464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X+ImmZ</a:t>
                </a:r>
                <a:endParaRPr lang="zh-CN" altLang="en-US" sz="112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78" name="直接箭头连接符 77">
                <a:extLst>
                  <a:ext uri="{FF2B5EF4-FFF2-40B4-BE49-F238E27FC236}">
                    <a16:creationId xmlns:a16="http://schemas.microsoft.com/office/drawing/2014/main" id="{BBC7FE4C-68F8-47AF-9AFA-B5F2ED60F3CA}"/>
                  </a:ext>
                </a:extLst>
              </p:cNvPr>
              <p:cNvCxnSpPr/>
              <p:nvPr/>
            </p:nvCxnSpPr>
            <p:spPr>
              <a:xfrm flipH="1">
                <a:off x="3821709" y="4417842"/>
                <a:ext cx="0" cy="237065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箭头连接符 79">
                <a:extLst>
                  <a:ext uri="{FF2B5EF4-FFF2-40B4-BE49-F238E27FC236}">
                    <a16:creationId xmlns:a16="http://schemas.microsoft.com/office/drawing/2014/main" id="{28702206-B2AE-4499-A3C0-3018BA77A80A}"/>
                  </a:ext>
                </a:extLst>
              </p:cNvPr>
              <p:cNvCxnSpPr/>
              <p:nvPr/>
            </p:nvCxnSpPr>
            <p:spPr>
              <a:xfrm flipH="1">
                <a:off x="3821709" y="3808245"/>
                <a:ext cx="0" cy="237065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Rectangle 104">
                <a:extLst>
                  <a:ext uri="{FF2B5EF4-FFF2-40B4-BE49-F238E27FC236}">
                    <a16:creationId xmlns:a16="http://schemas.microsoft.com/office/drawing/2014/main" id="{468B402E-B436-46DD-9964-CD0066298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709" y="3461113"/>
                <a:ext cx="1596002" cy="37464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</a:rPr>
                  <a:t>R[rs]</a:t>
                </a: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  <a:sym typeface="Wingdings" panose="05000000000000000000" pitchFamily="2" charset="2"/>
                  </a:rPr>
                  <a:t>X</a:t>
                </a:r>
                <a:endParaRPr lang="en-US" altLang="zh-CN" sz="112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86" name="Rectangle 104">
                <a:extLst>
                  <a:ext uri="{FF2B5EF4-FFF2-40B4-BE49-F238E27FC236}">
                    <a16:creationId xmlns:a16="http://schemas.microsoft.com/office/drawing/2014/main" id="{9AB304D8-F4FF-4B1E-9039-05CEE9A2A6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709" y="4058010"/>
                <a:ext cx="1596002" cy="376765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X+ImmZ</a:t>
                </a:r>
                <a:endParaRPr lang="zh-CN" altLang="en-US" sz="112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99" name="直接箭头连接符 98">
                <a:extLst>
                  <a:ext uri="{FF2B5EF4-FFF2-40B4-BE49-F238E27FC236}">
                    <a16:creationId xmlns:a16="http://schemas.microsoft.com/office/drawing/2014/main" id="{D27FD8BE-D98B-42DF-96B1-1DC468B7E9B3}"/>
                  </a:ext>
                </a:extLst>
              </p:cNvPr>
              <p:cNvCxnSpPr/>
              <p:nvPr/>
            </p:nvCxnSpPr>
            <p:spPr>
              <a:xfrm flipH="1">
                <a:off x="5699234" y="4432658"/>
                <a:ext cx="0" cy="237065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箭头连接符 101">
                <a:extLst>
                  <a:ext uri="{FF2B5EF4-FFF2-40B4-BE49-F238E27FC236}">
                    <a16:creationId xmlns:a16="http://schemas.microsoft.com/office/drawing/2014/main" id="{EBA4D26E-CBA7-456E-B7B7-2508385466B3}"/>
                  </a:ext>
                </a:extLst>
              </p:cNvPr>
              <p:cNvCxnSpPr/>
              <p:nvPr/>
            </p:nvCxnSpPr>
            <p:spPr>
              <a:xfrm flipH="1">
                <a:off x="5699234" y="3823061"/>
                <a:ext cx="0" cy="237065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Rectangle 104">
                <a:extLst>
                  <a:ext uri="{FF2B5EF4-FFF2-40B4-BE49-F238E27FC236}">
                    <a16:creationId xmlns:a16="http://schemas.microsoft.com/office/drawing/2014/main" id="{F3447ABE-E8FB-4CEA-A8CC-574E25646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1233" y="3475929"/>
                <a:ext cx="1596002" cy="374649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</a:rPr>
                  <a:t>R[rs]</a:t>
                </a: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  <a:sym typeface="Wingdings" panose="05000000000000000000" pitchFamily="2" charset="2"/>
                  </a:rPr>
                  <a:t>X</a:t>
                </a:r>
                <a:endParaRPr lang="en-US" altLang="zh-CN" sz="112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07" name="Rectangle 104">
                <a:extLst>
                  <a:ext uri="{FF2B5EF4-FFF2-40B4-BE49-F238E27FC236}">
                    <a16:creationId xmlns:a16="http://schemas.microsoft.com/office/drawing/2014/main" id="{3A5C9CCF-8389-4444-A88D-5C22EB6C9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1233" y="4072826"/>
                <a:ext cx="1596002" cy="374649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X-R[rt]PSW</a:t>
                </a:r>
                <a:endParaRPr lang="zh-CN" altLang="en-US" sz="112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9C96EDAA-C3D1-4FB8-BED2-BFDF126A5DA7}"/>
                  </a:ext>
                </a:extLst>
              </p:cNvPr>
              <p:cNvSpPr txBox="1"/>
              <p:nvPr/>
            </p:nvSpPr>
            <p:spPr>
              <a:xfrm>
                <a:off x="1554710" y="2862099"/>
                <a:ext cx="823401" cy="35348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lw</a:t>
                </a:r>
                <a:endParaRPr lang="zh-CN" altLang="en-US" sz="1125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4780" name="组合 184">
              <a:extLst>
                <a:ext uri="{FF2B5EF4-FFF2-40B4-BE49-F238E27FC236}">
                  <a16:creationId xmlns:a16="http://schemas.microsoft.com/office/drawing/2014/main" id="{AAC478AC-4B48-41C0-BE37-585145FDB2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3117" y="2861228"/>
              <a:ext cx="9068000" cy="3379054"/>
              <a:chOff x="1163117" y="2861228"/>
              <a:chExt cx="9068000" cy="3379054"/>
            </a:xfrm>
          </p:grpSpPr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C96B35BC-D4B2-406F-AF45-EF167C156276}"/>
                  </a:ext>
                </a:extLst>
              </p:cNvPr>
              <p:cNvCxnSpPr/>
              <p:nvPr/>
            </p:nvCxnSpPr>
            <p:spPr>
              <a:xfrm>
                <a:off x="1954768" y="3164781"/>
                <a:ext cx="7457182" cy="0"/>
              </a:xfrm>
              <a:prstGeom prst="line">
                <a:avLst/>
              </a:prstGeom>
              <a:ln w="28575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箭头连接符 139">
                <a:extLst>
                  <a:ext uri="{FF2B5EF4-FFF2-40B4-BE49-F238E27FC236}">
                    <a16:creationId xmlns:a16="http://schemas.microsoft.com/office/drawing/2014/main" id="{0715C57A-E920-402B-AC42-655DC31D1083}"/>
                  </a:ext>
                </a:extLst>
              </p:cNvPr>
              <p:cNvCxnSpPr/>
              <p:nvPr/>
            </p:nvCxnSpPr>
            <p:spPr>
              <a:xfrm>
                <a:off x="9430999" y="3164781"/>
                <a:ext cx="0" cy="1481659"/>
              </a:xfrm>
              <a:prstGeom prst="straightConnector1">
                <a:avLst/>
              </a:prstGeom>
              <a:ln w="28575" cap="sq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87D5B1F1-9E2E-496C-A7C1-9224127FA4B8}"/>
                  </a:ext>
                </a:extLst>
              </p:cNvPr>
              <p:cNvSpPr txBox="1"/>
              <p:nvPr/>
            </p:nvSpPr>
            <p:spPr>
              <a:xfrm>
                <a:off x="7064514" y="2862099"/>
                <a:ext cx="1011789" cy="35348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add</a:t>
                </a:r>
                <a:endParaRPr lang="zh-CN" altLang="en-US" sz="1125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66" name="直接箭头连接符 165">
                <a:extLst>
                  <a:ext uri="{FF2B5EF4-FFF2-40B4-BE49-F238E27FC236}">
                    <a16:creationId xmlns:a16="http://schemas.microsoft.com/office/drawing/2014/main" id="{048392FE-6B5B-4461-B825-F3B375AEBC86}"/>
                  </a:ext>
                </a:extLst>
              </p:cNvPr>
              <p:cNvCxnSpPr/>
              <p:nvPr/>
            </p:nvCxnSpPr>
            <p:spPr>
              <a:xfrm>
                <a:off x="7574642" y="3192297"/>
                <a:ext cx="0" cy="1452026"/>
              </a:xfrm>
              <a:prstGeom prst="straightConnector1">
                <a:avLst/>
              </a:prstGeom>
              <a:ln w="28575" cap="sq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箭头连接符 74">
                <a:extLst>
                  <a:ext uri="{FF2B5EF4-FFF2-40B4-BE49-F238E27FC236}">
                    <a16:creationId xmlns:a16="http://schemas.microsoft.com/office/drawing/2014/main" id="{019D4339-9C49-499D-B404-C76C47AE8018}"/>
                  </a:ext>
                </a:extLst>
              </p:cNvPr>
              <p:cNvCxnSpPr/>
              <p:nvPr/>
            </p:nvCxnSpPr>
            <p:spPr>
              <a:xfrm flipH="1">
                <a:off x="1961119" y="5012621"/>
                <a:ext cx="0" cy="237065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箭头连接符 75">
                <a:extLst>
                  <a:ext uri="{FF2B5EF4-FFF2-40B4-BE49-F238E27FC236}">
                    <a16:creationId xmlns:a16="http://schemas.microsoft.com/office/drawing/2014/main" id="{45A0BF90-DB68-4B82-A0A7-9B050409AB87}"/>
                  </a:ext>
                </a:extLst>
              </p:cNvPr>
              <p:cNvCxnSpPr/>
              <p:nvPr/>
            </p:nvCxnSpPr>
            <p:spPr>
              <a:xfrm flipH="1">
                <a:off x="1961119" y="5626452"/>
                <a:ext cx="0" cy="237065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ectangle 104">
                <a:extLst>
                  <a:ext uri="{FF2B5EF4-FFF2-40B4-BE49-F238E27FC236}">
                    <a16:creationId xmlns:a16="http://schemas.microsoft.com/office/drawing/2014/main" id="{870AE26F-4CB2-40C3-8750-CDF86C4354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117" y="4665490"/>
                <a:ext cx="1596002" cy="37464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ZAR</a:t>
                </a:r>
                <a:endParaRPr lang="zh-CN" altLang="en-US" sz="112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Rectangle 104">
                <a:extLst>
                  <a:ext uri="{FF2B5EF4-FFF2-40B4-BE49-F238E27FC236}">
                    <a16:creationId xmlns:a16="http://schemas.microsoft.com/office/drawing/2014/main" id="{7B5C7130-2C5F-48E9-A2BE-11E5300DF6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117" y="5262387"/>
                <a:ext cx="1596002" cy="37464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</a:rPr>
                  <a:t>M[AR]</a:t>
                </a: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  <a:sym typeface="Wingdings" panose="05000000000000000000" pitchFamily="2" charset="2"/>
                  </a:rPr>
                  <a:t>DR</a:t>
                </a:r>
                <a:endParaRPr lang="en-US" altLang="zh-CN" sz="112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73" name="Rectangle 104">
                <a:extLst>
                  <a:ext uri="{FF2B5EF4-FFF2-40B4-BE49-F238E27FC236}">
                    <a16:creationId xmlns:a16="http://schemas.microsoft.com/office/drawing/2014/main" id="{4EB68EE6-6FB6-4DDA-AFA2-FE91CFBC8C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117" y="5859284"/>
                <a:ext cx="1596002" cy="37464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</a:rPr>
                  <a:t>DR</a:t>
                </a: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  <a:sym typeface="Wingdings" panose="05000000000000000000" pitchFamily="2" charset="2"/>
                  </a:rPr>
                  <a:t>R[rt]</a:t>
                </a:r>
                <a:endParaRPr lang="en-US" altLang="zh-CN" sz="112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endParaRPr>
              </a:p>
            </p:txBody>
          </p:sp>
          <p:cxnSp>
            <p:nvCxnSpPr>
              <p:cNvPr id="83" name="直接箭头连接符 82">
                <a:extLst>
                  <a:ext uri="{FF2B5EF4-FFF2-40B4-BE49-F238E27FC236}">
                    <a16:creationId xmlns:a16="http://schemas.microsoft.com/office/drawing/2014/main" id="{52B81A1F-A867-49C1-9B26-882745BAB742}"/>
                  </a:ext>
                </a:extLst>
              </p:cNvPr>
              <p:cNvCxnSpPr/>
              <p:nvPr/>
            </p:nvCxnSpPr>
            <p:spPr>
              <a:xfrm flipH="1">
                <a:off x="3821709" y="5004155"/>
                <a:ext cx="0" cy="237065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箭头连接符 83">
                <a:extLst>
                  <a:ext uri="{FF2B5EF4-FFF2-40B4-BE49-F238E27FC236}">
                    <a16:creationId xmlns:a16="http://schemas.microsoft.com/office/drawing/2014/main" id="{486C766E-D4B6-4C00-9D91-3342F2FE6DD7}"/>
                  </a:ext>
                </a:extLst>
              </p:cNvPr>
              <p:cNvCxnSpPr/>
              <p:nvPr/>
            </p:nvCxnSpPr>
            <p:spPr>
              <a:xfrm flipH="1">
                <a:off x="3821709" y="5620102"/>
                <a:ext cx="0" cy="237065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Rectangle 104">
                <a:extLst>
                  <a:ext uri="{FF2B5EF4-FFF2-40B4-BE49-F238E27FC236}">
                    <a16:creationId xmlns:a16="http://schemas.microsoft.com/office/drawing/2014/main" id="{73080293-36F7-4807-9584-7087937B5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709" y="4657023"/>
                <a:ext cx="1596002" cy="37464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ZAR</a:t>
                </a:r>
                <a:endParaRPr lang="zh-CN" altLang="en-US" sz="112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Rectangle 104">
                <a:extLst>
                  <a:ext uri="{FF2B5EF4-FFF2-40B4-BE49-F238E27FC236}">
                    <a16:creationId xmlns:a16="http://schemas.microsoft.com/office/drawing/2014/main" id="{33897726-3C7B-441A-A02E-6DFA0059F3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709" y="5253920"/>
                <a:ext cx="1596002" cy="37464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</a:rPr>
                  <a:t>R[rt]</a:t>
                </a: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  <a:sym typeface="Wingdings" panose="05000000000000000000" pitchFamily="2" charset="2"/>
                  </a:rPr>
                  <a:t>DR</a:t>
                </a:r>
                <a:endParaRPr lang="en-US" altLang="zh-CN" sz="112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92" name="Rectangle 104">
                <a:extLst>
                  <a:ext uri="{FF2B5EF4-FFF2-40B4-BE49-F238E27FC236}">
                    <a16:creationId xmlns:a16="http://schemas.microsoft.com/office/drawing/2014/main" id="{5D5CE85F-4E12-4C51-8A48-1DEDD61FBB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3709" y="5850817"/>
                <a:ext cx="1596002" cy="37464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</a:rPr>
                  <a:t>DR</a:t>
                </a: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  <a:sym typeface="Wingdings" panose="05000000000000000000" pitchFamily="2" charset="2"/>
                  </a:rPr>
                  <a:t></a:t>
                </a: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</a:rPr>
                  <a:t>M[AR]</a:t>
                </a:r>
                <a:endParaRPr lang="en-US" altLang="zh-CN" sz="112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endParaRPr>
              </a:p>
            </p:txBody>
          </p:sp>
          <p:cxnSp>
            <p:nvCxnSpPr>
              <p:cNvPr id="104" name="直接箭头连接符 103">
                <a:extLst>
                  <a:ext uri="{FF2B5EF4-FFF2-40B4-BE49-F238E27FC236}">
                    <a16:creationId xmlns:a16="http://schemas.microsoft.com/office/drawing/2014/main" id="{F45EACCC-FEE8-4870-B12D-3E1C2DCFBE33}"/>
                  </a:ext>
                </a:extLst>
              </p:cNvPr>
              <p:cNvCxnSpPr/>
              <p:nvPr/>
            </p:nvCxnSpPr>
            <p:spPr>
              <a:xfrm flipH="1">
                <a:off x="5701350" y="5018972"/>
                <a:ext cx="0" cy="237065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箭头连接符 104">
                <a:extLst>
                  <a:ext uri="{FF2B5EF4-FFF2-40B4-BE49-F238E27FC236}">
                    <a16:creationId xmlns:a16="http://schemas.microsoft.com/office/drawing/2014/main" id="{4BCB865D-B086-4B99-813F-45FC53AE8FC3}"/>
                  </a:ext>
                </a:extLst>
              </p:cNvPr>
              <p:cNvCxnSpPr/>
              <p:nvPr/>
            </p:nvCxnSpPr>
            <p:spPr>
              <a:xfrm flipH="1">
                <a:off x="5701350" y="5632802"/>
                <a:ext cx="0" cy="237065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ectangle 104">
                <a:extLst>
                  <a:ext uri="{FF2B5EF4-FFF2-40B4-BE49-F238E27FC236}">
                    <a16:creationId xmlns:a16="http://schemas.microsoft.com/office/drawing/2014/main" id="{E55310B7-C8E1-4F18-933F-4613ED00BA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3350" y="4671840"/>
                <a:ext cx="1593884" cy="374647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PCX</a:t>
                </a:r>
                <a:endParaRPr lang="zh-CN" altLang="en-US" sz="112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Rectangle 104">
                <a:extLst>
                  <a:ext uri="{FF2B5EF4-FFF2-40B4-BE49-F238E27FC236}">
                    <a16:creationId xmlns:a16="http://schemas.microsoft.com/office/drawing/2014/main" id="{4A20C493-0875-4890-900D-E502E9E9A7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3350" y="5268737"/>
                <a:ext cx="1593884" cy="374647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125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</a:rPr>
                  <a:t>IR(A)+X</a:t>
                </a:r>
                <a:r>
                  <a:rPr lang="en-US" altLang="zh-CN" sz="1125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  <a:sym typeface="Wingdings" panose="05000000000000000000" pitchFamily="2" charset="2"/>
                  </a:rPr>
                  <a:t>Z</a:t>
                </a:r>
                <a:endParaRPr lang="en-US" altLang="zh-CN" sz="112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10" name="Rectangle 104">
                <a:extLst>
                  <a:ext uri="{FF2B5EF4-FFF2-40B4-BE49-F238E27FC236}">
                    <a16:creationId xmlns:a16="http://schemas.microsoft.com/office/drawing/2014/main" id="{1EB27571-FB3A-415E-AE24-5A5A731853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3350" y="5865635"/>
                <a:ext cx="1593884" cy="374647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9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</a:rPr>
                  <a:t>If (</a:t>
                </a:r>
                <a:r>
                  <a:rPr lang="en-US" altLang="zh-CN" sz="9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</a:rPr>
                  <a:t>PSW.equal</a:t>
                </a:r>
                <a:r>
                  <a:rPr lang="en-US" altLang="zh-CN" sz="9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</a:rPr>
                  <a:t>)</a:t>
                </a:r>
              </a:p>
              <a:p>
                <a:pPr algn="ctr">
                  <a:defRPr/>
                </a:pPr>
                <a:r>
                  <a:rPr lang="en-US" altLang="zh-CN" sz="9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</a:rPr>
                  <a:t> Z</a:t>
                </a:r>
                <a:r>
                  <a:rPr lang="en-US" altLang="zh-CN" sz="9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  <a:sym typeface="Wingdings" panose="05000000000000000000" pitchFamily="2" charset="2"/>
                  </a:rPr>
                  <a:t>  </a:t>
                </a:r>
                <a:r>
                  <a:rPr lang="en-US" altLang="zh-CN" sz="9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</a:rPr>
                  <a:t>PC</a:t>
                </a:r>
              </a:p>
            </p:txBody>
          </p:sp>
          <p:cxnSp>
            <p:nvCxnSpPr>
              <p:cNvPr id="114" name="直接箭头连接符 113">
                <a:extLst>
                  <a:ext uri="{FF2B5EF4-FFF2-40B4-BE49-F238E27FC236}">
                    <a16:creationId xmlns:a16="http://schemas.microsoft.com/office/drawing/2014/main" id="{DCB64E8E-C1A9-415A-863C-8FC0C1806FF4}"/>
                  </a:ext>
                </a:extLst>
              </p:cNvPr>
              <p:cNvCxnSpPr/>
              <p:nvPr/>
            </p:nvCxnSpPr>
            <p:spPr>
              <a:xfrm flipH="1">
                <a:off x="7572525" y="5010505"/>
                <a:ext cx="0" cy="237065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箭头连接符 114">
                <a:extLst>
                  <a:ext uri="{FF2B5EF4-FFF2-40B4-BE49-F238E27FC236}">
                    <a16:creationId xmlns:a16="http://schemas.microsoft.com/office/drawing/2014/main" id="{E72BC4FA-67E9-45AD-A215-FDEB96C09E2C}"/>
                  </a:ext>
                </a:extLst>
              </p:cNvPr>
              <p:cNvCxnSpPr/>
              <p:nvPr/>
            </p:nvCxnSpPr>
            <p:spPr>
              <a:xfrm flipH="1">
                <a:off x="7572525" y="5626452"/>
                <a:ext cx="0" cy="237065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Rectangle 104">
                <a:extLst>
                  <a:ext uri="{FF2B5EF4-FFF2-40B4-BE49-F238E27FC236}">
                    <a16:creationId xmlns:a16="http://schemas.microsoft.com/office/drawing/2014/main" id="{75164BA9-2BC5-4704-9619-EC050C2F3C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74525" y="4663374"/>
                <a:ext cx="1596002" cy="374647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</a:rPr>
                  <a:t>R[rs]</a:t>
                </a: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  <a:sym typeface="Wingdings" panose="05000000000000000000" pitchFamily="2" charset="2"/>
                  </a:rPr>
                  <a:t>X</a:t>
                </a:r>
                <a:endParaRPr lang="en-US" altLang="zh-CN" sz="112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19" name="Rectangle 104">
                <a:extLst>
                  <a:ext uri="{FF2B5EF4-FFF2-40B4-BE49-F238E27FC236}">
                    <a16:creationId xmlns:a16="http://schemas.microsoft.com/office/drawing/2014/main" id="{98A1B0A5-3E28-4366-A32F-DCC6CFCCF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74525" y="5260271"/>
                <a:ext cx="1596002" cy="374647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</a:rPr>
                  <a:t>X+R[rt]</a:t>
                </a: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  <a:sym typeface="Wingdings" panose="05000000000000000000" pitchFamily="2" charset="2"/>
                  </a:rPr>
                  <a:t></a:t>
                </a: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</a:rPr>
                  <a:t>Z</a:t>
                </a:r>
              </a:p>
            </p:txBody>
          </p:sp>
          <p:sp>
            <p:nvSpPr>
              <p:cNvPr id="120" name="Rectangle 104">
                <a:extLst>
                  <a:ext uri="{FF2B5EF4-FFF2-40B4-BE49-F238E27FC236}">
                    <a16:creationId xmlns:a16="http://schemas.microsoft.com/office/drawing/2014/main" id="{D2144926-7B09-4D56-8332-6DC0F5521B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74525" y="5857168"/>
                <a:ext cx="1596002" cy="374647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indent="6191" algn="ctr">
                  <a:defRPr/>
                </a:pPr>
                <a:r>
                  <a:rPr lang="en-US" altLang="zh-CN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Z</a:t>
                </a:r>
                <a:r>
                  <a:rPr lang="en-US" altLang="zh-CN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</a:t>
                </a:r>
                <a:r>
                  <a:rPr lang="en-US" altLang="zh-CN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R[rd]</a:t>
                </a:r>
                <a:endParaRPr lang="zh-CN" altLang="zh-CN" sz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30" name="直接箭头连接符 129">
                <a:extLst>
                  <a:ext uri="{FF2B5EF4-FFF2-40B4-BE49-F238E27FC236}">
                    <a16:creationId xmlns:a16="http://schemas.microsoft.com/office/drawing/2014/main" id="{948CEFB7-EA6C-445E-9BC2-B4C208329ED4}"/>
                  </a:ext>
                </a:extLst>
              </p:cNvPr>
              <p:cNvCxnSpPr/>
              <p:nvPr/>
            </p:nvCxnSpPr>
            <p:spPr>
              <a:xfrm flipH="1">
                <a:off x="9433117" y="5004155"/>
                <a:ext cx="0" cy="237065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箭头连接符 131">
                <a:extLst>
                  <a:ext uri="{FF2B5EF4-FFF2-40B4-BE49-F238E27FC236}">
                    <a16:creationId xmlns:a16="http://schemas.microsoft.com/office/drawing/2014/main" id="{AF8DEFE5-D1D9-421A-B43F-EE0FE4B6193C}"/>
                  </a:ext>
                </a:extLst>
              </p:cNvPr>
              <p:cNvCxnSpPr/>
              <p:nvPr/>
            </p:nvCxnSpPr>
            <p:spPr>
              <a:xfrm flipH="1">
                <a:off x="9433117" y="5620102"/>
                <a:ext cx="0" cy="237065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rgbClr val="00B05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Rectangle 104">
                <a:extLst>
                  <a:ext uri="{FF2B5EF4-FFF2-40B4-BE49-F238E27FC236}">
                    <a16:creationId xmlns:a16="http://schemas.microsoft.com/office/drawing/2014/main" id="{31FB4263-55B3-4944-9713-157770E41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35115" y="4657023"/>
                <a:ext cx="1596002" cy="37464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</a:rPr>
                  <a:t>R[rs]</a:t>
                </a:r>
                <a:r>
                  <a:rPr lang="en-US" altLang="zh-CN" sz="1125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Segoe UI Black" panose="020B0A02040204020203" pitchFamily="34" charset="0"/>
                    <a:sym typeface="Wingdings" panose="05000000000000000000" pitchFamily="2" charset="2"/>
                  </a:rPr>
                  <a:t>X</a:t>
                </a:r>
                <a:endParaRPr lang="en-US" altLang="zh-CN" sz="112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endParaRPr>
              </a:p>
            </p:txBody>
          </p:sp>
          <p:sp>
            <p:nvSpPr>
              <p:cNvPr id="137" name="Rectangle 104">
                <a:extLst>
                  <a:ext uri="{FF2B5EF4-FFF2-40B4-BE49-F238E27FC236}">
                    <a16:creationId xmlns:a16="http://schemas.microsoft.com/office/drawing/2014/main" id="{845E5559-9376-4B6A-B836-660138C7F3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35115" y="5253920"/>
                <a:ext cx="1596002" cy="37464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X+imm</a:t>
                </a:r>
                <a:r>
                  <a:rPr lang="en-US" altLang="zh-CN" sz="120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Z</a:t>
                </a:r>
                <a:endPara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8" name="Rectangle 104">
                <a:extLst>
                  <a:ext uri="{FF2B5EF4-FFF2-40B4-BE49-F238E27FC236}">
                    <a16:creationId xmlns:a16="http://schemas.microsoft.com/office/drawing/2014/main" id="{E0F30901-DC1A-4D9A-AEEB-DC0BBA864C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35115" y="5850817"/>
                <a:ext cx="1596002" cy="37464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indent="6191" algn="ctr">
                  <a:defRPr/>
                </a:pPr>
                <a:r>
                  <a:rPr lang="en-US" altLang="zh-CN" sz="105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Z</a:t>
                </a:r>
                <a:r>
                  <a:rPr lang="en-US" altLang="zh-CN" sz="105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</a:t>
                </a:r>
                <a:r>
                  <a:rPr lang="en-US" altLang="zh-CN" sz="105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R[rt]</a:t>
                </a:r>
                <a:endParaRPr lang="zh-CN" altLang="zh-CN" sz="105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4862E3E7-B2FA-4390-955B-B5C5449AD9E7}"/>
                  </a:ext>
                </a:extLst>
              </p:cNvPr>
              <p:cNvSpPr txBox="1"/>
              <p:nvPr/>
            </p:nvSpPr>
            <p:spPr>
              <a:xfrm>
                <a:off x="8927222" y="2862099"/>
                <a:ext cx="1011789" cy="35348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1125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addi</a:t>
                </a:r>
                <a:endParaRPr lang="zh-CN" altLang="en-US" sz="1125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09" name="文本框 208">
            <a:extLst>
              <a:ext uri="{FF2B5EF4-FFF2-40B4-BE49-F238E27FC236}">
                <a16:creationId xmlns:a16="http://schemas.microsoft.com/office/drawing/2014/main" id="{E2FBCD14-722A-4FC1-B06E-B4C47EC54BAE}"/>
              </a:ext>
            </a:extLst>
          </p:cNvPr>
          <p:cNvSpPr txBox="1"/>
          <p:nvPr/>
        </p:nvSpPr>
        <p:spPr>
          <a:xfrm>
            <a:off x="7394575" y="1931988"/>
            <a:ext cx="414338" cy="1092200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>
              <a:defRPr/>
            </a:pPr>
            <a:r>
              <a:rPr lang="zh-CN" altLang="en-US" sz="1500" spc="4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中断周期</a:t>
            </a:r>
          </a:p>
        </p:txBody>
      </p:sp>
      <p:grpSp>
        <p:nvGrpSpPr>
          <p:cNvPr id="74765" name="组合 207">
            <a:extLst>
              <a:ext uri="{FF2B5EF4-FFF2-40B4-BE49-F238E27FC236}">
                <a16:creationId xmlns:a16="http://schemas.microsoft.com/office/drawing/2014/main" id="{FA3E081E-D7B8-4FC0-AE32-AECC02D609CE}"/>
              </a:ext>
            </a:extLst>
          </p:cNvPr>
          <p:cNvGrpSpPr>
            <a:grpSpLocks/>
          </p:cNvGrpSpPr>
          <p:nvPr/>
        </p:nvGrpSpPr>
        <p:grpSpPr bwMode="auto">
          <a:xfrm>
            <a:off x="7358063" y="1484313"/>
            <a:ext cx="311150" cy="2284412"/>
            <a:chOff x="9975615" y="835091"/>
            <a:chExt cx="415270" cy="3046011"/>
          </a:xfrm>
        </p:grpSpPr>
        <p:grpSp>
          <p:nvGrpSpPr>
            <p:cNvPr id="74775" name="组合 202">
              <a:extLst>
                <a:ext uri="{FF2B5EF4-FFF2-40B4-BE49-F238E27FC236}">
                  <a16:creationId xmlns:a16="http://schemas.microsoft.com/office/drawing/2014/main" id="{FFF2CC24-26C5-4DED-BCF0-FDF9A48CF8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82789" y="835091"/>
              <a:ext cx="408096" cy="3016167"/>
              <a:chOff x="9982789" y="835091"/>
              <a:chExt cx="408096" cy="3016167"/>
            </a:xfrm>
          </p:grpSpPr>
          <p:cxnSp>
            <p:nvCxnSpPr>
              <p:cNvPr id="204" name="直接连接符 203">
                <a:extLst>
                  <a:ext uri="{FF2B5EF4-FFF2-40B4-BE49-F238E27FC236}">
                    <a16:creationId xmlns:a16="http://schemas.microsoft.com/office/drawing/2014/main" id="{ED06A3BE-E16D-44EC-A835-E7E080061A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981971" y="3849351"/>
                <a:ext cx="408914" cy="2116"/>
              </a:xfrm>
              <a:prstGeom prst="line">
                <a:avLst/>
              </a:prstGeom>
              <a:ln w="28575" cap="sq">
                <a:solidFill>
                  <a:srgbClr val="00B050"/>
                </a:solidFill>
                <a:head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>
                <a:extLst>
                  <a:ext uri="{FF2B5EF4-FFF2-40B4-BE49-F238E27FC236}">
                    <a16:creationId xmlns:a16="http://schemas.microsoft.com/office/drawing/2014/main" id="{FE7453E3-BA39-498E-8ACE-3F180D1BF7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81971" y="835091"/>
                <a:ext cx="0" cy="3001560"/>
              </a:xfrm>
              <a:prstGeom prst="line">
                <a:avLst/>
              </a:prstGeom>
              <a:ln w="28575" cap="sq">
                <a:solidFill>
                  <a:srgbClr val="00B050"/>
                </a:solidFill>
                <a:head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E5199A19-2F6A-4F86-A171-B8DEBF64F824}"/>
                </a:ext>
              </a:extLst>
            </p:cNvPr>
            <p:cNvSpPr txBox="1"/>
            <p:nvPr/>
          </p:nvSpPr>
          <p:spPr>
            <a:xfrm>
              <a:off x="9975615" y="3527604"/>
              <a:ext cx="375014" cy="353498"/>
            </a:xfrm>
            <a:prstGeom prst="rect">
              <a:avLst/>
            </a:prstGeom>
            <a:ln w="28575" cap="sq">
              <a:noFill/>
              <a:head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12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lang="zh-CN" altLang="en-US" sz="112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4766" name="组合 175">
            <a:extLst>
              <a:ext uri="{FF2B5EF4-FFF2-40B4-BE49-F238E27FC236}">
                <a16:creationId xmlns:a16="http://schemas.microsoft.com/office/drawing/2014/main" id="{A379E50D-CCC7-40D2-826C-E4C07248DEB5}"/>
              </a:ext>
            </a:extLst>
          </p:cNvPr>
          <p:cNvGrpSpPr>
            <a:grpSpLocks/>
          </p:cNvGrpSpPr>
          <p:nvPr/>
        </p:nvGrpSpPr>
        <p:grpSpPr bwMode="auto">
          <a:xfrm>
            <a:off x="3376613" y="1343025"/>
            <a:ext cx="1557337" cy="1619250"/>
            <a:chOff x="4666778" y="647474"/>
            <a:chExt cx="2076314" cy="2160031"/>
          </a:xfrm>
        </p:grpSpPr>
        <p:cxnSp>
          <p:nvCxnSpPr>
            <p:cNvPr id="149" name="直接箭头连接符 148">
              <a:extLst>
                <a:ext uri="{FF2B5EF4-FFF2-40B4-BE49-F238E27FC236}">
                  <a16:creationId xmlns:a16="http://schemas.microsoft.com/office/drawing/2014/main" id="{5DC7488D-29FE-48C2-A9FA-F30580A1C59A}"/>
                </a:ext>
              </a:extLst>
            </p:cNvPr>
            <p:cNvCxnSpPr/>
            <p:nvPr/>
          </p:nvCxnSpPr>
          <p:spPr>
            <a:xfrm flipH="1">
              <a:off x="5705993" y="1022304"/>
              <a:ext cx="0" cy="220238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箭头连接符 149">
              <a:extLst>
                <a:ext uri="{FF2B5EF4-FFF2-40B4-BE49-F238E27FC236}">
                  <a16:creationId xmlns:a16="http://schemas.microsoft.com/office/drawing/2014/main" id="{85858446-A099-4CE8-B52F-B86D72E47E8A}"/>
                </a:ext>
              </a:extLst>
            </p:cNvPr>
            <p:cNvCxnSpPr/>
            <p:nvPr/>
          </p:nvCxnSpPr>
          <p:spPr>
            <a:xfrm flipH="1">
              <a:off x="5705993" y="1583487"/>
              <a:ext cx="0" cy="23718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F55C1BBD-45D9-4C8C-8368-C43AAD0F0555}"/>
                </a:ext>
              </a:extLst>
            </p:cNvPr>
            <p:cNvCxnSpPr/>
            <p:nvPr/>
          </p:nvCxnSpPr>
          <p:spPr>
            <a:xfrm flipH="1">
              <a:off x="5705993" y="2195497"/>
              <a:ext cx="0" cy="23718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Rectangle 104">
              <a:extLst>
                <a:ext uri="{FF2B5EF4-FFF2-40B4-BE49-F238E27FC236}">
                  <a16:creationId xmlns:a16="http://schemas.microsoft.com/office/drawing/2014/main" id="{160C6E88-C694-4E6F-96E1-D8D373CB4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6778" y="2432677"/>
              <a:ext cx="2076314" cy="374828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125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rPr>
                <a:t>DR</a:t>
              </a:r>
              <a:r>
                <a:rPr lang="en-US" altLang="zh-CN" sz="1125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11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rPr>
                <a:t>IR</a:t>
              </a:r>
            </a:p>
          </p:txBody>
        </p:sp>
        <p:sp>
          <p:nvSpPr>
            <p:cNvPr id="158" name="Rectangle 104">
              <a:extLst>
                <a:ext uri="{FF2B5EF4-FFF2-40B4-BE49-F238E27FC236}">
                  <a16:creationId xmlns:a16="http://schemas.microsoft.com/office/drawing/2014/main" id="{EA0FD857-1529-4DAC-949A-22CA7B8BC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6778" y="1837609"/>
              <a:ext cx="2076314" cy="374830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125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</a:t>
              </a:r>
              <a:r>
                <a:rPr lang="en-US" altLang="zh-CN" sz="1125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</a:t>
              </a:r>
              <a:r>
                <a:rPr lang="en-US" altLang="zh-CN" sz="11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PC</a:t>
              </a:r>
              <a:r>
                <a:rPr lang="en-US" altLang="zh-CN" sz="1125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,  M[AR</a:t>
              </a:r>
              <a:r>
                <a:rPr lang="en-US" altLang="zh-CN" sz="11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]DR</a:t>
              </a:r>
              <a:endParaRPr lang="zh-CN" altLang="en-US" sz="11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Rectangle 104">
              <a:extLst>
                <a:ext uri="{FF2B5EF4-FFF2-40B4-BE49-F238E27FC236}">
                  <a16:creationId xmlns:a16="http://schemas.microsoft.com/office/drawing/2014/main" id="{70BDF5B0-BDDF-4AFA-A9C8-D30039023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6778" y="1242542"/>
              <a:ext cx="2076314" cy="374828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125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rPr>
                <a:t>X+4</a:t>
              </a:r>
              <a:r>
                <a:rPr lang="en-US" altLang="zh-CN" sz="1125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  <a:sym typeface="Wingdings" panose="05000000000000000000" pitchFamily="2" charset="2"/>
                </a:rPr>
                <a:t>Z</a:t>
              </a:r>
              <a:endParaRPr lang="en-US" altLang="zh-CN" sz="11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sp>
          <p:nvSpPr>
            <p:cNvPr id="161" name="Rectangle 104">
              <a:extLst>
                <a:ext uri="{FF2B5EF4-FFF2-40B4-BE49-F238E27FC236}">
                  <a16:creationId xmlns:a16="http://schemas.microsoft.com/office/drawing/2014/main" id="{F54BA6EF-EC0A-4788-97D9-F4E84EA3B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6778" y="647474"/>
              <a:ext cx="2076314" cy="374830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125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rPr>
                <a:t>PC</a:t>
              </a:r>
              <a:r>
                <a:rPr lang="en-US" altLang="zh-CN" sz="1125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1125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rPr>
                <a:t>AR</a:t>
              </a:r>
              <a:r>
                <a:rPr lang="zh-CN" altLang="en-US" sz="1125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rPr>
                <a:t>，</a:t>
              </a:r>
              <a:r>
                <a:rPr lang="en-US" altLang="zh-CN" sz="1125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</a:rPr>
                <a:t>PC</a:t>
              </a:r>
              <a:r>
                <a:rPr lang="en-US" altLang="zh-CN" sz="1125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11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Black" panose="020B0A02040204020203" pitchFamily="34" charset="0"/>
                  <a:sym typeface="Wingdings" panose="05000000000000000000" pitchFamily="2" charset="2"/>
                </a:rPr>
                <a:t>X</a:t>
              </a:r>
              <a:endParaRPr lang="en-US" altLang="zh-CN" sz="11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</p:grpSp>
      <p:sp>
        <p:nvSpPr>
          <p:cNvPr id="7" name="流程图: 决策 6">
            <a:extLst>
              <a:ext uri="{FF2B5EF4-FFF2-40B4-BE49-F238E27FC236}">
                <a16:creationId xmlns:a16="http://schemas.microsoft.com/office/drawing/2014/main" id="{CC62B007-AB24-4A29-81B9-D0A709682748}"/>
              </a:ext>
            </a:extLst>
          </p:cNvPr>
          <p:cNvSpPr/>
          <p:nvPr/>
        </p:nvSpPr>
        <p:spPr>
          <a:xfrm>
            <a:off x="7632700" y="3503613"/>
            <a:ext cx="1087438" cy="474662"/>
          </a:xfrm>
          <a:prstGeom prst="flowChartDecision">
            <a:avLst/>
          </a:prstGeom>
          <a:solidFill>
            <a:srgbClr val="FF0000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1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</a:rPr>
              <a:t>中断异常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3B7FF5-775D-463B-7231-4CACE23A0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9966CB-097C-4A51-911D-2030AA1043BD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E05DE8-B5E3-53A4-2F61-F4969A80A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5F3DC8-177C-18F5-3940-C5FBE253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59</a:t>
            </a:fld>
            <a:endParaRPr lang="en-US" altLang="zh-CN"/>
          </a:p>
        </p:txBody>
      </p:sp>
    </p:spTree>
  </p:cSld>
  <p:clrMapOvr>
    <a:masterClrMapping/>
  </p:clrMapOvr>
  <p:transition spd="slow" advTm="10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802" name="组合 297">
            <a:extLst>
              <a:ext uri="{FF2B5EF4-FFF2-40B4-BE49-F238E27FC236}">
                <a16:creationId xmlns:a16="http://schemas.microsoft.com/office/drawing/2014/main" id="{99BF2014-6347-405C-814F-1A0B48384E69}"/>
              </a:ext>
            </a:extLst>
          </p:cNvPr>
          <p:cNvGrpSpPr>
            <a:grpSpLocks/>
          </p:cNvGrpSpPr>
          <p:nvPr/>
        </p:nvGrpSpPr>
        <p:grpSpPr bwMode="auto">
          <a:xfrm>
            <a:off x="2009775" y="1720850"/>
            <a:ext cx="5980113" cy="3176588"/>
            <a:chOff x="2670942" y="1671767"/>
            <a:chExt cx="7971724" cy="4235274"/>
          </a:xfrm>
        </p:grpSpPr>
        <p:sp>
          <p:nvSpPr>
            <p:cNvPr id="299" name="Line 123">
              <a:extLst>
                <a:ext uri="{FF2B5EF4-FFF2-40B4-BE49-F238E27FC236}">
                  <a16:creationId xmlns:a16="http://schemas.microsoft.com/office/drawing/2014/main" id="{7E830302-0BE1-4C88-9B14-01E0B86E3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41318" y="2628460"/>
              <a:ext cx="0" cy="3278581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0" name="Line 122">
              <a:extLst>
                <a:ext uri="{FF2B5EF4-FFF2-40B4-BE49-F238E27FC236}">
                  <a16:creationId xmlns:a16="http://schemas.microsoft.com/office/drawing/2014/main" id="{53889FBD-55DB-4FF2-960D-D793682CBC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54592" y="2628460"/>
              <a:ext cx="0" cy="3278581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1" name="Line 121">
              <a:extLst>
                <a:ext uri="{FF2B5EF4-FFF2-40B4-BE49-F238E27FC236}">
                  <a16:creationId xmlns:a16="http://schemas.microsoft.com/office/drawing/2014/main" id="{BFA9CF21-33BF-4891-A3D6-8F2302ED7F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57285" y="2628460"/>
              <a:ext cx="0" cy="3278581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2" name="Line 123">
              <a:extLst>
                <a:ext uri="{FF2B5EF4-FFF2-40B4-BE49-F238E27FC236}">
                  <a16:creationId xmlns:a16="http://schemas.microsoft.com/office/drawing/2014/main" id="{3E1E7ED4-185A-45BF-A6F5-2E5E86BA9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45358" y="2628460"/>
              <a:ext cx="0" cy="3278581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3" name="Line 122">
              <a:extLst>
                <a:ext uri="{FF2B5EF4-FFF2-40B4-BE49-F238E27FC236}">
                  <a16:creationId xmlns:a16="http://schemas.microsoft.com/office/drawing/2014/main" id="{762EEF21-3B23-483A-9C4E-FC6677D72E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5935" y="2628460"/>
              <a:ext cx="0" cy="3278581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4" name="Line 121">
              <a:extLst>
                <a:ext uri="{FF2B5EF4-FFF2-40B4-BE49-F238E27FC236}">
                  <a16:creationId xmlns:a16="http://schemas.microsoft.com/office/drawing/2014/main" id="{A4EB24F8-0E3A-49A5-AB91-D09A30AB50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2280" y="2628460"/>
              <a:ext cx="0" cy="3278581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5" name="Line 123">
              <a:extLst>
                <a:ext uri="{FF2B5EF4-FFF2-40B4-BE49-F238E27FC236}">
                  <a16:creationId xmlns:a16="http://schemas.microsoft.com/office/drawing/2014/main" id="{8B71DCE5-9C45-4FE1-8943-E93D0675B2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6903" y="2628460"/>
              <a:ext cx="0" cy="3278581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6" name="Line 122">
              <a:extLst>
                <a:ext uri="{FF2B5EF4-FFF2-40B4-BE49-F238E27FC236}">
                  <a16:creationId xmlns:a16="http://schemas.microsoft.com/office/drawing/2014/main" id="{12A3C0E6-F127-4E37-8231-7C8E914977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63248" y="2628460"/>
              <a:ext cx="0" cy="3278581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7" name="Line 121">
              <a:extLst>
                <a:ext uri="{FF2B5EF4-FFF2-40B4-BE49-F238E27FC236}">
                  <a16:creationId xmlns:a16="http://schemas.microsoft.com/office/drawing/2014/main" id="{33D6692D-1B4F-4850-834C-945354FD7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1709" y="2628460"/>
              <a:ext cx="0" cy="3278581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8" name="Line 123">
              <a:extLst>
                <a:ext uri="{FF2B5EF4-FFF2-40B4-BE49-F238E27FC236}">
                  <a16:creationId xmlns:a16="http://schemas.microsoft.com/office/drawing/2014/main" id="{77CD1989-0EA9-4FCF-BC67-3DD73E5693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0746" y="2628460"/>
              <a:ext cx="0" cy="3278581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9" name="Line 122">
              <a:extLst>
                <a:ext uri="{FF2B5EF4-FFF2-40B4-BE49-F238E27FC236}">
                  <a16:creationId xmlns:a16="http://schemas.microsoft.com/office/drawing/2014/main" id="{CB0962CB-A1DC-43F8-86EB-EFA2ECBD5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5556" y="2628460"/>
              <a:ext cx="0" cy="3278581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0" name="Line 121">
              <a:extLst>
                <a:ext uri="{FF2B5EF4-FFF2-40B4-BE49-F238E27FC236}">
                  <a16:creationId xmlns:a16="http://schemas.microsoft.com/office/drawing/2014/main" id="{0A54B2BF-09DA-4C28-B451-0D05ED9EDC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250" y="2628460"/>
              <a:ext cx="0" cy="3278581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1" name="Line 9">
              <a:extLst>
                <a:ext uri="{FF2B5EF4-FFF2-40B4-BE49-F238E27FC236}">
                  <a16:creationId xmlns:a16="http://schemas.microsoft.com/office/drawing/2014/main" id="{8EC70F40-3547-4522-B7E3-01E8C5C81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9206" y="1671767"/>
              <a:ext cx="0" cy="4235274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2" name="Line 9">
              <a:extLst>
                <a:ext uri="{FF2B5EF4-FFF2-40B4-BE49-F238E27FC236}">
                  <a16:creationId xmlns:a16="http://schemas.microsoft.com/office/drawing/2014/main" id="{DEF11632-ADAA-4513-9C40-0C0BA5021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2666" y="2181863"/>
              <a:ext cx="0" cy="3725178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3" name="Line 9">
              <a:extLst>
                <a:ext uri="{FF2B5EF4-FFF2-40B4-BE49-F238E27FC236}">
                  <a16:creationId xmlns:a16="http://schemas.microsoft.com/office/drawing/2014/main" id="{6285E0C5-A6D4-434A-A39C-3B5C441C68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7862" y="2181863"/>
              <a:ext cx="0" cy="3725178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4" name="Line 8">
              <a:extLst>
                <a:ext uri="{FF2B5EF4-FFF2-40B4-BE49-F238E27FC236}">
                  <a16:creationId xmlns:a16="http://schemas.microsoft.com/office/drawing/2014/main" id="{A83AE19A-61D8-44A9-AD80-130BC16C03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0942" y="1671767"/>
              <a:ext cx="0" cy="4235274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5" name="Line 9">
              <a:extLst>
                <a:ext uri="{FF2B5EF4-FFF2-40B4-BE49-F238E27FC236}">
                  <a16:creationId xmlns:a16="http://schemas.microsoft.com/office/drawing/2014/main" id="{C9B12D33-33CF-42DB-9974-1DDC503A36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2286" y="2181863"/>
              <a:ext cx="0" cy="3725178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6803" name="标题 1">
            <a:extLst>
              <a:ext uri="{FF2B5EF4-FFF2-40B4-BE49-F238E27FC236}">
                <a16:creationId xmlns:a16="http://schemas.microsoft.com/office/drawing/2014/main" id="{BBA350A7-4A8F-4A37-BC5E-A9AA010E7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204787"/>
            <a:ext cx="7886700" cy="1325563"/>
          </a:xfrm>
        </p:spPr>
        <p:txBody>
          <a:bodyPr/>
          <a:lstStyle/>
          <a:p>
            <a:r>
              <a:rPr lang="zh-CN" altLang="en-US" sz="4000" dirty="0"/>
              <a:t>定长指令周期的三级时序发生器</a:t>
            </a:r>
          </a:p>
        </p:txBody>
      </p:sp>
      <p:grpSp>
        <p:nvGrpSpPr>
          <p:cNvPr id="76804" name="组合 23">
            <a:extLst>
              <a:ext uri="{FF2B5EF4-FFF2-40B4-BE49-F238E27FC236}">
                <a16:creationId xmlns:a16="http://schemas.microsoft.com/office/drawing/2014/main" id="{2959328D-734D-46F6-867B-58FB5BC19ECD}"/>
              </a:ext>
            </a:extLst>
          </p:cNvPr>
          <p:cNvGrpSpPr>
            <a:grpSpLocks/>
          </p:cNvGrpSpPr>
          <p:nvPr/>
        </p:nvGrpSpPr>
        <p:grpSpPr bwMode="auto">
          <a:xfrm>
            <a:off x="817563" y="2414588"/>
            <a:ext cx="7172325" cy="290512"/>
            <a:chOff x="641712" y="1767893"/>
            <a:chExt cx="11632381" cy="462973"/>
          </a:xfrm>
        </p:grpSpPr>
        <p:sp>
          <p:nvSpPr>
            <p:cNvPr id="25" name="Line 12">
              <a:extLst>
                <a:ext uri="{FF2B5EF4-FFF2-40B4-BE49-F238E27FC236}">
                  <a16:creationId xmlns:a16="http://schemas.microsoft.com/office/drawing/2014/main" id="{F4C0A69B-03B8-4238-89F6-8260469C8D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68907" y="1798252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13">
              <a:extLst>
                <a:ext uri="{FF2B5EF4-FFF2-40B4-BE49-F238E27FC236}">
                  <a16:creationId xmlns:a16="http://schemas.microsoft.com/office/drawing/2014/main" id="{5ED82123-E59F-4F18-BBDB-07E6141E7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8907" y="1798252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14">
              <a:extLst>
                <a:ext uri="{FF2B5EF4-FFF2-40B4-BE49-F238E27FC236}">
                  <a16:creationId xmlns:a16="http://schemas.microsoft.com/office/drawing/2014/main" id="{71555AD7-CA62-4B94-8DA2-722BD54F45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530" y="1798252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15">
              <a:extLst>
                <a:ext uri="{FF2B5EF4-FFF2-40B4-BE49-F238E27FC236}">
                  <a16:creationId xmlns:a16="http://schemas.microsoft.com/office/drawing/2014/main" id="{3B54715A-4B74-4136-906E-8C1426C6C4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718" y="1798252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6">
              <a:extLst>
                <a:ext uri="{FF2B5EF4-FFF2-40B4-BE49-F238E27FC236}">
                  <a16:creationId xmlns:a16="http://schemas.microsoft.com/office/drawing/2014/main" id="{C3361BB0-13EC-4CB6-9EC3-3239BE9494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718" y="2101841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17">
              <a:extLst>
                <a:ext uri="{FF2B5EF4-FFF2-40B4-BE49-F238E27FC236}">
                  <a16:creationId xmlns:a16="http://schemas.microsoft.com/office/drawing/2014/main" id="{C56BB998-F0C7-4580-B9A2-0DDABF0989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530" y="1798252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18">
              <a:extLst>
                <a:ext uri="{FF2B5EF4-FFF2-40B4-BE49-F238E27FC236}">
                  <a16:creationId xmlns:a16="http://schemas.microsoft.com/office/drawing/2014/main" id="{DC5C4002-64A9-476F-9AF8-60D493378A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4153" y="1798252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Line 19">
              <a:extLst>
                <a:ext uri="{FF2B5EF4-FFF2-40B4-BE49-F238E27FC236}">
                  <a16:creationId xmlns:a16="http://schemas.microsoft.com/office/drawing/2014/main" id="{13FC33BA-79BE-4643-8288-6201CF003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0341" y="1798252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Line 20">
              <a:extLst>
                <a:ext uri="{FF2B5EF4-FFF2-40B4-BE49-F238E27FC236}">
                  <a16:creationId xmlns:a16="http://schemas.microsoft.com/office/drawing/2014/main" id="{063B4719-DCB6-43D3-BEEF-21DFF54DD6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0341" y="2101841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Line 21">
              <a:extLst>
                <a:ext uri="{FF2B5EF4-FFF2-40B4-BE49-F238E27FC236}">
                  <a16:creationId xmlns:a16="http://schemas.microsoft.com/office/drawing/2014/main" id="{7922A117-6984-404A-9D0A-FC586869C1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4153" y="1798252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Line 23">
              <a:extLst>
                <a:ext uri="{FF2B5EF4-FFF2-40B4-BE49-F238E27FC236}">
                  <a16:creationId xmlns:a16="http://schemas.microsoft.com/office/drawing/2014/main" id="{C48D552E-6E02-44C0-A837-40364D7EB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965" y="1798252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Line 24">
              <a:extLst>
                <a:ext uri="{FF2B5EF4-FFF2-40B4-BE49-F238E27FC236}">
                  <a16:creationId xmlns:a16="http://schemas.microsoft.com/office/drawing/2014/main" id="{07527C70-F19A-4D06-91D6-86B7E6355C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965" y="2101841"/>
              <a:ext cx="290937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Line 52">
              <a:extLst>
                <a:ext uri="{FF2B5EF4-FFF2-40B4-BE49-F238E27FC236}">
                  <a16:creationId xmlns:a16="http://schemas.microsoft.com/office/drawing/2014/main" id="{9277F0BE-F53E-42DA-9610-43788B812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5095" y="2101841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Text Box 129">
              <a:extLst>
                <a:ext uri="{FF2B5EF4-FFF2-40B4-BE49-F238E27FC236}">
                  <a16:creationId xmlns:a16="http://schemas.microsoft.com/office/drawing/2014/main" id="{AFE0BFAD-6C88-49B1-AF0B-41DB2DFBC2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712" y="1767893"/>
              <a:ext cx="1444392" cy="4629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defTabSz="964326" eaLnBrk="1" fontAlgn="auto" hangingPunct="1">
                <a:spcBef>
                  <a:spcPct val="50000"/>
                </a:spcBef>
                <a:spcAft>
                  <a:spcPts val="0"/>
                </a:spcAft>
                <a:defRPr sz="2109" kern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9pPr>
            </a:lstStyle>
            <a:p>
              <a:pPr>
                <a:defRPr/>
              </a:pPr>
              <a:r>
                <a:rPr lang="zh-CN" altLang="en-US" sz="1280" dirty="0">
                  <a:solidFill>
                    <a:srgbClr val="C00000"/>
                  </a:solidFill>
                </a:rPr>
                <a:t>节拍脉冲</a:t>
              </a:r>
              <a:endParaRPr lang="zh-CN" altLang="el-GR" sz="1280" dirty="0">
                <a:solidFill>
                  <a:srgbClr val="C00000"/>
                </a:solidFill>
              </a:endParaRPr>
            </a:p>
          </p:txBody>
        </p:sp>
        <p:sp>
          <p:nvSpPr>
            <p:cNvPr id="42" name="Line 12">
              <a:extLst>
                <a:ext uri="{FF2B5EF4-FFF2-40B4-BE49-F238E27FC236}">
                  <a16:creationId xmlns:a16="http://schemas.microsoft.com/office/drawing/2014/main" id="{1DDD77DC-C652-4C34-98D0-5C22F214BF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86525" y="1798252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Line 13">
              <a:extLst>
                <a:ext uri="{FF2B5EF4-FFF2-40B4-BE49-F238E27FC236}">
                  <a16:creationId xmlns:a16="http://schemas.microsoft.com/office/drawing/2014/main" id="{343DC216-4AA8-4796-81FB-3036CA97A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6525" y="1798252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Line 14">
              <a:extLst>
                <a:ext uri="{FF2B5EF4-FFF2-40B4-BE49-F238E27FC236}">
                  <a16:creationId xmlns:a16="http://schemas.microsoft.com/office/drawing/2014/main" id="{8D6FF43C-F811-4C1D-937C-BA0C33F149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4149" y="1798252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Line 15">
              <a:extLst>
                <a:ext uri="{FF2B5EF4-FFF2-40B4-BE49-F238E27FC236}">
                  <a16:creationId xmlns:a16="http://schemas.microsoft.com/office/drawing/2014/main" id="{EC53E25C-5F43-4E37-8498-84FA3875BE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0337" y="1798252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Line 16">
              <a:extLst>
                <a:ext uri="{FF2B5EF4-FFF2-40B4-BE49-F238E27FC236}">
                  <a16:creationId xmlns:a16="http://schemas.microsoft.com/office/drawing/2014/main" id="{525799B0-E263-4245-9184-B8ED631BC4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0337" y="2101841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Line 17">
              <a:extLst>
                <a:ext uri="{FF2B5EF4-FFF2-40B4-BE49-F238E27FC236}">
                  <a16:creationId xmlns:a16="http://schemas.microsoft.com/office/drawing/2014/main" id="{0DC800C4-8F82-48C1-9C62-0C0D6A27B8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4149" y="1798252"/>
              <a:ext cx="306387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Line 18">
              <a:extLst>
                <a:ext uri="{FF2B5EF4-FFF2-40B4-BE49-F238E27FC236}">
                  <a16:creationId xmlns:a16="http://schemas.microsoft.com/office/drawing/2014/main" id="{02B6C684-96F0-4469-87EA-398BBF2FA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1772" y="1798252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Line 19">
              <a:extLst>
                <a:ext uri="{FF2B5EF4-FFF2-40B4-BE49-F238E27FC236}">
                  <a16:creationId xmlns:a16="http://schemas.microsoft.com/office/drawing/2014/main" id="{A34D4893-A450-4E7E-A5E1-210C822B1B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0536" y="1798252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Line 20">
              <a:extLst>
                <a:ext uri="{FF2B5EF4-FFF2-40B4-BE49-F238E27FC236}">
                  <a16:creationId xmlns:a16="http://schemas.microsoft.com/office/drawing/2014/main" id="{E0FBFCCC-1874-4361-8791-7772E0115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0536" y="2101841"/>
              <a:ext cx="301236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Line 21">
              <a:extLst>
                <a:ext uri="{FF2B5EF4-FFF2-40B4-BE49-F238E27FC236}">
                  <a16:creationId xmlns:a16="http://schemas.microsoft.com/office/drawing/2014/main" id="{04FF069A-BB39-45D5-B952-366F615E77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1772" y="1798252"/>
              <a:ext cx="306387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Line 23">
              <a:extLst>
                <a:ext uri="{FF2B5EF4-FFF2-40B4-BE49-F238E27FC236}">
                  <a16:creationId xmlns:a16="http://schemas.microsoft.com/office/drawing/2014/main" id="{6348B77A-89F6-40D4-BAEA-7E46354E66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8159" y="1798252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Line 24">
              <a:extLst>
                <a:ext uri="{FF2B5EF4-FFF2-40B4-BE49-F238E27FC236}">
                  <a16:creationId xmlns:a16="http://schemas.microsoft.com/office/drawing/2014/main" id="{48AF346E-082D-49E8-A975-64C4AC7E9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8159" y="2101841"/>
              <a:ext cx="290937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Line 49">
              <a:extLst>
                <a:ext uri="{FF2B5EF4-FFF2-40B4-BE49-F238E27FC236}">
                  <a16:creationId xmlns:a16="http://schemas.microsoft.com/office/drawing/2014/main" id="{BE89BA18-AAE5-41E4-855C-74DCB9D45B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8902" y="1798252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Line 50">
              <a:extLst>
                <a:ext uri="{FF2B5EF4-FFF2-40B4-BE49-F238E27FC236}">
                  <a16:creationId xmlns:a16="http://schemas.microsoft.com/office/drawing/2014/main" id="{E9EB3E53-1BC4-4B07-AEEF-B4744C46A8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8902" y="1798252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Line 51">
              <a:extLst>
                <a:ext uri="{FF2B5EF4-FFF2-40B4-BE49-F238E27FC236}">
                  <a16:creationId xmlns:a16="http://schemas.microsoft.com/office/drawing/2014/main" id="{BC1BE454-41C9-47D4-B980-9BC0B5A68D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2714" y="1798252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7" name="Line 52">
              <a:extLst>
                <a:ext uri="{FF2B5EF4-FFF2-40B4-BE49-F238E27FC236}">
                  <a16:creationId xmlns:a16="http://schemas.microsoft.com/office/drawing/2014/main" id="{7D7F0265-060A-4E6A-AC17-6D68EC42D2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2714" y="2101841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3901629-4002-4792-ADAA-F55736AEF9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17018" y="1805841"/>
              <a:ext cx="0" cy="29600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9" name="Line 13">
              <a:extLst>
                <a:ext uri="{FF2B5EF4-FFF2-40B4-BE49-F238E27FC236}">
                  <a16:creationId xmlns:a16="http://schemas.microsoft.com/office/drawing/2014/main" id="{87B16B76-3E69-4E35-B0AF-F3BFDFBAAF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17018" y="1805841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Line 14">
              <a:extLst>
                <a:ext uri="{FF2B5EF4-FFF2-40B4-BE49-F238E27FC236}">
                  <a16:creationId xmlns:a16="http://schemas.microsoft.com/office/drawing/2014/main" id="{9D66C9B8-248C-4017-BE88-E2ABE6ED75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4642" y="1805841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1" name="Line 15">
              <a:extLst>
                <a:ext uri="{FF2B5EF4-FFF2-40B4-BE49-F238E27FC236}">
                  <a16:creationId xmlns:a16="http://schemas.microsoft.com/office/drawing/2014/main" id="{F48EACB4-1824-4D71-93D4-DB45FDFACC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0830" y="1805841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Line 16">
              <a:extLst>
                <a:ext uri="{FF2B5EF4-FFF2-40B4-BE49-F238E27FC236}">
                  <a16:creationId xmlns:a16="http://schemas.microsoft.com/office/drawing/2014/main" id="{01895BB8-006F-41D1-B19C-36F0E4994D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0830" y="2109430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3" name="Line 17">
              <a:extLst>
                <a:ext uri="{FF2B5EF4-FFF2-40B4-BE49-F238E27FC236}">
                  <a16:creationId xmlns:a16="http://schemas.microsoft.com/office/drawing/2014/main" id="{99572460-5DF4-44B1-9CDA-E072C2259F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4642" y="1805841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4" name="Line 18">
              <a:extLst>
                <a:ext uri="{FF2B5EF4-FFF2-40B4-BE49-F238E27FC236}">
                  <a16:creationId xmlns:a16="http://schemas.microsoft.com/office/drawing/2014/main" id="{E2F9313C-E922-4138-8B51-72C9C3AE4E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32265" y="1805841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5" name="Line 19">
              <a:extLst>
                <a:ext uri="{FF2B5EF4-FFF2-40B4-BE49-F238E27FC236}">
                  <a16:creationId xmlns:a16="http://schemas.microsoft.com/office/drawing/2014/main" id="{0E76CCE8-FBA7-471D-8A8F-88FA3E95E0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8453" y="1805841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6" name="Line 20">
              <a:extLst>
                <a:ext uri="{FF2B5EF4-FFF2-40B4-BE49-F238E27FC236}">
                  <a16:creationId xmlns:a16="http://schemas.microsoft.com/office/drawing/2014/main" id="{80F81ADB-12EC-4343-AD4E-B0D0EFECB7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8453" y="2109430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7" name="Line 21">
              <a:extLst>
                <a:ext uri="{FF2B5EF4-FFF2-40B4-BE49-F238E27FC236}">
                  <a16:creationId xmlns:a16="http://schemas.microsoft.com/office/drawing/2014/main" id="{4278F7EB-73F4-4F2C-8A83-0A882C7897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32265" y="1805841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8" name="Line 23">
              <a:extLst>
                <a:ext uri="{FF2B5EF4-FFF2-40B4-BE49-F238E27FC236}">
                  <a16:creationId xmlns:a16="http://schemas.microsoft.com/office/drawing/2014/main" id="{DF44F74C-42A5-488C-8E31-70A2F896CC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36077" y="1805841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9" name="Line 24">
              <a:extLst>
                <a:ext uri="{FF2B5EF4-FFF2-40B4-BE49-F238E27FC236}">
                  <a16:creationId xmlns:a16="http://schemas.microsoft.com/office/drawing/2014/main" id="{73E2748E-4F97-43F1-AE94-B4DA3A43EB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36077" y="2109430"/>
              <a:ext cx="293513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Line 49">
              <a:extLst>
                <a:ext uri="{FF2B5EF4-FFF2-40B4-BE49-F238E27FC236}">
                  <a16:creationId xmlns:a16="http://schemas.microsoft.com/office/drawing/2014/main" id="{180C1B43-15E4-4F5D-AE0D-ED0014C055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27419" y="1798252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1" name="Line 50">
              <a:extLst>
                <a:ext uri="{FF2B5EF4-FFF2-40B4-BE49-F238E27FC236}">
                  <a16:creationId xmlns:a16="http://schemas.microsoft.com/office/drawing/2014/main" id="{57391D0B-8306-4A67-BAA8-CEE5CBDA58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27419" y="1798252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2" name="Line 51">
              <a:extLst>
                <a:ext uri="{FF2B5EF4-FFF2-40B4-BE49-F238E27FC236}">
                  <a16:creationId xmlns:a16="http://schemas.microsoft.com/office/drawing/2014/main" id="{83DEC3AF-4A5D-4A42-8DC2-7ED62CD565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1230" y="1798252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3" name="Line 52">
              <a:extLst>
                <a:ext uri="{FF2B5EF4-FFF2-40B4-BE49-F238E27FC236}">
                  <a16:creationId xmlns:a16="http://schemas.microsoft.com/office/drawing/2014/main" id="{C6F4879A-F7E3-45F8-B1ED-9F3386E22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1230" y="2101841"/>
              <a:ext cx="275489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4" name="Line 12">
              <a:extLst>
                <a:ext uri="{FF2B5EF4-FFF2-40B4-BE49-F238E27FC236}">
                  <a16:creationId xmlns:a16="http://schemas.microsoft.com/office/drawing/2014/main" id="{89749179-29AC-4A58-BBFB-D06ADD2B92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37213" y="1805841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5" name="Line 13">
              <a:extLst>
                <a:ext uri="{FF2B5EF4-FFF2-40B4-BE49-F238E27FC236}">
                  <a16:creationId xmlns:a16="http://schemas.microsoft.com/office/drawing/2014/main" id="{9CFE7625-E284-4EB4-A4F0-D4831F7FE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37213" y="1805841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6" name="Line 14">
              <a:extLst>
                <a:ext uri="{FF2B5EF4-FFF2-40B4-BE49-F238E27FC236}">
                  <a16:creationId xmlns:a16="http://schemas.microsoft.com/office/drawing/2014/main" id="{C93D486A-57F5-4852-A296-224760B3C4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44836" y="1805841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Line 15">
              <a:extLst>
                <a:ext uri="{FF2B5EF4-FFF2-40B4-BE49-F238E27FC236}">
                  <a16:creationId xmlns:a16="http://schemas.microsoft.com/office/drawing/2014/main" id="{35CC699C-49F4-40ED-BFBB-CA6569B72E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41024" y="1805841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8" name="Line 16">
              <a:extLst>
                <a:ext uri="{FF2B5EF4-FFF2-40B4-BE49-F238E27FC236}">
                  <a16:creationId xmlns:a16="http://schemas.microsoft.com/office/drawing/2014/main" id="{930C4948-34F4-4409-8271-9572ECA6CB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41024" y="2109430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9" name="Line 17">
              <a:extLst>
                <a:ext uri="{FF2B5EF4-FFF2-40B4-BE49-F238E27FC236}">
                  <a16:creationId xmlns:a16="http://schemas.microsoft.com/office/drawing/2014/main" id="{01F813DC-5919-47D2-AAC3-EFE5C08D0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44836" y="1805841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0" name="Line 18">
              <a:extLst>
                <a:ext uri="{FF2B5EF4-FFF2-40B4-BE49-F238E27FC236}">
                  <a16:creationId xmlns:a16="http://schemas.microsoft.com/office/drawing/2014/main" id="{A98E558D-A732-4BD4-A237-C07E1F65B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52459" y="1805841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1" name="Line 19">
              <a:extLst>
                <a:ext uri="{FF2B5EF4-FFF2-40B4-BE49-F238E27FC236}">
                  <a16:creationId xmlns:a16="http://schemas.microsoft.com/office/drawing/2014/main" id="{3F392658-BC24-448A-81E8-7186EB1AFA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8648" y="1805841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2" name="Line 20">
              <a:extLst>
                <a:ext uri="{FF2B5EF4-FFF2-40B4-BE49-F238E27FC236}">
                  <a16:creationId xmlns:a16="http://schemas.microsoft.com/office/drawing/2014/main" id="{7423D02D-2025-48CA-9091-03E8C5EDA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8648" y="2109430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Line 21">
              <a:extLst>
                <a:ext uri="{FF2B5EF4-FFF2-40B4-BE49-F238E27FC236}">
                  <a16:creationId xmlns:a16="http://schemas.microsoft.com/office/drawing/2014/main" id="{69252669-9445-47CF-BBCE-586A03BD63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52459" y="1805841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Line 23">
              <a:extLst>
                <a:ext uri="{FF2B5EF4-FFF2-40B4-BE49-F238E27FC236}">
                  <a16:creationId xmlns:a16="http://schemas.microsoft.com/office/drawing/2014/main" id="{C9FAC024-9437-4B20-A4EF-56E84E77E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6271" y="1805841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Line 24">
              <a:extLst>
                <a:ext uri="{FF2B5EF4-FFF2-40B4-BE49-F238E27FC236}">
                  <a16:creationId xmlns:a16="http://schemas.microsoft.com/office/drawing/2014/main" id="{02DD7FBA-3316-410E-B008-2E3FD35F4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6271" y="2109430"/>
              <a:ext cx="290939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6" name="Line 49">
              <a:extLst>
                <a:ext uri="{FF2B5EF4-FFF2-40B4-BE49-F238E27FC236}">
                  <a16:creationId xmlns:a16="http://schemas.microsoft.com/office/drawing/2014/main" id="{B776BD1C-D008-433E-96C0-CC5F0D50FB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27016" y="1805841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Line 50">
              <a:extLst>
                <a:ext uri="{FF2B5EF4-FFF2-40B4-BE49-F238E27FC236}">
                  <a16:creationId xmlns:a16="http://schemas.microsoft.com/office/drawing/2014/main" id="{F994981E-05CF-44FB-A9F7-280D10864F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27016" y="1805841"/>
              <a:ext cx="306385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Line 51">
              <a:extLst>
                <a:ext uri="{FF2B5EF4-FFF2-40B4-BE49-F238E27FC236}">
                  <a16:creationId xmlns:a16="http://schemas.microsoft.com/office/drawing/2014/main" id="{09B2C142-9550-445F-968D-275A7A59A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3401" y="1805841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Line 52">
              <a:extLst>
                <a:ext uri="{FF2B5EF4-FFF2-40B4-BE49-F238E27FC236}">
                  <a16:creationId xmlns:a16="http://schemas.microsoft.com/office/drawing/2014/main" id="{1CA08F62-7217-48B3-AF21-BDD65FE44F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3401" y="2109430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Line 12">
              <a:extLst>
                <a:ext uri="{FF2B5EF4-FFF2-40B4-BE49-F238E27FC236}">
                  <a16:creationId xmlns:a16="http://schemas.microsoft.com/office/drawing/2014/main" id="{DEEB49F6-514F-49F0-A65F-5D9BE470AE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962557" y="1805841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1" name="Line 49">
              <a:extLst>
                <a:ext uri="{FF2B5EF4-FFF2-40B4-BE49-F238E27FC236}">
                  <a16:creationId xmlns:a16="http://schemas.microsoft.com/office/drawing/2014/main" id="{C7A9DE60-93A6-474F-A4D9-1C05F840A9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54933" y="1805841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2" name="Line 50">
              <a:extLst>
                <a:ext uri="{FF2B5EF4-FFF2-40B4-BE49-F238E27FC236}">
                  <a16:creationId xmlns:a16="http://schemas.microsoft.com/office/drawing/2014/main" id="{0D684A82-D47A-408D-93E3-BD19DBC8A2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54933" y="1805841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3" name="Line 51">
              <a:extLst>
                <a:ext uri="{FF2B5EF4-FFF2-40B4-BE49-F238E27FC236}">
                  <a16:creationId xmlns:a16="http://schemas.microsoft.com/office/drawing/2014/main" id="{54BE8586-8037-4DE1-8566-4CD5FC5C2A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58745" y="1805841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4" name="Line 52">
              <a:extLst>
                <a:ext uri="{FF2B5EF4-FFF2-40B4-BE49-F238E27FC236}">
                  <a16:creationId xmlns:a16="http://schemas.microsoft.com/office/drawing/2014/main" id="{FFE60814-9D5C-47E2-97CD-23CD618F45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58745" y="2109430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6" name="Line 52">
              <a:extLst>
                <a:ext uri="{FF2B5EF4-FFF2-40B4-BE49-F238E27FC236}">
                  <a16:creationId xmlns:a16="http://schemas.microsoft.com/office/drawing/2014/main" id="{4C1E1D89-BBAB-4396-A85B-A0FA67BC9C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70281" y="1805841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7" name="Line 51">
              <a:extLst>
                <a:ext uri="{FF2B5EF4-FFF2-40B4-BE49-F238E27FC236}">
                  <a16:creationId xmlns:a16="http://schemas.microsoft.com/office/drawing/2014/main" id="{CC9CF14B-BC1A-46C5-9B46-7BF1986784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74093" y="1815961"/>
              <a:ext cx="0" cy="303589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6805" name="组合 94">
            <a:extLst>
              <a:ext uri="{FF2B5EF4-FFF2-40B4-BE49-F238E27FC236}">
                <a16:creationId xmlns:a16="http://schemas.microsoft.com/office/drawing/2014/main" id="{F90BCEBA-FB72-4E24-886B-1215B19E689C}"/>
              </a:ext>
            </a:extLst>
          </p:cNvPr>
          <p:cNvGrpSpPr>
            <a:grpSpLocks/>
          </p:cNvGrpSpPr>
          <p:nvPr/>
        </p:nvGrpSpPr>
        <p:grpSpPr bwMode="auto">
          <a:xfrm>
            <a:off x="1255713" y="4370388"/>
            <a:ext cx="6735762" cy="612775"/>
            <a:chOff x="1319472" y="5329196"/>
            <a:chExt cx="9470771" cy="860986"/>
          </a:xfrm>
        </p:grpSpPr>
        <p:grpSp>
          <p:nvGrpSpPr>
            <p:cNvPr id="76922" name="组合 95">
              <a:extLst>
                <a:ext uri="{FF2B5EF4-FFF2-40B4-BE49-F238E27FC236}">
                  <a16:creationId xmlns:a16="http://schemas.microsoft.com/office/drawing/2014/main" id="{04BC2B10-656D-44A8-A189-1F1CB1D7EC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3150" y="5329196"/>
              <a:ext cx="9467093" cy="437591"/>
              <a:chOff x="1051718" y="5744711"/>
              <a:chExt cx="10918795" cy="497966"/>
            </a:xfrm>
          </p:grpSpPr>
          <p:sp>
            <p:nvSpPr>
              <p:cNvPr id="127" name="object 62">
                <a:extLst>
                  <a:ext uri="{FF2B5EF4-FFF2-40B4-BE49-F238E27FC236}">
                    <a16:creationId xmlns:a16="http://schemas.microsoft.com/office/drawing/2014/main" id="{D1BB689A-4AD4-4790-B06D-0F50B531F66E}"/>
                  </a:ext>
                </a:extLst>
              </p:cNvPr>
              <p:cNvSpPr/>
              <p:nvPr/>
            </p:nvSpPr>
            <p:spPr>
              <a:xfrm>
                <a:off x="3498273" y="5876702"/>
                <a:ext cx="581807" cy="230983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FF9900"/>
                </a:fgClr>
                <a:bgClr>
                  <a:schemeClr val="bg1"/>
                </a:bgClr>
              </a:pattFill>
              <a:ln>
                <a:noFill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srgbClr val="ED7D31"/>
                  </a:solidFill>
                  <a:latin typeface="Calibri"/>
                </a:endParaRPr>
              </a:p>
            </p:txBody>
          </p:sp>
          <p:sp>
            <p:nvSpPr>
              <p:cNvPr id="128" name="Line 88">
                <a:extLst>
                  <a:ext uri="{FF2B5EF4-FFF2-40B4-BE49-F238E27FC236}">
                    <a16:creationId xmlns:a16="http://schemas.microsoft.com/office/drawing/2014/main" id="{148D8007-3BF9-4AEF-9583-9060860054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0252" y="5876702"/>
                <a:ext cx="607551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29" name="Text Box 68">
                <a:extLst>
                  <a:ext uri="{FF2B5EF4-FFF2-40B4-BE49-F238E27FC236}">
                    <a16:creationId xmlns:a16="http://schemas.microsoft.com/office/drawing/2014/main" id="{079DA551-2F3A-41A9-82E5-0699AD3329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2625" y="5744711"/>
                <a:ext cx="607551" cy="4975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9pPr>
              </a:lstStyle>
              <a:p>
                <a:pPr algn="ctr" defTabSz="685708" eaLnBrk="1" hangingPunct="1">
                  <a:spcBef>
                    <a:spcPct val="50000"/>
                  </a:spcBef>
                  <a:defRPr/>
                </a:pPr>
                <a:r>
                  <a:rPr lang="en-US" altLang="zh-CN" sz="1422" kern="0" dirty="0">
                    <a:solidFill>
                      <a:srgbClr val="ED7D3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T</a:t>
                </a:r>
                <a:r>
                  <a:rPr lang="en-US" altLang="zh-CN" sz="1422" kern="0" baseline="-25000" dirty="0">
                    <a:solidFill>
                      <a:srgbClr val="ED7D3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  <a:endParaRPr lang="el-GR" altLang="zh-CN" sz="1422" kern="0" baseline="-25000" dirty="0">
                  <a:solidFill>
                    <a:srgbClr val="ED7D3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0" name="Line 85">
                <a:extLst>
                  <a:ext uri="{FF2B5EF4-FFF2-40B4-BE49-F238E27FC236}">
                    <a16:creationId xmlns:a16="http://schemas.microsoft.com/office/drawing/2014/main" id="{09E8D1F4-E4C2-485D-842C-48F3828697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60175" y="6102608"/>
                <a:ext cx="1820076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31" name="Line 87">
                <a:extLst>
                  <a:ext uri="{FF2B5EF4-FFF2-40B4-BE49-F238E27FC236}">
                    <a16:creationId xmlns:a16="http://schemas.microsoft.com/office/drawing/2014/main" id="{1677E662-203F-4599-BFEC-4ECBD1601E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80252" y="5876702"/>
                <a:ext cx="0" cy="225907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32" name="Line 89">
                <a:extLst>
                  <a:ext uri="{FF2B5EF4-FFF2-40B4-BE49-F238E27FC236}">
                    <a16:creationId xmlns:a16="http://schemas.microsoft.com/office/drawing/2014/main" id="{DA8BF6E7-F0F9-463B-B50E-BA88B95D94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7802" y="5876702"/>
                <a:ext cx="0" cy="225907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ln>
                    <a:solidFill>
                      <a:sysClr val="windowText" lastClr="000000"/>
                    </a:solidFill>
                  </a:ln>
                  <a:solidFill>
                    <a:srgbClr val="ED7D31"/>
                  </a:solidFill>
                </a:endParaRPr>
              </a:p>
            </p:txBody>
          </p:sp>
          <p:sp>
            <p:nvSpPr>
              <p:cNvPr id="133" name="Line 90">
                <a:extLst>
                  <a:ext uri="{FF2B5EF4-FFF2-40B4-BE49-F238E27FC236}">
                    <a16:creationId xmlns:a16="http://schemas.microsoft.com/office/drawing/2014/main" id="{B0C23C1B-441A-492F-9089-19A5B93E72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7802" y="6102608"/>
                <a:ext cx="1799483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34" name="object 62">
                <a:extLst>
                  <a:ext uri="{FF2B5EF4-FFF2-40B4-BE49-F238E27FC236}">
                    <a16:creationId xmlns:a16="http://schemas.microsoft.com/office/drawing/2014/main" id="{EA93957B-CAFD-416C-AB33-CE0C948B3719}"/>
                  </a:ext>
                </a:extLst>
              </p:cNvPr>
              <p:cNvSpPr/>
              <p:nvPr/>
            </p:nvSpPr>
            <p:spPr>
              <a:xfrm>
                <a:off x="5925900" y="5884316"/>
                <a:ext cx="581807" cy="230985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FF9900"/>
                </a:fgClr>
                <a:bgClr>
                  <a:schemeClr val="bg1"/>
                </a:bgClr>
              </a:pattFill>
              <a:ln>
                <a:noFill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srgbClr val="ED7D31"/>
                  </a:solidFill>
                  <a:latin typeface="Calibri"/>
                </a:endParaRPr>
              </a:p>
            </p:txBody>
          </p:sp>
          <p:grpSp>
            <p:nvGrpSpPr>
              <p:cNvPr id="76961" name="组合 134">
                <a:extLst>
                  <a:ext uri="{FF2B5EF4-FFF2-40B4-BE49-F238E27FC236}">
                    <a16:creationId xmlns:a16="http://schemas.microsoft.com/office/drawing/2014/main" id="{3EA6AF74-F819-403C-BE1E-1A85943E40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98104" y="5884591"/>
                <a:ext cx="2427590" cy="227669"/>
                <a:chOff x="2531676" y="4762352"/>
                <a:chExt cx="2427590" cy="304709"/>
              </a:xfrm>
            </p:grpSpPr>
            <p:sp>
              <p:nvSpPr>
                <p:cNvPr id="148" name="Line 87">
                  <a:extLst>
                    <a:ext uri="{FF2B5EF4-FFF2-40B4-BE49-F238E27FC236}">
                      <a16:creationId xmlns:a16="http://schemas.microsoft.com/office/drawing/2014/main" id="{8203563E-4FD6-4DD6-9959-2526A099C5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531155" y="4761984"/>
                  <a:ext cx="0" cy="285366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49" name="Line 88">
                  <a:extLst>
                    <a:ext uri="{FF2B5EF4-FFF2-40B4-BE49-F238E27FC236}">
                      <a16:creationId xmlns:a16="http://schemas.microsoft.com/office/drawing/2014/main" id="{5BF35533-70D4-49C4-97E3-5BC60C787C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1453" y="4761984"/>
                  <a:ext cx="607551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50" name="Line 89">
                  <a:extLst>
                    <a:ext uri="{FF2B5EF4-FFF2-40B4-BE49-F238E27FC236}">
                      <a16:creationId xmlns:a16="http://schemas.microsoft.com/office/drawing/2014/main" id="{41531D3F-6F98-47BE-834A-ECD5BC709C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9004" y="4761984"/>
                  <a:ext cx="0" cy="305749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ln>
                      <a:solidFill>
                        <a:sysClr val="windowText" lastClr="000000"/>
                      </a:solidFill>
                    </a:ln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51" name="Line 90">
                  <a:extLst>
                    <a:ext uri="{FF2B5EF4-FFF2-40B4-BE49-F238E27FC236}">
                      <a16:creationId xmlns:a16="http://schemas.microsoft.com/office/drawing/2014/main" id="{F176A010-C327-4248-A263-0923088A54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6428" y="5067733"/>
                  <a:ext cx="1812354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</p:grpSp>
          <p:sp>
            <p:nvSpPr>
              <p:cNvPr id="136" name="object 62">
                <a:extLst>
                  <a:ext uri="{FF2B5EF4-FFF2-40B4-BE49-F238E27FC236}">
                    <a16:creationId xmlns:a16="http://schemas.microsoft.com/office/drawing/2014/main" id="{9161F599-9F1D-4318-A71E-A202230CBE89}"/>
                  </a:ext>
                </a:extLst>
              </p:cNvPr>
              <p:cNvSpPr/>
              <p:nvPr/>
            </p:nvSpPr>
            <p:spPr>
              <a:xfrm>
                <a:off x="8350953" y="5879239"/>
                <a:ext cx="581807" cy="228446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FF9900"/>
                </a:fgClr>
                <a:bgClr>
                  <a:schemeClr val="bg1"/>
                </a:bgClr>
              </a:pattFill>
              <a:ln>
                <a:noFill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srgbClr val="ED7D31"/>
                  </a:solidFill>
                  <a:latin typeface="Calibri"/>
                </a:endParaRPr>
              </a:p>
            </p:txBody>
          </p:sp>
          <p:grpSp>
            <p:nvGrpSpPr>
              <p:cNvPr id="76963" name="组合 136">
                <a:extLst>
                  <a:ext uri="{FF2B5EF4-FFF2-40B4-BE49-F238E27FC236}">
                    <a16:creationId xmlns:a16="http://schemas.microsoft.com/office/drawing/2014/main" id="{693A7700-FE15-43B2-9B48-D98667D42B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3184" y="5877188"/>
                <a:ext cx="2431870" cy="227669"/>
                <a:chOff x="2531676" y="4762352"/>
                <a:chExt cx="2431870" cy="304709"/>
              </a:xfrm>
            </p:grpSpPr>
            <p:sp>
              <p:nvSpPr>
                <p:cNvPr id="144" name="Line 87">
                  <a:extLst>
                    <a:ext uri="{FF2B5EF4-FFF2-40B4-BE49-F238E27FC236}">
                      <a16:creationId xmlns:a16="http://schemas.microsoft.com/office/drawing/2014/main" id="{B1FD62C5-1CFF-415A-9D34-38CF3CA35B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531128" y="4761701"/>
                  <a:ext cx="0" cy="305749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45" name="Line 88">
                  <a:extLst>
                    <a:ext uri="{FF2B5EF4-FFF2-40B4-BE49-F238E27FC236}">
                      <a16:creationId xmlns:a16="http://schemas.microsoft.com/office/drawing/2014/main" id="{4390C0B7-DAF6-44A2-B5BA-5D20D9A97E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1425" y="4761701"/>
                  <a:ext cx="589529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46" name="Line 89">
                  <a:extLst>
                    <a:ext uri="{FF2B5EF4-FFF2-40B4-BE49-F238E27FC236}">
                      <a16:creationId xmlns:a16="http://schemas.microsoft.com/office/drawing/2014/main" id="{58C49561-B1B1-46F0-B1C6-33188342BB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955" y="4761701"/>
                  <a:ext cx="0" cy="305749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ln>
                      <a:solidFill>
                        <a:sysClr val="windowText" lastClr="000000"/>
                      </a:solidFill>
                    </a:ln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47" name="Line 90">
                  <a:extLst>
                    <a:ext uri="{FF2B5EF4-FFF2-40B4-BE49-F238E27FC236}">
                      <a16:creationId xmlns:a16="http://schemas.microsoft.com/office/drawing/2014/main" id="{DA5D5312-0542-4830-98A2-DDA4C6FBC7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6401" y="5067450"/>
                  <a:ext cx="1817503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</p:grpSp>
          <p:sp>
            <p:nvSpPr>
              <p:cNvPr id="138" name="object 62">
                <a:extLst>
                  <a:ext uri="{FF2B5EF4-FFF2-40B4-BE49-F238E27FC236}">
                    <a16:creationId xmlns:a16="http://schemas.microsoft.com/office/drawing/2014/main" id="{DE474D84-E51C-433C-BB5A-9C1F9390DA71}"/>
                  </a:ext>
                </a:extLst>
              </p:cNvPr>
              <p:cNvSpPr/>
              <p:nvPr/>
            </p:nvSpPr>
            <p:spPr>
              <a:xfrm>
                <a:off x="10773433" y="5871625"/>
                <a:ext cx="584380" cy="228446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FF9900"/>
                </a:fgClr>
                <a:bgClr>
                  <a:schemeClr val="bg1"/>
                </a:bgClr>
              </a:pattFill>
              <a:ln>
                <a:noFill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srgbClr val="ED7D31"/>
                  </a:solidFill>
                  <a:latin typeface="Calibri"/>
                </a:endParaRPr>
              </a:p>
            </p:txBody>
          </p:sp>
          <p:grpSp>
            <p:nvGrpSpPr>
              <p:cNvPr id="76965" name="组合 138">
                <a:extLst>
                  <a:ext uri="{FF2B5EF4-FFF2-40B4-BE49-F238E27FC236}">
                    <a16:creationId xmlns:a16="http://schemas.microsoft.com/office/drawing/2014/main" id="{32CD841E-790B-44E8-BDA8-D8E5516DEA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749809" y="5869785"/>
                <a:ext cx="1220704" cy="227669"/>
                <a:chOff x="2533221" y="4762352"/>
                <a:chExt cx="1220704" cy="304709"/>
              </a:xfrm>
            </p:grpSpPr>
            <p:sp>
              <p:nvSpPr>
                <p:cNvPr id="140" name="Line 87">
                  <a:extLst>
                    <a:ext uri="{FF2B5EF4-FFF2-40B4-BE49-F238E27FC236}">
                      <a16:creationId xmlns:a16="http://schemas.microsoft.com/office/drawing/2014/main" id="{4E2EE5CE-D8CA-4853-B61B-FC7E908B65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533675" y="4761417"/>
                  <a:ext cx="0" cy="305749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41" name="Line 88">
                  <a:extLst>
                    <a:ext uri="{FF2B5EF4-FFF2-40B4-BE49-F238E27FC236}">
                      <a16:creationId xmlns:a16="http://schemas.microsoft.com/office/drawing/2014/main" id="{844DF701-44B7-4F9C-BB48-B82723A0D7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1399" y="4761417"/>
                  <a:ext cx="607551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42" name="Line 89">
                  <a:extLst>
                    <a:ext uri="{FF2B5EF4-FFF2-40B4-BE49-F238E27FC236}">
                      <a16:creationId xmlns:a16="http://schemas.microsoft.com/office/drawing/2014/main" id="{8E2F2EC1-B226-415D-818C-312C9A3B6C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8950" y="4761417"/>
                  <a:ext cx="0" cy="305749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ln>
                      <a:solidFill>
                        <a:sysClr val="windowText" lastClr="000000"/>
                      </a:solidFill>
                    </a:ln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43" name="Line 90">
                  <a:extLst>
                    <a:ext uri="{FF2B5EF4-FFF2-40B4-BE49-F238E27FC236}">
                      <a16:creationId xmlns:a16="http://schemas.microsoft.com/office/drawing/2014/main" id="{B6F963A7-5500-49C0-9D61-D58978AF6F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4098" y="5067166"/>
                  <a:ext cx="599827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</p:grpSp>
        </p:grpSp>
        <p:grpSp>
          <p:nvGrpSpPr>
            <p:cNvPr id="76923" name="组合 96">
              <a:extLst>
                <a:ext uri="{FF2B5EF4-FFF2-40B4-BE49-F238E27FC236}">
                  <a16:creationId xmlns:a16="http://schemas.microsoft.com/office/drawing/2014/main" id="{088DC644-F830-49EF-B7D0-6BA5B58807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9472" y="5752592"/>
              <a:ext cx="9464106" cy="437590"/>
              <a:chOff x="1047477" y="6226510"/>
              <a:chExt cx="10915349" cy="497964"/>
            </a:xfrm>
          </p:grpSpPr>
          <p:sp>
            <p:nvSpPr>
              <p:cNvPr id="98" name="Text Box 69">
                <a:extLst>
                  <a:ext uri="{FF2B5EF4-FFF2-40B4-BE49-F238E27FC236}">
                    <a16:creationId xmlns:a16="http://schemas.microsoft.com/office/drawing/2014/main" id="{A0BA6621-CDB8-44D6-B5C9-40358180A9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7477" y="6226972"/>
                <a:ext cx="607550" cy="4975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9pPr>
              </a:lstStyle>
              <a:p>
                <a:pPr algn="ctr" defTabSz="685708" eaLnBrk="1" hangingPunct="1">
                  <a:spcBef>
                    <a:spcPct val="50000"/>
                  </a:spcBef>
                  <a:defRPr/>
                </a:pPr>
                <a:r>
                  <a:rPr lang="en-US" altLang="zh-CN" sz="1422" kern="0" dirty="0">
                    <a:solidFill>
                      <a:srgbClr val="ED7D3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T</a:t>
                </a:r>
                <a:r>
                  <a:rPr lang="en-US" altLang="zh-CN" sz="1422" kern="0" baseline="-25000" dirty="0">
                    <a:solidFill>
                      <a:srgbClr val="ED7D3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4</a:t>
                </a:r>
                <a:endParaRPr lang="el-GR" altLang="zh-CN" sz="1422" kern="0" baseline="-25000" dirty="0">
                  <a:solidFill>
                    <a:srgbClr val="ED7D3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76925" name="组合 98">
                <a:extLst>
                  <a:ext uri="{FF2B5EF4-FFF2-40B4-BE49-F238E27FC236}">
                    <a16:creationId xmlns:a16="http://schemas.microsoft.com/office/drawing/2014/main" id="{F8C2ACC6-CDDC-4FB2-90A8-0F9D21556B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63533" y="6361705"/>
                <a:ext cx="10299293" cy="255007"/>
                <a:chOff x="1663533" y="6361705"/>
                <a:chExt cx="10299293" cy="255007"/>
              </a:xfrm>
            </p:grpSpPr>
            <p:sp>
              <p:nvSpPr>
                <p:cNvPr id="100" name="object 62">
                  <a:extLst>
                    <a:ext uri="{FF2B5EF4-FFF2-40B4-BE49-F238E27FC236}">
                      <a16:creationId xmlns:a16="http://schemas.microsoft.com/office/drawing/2014/main" id="{7764D4A8-986F-441B-91F2-D1AC3FB28CDE}"/>
                    </a:ext>
                  </a:extLst>
                </p:cNvPr>
                <p:cNvSpPr/>
                <p:nvPr/>
              </p:nvSpPr>
              <p:spPr>
                <a:xfrm>
                  <a:off x="1670474" y="6361500"/>
                  <a:ext cx="584380" cy="2335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1139" h="315594">
                      <a:moveTo>
                        <a:pt x="0" y="0"/>
                      </a:moveTo>
                      <a:lnTo>
                        <a:pt x="0" y="315468"/>
                      </a:lnTo>
                      <a:lnTo>
                        <a:pt x="1501139" y="315468"/>
                      </a:lnTo>
                      <a:lnTo>
                        <a:pt x="150113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pattFill prst="ltUpDiag">
                  <a:fgClr>
                    <a:srgbClr val="FF9900"/>
                  </a:fgClr>
                  <a:bgClr>
                    <a:schemeClr val="bg1"/>
                  </a:bgClr>
                </a:pattFill>
                <a:ln>
                  <a:noFill/>
                </a:ln>
              </p:spPr>
              <p:txBody>
                <a:bodyPr lIns="0" tIns="0" rIns="0" bIns="0"/>
                <a:lstStyle/>
                <a:p>
                  <a:pPr>
                    <a:defRPr/>
                  </a:pPr>
                  <a:endParaRPr sz="995">
                    <a:solidFill>
                      <a:srgbClr val="ED7D31"/>
                    </a:solidFill>
                    <a:latin typeface="Calibri"/>
                  </a:endParaRPr>
                </a:p>
              </p:txBody>
            </p:sp>
            <p:sp>
              <p:nvSpPr>
                <p:cNvPr id="101" name="Line 88">
                  <a:extLst>
                    <a:ext uri="{FF2B5EF4-FFF2-40B4-BE49-F238E27FC236}">
                      <a16:creationId xmlns:a16="http://schemas.microsoft.com/office/drawing/2014/main" id="{E842A18B-F3FA-4EDC-B881-170B0508F9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85229" y="6374192"/>
                  <a:ext cx="607550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02" name="Line 88">
                  <a:extLst>
                    <a:ext uri="{FF2B5EF4-FFF2-40B4-BE49-F238E27FC236}">
                      <a16:creationId xmlns:a16="http://schemas.microsoft.com/office/drawing/2014/main" id="{7574FD66-8091-4670-9BE0-66426CDC71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62750" y="6361500"/>
                  <a:ext cx="607550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03" name="Line 85">
                  <a:extLst>
                    <a:ext uri="{FF2B5EF4-FFF2-40B4-BE49-F238E27FC236}">
                      <a16:creationId xmlns:a16="http://schemas.microsoft.com/office/drawing/2014/main" id="{FE9E18DD-89AB-42C9-8AB6-31C89B98C9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75449" y="6602637"/>
                  <a:ext cx="1809780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04" name="object 62">
                  <a:extLst>
                    <a:ext uri="{FF2B5EF4-FFF2-40B4-BE49-F238E27FC236}">
                      <a16:creationId xmlns:a16="http://schemas.microsoft.com/office/drawing/2014/main" id="{04ECDF10-5E1F-41D0-A3A1-5C7697FD68DF}"/>
                    </a:ext>
                  </a:extLst>
                </p:cNvPr>
                <p:cNvSpPr/>
                <p:nvPr/>
              </p:nvSpPr>
              <p:spPr>
                <a:xfrm>
                  <a:off x="4092952" y="6386883"/>
                  <a:ext cx="584382" cy="230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1139" h="315594">
                      <a:moveTo>
                        <a:pt x="0" y="0"/>
                      </a:moveTo>
                      <a:lnTo>
                        <a:pt x="0" y="315468"/>
                      </a:lnTo>
                      <a:lnTo>
                        <a:pt x="1501139" y="315468"/>
                      </a:lnTo>
                      <a:lnTo>
                        <a:pt x="150113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pattFill prst="ltUpDiag">
                  <a:fgClr>
                    <a:srgbClr val="FF9900"/>
                  </a:fgClr>
                  <a:bgClr>
                    <a:schemeClr val="bg1"/>
                  </a:bgClr>
                </a:pattFill>
                <a:ln>
                  <a:solidFill>
                    <a:srgbClr val="ED7D31"/>
                  </a:solidFill>
                </a:ln>
              </p:spPr>
              <p:txBody>
                <a:bodyPr lIns="0" tIns="0" rIns="0" bIns="0"/>
                <a:lstStyle/>
                <a:p>
                  <a:pPr>
                    <a:defRPr/>
                  </a:pPr>
                  <a:endParaRPr sz="995">
                    <a:solidFill>
                      <a:srgbClr val="ED7D31"/>
                    </a:solidFill>
                    <a:latin typeface="Calibri"/>
                  </a:endParaRPr>
                </a:p>
              </p:txBody>
            </p:sp>
            <p:sp>
              <p:nvSpPr>
                <p:cNvPr id="105" name="Line 87">
                  <a:extLst>
                    <a:ext uri="{FF2B5EF4-FFF2-40B4-BE49-F238E27FC236}">
                      <a16:creationId xmlns:a16="http://schemas.microsoft.com/office/drawing/2014/main" id="{BEF160B4-645C-44A7-ACE5-1C0052237B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85229" y="6374192"/>
                  <a:ext cx="0" cy="228444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06" name="Line 89">
                  <a:extLst>
                    <a:ext uri="{FF2B5EF4-FFF2-40B4-BE49-F238E27FC236}">
                      <a16:creationId xmlns:a16="http://schemas.microsoft.com/office/drawing/2014/main" id="{E6CC6C66-BF49-4754-AF2B-3933A107D3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92780" y="6374192"/>
                  <a:ext cx="0" cy="228444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ln>
                      <a:solidFill>
                        <a:sysClr val="windowText" lastClr="000000"/>
                      </a:solidFill>
                    </a:ln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07" name="Line 90">
                  <a:extLst>
                    <a:ext uri="{FF2B5EF4-FFF2-40B4-BE49-F238E27FC236}">
                      <a16:creationId xmlns:a16="http://schemas.microsoft.com/office/drawing/2014/main" id="{D595645F-ABB5-4CB7-AB91-1AE098FF79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90205" y="6602637"/>
                  <a:ext cx="1804632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08" name="object 62">
                  <a:extLst>
                    <a:ext uri="{FF2B5EF4-FFF2-40B4-BE49-F238E27FC236}">
                      <a16:creationId xmlns:a16="http://schemas.microsoft.com/office/drawing/2014/main" id="{841C0A79-8D7B-4557-B052-1534DD16B109}"/>
                    </a:ext>
                  </a:extLst>
                </p:cNvPr>
                <p:cNvSpPr/>
                <p:nvPr/>
              </p:nvSpPr>
              <p:spPr>
                <a:xfrm>
                  <a:off x="6520580" y="6381806"/>
                  <a:ext cx="584380" cy="2335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1139" h="315594">
                      <a:moveTo>
                        <a:pt x="0" y="0"/>
                      </a:moveTo>
                      <a:lnTo>
                        <a:pt x="0" y="315468"/>
                      </a:lnTo>
                      <a:lnTo>
                        <a:pt x="1501139" y="315468"/>
                      </a:lnTo>
                      <a:lnTo>
                        <a:pt x="150113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pattFill prst="ltUpDiag">
                  <a:fgClr>
                    <a:srgbClr val="FF9900"/>
                  </a:fgClr>
                  <a:bgClr>
                    <a:schemeClr val="bg1"/>
                  </a:bgClr>
                </a:pattFill>
                <a:ln>
                  <a:noFill/>
                </a:ln>
              </p:spPr>
              <p:txBody>
                <a:bodyPr lIns="0" tIns="0" rIns="0" bIns="0"/>
                <a:lstStyle/>
                <a:p>
                  <a:pPr>
                    <a:defRPr/>
                  </a:pPr>
                  <a:endParaRPr sz="995">
                    <a:solidFill>
                      <a:srgbClr val="ED7D31"/>
                    </a:solidFill>
                    <a:latin typeface="Calibri"/>
                  </a:endParaRPr>
                </a:p>
              </p:txBody>
            </p:sp>
            <p:grpSp>
              <p:nvGrpSpPr>
                <p:cNvPr id="76935" name="组合 108">
                  <a:extLst>
                    <a:ext uri="{FF2B5EF4-FFF2-40B4-BE49-F238E27FC236}">
                      <a16:creationId xmlns:a16="http://schemas.microsoft.com/office/drawing/2014/main" id="{5E9FAEDA-5BA8-4441-AE5C-E8B68546E2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512607" y="6382402"/>
                  <a:ext cx="2409052" cy="227669"/>
                  <a:chOff x="2540945" y="4762352"/>
                  <a:chExt cx="2409052" cy="304709"/>
                </a:xfrm>
              </p:grpSpPr>
              <p:sp>
                <p:nvSpPr>
                  <p:cNvPr id="123" name="Line 87">
                    <a:extLst>
                      <a:ext uri="{FF2B5EF4-FFF2-40B4-BE49-F238E27FC236}">
                        <a16:creationId xmlns:a16="http://schemas.microsoft.com/office/drawing/2014/main" id="{93951704-D24B-4BF6-B89E-DF45F041FA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41195" y="4761556"/>
                    <a:ext cx="0" cy="295556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ED7D3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ED7D31"/>
                      </a:solidFill>
                    </a:endParaRPr>
                  </a:p>
                </p:txBody>
              </p:sp>
              <p:sp>
                <p:nvSpPr>
                  <p:cNvPr id="124" name="Line 88">
                    <a:extLst>
                      <a:ext uri="{FF2B5EF4-FFF2-40B4-BE49-F238E27FC236}">
                        <a16:creationId xmlns:a16="http://schemas.microsoft.com/office/drawing/2014/main" id="{847DC6EE-12D1-4630-83BC-90A4798FC06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41195" y="4761556"/>
                    <a:ext cx="607550" cy="0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ED7D3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ED7D31"/>
                      </a:solidFill>
                    </a:endParaRPr>
                  </a:p>
                </p:txBody>
              </p:sp>
              <p:sp>
                <p:nvSpPr>
                  <p:cNvPr id="125" name="Line 89">
                    <a:extLst>
                      <a:ext uri="{FF2B5EF4-FFF2-40B4-BE49-F238E27FC236}">
                        <a16:creationId xmlns:a16="http://schemas.microsoft.com/office/drawing/2014/main" id="{507324A7-FF6B-4A72-842C-5A6F966854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48745" y="4761556"/>
                    <a:ext cx="0" cy="305747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ED7D3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ln>
                        <a:solidFill>
                          <a:sysClr val="windowText" lastClr="000000"/>
                        </a:solidFill>
                      </a:ln>
                      <a:solidFill>
                        <a:srgbClr val="ED7D31"/>
                      </a:solidFill>
                    </a:endParaRPr>
                  </a:p>
                </p:txBody>
              </p:sp>
              <p:sp>
                <p:nvSpPr>
                  <p:cNvPr id="126" name="Line 90">
                    <a:extLst>
                      <a:ext uri="{FF2B5EF4-FFF2-40B4-BE49-F238E27FC236}">
                        <a16:creationId xmlns:a16="http://schemas.microsoft.com/office/drawing/2014/main" id="{3A01FF6B-4025-49DE-ADAE-6D865FBD635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66766" y="5067303"/>
                    <a:ext cx="1784035" cy="0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ED7D3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ED7D31"/>
                      </a:solidFill>
                    </a:endParaRPr>
                  </a:p>
                </p:txBody>
              </p:sp>
            </p:grpSp>
            <p:sp>
              <p:nvSpPr>
                <p:cNvPr id="110" name="object 62">
                  <a:extLst>
                    <a:ext uri="{FF2B5EF4-FFF2-40B4-BE49-F238E27FC236}">
                      <a16:creationId xmlns:a16="http://schemas.microsoft.com/office/drawing/2014/main" id="{27901260-7B75-4381-BD15-C7BA60BD6C10}"/>
                    </a:ext>
                  </a:extLst>
                </p:cNvPr>
                <p:cNvSpPr/>
                <p:nvPr/>
              </p:nvSpPr>
              <p:spPr>
                <a:xfrm>
                  <a:off x="8945633" y="6374192"/>
                  <a:ext cx="584380" cy="2335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1139" h="315594">
                      <a:moveTo>
                        <a:pt x="0" y="0"/>
                      </a:moveTo>
                      <a:lnTo>
                        <a:pt x="0" y="315468"/>
                      </a:lnTo>
                      <a:lnTo>
                        <a:pt x="1501139" y="315468"/>
                      </a:lnTo>
                      <a:lnTo>
                        <a:pt x="150113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pattFill prst="ltUpDiag">
                  <a:fgClr>
                    <a:srgbClr val="FF9900"/>
                  </a:fgClr>
                  <a:bgClr>
                    <a:schemeClr val="bg1"/>
                  </a:bgClr>
                </a:pattFill>
                <a:ln>
                  <a:noFill/>
                </a:ln>
              </p:spPr>
              <p:txBody>
                <a:bodyPr lIns="0" tIns="0" rIns="0" bIns="0"/>
                <a:lstStyle/>
                <a:p>
                  <a:pPr>
                    <a:defRPr/>
                  </a:pPr>
                  <a:endParaRPr sz="995">
                    <a:solidFill>
                      <a:srgbClr val="ED7D31"/>
                    </a:solidFill>
                    <a:latin typeface="Calibri"/>
                  </a:endParaRPr>
                </a:p>
              </p:txBody>
            </p:sp>
            <p:grpSp>
              <p:nvGrpSpPr>
                <p:cNvPr id="76937" name="组合 110">
                  <a:extLst>
                    <a:ext uri="{FF2B5EF4-FFF2-40B4-BE49-F238E27FC236}">
                      <a16:creationId xmlns:a16="http://schemas.microsoft.com/office/drawing/2014/main" id="{9A874A18-A688-4179-9D6E-7CBF50C48B2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19149" y="6374999"/>
                  <a:ext cx="2441139" cy="227669"/>
                  <a:chOff x="2522407" y="4762352"/>
                  <a:chExt cx="2441139" cy="304709"/>
                </a:xfrm>
              </p:grpSpPr>
              <p:sp>
                <p:nvSpPr>
                  <p:cNvPr id="119" name="Line 87">
                    <a:extLst>
                      <a:ext uri="{FF2B5EF4-FFF2-40B4-BE49-F238E27FC236}">
                        <a16:creationId xmlns:a16="http://schemas.microsoft.com/office/drawing/2014/main" id="{6B6C4F0A-A2D4-402D-BA8D-638C7B340DE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23148" y="4761273"/>
                    <a:ext cx="0" cy="305747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ED7D3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ED7D31"/>
                      </a:solidFill>
                    </a:endParaRPr>
                  </a:p>
                </p:txBody>
              </p:sp>
              <p:sp>
                <p:nvSpPr>
                  <p:cNvPr id="120" name="Line 88">
                    <a:extLst>
                      <a:ext uri="{FF2B5EF4-FFF2-40B4-BE49-F238E27FC236}">
                        <a16:creationId xmlns:a16="http://schemas.microsoft.com/office/drawing/2014/main" id="{3147F12C-96F6-4C1C-9EC7-4BFD88E111E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41168" y="4761273"/>
                    <a:ext cx="592104" cy="0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ED7D3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ED7D31"/>
                      </a:solidFill>
                    </a:endParaRPr>
                  </a:p>
                </p:txBody>
              </p:sp>
              <p:sp>
                <p:nvSpPr>
                  <p:cNvPr id="121" name="Line 89">
                    <a:extLst>
                      <a:ext uri="{FF2B5EF4-FFF2-40B4-BE49-F238E27FC236}">
                        <a16:creationId xmlns:a16="http://schemas.microsoft.com/office/drawing/2014/main" id="{17D3F518-A62D-4ECE-BF5B-DA6DE37B36C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40996" y="4771464"/>
                    <a:ext cx="0" cy="295556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ED7D3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ln>
                        <a:solidFill>
                          <a:sysClr val="windowText" lastClr="000000"/>
                        </a:solidFill>
                      </a:ln>
                      <a:solidFill>
                        <a:srgbClr val="ED7D31"/>
                      </a:solidFill>
                    </a:endParaRPr>
                  </a:p>
                </p:txBody>
              </p:sp>
              <p:sp>
                <p:nvSpPr>
                  <p:cNvPr id="122" name="Line 90">
                    <a:extLst>
                      <a:ext uri="{FF2B5EF4-FFF2-40B4-BE49-F238E27FC236}">
                        <a16:creationId xmlns:a16="http://schemas.microsoft.com/office/drawing/2014/main" id="{51BB1432-07FF-49F0-B079-5D2CCF0CFD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48719" y="5067020"/>
                    <a:ext cx="1814930" cy="0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ED7D3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ED7D31"/>
                      </a:solidFill>
                    </a:endParaRPr>
                  </a:p>
                </p:txBody>
              </p:sp>
            </p:grpSp>
            <p:sp>
              <p:nvSpPr>
                <p:cNvPr id="112" name="object 62">
                  <a:extLst>
                    <a:ext uri="{FF2B5EF4-FFF2-40B4-BE49-F238E27FC236}">
                      <a16:creationId xmlns:a16="http://schemas.microsoft.com/office/drawing/2014/main" id="{B46CF6A8-EE6C-40C2-8004-6B16361B2BD6}"/>
                    </a:ext>
                  </a:extLst>
                </p:cNvPr>
                <p:cNvSpPr/>
                <p:nvPr/>
              </p:nvSpPr>
              <p:spPr>
                <a:xfrm>
                  <a:off x="11370686" y="6369116"/>
                  <a:ext cx="584380" cy="230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1139" h="315594">
                      <a:moveTo>
                        <a:pt x="0" y="0"/>
                      </a:moveTo>
                      <a:lnTo>
                        <a:pt x="0" y="315468"/>
                      </a:lnTo>
                      <a:lnTo>
                        <a:pt x="1501139" y="315468"/>
                      </a:lnTo>
                      <a:lnTo>
                        <a:pt x="150113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pattFill prst="ltUpDiag">
                  <a:fgClr>
                    <a:srgbClr val="FF9900"/>
                  </a:fgClr>
                  <a:bgClr>
                    <a:schemeClr val="bg1"/>
                  </a:bgClr>
                </a:pattFill>
                <a:ln>
                  <a:noFill/>
                </a:ln>
              </p:spPr>
              <p:txBody>
                <a:bodyPr lIns="0" tIns="0" rIns="0" bIns="0"/>
                <a:lstStyle/>
                <a:p>
                  <a:pPr>
                    <a:defRPr/>
                  </a:pPr>
                  <a:endParaRPr sz="995">
                    <a:solidFill>
                      <a:srgbClr val="ED7D31"/>
                    </a:solidFill>
                    <a:latin typeface="Calibri"/>
                  </a:endParaRPr>
                </a:p>
              </p:txBody>
            </p:sp>
            <p:grpSp>
              <p:nvGrpSpPr>
                <p:cNvPr id="76939" name="组合 112">
                  <a:extLst>
                    <a:ext uri="{FF2B5EF4-FFF2-40B4-BE49-F238E27FC236}">
                      <a16:creationId xmlns:a16="http://schemas.microsoft.com/office/drawing/2014/main" id="{B7CC3190-F695-4AB6-82DA-934409FA418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362767" y="6367596"/>
                  <a:ext cx="600059" cy="227669"/>
                  <a:chOff x="2540945" y="4762352"/>
                  <a:chExt cx="600059" cy="304709"/>
                </a:xfrm>
              </p:grpSpPr>
              <p:sp>
                <p:nvSpPr>
                  <p:cNvPr id="116" name="Line 87">
                    <a:extLst>
                      <a:ext uri="{FF2B5EF4-FFF2-40B4-BE49-F238E27FC236}">
                        <a16:creationId xmlns:a16="http://schemas.microsoft.com/office/drawing/2014/main" id="{BB26B183-6F52-442B-BD80-CAB315AFE77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41140" y="4760989"/>
                    <a:ext cx="0" cy="309145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ED7D3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ED7D31"/>
                      </a:solidFill>
                    </a:endParaRPr>
                  </a:p>
                </p:txBody>
              </p:sp>
              <p:sp>
                <p:nvSpPr>
                  <p:cNvPr id="117" name="Line 88">
                    <a:extLst>
                      <a:ext uri="{FF2B5EF4-FFF2-40B4-BE49-F238E27FC236}">
                        <a16:creationId xmlns:a16="http://schemas.microsoft.com/office/drawing/2014/main" id="{EA26F25F-0066-4C90-8060-9F340245EC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41140" y="4760989"/>
                    <a:ext cx="599829" cy="0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ED7D3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ED7D31"/>
                      </a:solidFill>
                    </a:endParaRPr>
                  </a:p>
                </p:txBody>
              </p:sp>
              <p:sp>
                <p:nvSpPr>
                  <p:cNvPr id="118" name="Line 89">
                    <a:extLst>
                      <a:ext uri="{FF2B5EF4-FFF2-40B4-BE49-F238E27FC236}">
                        <a16:creationId xmlns:a16="http://schemas.microsoft.com/office/drawing/2014/main" id="{E0D6A8B1-A356-4F3C-B91F-E76CBAB9E50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35820" y="4760989"/>
                    <a:ext cx="0" cy="309145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ED7D3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ln>
                        <a:solidFill>
                          <a:sysClr val="windowText" lastClr="000000"/>
                        </a:solidFill>
                      </a:ln>
                      <a:solidFill>
                        <a:srgbClr val="ED7D31"/>
                      </a:solidFill>
                    </a:endParaRPr>
                  </a:p>
                </p:txBody>
              </p:sp>
            </p:grpSp>
            <p:sp>
              <p:nvSpPr>
                <p:cNvPr id="114" name="Line 87">
                  <a:extLst>
                    <a:ext uri="{FF2B5EF4-FFF2-40B4-BE49-F238E27FC236}">
                      <a16:creationId xmlns:a16="http://schemas.microsoft.com/office/drawing/2014/main" id="{4A215382-01EF-4CD9-B895-D036AAE692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662750" y="6361500"/>
                  <a:ext cx="0" cy="228444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  <a:latin typeface="Segoe UI Black" panose="020B0A02040204020203" pitchFamily="34" charset="0"/>
                    <a:cs typeface="Segoe UI Black" panose="020B0A02040204020203" pitchFamily="34" charset="0"/>
                  </a:endParaRPr>
                </a:p>
              </p:txBody>
            </p:sp>
            <p:sp>
              <p:nvSpPr>
                <p:cNvPr id="115" name="Line 89">
                  <a:extLst>
                    <a:ext uri="{FF2B5EF4-FFF2-40B4-BE49-F238E27FC236}">
                      <a16:creationId xmlns:a16="http://schemas.microsoft.com/office/drawing/2014/main" id="{2FE17C6A-8DFD-427D-9230-2416188098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70300" y="6361500"/>
                  <a:ext cx="0" cy="228444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ln>
                      <a:solidFill>
                        <a:sysClr val="windowText" lastClr="000000"/>
                      </a:solidFill>
                    </a:ln>
                    <a:solidFill>
                      <a:srgbClr val="ED7D31"/>
                    </a:solidFill>
                  </a:endParaRPr>
                </a:p>
              </p:txBody>
            </p:sp>
          </p:grpSp>
        </p:grpSp>
      </p:grpSp>
      <p:grpSp>
        <p:nvGrpSpPr>
          <p:cNvPr id="76806" name="组合 151">
            <a:extLst>
              <a:ext uri="{FF2B5EF4-FFF2-40B4-BE49-F238E27FC236}">
                <a16:creationId xmlns:a16="http://schemas.microsoft.com/office/drawing/2014/main" id="{44833C9C-6186-4422-9C05-1CD36B194059}"/>
              </a:ext>
            </a:extLst>
          </p:cNvPr>
          <p:cNvGrpSpPr>
            <a:grpSpLocks/>
          </p:cNvGrpSpPr>
          <p:nvPr/>
        </p:nvGrpSpPr>
        <p:grpSpPr bwMode="auto">
          <a:xfrm>
            <a:off x="1247775" y="4068763"/>
            <a:ext cx="6743700" cy="311150"/>
            <a:chOff x="1034574" y="5262912"/>
            <a:chExt cx="10935938" cy="497965"/>
          </a:xfrm>
        </p:grpSpPr>
        <p:sp>
          <p:nvSpPr>
            <p:cNvPr id="153" name="Text Box 67">
              <a:extLst>
                <a:ext uri="{FF2B5EF4-FFF2-40B4-BE49-F238E27FC236}">
                  <a16:creationId xmlns:a16="http://schemas.microsoft.com/office/drawing/2014/main" id="{1E977210-0DEC-4A84-A606-44F5F09D4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4574" y="5262912"/>
              <a:ext cx="607552" cy="4979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ctr" defTabSz="685708" eaLnBrk="1" hangingPunct="1">
                <a:spcBef>
                  <a:spcPct val="50000"/>
                </a:spcBef>
                <a:defRPr/>
              </a:pPr>
              <a:r>
                <a:rPr lang="en-US" altLang="zh-CN" sz="1422" kern="0" dirty="0">
                  <a:solidFill>
                    <a:srgbClr val="ED7D3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T</a:t>
              </a:r>
              <a:r>
                <a:rPr lang="en-US" altLang="zh-CN" sz="1422" kern="0" baseline="-25000" dirty="0">
                  <a:solidFill>
                    <a:srgbClr val="ED7D3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2</a:t>
              </a:r>
              <a:endParaRPr lang="el-GR" altLang="zh-CN" sz="1422" kern="0" baseline="-25000" dirty="0">
                <a:solidFill>
                  <a:srgbClr val="ED7D3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4" name="Line 85">
              <a:extLst>
                <a:ext uri="{FF2B5EF4-FFF2-40B4-BE49-F238E27FC236}">
                  <a16:creationId xmlns:a16="http://schemas.microsoft.com/office/drawing/2014/main" id="{2C445947-4EC3-4595-B523-FAF16D5221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0148" y="5605897"/>
              <a:ext cx="1215104" cy="0"/>
            </a:xfrm>
            <a:prstGeom prst="line">
              <a:avLst/>
            </a:prstGeom>
            <a:noFill/>
            <a:ln w="28575" cap="sq">
              <a:solidFill>
                <a:srgbClr val="ED7D3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rgbClr val="ED7D31"/>
                </a:solidFill>
              </a:endParaRPr>
            </a:p>
          </p:txBody>
        </p:sp>
        <p:sp>
          <p:nvSpPr>
            <p:cNvPr id="155" name="object 62">
              <a:extLst>
                <a:ext uri="{FF2B5EF4-FFF2-40B4-BE49-F238E27FC236}">
                  <a16:creationId xmlns:a16="http://schemas.microsoft.com/office/drawing/2014/main" id="{65F3E6A2-F10B-4D90-8924-262E78B62CE1}"/>
                </a:ext>
              </a:extLst>
            </p:cNvPr>
            <p:cNvSpPr/>
            <p:nvPr/>
          </p:nvSpPr>
          <p:spPr>
            <a:xfrm>
              <a:off x="2893272" y="5384863"/>
              <a:ext cx="581808" cy="231197"/>
            </a:xfrm>
            <a:custGeom>
              <a:avLst/>
              <a:gdLst/>
              <a:ahLst/>
              <a:cxnLst/>
              <a:rect l="l" t="t" r="r" b="b"/>
              <a:pathLst>
                <a:path w="1501139" h="315594">
                  <a:moveTo>
                    <a:pt x="0" y="0"/>
                  </a:moveTo>
                  <a:lnTo>
                    <a:pt x="0" y="315468"/>
                  </a:lnTo>
                  <a:lnTo>
                    <a:pt x="1501139" y="315468"/>
                  </a:lnTo>
                  <a:lnTo>
                    <a:pt x="1501139" y="0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rgbClr val="FF9900"/>
              </a:fgClr>
              <a:bgClr>
                <a:schemeClr val="bg1"/>
              </a:bgClr>
            </a:pattFill>
            <a:ln>
              <a:noFill/>
            </a:ln>
          </p:spPr>
          <p:txBody>
            <a:bodyPr lIns="0" tIns="0" rIns="0" bIns="0"/>
            <a:lstStyle/>
            <a:p>
              <a:pPr>
                <a:defRPr/>
              </a:pPr>
              <a:endParaRPr sz="995">
                <a:solidFill>
                  <a:srgbClr val="ED7D31"/>
                </a:solidFill>
                <a:latin typeface="Calibri"/>
              </a:endParaRPr>
            </a:p>
          </p:txBody>
        </p:sp>
        <p:sp>
          <p:nvSpPr>
            <p:cNvPr id="156" name="Line 87">
              <a:extLst>
                <a:ext uri="{FF2B5EF4-FFF2-40B4-BE49-F238E27FC236}">
                  <a16:creationId xmlns:a16="http://schemas.microsoft.com/office/drawing/2014/main" id="{65694C44-7A18-4F52-8C8F-D0BD2EAA99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75252" y="5379781"/>
              <a:ext cx="0" cy="226116"/>
            </a:xfrm>
            <a:prstGeom prst="line">
              <a:avLst/>
            </a:prstGeom>
            <a:noFill/>
            <a:ln w="28575" cap="sq">
              <a:solidFill>
                <a:srgbClr val="ED7D3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rgbClr val="ED7D31"/>
                </a:solidFill>
              </a:endParaRPr>
            </a:p>
          </p:txBody>
        </p:sp>
        <p:sp>
          <p:nvSpPr>
            <p:cNvPr id="157" name="Line 89">
              <a:extLst>
                <a:ext uri="{FF2B5EF4-FFF2-40B4-BE49-F238E27FC236}">
                  <a16:creationId xmlns:a16="http://schemas.microsoft.com/office/drawing/2014/main" id="{60B16549-7613-4546-AA3A-C73FE0C5A1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2804" y="5379781"/>
              <a:ext cx="0" cy="226116"/>
            </a:xfrm>
            <a:prstGeom prst="line">
              <a:avLst/>
            </a:prstGeom>
            <a:noFill/>
            <a:ln w="28575" cap="sq">
              <a:solidFill>
                <a:srgbClr val="ED7D3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ln>
                  <a:solidFill>
                    <a:sysClr val="windowText" lastClr="000000"/>
                  </a:solidFill>
                </a:ln>
                <a:solidFill>
                  <a:srgbClr val="ED7D31"/>
                </a:solidFill>
              </a:endParaRPr>
            </a:p>
          </p:txBody>
        </p:sp>
        <p:sp>
          <p:nvSpPr>
            <p:cNvPr id="158" name="Line 90">
              <a:extLst>
                <a:ext uri="{FF2B5EF4-FFF2-40B4-BE49-F238E27FC236}">
                  <a16:creationId xmlns:a16="http://schemas.microsoft.com/office/drawing/2014/main" id="{A394510C-794C-4146-BFEB-FCAE95336A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0229" y="5605897"/>
              <a:ext cx="1807210" cy="0"/>
            </a:xfrm>
            <a:prstGeom prst="line">
              <a:avLst/>
            </a:prstGeom>
            <a:noFill/>
            <a:ln w="28575" cap="sq">
              <a:solidFill>
                <a:srgbClr val="ED7D3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rgbClr val="ED7D31"/>
                </a:solidFill>
              </a:endParaRPr>
            </a:p>
          </p:txBody>
        </p:sp>
        <p:sp>
          <p:nvSpPr>
            <p:cNvPr id="159" name="object 62">
              <a:extLst>
                <a:ext uri="{FF2B5EF4-FFF2-40B4-BE49-F238E27FC236}">
                  <a16:creationId xmlns:a16="http://schemas.microsoft.com/office/drawing/2014/main" id="{AE04B995-9271-473D-B93B-B4753D35AB47}"/>
                </a:ext>
              </a:extLst>
            </p:cNvPr>
            <p:cNvSpPr/>
            <p:nvPr/>
          </p:nvSpPr>
          <p:spPr>
            <a:xfrm>
              <a:off x="5320906" y="5392484"/>
              <a:ext cx="581808" cy="231199"/>
            </a:xfrm>
            <a:custGeom>
              <a:avLst/>
              <a:gdLst/>
              <a:ahLst/>
              <a:cxnLst/>
              <a:rect l="l" t="t" r="r" b="b"/>
              <a:pathLst>
                <a:path w="1501139" h="315594">
                  <a:moveTo>
                    <a:pt x="0" y="0"/>
                  </a:moveTo>
                  <a:lnTo>
                    <a:pt x="0" y="315468"/>
                  </a:lnTo>
                  <a:lnTo>
                    <a:pt x="1501139" y="315468"/>
                  </a:lnTo>
                  <a:lnTo>
                    <a:pt x="1501139" y="0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rgbClr val="FF9900"/>
              </a:fgClr>
              <a:bgClr>
                <a:schemeClr val="bg1"/>
              </a:bgClr>
            </a:pattFill>
            <a:ln>
              <a:noFill/>
            </a:ln>
          </p:spPr>
          <p:txBody>
            <a:bodyPr lIns="0" tIns="0" rIns="0" bIns="0"/>
            <a:lstStyle/>
            <a:p>
              <a:pPr>
                <a:defRPr/>
              </a:pPr>
              <a:endParaRPr sz="995">
                <a:solidFill>
                  <a:srgbClr val="ED7D31"/>
                </a:solidFill>
                <a:latin typeface="Calibri"/>
              </a:endParaRPr>
            </a:p>
          </p:txBody>
        </p:sp>
        <p:grpSp>
          <p:nvGrpSpPr>
            <p:cNvPr id="76904" name="组合 159">
              <a:extLst>
                <a:ext uri="{FF2B5EF4-FFF2-40B4-BE49-F238E27FC236}">
                  <a16:creationId xmlns:a16="http://schemas.microsoft.com/office/drawing/2014/main" id="{1E46E580-F13A-495C-BFF7-6433CA3D95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6691" y="5386779"/>
              <a:ext cx="2438049" cy="227669"/>
              <a:chOff x="2525497" y="4762352"/>
              <a:chExt cx="2438049" cy="304709"/>
            </a:xfrm>
          </p:grpSpPr>
          <p:sp>
            <p:nvSpPr>
              <p:cNvPr id="174" name="Line 87">
                <a:extLst>
                  <a:ext uri="{FF2B5EF4-FFF2-40B4-BE49-F238E27FC236}">
                    <a16:creationId xmlns:a16="http://schemas.microsoft.com/office/drawing/2014/main" id="{22D0725C-AB30-4A7C-8C06-BB9E79645C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26245" y="4763187"/>
                <a:ext cx="0" cy="282231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75" name="Line 88">
                <a:extLst>
                  <a:ext uri="{FF2B5EF4-FFF2-40B4-BE49-F238E27FC236}">
                    <a16:creationId xmlns:a16="http://schemas.microsoft.com/office/drawing/2014/main" id="{277C9B04-8686-43C4-8881-4C373D16B0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1691" y="4763187"/>
                <a:ext cx="607552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76" name="Line 89">
                <a:extLst>
                  <a:ext uri="{FF2B5EF4-FFF2-40B4-BE49-F238E27FC236}">
                    <a16:creationId xmlns:a16="http://schemas.microsoft.com/office/drawing/2014/main" id="{9AC21C4A-8204-4321-8640-363E3FE7A7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9243" y="4763187"/>
                <a:ext cx="0" cy="302633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ln>
                    <a:solidFill>
                      <a:sysClr val="windowText" lastClr="000000"/>
                    </a:solidFill>
                  </a:ln>
                  <a:solidFill>
                    <a:srgbClr val="ED7D31"/>
                  </a:solidFill>
                </a:endParaRPr>
              </a:p>
            </p:txBody>
          </p:sp>
          <p:sp>
            <p:nvSpPr>
              <p:cNvPr id="177" name="Line 90">
                <a:extLst>
                  <a:ext uri="{FF2B5EF4-FFF2-40B4-BE49-F238E27FC236}">
                    <a16:creationId xmlns:a16="http://schemas.microsoft.com/office/drawing/2014/main" id="{9DF7D5A7-80EF-412D-8BD0-773A006504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6669" y="5065821"/>
                <a:ext cx="1817507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</p:grpSp>
        <p:sp>
          <p:nvSpPr>
            <p:cNvPr id="161" name="object 62">
              <a:extLst>
                <a:ext uri="{FF2B5EF4-FFF2-40B4-BE49-F238E27FC236}">
                  <a16:creationId xmlns:a16="http://schemas.microsoft.com/office/drawing/2014/main" id="{93362F99-3D01-4838-9FC0-B16D6EA16831}"/>
                </a:ext>
              </a:extLst>
            </p:cNvPr>
            <p:cNvSpPr/>
            <p:nvPr/>
          </p:nvSpPr>
          <p:spPr>
            <a:xfrm>
              <a:off x="7745966" y="5384863"/>
              <a:ext cx="581808" cy="231197"/>
            </a:xfrm>
            <a:custGeom>
              <a:avLst/>
              <a:gdLst/>
              <a:ahLst/>
              <a:cxnLst/>
              <a:rect l="l" t="t" r="r" b="b"/>
              <a:pathLst>
                <a:path w="1501139" h="315594">
                  <a:moveTo>
                    <a:pt x="0" y="0"/>
                  </a:moveTo>
                  <a:lnTo>
                    <a:pt x="0" y="315468"/>
                  </a:lnTo>
                  <a:lnTo>
                    <a:pt x="1501139" y="315468"/>
                  </a:lnTo>
                  <a:lnTo>
                    <a:pt x="1501139" y="0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rgbClr val="FF9900"/>
              </a:fgClr>
              <a:bgClr>
                <a:schemeClr val="bg1"/>
              </a:bgClr>
            </a:pattFill>
            <a:ln>
              <a:noFill/>
            </a:ln>
          </p:spPr>
          <p:txBody>
            <a:bodyPr lIns="0" tIns="0" rIns="0" bIns="0"/>
            <a:lstStyle/>
            <a:p>
              <a:pPr>
                <a:defRPr/>
              </a:pPr>
              <a:endParaRPr sz="995">
                <a:solidFill>
                  <a:srgbClr val="ED7D31"/>
                </a:solidFill>
                <a:latin typeface="Calibri"/>
              </a:endParaRPr>
            </a:p>
          </p:txBody>
        </p:sp>
        <p:grpSp>
          <p:nvGrpSpPr>
            <p:cNvPr id="76906" name="组合 161">
              <a:extLst>
                <a:ext uri="{FF2B5EF4-FFF2-40B4-BE49-F238E27FC236}">
                  <a16:creationId xmlns:a16="http://schemas.microsoft.com/office/drawing/2014/main" id="{463F5A11-8859-4C09-90A2-895277779A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23357" y="5379376"/>
              <a:ext cx="2414723" cy="227669"/>
              <a:chOff x="2537083" y="4762352"/>
              <a:chExt cx="2414723" cy="304709"/>
            </a:xfrm>
          </p:grpSpPr>
          <p:sp>
            <p:nvSpPr>
              <p:cNvPr id="170" name="Line 87">
                <a:extLst>
                  <a:ext uri="{FF2B5EF4-FFF2-40B4-BE49-F238E27FC236}">
                    <a16:creationId xmlns:a16="http://schemas.microsoft.com/office/drawing/2014/main" id="{DDB44652-9EFE-4F8D-9DE0-6ECCC38629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36522" y="4762894"/>
                <a:ext cx="0" cy="302631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71" name="Line 88">
                <a:extLst>
                  <a:ext uri="{FF2B5EF4-FFF2-40B4-BE49-F238E27FC236}">
                    <a16:creationId xmlns:a16="http://schemas.microsoft.com/office/drawing/2014/main" id="{0BB7CF28-3202-4589-9E00-AEC4B0516B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1671" y="4762894"/>
                <a:ext cx="597255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72" name="Line 89">
                <a:extLst>
                  <a:ext uri="{FF2B5EF4-FFF2-40B4-BE49-F238E27FC236}">
                    <a16:creationId xmlns:a16="http://schemas.microsoft.com/office/drawing/2014/main" id="{1D575904-06FC-426F-977A-1AA83F4251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8925" y="4762894"/>
                <a:ext cx="0" cy="302631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ln>
                    <a:solidFill>
                      <a:sysClr val="windowText" lastClr="000000"/>
                    </a:solidFill>
                  </a:ln>
                  <a:solidFill>
                    <a:srgbClr val="ED7D31"/>
                  </a:solidFill>
                </a:endParaRPr>
              </a:p>
            </p:txBody>
          </p:sp>
          <p:sp>
            <p:nvSpPr>
              <p:cNvPr id="173" name="Line 90">
                <a:extLst>
                  <a:ext uri="{FF2B5EF4-FFF2-40B4-BE49-F238E27FC236}">
                    <a16:creationId xmlns:a16="http://schemas.microsoft.com/office/drawing/2014/main" id="{2FE256A3-08F4-4A09-BF9D-AB41583892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6649" y="5065525"/>
                <a:ext cx="1804635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</p:grpSp>
        <p:sp>
          <p:nvSpPr>
            <p:cNvPr id="163" name="object 62">
              <a:extLst>
                <a:ext uri="{FF2B5EF4-FFF2-40B4-BE49-F238E27FC236}">
                  <a16:creationId xmlns:a16="http://schemas.microsoft.com/office/drawing/2014/main" id="{B35A44A2-306A-4F5D-BE5A-3BDCE685CA5A}"/>
                </a:ext>
              </a:extLst>
            </p:cNvPr>
            <p:cNvSpPr/>
            <p:nvPr/>
          </p:nvSpPr>
          <p:spPr>
            <a:xfrm>
              <a:off x="10171026" y="5377240"/>
              <a:ext cx="581808" cy="231199"/>
            </a:xfrm>
            <a:custGeom>
              <a:avLst/>
              <a:gdLst/>
              <a:ahLst/>
              <a:cxnLst/>
              <a:rect l="l" t="t" r="r" b="b"/>
              <a:pathLst>
                <a:path w="1501139" h="315594">
                  <a:moveTo>
                    <a:pt x="0" y="0"/>
                  </a:moveTo>
                  <a:lnTo>
                    <a:pt x="0" y="315468"/>
                  </a:lnTo>
                  <a:lnTo>
                    <a:pt x="1501139" y="315468"/>
                  </a:lnTo>
                  <a:lnTo>
                    <a:pt x="1501139" y="0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rgbClr val="FF9900"/>
              </a:fgClr>
              <a:bgClr>
                <a:schemeClr val="bg1"/>
              </a:bgClr>
            </a:pattFill>
            <a:ln>
              <a:noFill/>
            </a:ln>
          </p:spPr>
          <p:txBody>
            <a:bodyPr lIns="0" tIns="0" rIns="0" bIns="0"/>
            <a:lstStyle/>
            <a:p>
              <a:pPr>
                <a:defRPr/>
              </a:pPr>
              <a:endParaRPr sz="995">
                <a:solidFill>
                  <a:srgbClr val="ED7D31"/>
                </a:solidFill>
                <a:latin typeface="Calibri"/>
              </a:endParaRPr>
            </a:p>
          </p:txBody>
        </p:sp>
        <p:grpSp>
          <p:nvGrpSpPr>
            <p:cNvPr id="76908" name="组合 163">
              <a:extLst>
                <a:ext uri="{FF2B5EF4-FFF2-40B4-BE49-F238E27FC236}">
                  <a16:creationId xmlns:a16="http://schemas.microsoft.com/office/drawing/2014/main" id="{6C36DE3C-48A7-4815-BEB9-E7223D67C8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43030" y="5371973"/>
              <a:ext cx="1827482" cy="227669"/>
              <a:chOff x="2531676" y="4762352"/>
              <a:chExt cx="1827482" cy="304709"/>
            </a:xfrm>
          </p:grpSpPr>
          <p:sp>
            <p:nvSpPr>
              <p:cNvPr id="166" name="Line 87">
                <a:extLst>
                  <a:ext uri="{FF2B5EF4-FFF2-40B4-BE49-F238E27FC236}">
                    <a16:creationId xmlns:a16="http://schemas.microsoft.com/office/drawing/2014/main" id="{A49B6775-B88C-47E7-B16A-24D85D0864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31353" y="4762600"/>
                <a:ext cx="0" cy="306033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67" name="Line 88">
                <a:extLst>
                  <a:ext uri="{FF2B5EF4-FFF2-40B4-BE49-F238E27FC236}">
                    <a16:creationId xmlns:a16="http://schemas.microsoft.com/office/drawing/2014/main" id="{2367E2AD-0F5B-4229-A112-4BFD0F3386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1651" y="4762600"/>
                <a:ext cx="599830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68" name="Line 89">
                <a:extLst>
                  <a:ext uri="{FF2B5EF4-FFF2-40B4-BE49-F238E27FC236}">
                    <a16:creationId xmlns:a16="http://schemas.microsoft.com/office/drawing/2014/main" id="{F29437CE-F8AE-4942-9965-94E3305298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8905" y="4762600"/>
                <a:ext cx="0" cy="306033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ln>
                    <a:solidFill>
                      <a:sysClr val="windowText" lastClr="000000"/>
                    </a:solidFill>
                  </a:ln>
                  <a:solidFill>
                    <a:srgbClr val="ED7D31"/>
                  </a:solidFill>
                </a:endParaRPr>
              </a:p>
            </p:txBody>
          </p:sp>
          <p:sp>
            <p:nvSpPr>
              <p:cNvPr id="169" name="Line 90">
                <a:extLst>
                  <a:ext uri="{FF2B5EF4-FFF2-40B4-BE49-F238E27FC236}">
                    <a16:creationId xmlns:a16="http://schemas.microsoft.com/office/drawing/2014/main" id="{33E818E9-5C05-4975-B86F-A00A7D93E0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6629" y="5068633"/>
                <a:ext cx="1212529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</p:grpSp>
        <p:sp>
          <p:nvSpPr>
            <p:cNvPr id="165" name="Line 88">
              <a:extLst>
                <a:ext uri="{FF2B5EF4-FFF2-40B4-BE49-F238E27FC236}">
                  <a16:creationId xmlns:a16="http://schemas.microsoft.com/office/drawing/2014/main" id="{81BBB969-E88B-4B6D-9080-AC9032423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5252" y="5379781"/>
              <a:ext cx="607552" cy="0"/>
            </a:xfrm>
            <a:prstGeom prst="line">
              <a:avLst/>
            </a:prstGeom>
            <a:noFill/>
            <a:ln w="28575" cap="sq">
              <a:solidFill>
                <a:srgbClr val="ED7D3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rgbClr val="ED7D31"/>
                </a:solidFill>
              </a:endParaRPr>
            </a:p>
          </p:txBody>
        </p:sp>
      </p:grpSp>
      <p:grpSp>
        <p:nvGrpSpPr>
          <p:cNvPr id="76807" name="组合 177">
            <a:extLst>
              <a:ext uri="{FF2B5EF4-FFF2-40B4-BE49-F238E27FC236}">
                <a16:creationId xmlns:a16="http://schemas.microsoft.com/office/drawing/2014/main" id="{7C599F43-B8E9-4206-BAE5-7E54AA9FA9C6}"/>
              </a:ext>
            </a:extLst>
          </p:cNvPr>
          <p:cNvGrpSpPr>
            <a:grpSpLocks/>
          </p:cNvGrpSpPr>
          <p:nvPr/>
        </p:nvGrpSpPr>
        <p:grpSpPr bwMode="auto">
          <a:xfrm>
            <a:off x="1241425" y="3743325"/>
            <a:ext cx="6748463" cy="336550"/>
            <a:chOff x="1025100" y="4740088"/>
            <a:chExt cx="10944566" cy="538991"/>
          </a:xfrm>
        </p:grpSpPr>
        <p:sp>
          <p:nvSpPr>
            <p:cNvPr id="179" name="Text Box 66">
              <a:extLst>
                <a:ext uri="{FF2B5EF4-FFF2-40B4-BE49-F238E27FC236}">
                  <a16:creationId xmlns:a16="http://schemas.microsoft.com/office/drawing/2014/main" id="{A94F93DB-3B46-4EB8-8FCB-C3BE39DA4A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5100" y="4780767"/>
              <a:ext cx="607602" cy="498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ctr" defTabSz="685708" eaLnBrk="1" hangingPunct="1">
                <a:spcBef>
                  <a:spcPct val="50000"/>
                </a:spcBef>
                <a:defRPr/>
              </a:pPr>
              <a:r>
                <a:rPr lang="en-US" altLang="zh-CN" sz="1422" kern="0" dirty="0">
                  <a:solidFill>
                    <a:srgbClr val="ED7D3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T</a:t>
              </a:r>
              <a:r>
                <a:rPr lang="en-US" altLang="zh-CN" sz="1422" kern="0" baseline="-25000" dirty="0">
                  <a:solidFill>
                    <a:srgbClr val="ED7D3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1</a:t>
              </a:r>
              <a:endParaRPr lang="el-GR" altLang="zh-CN" sz="1422" kern="0" baseline="-25000" dirty="0">
                <a:solidFill>
                  <a:srgbClr val="ED7D3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6870" name="组合 179">
              <a:extLst>
                <a:ext uri="{FF2B5EF4-FFF2-40B4-BE49-F238E27FC236}">
                  <a16:creationId xmlns:a16="http://schemas.microsoft.com/office/drawing/2014/main" id="{488A3930-0A5C-4A3C-BF4F-733768C65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9895" y="4740088"/>
              <a:ext cx="10309771" cy="462977"/>
              <a:chOff x="1659895" y="4740088"/>
              <a:chExt cx="10309771" cy="462977"/>
            </a:xfrm>
          </p:grpSpPr>
          <p:sp>
            <p:nvSpPr>
              <p:cNvPr id="181" name="Text Box 128">
                <a:extLst>
                  <a:ext uri="{FF2B5EF4-FFF2-40B4-BE49-F238E27FC236}">
                    <a16:creationId xmlns:a16="http://schemas.microsoft.com/office/drawing/2014/main" id="{D5220124-6C2F-41FE-B538-77F403B1F3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2195" y="4740088"/>
                <a:ext cx="1444342" cy="462719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ctr" defTabSz="964326" eaLnBrk="1" fontAlgn="auto" hangingPunct="1">
                  <a:spcBef>
                    <a:spcPct val="50000"/>
                  </a:spcBef>
                  <a:spcAft>
                    <a:spcPts val="0"/>
                  </a:spcAft>
                  <a:defRPr sz="2109" kern="0"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2pPr>
                <a:lvl3pPr marL="11430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3pPr>
                <a:lvl4pPr marL="16002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4pPr>
                <a:lvl5pPr marL="20574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9pPr>
              </a:lstStyle>
              <a:p>
                <a:pPr>
                  <a:defRPr/>
                </a:pPr>
                <a:r>
                  <a:rPr lang="zh-CN" altLang="en-US" sz="1280" dirty="0">
                    <a:solidFill>
                      <a:srgbClr val="ED7D31"/>
                    </a:solidFill>
                  </a:rPr>
                  <a:t>节拍电位</a:t>
                </a:r>
                <a:endParaRPr lang="zh-CN" altLang="el-GR" sz="1280" dirty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82" name="Line 85">
                <a:extLst>
                  <a:ext uri="{FF2B5EF4-FFF2-40B4-BE49-F238E27FC236}">
                    <a16:creationId xmlns:a16="http://schemas.microsoft.com/office/drawing/2014/main" id="{7D9A7163-89F6-450C-8B00-3ED1B32998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61024" y="5108739"/>
                <a:ext cx="610176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3" name="object 62">
                <a:extLst>
                  <a:ext uri="{FF2B5EF4-FFF2-40B4-BE49-F238E27FC236}">
                    <a16:creationId xmlns:a16="http://schemas.microsoft.com/office/drawing/2014/main" id="{87AA358B-06A9-47AE-991A-4DF868F8E261}"/>
                  </a:ext>
                </a:extLst>
              </p:cNvPr>
              <p:cNvSpPr/>
              <p:nvPr/>
            </p:nvSpPr>
            <p:spPr>
              <a:xfrm>
                <a:off x="2278924" y="4877378"/>
                <a:ext cx="581856" cy="231360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FF9900"/>
                </a:fgClr>
                <a:bgClr>
                  <a:schemeClr val="bg1"/>
                </a:bgClr>
              </a:pattFill>
              <a:ln>
                <a:noFill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84" name="Line 87">
                <a:extLst>
                  <a:ext uri="{FF2B5EF4-FFF2-40B4-BE49-F238E27FC236}">
                    <a16:creationId xmlns:a16="http://schemas.microsoft.com/office/drawing/2014/main" id="{0037476A-D9FF-49CD-B5B2-3DFAEC0287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71200" y="4879922"/>
                <a:ext cx="0" cy="228817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5" name="Line 88">
                <a:extLst>
                  <a:ext uri="{FF2B5EF4-FFF2-40B4-BE49-F238E27FC236}">
                    <a16:creationId xmlns:a16="http://schemas.microsoft.com/office/drawing/2014/main" id="{B4801B73-28CA-4B57-B520-EC5A0772DF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1200" y="4879922"/>
                <a:ext cx="607602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6" name="Line 89">
                <a:extLst>
                  <a:ext uri="{FF2B5EF4-FFF2-40B4-BE49-F238E27FC236}">
                    <a16:creationId xmlns:a16="http://schemas.microsoft.com/office/drawing/2014/main" id="{3C05D4B3-B428-49A5-880D-456E2CC3D4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8802" y="4879922"/>
                <a:ext cx="0" cy="228817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7" name="Line 90">
                <a:extLst>
                  <a:ext uri="{FF2B5EF4-FFF2-40B4-BE49-F238E27FC236}">
                    <a16:creationId xmlns:a16="http://schemas.microsoft.com/office/drawing/2014/main" id="{79A8C3C5-A3A2-47A2-B80F-4E0640526F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6228" y="5108739"/>
                <a:ext cx="1812509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8" name="object 62">
                <a:extLst>
                  <a:ext uri="{FF2B5EF4-FFF2-40B4-BE49-F238E27FC236}">
                    <a16:creationId xmlns:a16="http://schemas.microsoft.com/office/drawing/2014/main" id="{1968A3C7-0D98-4CD9-8406-9134C4203620}"/>
                  </a:ext>
                </a:extLst>
              </p:cNvPr>
              <p:cNvSpPr/>
              <p:nvPr/>
            </p:nvSpPr>
            <p:spPr>
              <a:xfrm>
                <a:off x="4706758" y="4885006"/>
                <a:ext cx="581856" cy="231359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FF9900"/>
                </a:fgClr>
                <a:bgClr>
                  <a:schemeClr val="bg1"/>
                </a:bgClr>
              </a:pattFill>
              <a:ln>
                <a:noFill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prstClr val="black"/>
                  </a:solidFill>
                  <a:latin typeface="Calibri"/>
                </a:endParaRPr>
              </a:p>
            </p:txBody>
          </p:sp>
          <p:grpSp>
            <p:nvGrpSpPr>
              <p:cNvPr id="76879" name="组合 188">
                <a:extLst>
                  <a:ext uri="{FF2B5EF4-FFF2-40B4-BE49-F238E27FC236}">
                    <a16:creationId xmlns:a16="http://schemas.microsoft.com/office/drawing/2014/main" id="{7DADA28D-FB8E-47BA-9DAA-372BC1FEE5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9181" y="4888968"/>
                <a:ext cx="2428941" cy="227669"/>
                <a:chOff x="2533221" y="4762352"/>
                <a:chExt cx="2428941" cy="304709"/>
              </a:xfrm>
            </p:grpSpPr>
            <p:sp>
              <p:nvSpPr>
                <p:cNvPr id="203" name="Line 87">
                  <a:extLst>
                    <a:ext uri="{FF2B5EF4-FFF2-40B4-BE49-F238E27FC236}">
                      <a16:creationId xmlns:a16="http://schemas.microsoft.com/office/drawing/2014/main" id="{A34506C2-F3B2-4E39-8909-F49BC5F505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532777" y="4763855"/>
                  <a:ext cx="0" cy="292635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04" name="Line 88">
                  <a:extLst>
                    <a:ext uri="{FF2B5EF4-FFF2-40B4-BE49-F238E27FC236}">
                      <a16:creationId xmlns:a16="http://schemas.microsoft.com/office/drawing/2014/main" id="{EE8351EF-4A8D-48B2-BE79-6C72B71043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0500" y="4763855"/>
                  <a:ext cx="589581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05" name="Line 89">
                  <a:extLst>
                    <a:ext uri="{FF2B5EF4-FFF2-40B4-BE49-F238E27FC236}">
                      <a16:creationId xmlns:a16="http://schemas.microsoft.com/office/drawing/2014/main" id="{87DB6250-D4F2-46D1-AF17-1B245D7600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0379" y="4763855"/>
                  <a:ext cx="0" cy="302842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06" name="Line 90">
                  <a:extLst>
                    <a:ext uri="{FF2B5EF4-FFF2-40B4-BE49-F238E27FC236}">
                      <a16:creationId xmlns:a16="http://schemas.microsoft.com/office/drawing/2014/main" id="{859A7EB3-AF5B-48E5-800A-54923050FF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8102" y="5066697"/>
                  <a:ext cx="1815084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190" name="object 62">
                <a:extLst>
                  <a:ext uri="{FF2B5EF4-FFF2-40B4-BE49-F238E27FC236}">
                    <a16:creationId xmlns:a16="http://schemas.microsoft.com/office/drawing/2014/main" id="{385FCCCC-498B-475B-8D8D-727A52F4CAE9}"/>
                  </a:ext>
                </a:extLst>
              </p:cNvPr>
              <p:cNvSpPr/>
              <p:nvPr/>
            </p:nvSpPr>
            <p:spPr>
              <a:xfrm>
                <a:off x="7129444" y="4877378"/>
                <a:ext cx="584430" cy="231360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FF9900"/>
                </a:fgClr>
                <a:bgClr>
                  <a:schemeClr val="bg1"/>
                </a:bgClr>
              </a:pattFill>
              <a:ln>
                <a:noFill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prstClr val="black"/>
                  </a:solidFill>
                  <a:latin typeface="Calibri"/>
                </a:endParaRPr>
              </a:p>
            </p:txBody>
          </p:sp>
          <p:grpSp>
            <p:nvGrpSpPr>
              <p:cNvPr id="76881" name="组合 190">
                <a:extLst>
                  <a:ext uri="{FF2B5EF4-FFF2-40B4-BE49-F238E27FC236}">
                    <a16:creationId xmlns:a16="http://schemas.microsoft.com/office/drawing/2014/main" id="{84188C3D-24EC-4E7D-92AC-37985A40B6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18123" y="4881565"/>
                <a:ext cx="2426463" cy="227669"/>
                <a:chOff x="2537083" y="4762352"/>
                <a:chExt cx="2426463" cy="304709"/>
              </a:xfrm>
            </p:grpSpPr>
            <p:sp>
              <p:nvSpPr>
                <p:cNvPr id="199" name="Line 87">
                  <a:extLst>
                    <a:ext uri="{FF2B5EF4-FFF2-40B4-BE49-F238E27FC236}">
                      <a16:creationId xmlns:a16="http://schemas.microsoft.com/office/drawing/2014/main" id="{DBC0214B-97F2-4E60-9250-4A6654CF42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538106" y="4763554"/>
                  <a:ext cx="0" cy="302844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00" name="Line 88">
                  <a:extLst>
                    <a:ext uri="{FF2B5EF4-FFF2-40B4-BE49-F238E27FC236}">
                      <a16:creationId xmlns:a16="http://schemas.microsoft.com/office/drawing/2014/main" id="{24C34429-BD68-401F-B981-E9A5A76CA7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38106" y="4763554"/>
                  <a:ext cx="607602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01" name="Line 89">
                  <a:extLst>
                    <a:ext uri="{FF2B5EF4-FFF2-40B4-BE49-F238E27FC236}">
                      <a16:creationId xmlns:a16="http://schemas.microsoft.com/office/drawing/2014/main" id="{C5E34BDE-391A-47B5-826B-28E4AC8B8D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5709" y="4763554"/>
                  <a:ext cx="0" cy="302844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02" name="Line 90">
                  <a:extLst>
                    <a:ext uri="{FF2B5EF4-FFF2-40B4-BE49-F238E27FC236}">
                      <a16:creationId xmlns:a16="http://schemas.microsoft.com/office/drawing/2014/main" id="{DC3284F0-CD47-4C39-B70A-758F0050DE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8282" y="5066399"/>
                  <a:ext cx="1815084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192" name="object 62">
                <a:extLst>
                  <a:ext uri="{FF2B5EF4-FFF2-40B4-BE49-F238E27FC236}">
                    <a16:creationId xmlns:a16="http://schemas.microsoft.com/office/drawing/2014/main" id="{6770190A-B044-4E70-8D9D-5F6F26011576}"/>
                  </a:ext>
                </a:extLst>
              </p:cNvPr>
              <p:cNvSpPr/>
              <p:nvPr/>
            </p:nvSpPr>
            <p:spPr>
              <a:xfrm>
                <a:off x="9554704" y="4872293"/>
                <a:ext cx="584430" cy="228817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FF9900"/>
                </a:fgClr>
                <a:bgClr>
                  <a:schemeClr val="bg1"/>
                </a:bgClr>
              </a:pattFill>
              <a:ln>
                <a:noFill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prstClr val="black"/>
                  </a:solidFill>
                  <a:latin typeface="Calibri"/>
                </a:endParaRPr>
              </a:p>
            </p:txBody>
          </p:sp>
          <p:grpSp>
            <p:nvGrpSpPr>
              <p:cNvPr id="76883" name="组合 192">
                <a:extLst>
                  <a:ext uri="{FF2B5EF4-FFF2-40B4-BE49-F238E27FC236}">
                    <a16:creationId xmlns:a16="http://schemas.microsoft.com/office/drawing/2014/main" id="{E0FB0BF0-AEF1-4A5A-8619-C2C7160237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37796" y="4874162"/>
                <a:ext cx="2431870" cy="227669"/>
                <a:chOff x="2531676" y="4762352"/>
                <a:chExt cx="2431870" cy="304709"/>
              </a:xfrm>
            </p:grpSpPr>
            <p:sp>
              <p:nvSpPr>
                <p:cNvPr id="195" name="Line 87">
                  <a:extLst>
                    <a:ext uri="{FF2B5EF4-FFF2-40B4-BE49-F238E27FC236}">
                      <a16:creationId xmlns:a16="http://schemas.microsoft.com/office/drawing/2014/main" id="{99321031-0B81-4B25-B250-120E68D33A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533137" y="4763254"/>
                  <a:ext cx="0" cy="302842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96" name="Line 88">
                  <a:extLst>
                    <a:ext uri="{FF2B5EF4-FFF2-40B4-BE49-F238E27FC236}">
                      <a16:creationId xmlns:a16="http://schemas.microsoft.com/office/drawing/2014/main" id="{EB709B9A-5415-4D12-8466-3936F98D81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33137" y="4763254"/>
                  <a:ext cx="607602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97" name="Line 89">
                  <a:extLst>
                    <a:ext uri="{FF2B5EF4-FFF2-40B4-BE49-F238E27FC236}">
                      <a16:creationId xmlns:a16="http://schemas.microsoft.com/office/drawing/2014/main" id="{D21182D9-6ECD-480D-89B8-4F5225A8CC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0739" y="4763254"/>
                  <a:ext cx="0" cy="302842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98" name="Line 90">
                  <a:extLst>
                    <a:ext uri="{FF2B5EF4-FFF2-40B4-BE49-F238E27FC236}">
                      <a16:creationId xmlns:a16="http://schemas.microsoft.com/office/drawing/2014/main" id="{0374DDF3-7666-4338-BEF4-8F4B0A356B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8462" y="5066096"/>
                  <a:ext cx="1815084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194" name="Line 87">
                <a:extLst>
                  <a:ext uri="{FF2B5EF4-FFF2-40B4-BE49-F238E27FC236}">
                    <a16:creationId xmlns:a16="http://schemas.microsoft.com/office/drawing/2014/main" id="{9FAAA1D8-51CB-4652-B97D-936547DD0C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967091" y="4867209"/>
                <a:ext cx="0" cy="228817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ysClr val="windowText" lastClr="000000"/>
                  </a:solidFill>
                </a:endParaRPr>
              </a:p>
            </p:txBody>
          </p:sp>
        </p:grpSp>
      </p:grpSp>
      <p:grpSp>
        <p:nvGrpSpPr>
          <p:cNvPr id="76808" name="组合 206">
            <a:extLst>
              <a:ext uri="{FF2B5EF4-FFF2-40B4-BE49-F238E27FC236}">
                <a16:creationId xmlns:a16="http://schemas.microsoft.com/office/drawing/2014/main" id="{4345E4CC-652D-4E8B-B1DC-0948AE5DBC25}"/>
              </a:ext>
            </a:extLst>
          </p:cNvPr>
          <p:cNvGrpSpPr>
            <a:grpSpLocks/>
          </p:cNvGrpSpPr>
          <p:nvPr/>
        </p:nvGrpSpPr>
        <p:grpSpPr bwMode="auto">
          <a:xfrm>
            <a:off x="2003425" y="1978025"/>
            <a:ext cx="5984875" cy="298450"/>
            <a:chOff x="2277091" y="1068606"/>
            <a:chExt cx="9706766" cy="477016"/>
          </a:xfrm>
        </p:grpSpPr>
        <p:sp>
          <p:nvSpPr>
            <p:cNvPr id="208" name="Line 70">
              <a:extLst>
                <a:ext uri="{FF2B5EF4-FFF2-40B4-BE49-F238E27FC236}">
                  <a16:creationId xmlns:a16="http://schemas.microsoft.com/office/drawing/2014/main" id="{ABA88C34-D7B0-447A-B2BB-10B091A446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091" y="1497414"/>
              <a:ext cx="2409956" cy="0"/>
            </a:xfrm>
            <a:prstGeom prst="line">
              <a:avLst/>
            </a:prstGeom>
            <a:noFill/>
            <a:ln w="12700">
              <a:solidFill>
                <a:srgbClr val="00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9" name="Text Box 71">
              <a:extLst>
                <a:ext uri="{FF2B5EF4-FFF2-40B4-BE49-F238E27FC236}">
                  <a16:creationId xmlns:a16="http://schemas.microsoft.com/office/drawing/2014/main" id="{8FAE7BCD-1957-448A-A844-F3080943EF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7487" y="1068606"/>
              <a:ext cx="1444429" cy="4617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defTabSz="964326" eaLnBrk="1" fontAlgn="auto" hangingPunct="1">
                <a:spcBef>
                  <a:spcPct val="50000"/>
                </a:spcBef>
                <a:spcAft>
                  <a:spcPts val="0"/>
                </a:spcAft>
                <a:defRPr sz="2109" kern="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9pPr>
            </a:lstStyle>
            <a:p>
              <a:pPr>
                <a:defRPr/>
              </a:pPr>
              <a:r>
                <a:rPr lang="zh-CN" altLang="en-US" sz="1280" dirty="0">
                  <a:solidFill>
                    <a:schemeClr val="accent5"/>
                  </a:solidFill>
                </a:rPr>
                <a:t>机器周期</a:t>
              </a:r>
              <a:endParaRPr lang="zh-CN" altLang="el-GR" sz="1280" dirty="0">
                <a:solidFill>
                  <a:schemeClr val="accent5"/>
                </a:solidFill>
              </a:endParaRPr>
            </a:p>
          </p:txBody>
        </p:sp>
        <p:sp>
          <p:nvSpPr>
            <p:cNvPr id="210" name="Line 124">
              <a:extLst>
                <a:ext uri="{FF2B5EF4-FFF2-40B4-BE49-F238E27FC236}">
                  <a16:creationId xmlns:a16="http://schemas.microsoft.com/office/drawing/2014/main" id="{B00566DA-AD18-4244-8913-22BC8A32BB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645" y="1497414"/>
              <a:ext cx="2433129" cy="0"/>
            </a:xfrm>
            <a:prstGeom prst="line">
              <a:avLst/>
            </a:prstGeom>
            <a:noFill/>
            <a:ln w="12700">
              <a:solidFill>
                <a:srgbClr val="00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1" name="Text Box 71">
              <a:extLst>
                <a:ext uri="{FF2B5EF4-FFF2-40B4-BE49-F238E27FC236}">
                  <a16:creationId xmlns:a16="http://schemas.microsoft.com/office/drawing/2014/main" id="{5B098019-6F30-45F2-99DC-427B5C6B23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397" y="1068606"/>
              <a:ext cx="1444429" cy="4617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defTabSz="964326" eaLnBrk="1" fontAlgn="auto" hangingPunct="1">
                <a:spcBef>
                  <a:spcPct val="50000"/>
                </a:spcBef>
                <a:spcAft>
                  <a:spcPts val="0"/>
                </a:spcAft>
                <a:defRPr sz="2109" ker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9pPr>
            </a:lstStyle>
            <a:p>
              <a:pPr>
                <a:defRPr/>
              </a:pPr>
              <a:r>
                <a:rPr lang="zh-CN" altLang="en-US" sz="1280" dirty="0"/>
                <a:t>机器周期</a:t>
              </a:r>
              <a:endParaRPr lang="zh-CN" altLang="el-GR" sz="1280" dirty="0"/>
            </a:p>
          </p:txBody>
        </p:sp>
        <p:sp>
          <p:nvSpPr>
            <p:cNvPr id="213" name="Line 124">
              <a:extLst>
                <a:ext uri="{FF2B5EF4-FFF2-40B4-BE49-F238E27FC236}">
                  <a16:creationId xmlns:a16="http://schemas.microsoft.com/office/drawing/2014/main" id="{2621EBC2-B2FE-4145-9FFE-AFA7DBE51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5325" y="1497414"/>
              <a:ext cx="2430554" cy="0"/>
            </a:xfrm>
            <a:prstGeom prst="line">
              <a:avLst/>
            </a:prstGeom>
            <a:noFill/>
            <a:ln w="12700">
              <a:solidFill>
                <a:srgbClr val="00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4" name="Text Box 71">
              <a:extLst>
                <a:ext uri="{FF2B5EF4-FFF2-40B4-BE49-F238E27FC236}">
                  <a16:creationId xmlns:a16="http://schemas.microsoft.com/office/drawing/2014/main" id="{C893A727-2DA4-4FCB-B875-18871EB585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72987" y="1083830"/>
              <a:ext cx="1441854" cy="4617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defTabSz="964326" eaLnBrk="1" fontAlgn="auto" hangingPunct="1">
                <a:spcBef>
                  <a:spcPct val="50000"/>
                </a:spcBef>
                <a:spcAft>
                  <a:spcPts val="0"/>
                </a:spcAft>
                <a:defRPr sz="2109" kern="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9pPr>
            </a:lstStyle>
            <a:p>
              <a:pPr>
                <a:defRPr/>
              </a:pPr>
              <a:r>
                <a:rPr lang="zh-CN" altLang="en-US" sz="1280" dirty="0">
                  <a:solidFill>
                    <a:schemeClr val="accent5"/>
                  </a:solidFill>
                </a:rPr>
                <a:t>机器周期</a:t>
              </a:r>
              <a:endParaRPr lang="zh-CN" altLang="el-GR" sz="1280" dirty="0">
                <a:solidFill>
                  <a:schemeClr val="accent5"/>
                </a:solidFill>
              </a:endParaRPr>
            </a:p>
          </p:txBody>
        </p:sp>
        <p:sp>
          <p:nvSpPr>
            <p:cNvPr id="215" name="Line 124">
              <a:extLst>
                <a:ext uri="{FF2B5EF4-FFF2-40B4-BE49-F238E27FC236}">
                  <a16:creationId xmlns:a16="http://schemas.microsoft.com/office/drawing/2014/main" id="{FD6B84FC-A6F3-4971-B8F6-D9C4291CA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53303" y="1497414"/>
              <a:ext cx="2430554" cy="0"/>
            </a:xfrm>
            <a:prstGeom prst="line">
              <a:avLst/>
            </a:prstGeom>
            <a:noFill/>
            <a:ln w="12700">
              <a:solidFill>
                <a:srgbClr val="00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6" name="Text Box 71">
              <a:extLst>
                <a:ext uri="{FF2B5EF4-FFF2-40B4-BE49-F238E27FC236}">
                  <a16:creationId xmlns:a16="http://schemas.microsoft.com/office/drawing/2014/main" id="{AB895B6D-B9B3-421F-87EA-7B9B47724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09790" y="1068606"/>
              <a:ext cx="1441854" cy="4617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defTabSz="964326" eaLnBrk="1" fontAlgn="auto" hangingPunct="1">
                <a:spcBef>
                  <a:spcPct val="50000"/>
                </a:spcBef>
                <a:spcAft>
                  <a:spcPts val="0"/>
                </a:spcAft>
                <a:defRPr sz="2109" ker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9pPr>
            </a:lstStyle>
            <a:p>
              <a:pPr>
                <a:defRPr/>
              </a:pPr>
              <a:r>
                <a:rPr lang="zh-CN" altLang="en-US" sz="1280" dirty="0"/>
                <a:t>机器周期</a:t>
              </a:r>
              <a:endParaRPr lang="zh-CN" altLang="el-GR" sz="1280" dirty="0"/>
            </a:p>
          </p:txBody>
        </p:sp>
      </p:grpSp>
      <p:grpSp>
        <p:nvGrpSpPr>
          <p:cNvPr id="76809" name="组合 2">
            <a:extLst>
              <a:ext uri="{FF2B5EF4-FFF2-40B4-BE49-F238E27FC236}">
                <a16:creationId xmlns:a16="http://schemas.microsoft.com/office/drawing/2014/main" id="{9147DFE8-923C-4403-8A2F-30DE463EDEA2}"/>
              </a:ext>
            </a:extLst>
          </p:cNvPr>
          <p:cNvGrpSpPr>
            <a:grpSpLocks/>
          </p:cNvGrpSpPr>
          <p:nvPr/>
        </p:nvGrpSpPr>
        <p:grpSpPr bwMode="auto">
          <a:xfrm>
            <a:off x="1022350" y="3135313"/>
            <a:ext cx="6958013" cy="403225"/>
            <a:chOff x="1362861" y="3203825"/>
            <a:chExt cx="9278367" cy="539337"/>
          </a:xfrm>
        </p:grpSpPr>
        <p:grpSp>
          <p:nvGrpSpPr>
            <p:cNvPr id="76852" name="组合 233">
              <a:extLst>
                <a:ext uri="{FF2B5EF4-FFF2-40B4-BE49-F238E27FC236}">
                  <a16:creationId xmlns:a16="http://schemas.microsoft.com/office/drawing/2014/main" id="{400DD92B-0A5B-4493-8BFA-F3F52982CB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2861" y="3203825"/>
              <a:ext cx="9278367" cy="394177"/>
              <a:chOff x="685137" y="3184168"/>
              <a:chExt cx="11286346" cy="473093"/>
            </a:xfrm>
          </p:grpSpPr>
          <p:sp>
            <p:nvSpPr>
              <p:cNvPr id="241" name="Text Box 84">
                <a:extLst>
                  <a:ext uri="{FF2B5EF4-FFF2-40B4-BE49-F238E27FC236}">
                    <a16:creationId xmlns:a16="http://schemas.microsoft.com/office/drawing/2014/main" id="{3AF5519C-0C62-4B0D-AD1E-EFDEC25BFE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5137" y="3194362"/>
                <a:ext cx="1140738" cy="463824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ctr" defTabSz="964326" eaLnBrk="1" fontAlgn="auto" hangingPunct="1">
                  <a:spcBef>
                    <a:spcPct val="50000"/>
                  </a:spcBef>
                  <a:spcAft>
                    <a:spcPts val="0"/>
                  </a:spcAft>
                  <a:defRPr sz="2109" kern="0"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2pPr>
                <a:lvl3pPr marL="11430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3pPr>
                <a:lvl4pPr marL="16002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4pPr>
                <a:lvl5pPr marL="20574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9pPr>
              </a:lstStyle>
              <a:p>
                <a:pPr>
                  <a:defRPr/>
                </a:pPr>
                <a:r>
                  <a:rPr lang="zh-CN" altLang="en-US" sz="1280">
                    <a:solidFill>
                      <a:srgbClr val="7030A0"/>
                    </a:solidFill>
                  </a:rPr>
                  <a:t>计算</a:t>
                </a:r>
                <a:endParaRPr lang="zh-CN" altLang="el-GR" sz="1280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242" name="Line 85">
                <a:extLst>
                  <a:ext uri="{FF2B5EF4-FFF2-40B4-BE49-F238E27FC236}">
                    <a16:creationId xmlns:a16="http://schemas.microsoft.com/office/drawing/2014/main" id="{3DB70FD3-365B-4A1C-B673-FFC4B47831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61073" y="3413531"/>
                <a:ext cx="3025656" cy="0"/>
              </a:xfrm>
              <a:prstGeom prst="line">
                <a:avLst/>
              </a:prstGeom>
              <a:noFill/>
              <a:ln w="28575" cap="sq">
                <a:solidFill>
                  <a:srgbClr val="703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43" name="object 62">
                <a:extLst>
                  <a:ext uri="{FF2B5EF4-FFF2-40B4-BE49-F238E27FC236}">
                    <a16:creationId xmlns:a16="http://schemas.microsoft.com/office/drawing/2014/main" id="{57F3B119-6095-4400-A345-70AD6B36411A}"/>
                  </a:ext>
                </a:extLst>
              </p:cNvPr>
              <p:cNvSpPr/>
              <p:nvPr/>
            </p:nvSpPr>
            <p:spPr>
              <a:xfrm>
                <a:off x="4699606" y="3194362"/>
                <a:ext cx="2430826" cy="224266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7030A0"/>
                </a:fgClr>
                <a:bgClr>
                  <a:schemeClr val="bg1"/>
                </a:bgClr>
              </a:pattFill>
              <a:ln>
                <a:solidFill>
                  <a:srgbClr val="7030A0"/>
                </a:solidFill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srgbClr val="C00000"/>
                  </a:solidFill>
                  <a:latin typeface="Calibri"/>
                </a:endParaRPr>
              </a:p>
            </p:txBody>
          </p:sp>
          <p:sp>
            <p:nvSpPr>
              <p:cNvPr id="244" name="Line 87">
                <a:extLst>
                  <a:ext uri="{FF2B5EF4-FFF2-40B4-BE49-F238E27FC236}">
                    <a16:creationId xmlns:a16="http://schemas.microsoft.com/office/drawing/2014/main" id="{EF0FC051-074D-43D8-8E96-4A536BD7D1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9906" y="3184168"/>
                <a:ext cx="0" cy="229363"/>
              </a:xfrm>
              <a:prstGeom prst="line">
                <a:avLst/>
              </a:prstGeom>
              <a:noFill/>
              <a:ln w="28575" cap="sq">
                <a:solidFill>
                  <a:srgbClr val="703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45" name="Line 88">
                <a:extLst>
                  <a:ext uri="{FF2B5EF4-FFF2-40B4-BE49-F238E27FC236}">
                    <a16:creationId xmlns:a16="http://schemas.microsoft.com/office/drawing/2014/main" id="{2F90947A-6036-4E52-B159-5F462F3DA4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2780" y="3184168"/>
                <a:ext cx="2384475" cy="0"/>
              </a:xfrm>
              <a:prstGeom prst="line">
                <a:avLst/>
              </a:prstGeom>
              <a:noFill/>
              <a:ln w="28575" cap="sq">
                <a:solidFill>
                  <a:srgbClr val="703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46" name="Line 89">
                <a:extLst>
                  <a:ext uri="{FF2B5EF4-FFF2-40B4-BE49-F238E27FC236}">
                    <a16:creationId xmlns:a16="http://schemas.microsoft.com/office/drawing/2014/main" id="{5C2A0D80-1F41-4C68-BBC8-7FD9233E79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38156" y="3184168"/>
                <a:ext cx="0" cy="229363"/>
              </a:xfrm>
              <a:prstGeom prst="line">
                <a:avLst/>
              </a:prstGeom>
              <a:noFill/>
              <a:ln w="28575" cap="sq">
                <a:solidFill>
                  <a:srgbClr val="703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ln>
                    <a:solidFill>
                      <a:sysClr val="windowText" lastClr="000000"/>
                    </a:solidFill>
                  </a:ln>
                  <a:solidFill>
                    <a:srgbClr val="C00000"/>
                  </a:solidFill>
                </a:endParaRPr>
              </a:p>
            </p:txBody>
          </p:sp>
          <p:sp>
            <p:nvSpPr>
              <p:cNvPr id="247" name="Line 90">
                <a:extLst>
                  <a:ext uri="{FF2B5EF4-FFF2-40B4-BE49-F238E27FC236}">
                    <a16:creationId xmlns:a16="http://schemas.microsoft.com/office/drawing/2014/main" id="{68D068AE-D1AA-418E-B82E-9FBEAF161C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43306" y="3413531"/>
                <a:ext cx="4828177" cy="0"/>
              </a:xfrm>
              <a:prstGeom prst="line">
                <a:avLst/>
              </a:prstGeom>
              <a:noFill/>
              <a:ln w="28575" cap="sq">
                <a:solidFill>
                  <a:srgbClr val="703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249" name="Text Box 127">
              <a:extLst>
                <a:ext uri="{FF2B5EF4-FFF2-40B4-BE49-F238E27FC236}">
                  <a16:creationId xmlns:a16="http://schemas.microsoft.com/office/drawing/2014/main" id="{85FFC1BD-66A6-4B12-97C0-3EFE864AE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3848" y="3356708"/>
              <a:ext cx="1560155" cy="38645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ctr" defTabSz="685708" eaLnBrk="1" hangingPunct="1">
                <a:spcBef>
                  <a:spcPct val="50000"/>
                </a:spcBef>
                <a:defRPr/>
              </a:pPr>
              <a:r>
                <a:rPr lang="en-US" altLang="zh-CN" sz="1280" kern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en-US" altLang="zh-CN" sz="1280" kern="0" baseline="-2500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cal</a:t>
              </a:r>
              <a:endParaRPr lang="zh-CN" altLang="el-GR" sz="1280" kern="0" baseline="-25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6810" name="组合 250">
            <a:extLst>
              <a:ext uri="{FF2B5EF4-FFF2-40B4-BE49-F238E27FC236}">
                <a16:creationId xmlns:a16="http://schemas.microsoft.com/office/drawing/2014/main" id="{154789A1-5A20-47CD-AC19-73CAB879DE22}"/>
              </a:ext>
            </a:extLst>
          </p:cNvPr>
          <p:cNvGrpSpPr>
            <a:grpSpLocks/>
          </p:cNvGrpSpPr>
          <p:nvPr/>
        </p:nvGrpSpPr>
        <p:grpSpPr bwMode="auto">
          <a:xfrm>
            <a:off x="2014538" y="1720850"/>
            <a:ext cx="4476750" cy="290513"/>
            <a:chOff x="-153397" y="1048310"/>
            <a:chExt cx="12561295" cy="406842"/>
          </a:xfrm>
        </p:grpSpPr>
        <p:sp>
          <p:nvSpPr>
            <p:cNvPr id="252" name="Line 124">
              <a:extLst>
                <a:ext uri="{FF2B5EF4-FFF2-40B4-BE49-F238E27FC236}">
                  <a16:creationId xmlns:a16="http://schemas.microsoft.com/office/drawing/2014/main" id="{E2825B78-ACD1-4540-865E-7E991BE86E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53397" y="1232834"/>
              <a:ext cx="4641443" cy="0"/>
            </a:xfrm>
            <a:prstGeom prst="line">
              <a:avLst/>
            </a:prstGeom>
            <a:noFill/>
            <a:ln w="12700">
              <a:solidFill>
                <a:srgbClr val="7030A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3" name="Line 124">
              <a:extLst>
                <a:ext uri="{FF2B5EF4-FFF2-40B4-BE49-F238E27FC236}">
                  <a16:creationId xmlns:a16="http://schemas.microsoft.com/office/drawing/2014/main" id="{4B30F9C7-92E2-4B55-B05B-362301C727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30372" y="1232834"/>
              <a:ext cx="4877526" cy="0"/>
            </a:xfrm>
            <a:prstGeom prst="line">
              <a:avLst/>
            </a:prstGeom>
            <a:noFill/>
            <a:ln w="12700">
              <a:solidFill>
                <a:srgbClr val="7030A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4" name="Text Box 71">
              <a:extLst>
                <a:ext uri="{FF2B5EF4-FFF2-40B4-BE49-F238E27FC236}">
                  <a16:creationId xmlns:a16="http://schemas.microsoft.com/office/drawing/2014/main" id="{93553ECC-E946-4CF7-86E1-1CE758A8B5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3859" y="1048310"/>
              <a:ext cx="3033418" cy="40684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defTabSz="964326" eaLnBrk="1" fontAlgn="auto" hangingPunct="1">
                <a:spcBef>
                  <a:spcPct val="50000"/>
                </a:spcBef>
                <a:spcAft>
                  <a:spcPts val="0"/>
                </a:spcAft>
                <a:defRPr sz="2109" ker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9pPr>
            </a:lstStyle>
            <a:p>
              <a:pPr>
                <a:defRPr/>
              </a:pPr>
              <a:r>
                <a:rPr lang="zh-CN" altLang="en-US" sz="1280" dirty="0">
                  <a:solidFill>
                    <a:schemeClr val="tx1"/>
                  </a:solidFill>
                </a:rPr>
                <a:t>指令周期</a:t>
              </a:r>
              <a:endParaRPr lang="zh-CN" altLang="el-GR" sz="1280" dirty="0">
                <a:solidFill>
                  <a:schemeClr val="tx1"/>
                </a:solidFill>
              </a:endParaRPr>
            </a:p>
          </p:txBody>
        </p:sp>
      </p:grpSp>
      <p:sp>
        <p:nvSpPr>
          <p:cNvPr id="255" name="Text Box 127">
            <a:extLst>
              <a:ext uri="{FF2B5EF4-FFF2-40B4-BE49-F238E27FC236}">
                <a16:creationId xmlns:a16="http://schemas.microsoft.com/office/drawing/2014/main" id="{A090C17C-FC04-49B1-A352-582FCE357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38" y="5170488"/>
            <a:ext cx="7639050" cy="37623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defTabSz="964326" eaLnBrk="1" fontAlgn="auto" hangingPunct="1">
              <a:spcBef>
                <a:spcPct val="50000"/>
              </a:spcBef>
              <a:spcAft>
                <a:spcPts val="0"/>
              </a:spcAft>
              <a:defRPr sz="2600" ker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itchFamily="34" charset="0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zh-CN" sz="1849" dirty="0">
                <a:solidFill>
                  <a:schemeClr val="tx1"/>
                </a:solidFill>
              </a:rPr>
              <a:t> </a:t>
            </a:r>
            <a:r>
              <a:rPr lang="zh-CN" altLang="en-US" sz="1849" dirty="0">
                <a:solidFill>
                  <a:schemeClr val="tx1"/>
                </a:solidFill>
              </a:rPr>
              <a:t>构建时序发生器？  输入：</a:t>
            </a:r>
            <a:r>
              <a:rPr lang="zh-CN" altLang="en-US" sz="1849" dirty="0">
                <a:solidFill>
                  <a:srgbClr val="C00000"/>
                </a:solidFill>
              </a:rPr>
              <a:t>节拍脉冲  </a:t>
            </a:r>
            <a:r>
              <a:rPr lang="zh-CN" altLang="en-US" sz="1849" dirty="0">
                <a:solidFill>
                  <a:schemeClr val="tx1"/>
                </a:solidFill>
              </a:rPr>
              <a:t>输出</a:t>
            </a:r>
            <a:r>
              <a:rPr lang="zh-CN" altLang="en-US" sz="1849" dirty="0">
                <a:solidFill>
                  <a:schemeClr val="accent5"/>
                </a:solidFill>
              </a:rPr>
              <a:t>：</a:t>
            </a:r>
            <a:r>
              <a:rPr lang="en-US" altLang="zh-CN" sz="1849" dirty="0">
                <a:solidFill>
                  <a:srgbClr val="00B050"/>
                </a:solidFill>
              </a:rPr>
              <a:t>M</a:t>
            </a:r>
            <a:r>
              <a:rPr lang="en-US" altLang="zh-CN" sz="1849" baseline="-25000" dirty="0">
                <a:solidFill>
                  <a:srgbClr val="00B050"/>
                </a:solidFill>
              </a:rPr>
              <a:t>IF</a:t>
            </a:r>
            <a:r>
              <a:rPr lang="zh-CN" altLang="en-US" sz="1849" dirty="0">
                <a:solidFill>
                  <a:srgbClr val="00B050"/>
                </a:solidFill>
              </a:rPr>
              <a:t>，</a:t>
            </a:r>
            <a:r>
              <a:rPr lang="en-US" altLang="zh-CN" sz="1849" dirty="0" err="1"/>
              <a:t>Mcal</a:t>
            </a:r>
            <a:r>
              <a:rPr lang="zh-CN" altLang="en-US" sz="1849" dirty="0">
                <a:solidFill>
                  <a:srgbClr val="00B050"/>
                </a:solidFill>
              </a:rPr>
              <a:t>，</a:t>
            </a:r>
            <a:r>
              <a:rPr lang="en-US" altLang="zh-CN" sz="1849" dirty="0">
                <a:solidFill>
                  <a:srgbClr val="0066FF"/>
                </a:solidFill>
              </a:rPr>
              <a:t>M</a:t>
            </a:r>
            <a:r>
              <a:rPr lang="en-US" altLang="zh-CN" sz="1849" baseline="-25000" dirty="0">
                <a:solidFill>
                  <a:srgbClr val="0066FF"/>
                </a:solidFill>
              </a:rPr>
              <a:t>EX</a:t>
            </a:r>
            <a:r>
              <a:rPr lang="zh-CN" altLang="en-US" sz="1849" dirty="0">
                <a:solidFill>
                  <a:srgbClr val="0066FF"/>
                </a:solidFill>
              </a:rPr>
              <a:t>，</a:t>
            </a:r>
            <a:r>
              <a:rPr lang="en-US" altLang="zh-CN" sz="1849" dirty="0">
                <a:solidFill>
                  <a:srgbClr val="FF6600"/>
                </a:solidFill>
              </a:rPr>
              <a:t>T1~T4</a:t>
            </a:r>
          </a:p>
        </p:txBody>
      </p:sp>
      <p:grpSp>
        <p:nvGrpSpPr>
          <p:cNvPr id="76812" name="组合 22">
            <a:extLst>
              <a:ext uri="{FF2B5EF4-FFF2-40B4-BE49-F238E27FC236}">
                <a16:creationId xmlns:a16="http://schemas.microsoft.com/office/drawing/2014/main" id="{02C2A884-7CD7-439B-885C-83A75C1D46FE}"/>
              </a:ext>
            </a:extLst>
          </p:cNvPr>
          <p:cNvGrpSpPr>
            <a:grpSpLocks/>
          </p:cNvGrpSpPr>
          <p:nvPr/>
        </p:nvGrpSpPr>
        <p:grpSpPr bwMode="auto">
          <a:xfrm>
            <a:off x="1012825" y="3465513"/>
            <a:ext cx="6961188" cy="407987"/>
            <a:chOff x="1351436" y="3644803"/>
            <a:chExt cx="9279828" cy="543159"/>
          </a:xfrm>
        </p:grpSpPr>
        <p:grpSp>
          <p:nvGrpSpPr>
            <p:cNvPr id="76840" name="组合 257">
              <a:extLst>
                <a:ext uri="{FF2B5EF4-FFF2-40B4-BE49-F238E27FC236}">
                  <a16:creationId xmlns:a16="http://schemas.microsoft.com/office/drawing/2014/main" id="{588B3DCA-0C09-41B9-8EF6-AA372E0CA3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1436" y="3644803"/>
              <a:ext cx="9279828" cy="385746"/>
              <a:chOff x="-1752991" y="3179580"/>
              <a:chExt cx="11288125" cy="462974"/>
            </a:xfrm>
          </p:grpSpPr>
          <p:sp>
            <p:nvSpPr>
              <p:cNvPr id="265" name="Text Box 84">
                <a:extLst>
                  <a:ext uri="{FF2B5EF4-FFF2-40B4-BE49-F238E27FC236}">
                    <a16:creationId xmlns:a16="http://schemas.microsoft.com/office/drawing/2014/main" id="{8FB60C29-A41B-4523-943C-29DBD25A46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752991" y="3179580"/>
                <a:ext cx="1140397" cy="464195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ctr" defTabSz="964326" eaLnBrk="1" fontAlgn="auto" hangingPunct="1">
                  <a:spcBef>
                    <a:spcPct val="50000"/>
                  </a:spcBef>
                  <a:spcAft>
                    <a:spcPts val="0"/>
                  </a:spcAft>
                  <a:defRPr sz="2109" kern="0"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2pPr>
                <a:lvl3pPr marL="11430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3pPr>
                <a:lvl4pPr marL="16002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4pPr>
                <a:lvl5pPr marL="20574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9pPr>
              </a:lstStyle>
              <a:p>
                <a:pPr>
                  <a:defRPr/>
                </a:pPr>
                <a:r>
                  <a:rPr lang="zh-CN" altLang="en-US" sz="1280" dirty="0">
                    <a:solidFill>
                      <a:srgbClr val="0066FF"/>
                    </a:solidFill>
                  </a:rPr>
                  <a:t>执行</a:t>
                </a:r>
                <a:endParaRPr lang="zh-CN" altLang="el-GR" sz="1280" dirty="0">
                  <a:solidFill>
                    <a:srgbClr val="0066FF"/>
                  </a:solidFill>
                </a:endParaRPr>
              </a:p>
            </p:txBody>
          </p:sp>
          <p:sp>
            <p:nvSpPr>
              <p:cNvPr id="266" name="Line 85">
                <a:extLst>
                  <a:ext uri="{FF2B5EF4-FFF2-40B4-BE49-F238E27FC236}">
                    <a16:creationId xmlns:a16="http://schemas.microsoft.com/office/drawing/2014/main" id="{BC5952A5-5530-488A-8908-0670D3D27B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764476" y="3412946"/>
                <a:ext cx="5449706" cy="0"/>
              </a:xfrm>
              <a:prstGeom prst="line">
                <a:avLst/>
              </a:prstGeom>
              <a:noFill/>
              <a:ln w="28575" cap="sq">
                <a:solidFill>
                  <a:srgbClr val="0066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7" name="object 62">
                <a:extLst>
                  <a:ext uri="{FF2B5EF4-FFF2-40B4-BE49-F238E27FC236}">
                    <a16:creationId xmlns:a16="http://schemas.microsoft.com/office/drawing/2014/main" id="{F7A4B6C4-0A8A-460C-8E90-3C4C30FC4D50}"/>
                  </a:ext>
                </a:extLst>
              </p:cNvPr>
              <p:cNvSpPr/>
              <p:nvPr/>
            </p:nvSpPr>
            <p:spPr>
              <a:xfrm>
                <a:off x="4698101" y="3189726"/>
                <a:ext cx="2432675" cy="225756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0066FF"/>
                </a:fgClr>
                <a:bgClr>
                  <a:schemeClr val="bg1"/>
                </a:bgClr>
              </a:pattFill>
              <a:ln>
                <a:solidFill>
                  <a:srgbClr val="0066FF"/>
                </a:solidFill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68" name="Line 87">
                <a:extLst>
                  <a:ext uri="{FF2B5EF4-FFF2-40B4-BE49-F238E27FC236}">
                    <a16:creationId xmlns:a16="http://schemas.microsoft.com/office/drawing/2014/main" id="{FC7F1059-2AF2-45D4-AB8B-16AC10F2BC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3250" y="3184653"/>
                <a:ext cx="0" cy="228293"/>
              </a:xfrm>
              <a:prstGeom prst="line">
                <a:avLst/>
              </a:prstGeom>
              <a:noFill/>
              <a:ln w="28575" cap="sq">
                <a:solidFill>
                  <a:srgbClr val="0066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9" name="Line 88">
                <a:extLst>
                  <a:ext uri="{FF2B5EF4-FFF2-40B4-BE49-F238E27FC236}">
                    <a16:creationId xmlns:a16="http://schemas.microsoft.com/office/drawing/2014/main" id="{C4914C88-9EE9-42AA-8E80-15A2AE8EDC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6122" y="3184653"/>
                <a:ext cx="2391485" cy="0"/>
              </a:xfrm>
              <a:prstGeom prst="line">
                <a:avLst/>
              </a:prstGeom>
              <a:noFill/>
              <a:ln w="28575" cap="sq">
                <a:solidFill>
                  <a:srgbClr val="0066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0" name="Line 89">
                <a:extLst>
                  <a:ext uri="{FF2B5EF4-FFF2-40B4-BE49-F238E27FC236}">
                    <a16:creationId xmlns:a16="http://schemas.microsoft.com/office/drawing/2014/main" id="{3E2C2CBA-BA2C-4323-BEE4-F4C6DF99E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38498" y="3184653"/>
                <a:ext cx="0" cy="228293"/>
              </a:xfrm>
              <a:prstGeom prst="line">
                <a:avLst/>
              </a:prstGeom>
              <a:noFill/>
              <a:ln w="28575" cap="sq">
                <a:solidFill>
                  <a:srgbClr val="0066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1" name="Line 90">
                <a:extLst>
                  <a:ext uri="{FF2B5EF4-FFF2-40B4-BE49-F238E27FC236}">
                    <a16:creationId xmlns:a16="http://schemas.microsoft.com/office/drawing/2014/main" id="{423DD023-85E4-4AD0-9EAC-18F031002D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43647" y="3412946"/>
                <a:ext cx="2391487" cy="0"/>
              </a:xfrm>
              <a:prstGeom prst="line">
                <a:avLst/>
              </a:prstGeom>
              <a:noFill/>
              <a:ln w="28575" cap="sq">
                <a:solidFill>
                  <a:srgbClr val="0066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272" name="Text Box 127">
              <a:extLst>
                <a:ext uri="{FF2B5EF4-FFF2-40B4-BE49-F238E27FC236}">
                  <a16:creationId xmlns:a16="http://schemas.microsoft.com/office/drawing/2014/main" id="{51936287-B97B-486E-9AD0-4DD27A5AB9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0868" y="3801199"/>
              <a:ext cx="1561804" cy="38676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ctr" defTabSz="685708" eaLnBrk="1" hangingPunct="1">
                <a:spcBef>
                  <a:spcPct val="50000"/>
                </a:spcBef>
                <a:defRPr/>
              </a:pPr>
              <a:r>
                <a:rPr lang="en-US" altLang="zh-CN" sz="1280" kern="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en-US" altLang="zh-CN" sz="1280" kern="0" baseline="-2500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</a:t>
              </a:r>
              <a:endParaRPr lang="zh-CN" altLang="el-GR" sz="1280" kern="0" baseline="-25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6813" name="组合 6">
            <a:extLst>
              <a:ext uri="{FF2B5EF4-FFF2-40B4-BE49-F238E27FC236}">
                <a16:creationId xmlns:a16="http://schemas.microsoft.com/office/drawing/2014/main" id="{B2AC27DE-5017-4C85-826A-EA28BD326596}"/>
              </a:ext>
            </a:extLst>
          </p:cNvPr>
          <p:cNvGrpSpPr>
            <a:grpSpLocks/>
          </p:cNvGrpSpPr>
          <p:nvPr/>
        </p:nvGrpSpPr>
        <p:grpSpPr bwMode="auto">
          <a:xfrm>
            <a:off x="1012825" y="2728913"/>
            <a:ext cx="6970713" cy="492125"/>
            <a:chOff x="1351436" y="2661895"/>
            <a:chExt cx="9292669" cy="656670"/>
          </a:xfrm>
        </p:grpSpPr>
        <p:grpSp>
          <p:nvGrpSpPr>
            <p:cNvPr id="76823" name="组合 5">
              <a:extLst>
                <a:ext uri="{FF2B5EF4-FFF2-40B4-BE49-F238E27FC236}">
                  <a16:creationId xmlns:a16="http://schemas.microsoft.com/office/drawing/2014/main" id="{A6AEC466-B06E-4BBC-B784-BD05B3F8C0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1436" y="2755174"/>
              <a:ext cx="9292669" cy="563391"/>
              <a:chOff x="1351436" y="2755174"/>
              <a:chExt cx="9292669" cy="563391"/>
            </a:xfrm>
          </p:grpSpPr>
          <p:grpSp>
            <p:nvGrpSpPr>
              <p:cNvPr id="76825" name="组合 215">
                <a:extLst>
                  <a:ext uri="{FF2B5EF4-FFF2-40B4-BE49-F238E27FC236}">
                    <a16:creationId xmlns:a16="http://schemas.microsoft.com/office/drawing/2014/main" id="{B8C8F1C2-81E4-43EF-B3AC-B19B650407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1436" y="2755174"/>
                <a:ext cx="9292669" cy="385746"/>
                <a:chOff x="485510" y="2562672"/>
                <a:chExt cx="9800862" cy="406843"/>
              </a:xfrm>
            </p:grpSpPr>
            <p:grpSp>
              <p:nvGrpSpPr>
                <p:cNvPr id="76827" name="组合 216">
                  <a:extLst>
                    <a:ext uri="{FF2B5EF4-FFF2-40B4-BE49-F238E27FC236}">
                      <a16:creationId xmlns:a16="http://schemas.microsoft.com/office/drawing/2014/main" id="{1ECCA63F-F5A2-49D3-BA1A-2A480C53F8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6142" y="2589354"/>
                  <a:ext cx="2100230" cy="209111"/>
                  <a:chOff x="9560193" y="3686642"/>
                  <a:chExt cx="2422284" cy="237962"/>
                </a:xfrm>
              </p:grpSpPr>
              <p:sp>
                <p:nvSpPr>
                  <p:cNvPr id="229" name="object 62">
                    <a:extLst>
                      <a:ext uri="{FF2B5EF4-FFF2-40B4-BE49-F238E27FC236}">
                        <a16:creationId xmlns:a16="http://schemas.microsoft.com/office/drawing/2014/main" id="{71DE1762-C89D-42B8-A7D2-F3F001B6180F}"/>
                      </a:ext>
                    </a:extLst>
                  </p:cNvPr>
                  <p:cNvSpPr/>
                  <p:nvPr/>
                </p:nvSpPr>
                <p:spPr>
                  <a:xfrm>
                    <a:off x="9560060" y="3704494"/>
                    <a:ext cx="2422417" cy="2186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1139" h="315594">
                        <a:moveTo>
                          <a:pt x="0" y="0"/>
                        </a:moveTo>
                        <a:lnTo>
                          <a:pt x="0" y="315468"/>
                        </a:lnTo>
                        <a:lnTo>
                          <a:pt x="1501139" y="315468"/>
                        </a:lnTo>
                        <a:lnTo>
                          <a:pt x="1501139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pattFill prst="ltUpDiag">
                    <a:fgClr>
                      <a:srgbClr val="00B050"/>
                    </a:fgClr>
                    <a:bgClr>
                      <a:schemeClr val="bg1"/>
                    </a:bgClr>
                  </a:pattFill>
                  <a:ln>
                    <a:solidFill>
                      <a:srgbClr val="00B050"/>
                    </a:solidFill>
                  </a:ln>
                </p:spPr>
                <p:txBody>
                  <a:bodyPr lIns="0" tIns="0" rIns="0" bIns="0"/>
                  <a:lstStyle/>
                  <a:p>
                    <a:pPr>
                      <a:defRPr/>
                    </a:pPr>
                    <a:endParaRPr sz="995">
                      <a:solidFill>
                        <a:srgbClr val="00B050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231" name="Line 88">
                    <a:extLst>
                      <a:ext uri="{FF2B5EF4-FFF2-40B4-BE49-F238E27FC236}">
                        <a16:creationId xmlns:a16="http://schemas.microsoft.com/office/drawing/2014/main" id="{DB8D83E7-771F-40B0-B674-1CCB6FD2658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565209" y="3686698"/>
                    <a:ext cx="2401823" cy="2542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00B05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232" name="Line 89">
                    <a:extLst>
                      <a:ext uri="{FF2B5EF4-FFF2-40B4-BE49-F238E27FC236}">
                        <a16:creationId xmlns:a16="http://schemas.microsoft.com/office/drawing/2014/main" id="{3C893D57-6C53-4B71-AF7F-27F340CB36F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562635" y="3689240"/>
                    <a:ext cx="0" cy="223731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00B05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ln>
                        <a:solidFill>
                          <a:sysClr val="windowText" lastClr="000000"/>
                        </a:solidFill>
                      </a:ln>
                      <a:solidFill>
                        <a:srgbClr val="00B050"/>
                      </a:solidFill>
                    </a:endParaRPr>
                  </a:p>
                </p:txBody>
              </p:sp>
            </p:grpSp>
            <p:grpSp>
              <p:nvGrpSpPr>
                <p:cNvPr id="76828" name="组合 217">
                  <a:extLst>
                    <a:ext uri="{FF2B5EF4-FFF2-40B4-BE49-F238E27FC236}">
                      <a16:creationId xmlns:a16="http://schemas.microsoft.com/office/drawing/2014/main" id="{EFDDE534-B1AD-4091-9AC6-A2E64F80B24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5510" y="2562672"/>
                  <a:ext cx="9798868" cy="406843"/>
                  <a:chOff x="685137" y="2657124"/>
                  <a:chExt cx="11301444" cy="462975"/>
                </a:xfrm>
              </p:grpSpPr>
              <p:sp>
                <p:nvSpPr>
                  <p:cNvPr id="220" name="Text Box 78">
                    <a:extLst>
                      <a:ext uri="{FF2B5EF4-FFF2-40B4-BE49-F238E27FC236}">
                        <a16:creationId xmlns:a16="http://schemas.microsoft.com/office/drawing/2014/main" id="{0B0AC46D-D836-4DDC-B7E8-C7291D2D3BD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85137" y="2657034"/>
                    <a:ext cx="1140415" cy="462716"/>
                  </a:xfrm>
                  <a:prstGeom prst="rect">
                    <a:avLst/>
                  </a:prstGeom>
                  <a:noFill/>
                  <a:ln w="12700" algn="ctr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defPPr>
                      <a:defRPr lang="zh-CN"/>
                    </a:defPPr>
                    <a:lvl1pPr algn="ctr" defTabSz="964326" eaLnBrk="1" fontAlgn="auto" hangingPunct="1">
                      <a:spcBef>
                        <a:spcPct val="50000"/>
                      </a:spcBef>
                      <a:spcAft>
                        <a:spcPts val="0"/>
                      </a:spcAft>
                      <a:defRPr sz="2109" kern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defRPr>
                    </a:lvl1pPr>
                    <a:lvl2pPr marL="742950" indent="-285750" eaLnBrk="0" hangingPunct="0">
                      <a:defRPr sz="3800">
                        <a:solidFill>
                          <a:schemeClr val="tx2"/>
                        </a:solidFill>
                        <a:latin typeface="Verdana" pitchFamily="34" charset="0"/>
                      </a:defRPr>
                    </a:lvl2pPr>
                    <a:lvl3pPr marL="1143000" indent="-228600" eaLnBrk="0" hangingPunct="0">
                      <a:defRPr sz="3800">
                        <a:solidFill>
                          <a:schemeClr val="tx2"/>
                        </a:solidFill>
                        <a:latin typeface="Verdana" pitchFamily="34" charset="0"/>
                      </a:defRPr>
                    </a:lvl3pPr>
                    <a:lvl4pPr marL="1600200" indent="-228600" eaLnBrk="0" hangingPunct="0">
                      <a:defRPr sz="3800">
                        <a:solidFill>
                          <a:schemeClr val="tx2"/>
                        </a:solidFill>
                        <a:latin typeface="Verdana" pitchFamily="34" charset="0"/>
                      </a:defRPr>
                    </a:lvl4pPr>
                    <a:lvl5pPr marL="2057400" indent="-228600" eaLnBrk="0" hangingPunct="0">
                      <a:defRPr sz="3800">
                        <a:solidFill>
                          <a:schemeClr val="tx2"/>
                        </a:solidFill>
                        <a:latin typeface="Verdana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800">
                        <a:solidFill>
                          <a:schemeClr val="tx2"/>
                        </a:solidFill>
                        <a:latin typeface="Verdana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800">
                        <a:solidFill>
                          <a:schemeClr val="tx2"/>
                        </a:solidFill>
                        <a:latin typeface="Verdana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800">
                        <a:solidFill>
                          <a:schemeClr val="tx2"/>
                        </a:solidFill>
                        <a:latin typeface="Verdana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800">
                        <a:solidFill>
                          <a:schemeClr val="tx2"/>
                        </a:solidFill>
                        <a:latin typeface="Verdana" pitchFamily="34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zh-CN" altLang="en-US" sz="1280" dirty="0">
                        <a:solidFill>
                          <a:srgbClr val="00B050"/>
                        </a:solidFill>
                      </a:rPr>
                      <a:t>取指</a:t>
                    </a:r>
                    <a:endParaRPr lang="zh-CN" altLang="el-GR" sz="1280" dirty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221" name="Line 85">
                    <a:extLst>
                      <a:ext uri="{FF2B5EF4-FFF2-40B4-BE49-F238E27FC236}">
                        <a16:creationId xmlns:a16="http://schemas.microsoft.com/office/drawing/2014/main" id="{D901BFEB-2678-4002-B3FC-27AAB28696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60797" y="2913815"/>
                    <a:ext cx="607534" cy="0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00B05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222" name="object 62">
                    <a:extLst>
                      <a:ext uri="{FF2B5EF4-FFF2-40B4-BE49-F238E27FC236}">
                        <a16:creationId xmlns:a16="http://schemas.microsoft.com/office/drawing/2014/main" id="{830F8118-5A03-41BD-9F28-26189F7219FB}"/>
                      </a:ext>
                    </a:extLst>
                  </p:cNvPr>
                  <p:cNvSpPr/>
                  <p:nvPr/>
                </p:nvSpPr>
                <p:spPr>
                  <a:xfrm>
                    <a:off x="2286350" y="2697713"/>
                    <a:ext cx="2422415" cy="231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1139" h="315594">
                        <a:moveTo>
                          <a:pt x="0" y="0"/>
                        </a:moveTo>
                        <a:lnTo>
                          <a:pt x="0" y="315468"/>
                        </a:lnTo>
                        <a:lnTo>
                          <a:pt x="1501139" y="315468"/>
                        </a:lnTo>
                        <a:lnTo>
                          <a:pt x="1501139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pattFill prst="ltUpDiag">
                    <a:fgClr>
                      <a:srgbClr val="00B050"/>
                    </a:fgClr>
                    <a:bgClr>
                      <a:schemeClr val="bg1"/>
                    </a:bgClr>
                  </a:pattFill>
                  <a:ln>
                    <a:solidFill>
                      <a:srgbClr val="00B050"/>
                    </a:solidFill>
                  </a:ln>
                </p:spPr>
                <p:txBody>
                  <a:bodyPr lIns="0" tIns="0" rIns="0" bIns="0"/>
                  <a:lstStyle/>
                  <a:p>
                    <a:pPr>
                      <a:defRPr/>
                    </a:pPr>
                    <a:endParaRPr sz="995">
                      <a:solidFill>
                        <a:srgbClr val="00B050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223" name="Line 87">
                    <a:extLst>
                      <a:ext uri="{FF2B5EF4-FFF2-40B4-BE49-F238E27FC236}">
                        <a16:creationId xmlns:a16="http://schemas.microsoft.com/office/drawing/2014/main" id="{ADD3B625-ECDE-45A2-B6B5-A0086D53BFA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88925" y="2685000"/>
                    <a:ext cx="0" cy="228815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00B05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224" name="Line 88">
                    <a:extLst>
                      <a:ext uri="{FF2B5EF4-FFF2-40B4-BE49-F238E27FC236}">
                        <a16:creationId xmlns:a16="http://schemas.microsoft.com/office/drawing/2014/main" id="{A9ADF6EC-31EE-43F4-B6CC-800B4B5A19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96648" y="2685000"/>
                    <a:ext cx="2388949" cy="0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00B05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225" name="Line 89">
                    <a:extLst>
                      <a:ext uri="{FF2B5EF4-FFF2-40B4-BE49-F238E27FC236}">
                        <a16:creationId xmlns:a16="http://schemas.microsoft.com/office/drawing/2014/main" id="{95B48609-E243-477B-BB4C-5EF23B8F514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719063" y="2685000"/>
                    <a:ext cx="0" cy="228815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00B05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ln>
                        <a:solidFill>
                          <a:sysClr val="windowText" lastClr="000000"/>
                        </a:solidFill>
                      </a:ln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226" name="Line 90">
                    <a:extLst>
                      <a:ext uri="{FF2B5EF4-FFF2-40B4-BE49-F238E27FC236}">
                        <a16:creationId xmlns:a16="http://schemas.microsoft.com/office/drawing/2014/main" id="{44906CE8-E29F-4D21-8F34-B9D9E8D785F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724211" y="2913815"/>
                    <a:ext cx="4837105" cy="0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00B05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227" name="Line 87">
                    <a:extLst>
                      <a:ext uri="{FF2B5EF4-FFF2-40B4-BE49-F238E27FC236}">
                        <a16:creationId xmlns:a16="http://schemas.microsoft.com/office/drawing/2014/main" id="{569FAC43-ED44-43E7-8DDD-994F615BE02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986305" y="2690085"/>
                    <a:ext cx="0" cy="223731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00B05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00B050"/>
                      </a:solidFill>
                    </a:endParaRPr>
                  </a:p>
                </p:txBody>
              </p:sp>
            </p:grpSp>
          </p:grpSp>
          <p:sp>
            <p:nvSpPr>
              <p:cNvPr id="248" name="Text Box 127">
                <a:extLst>
                  <a:ext uri="{FF2B5EF4-FFF2-40B4-BE49-F238E27FC236}">
                    <a16:creationId xmlns:a16="http://schemas.microsoft.com/office/drawing/2014/main" id="{CBF03458-7C7E-44C5-92EE-8151C80FE7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4219" y="2933036"/>
                <a:ext cx="1559712" cy="385529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9pPr>
              </a:lstStyle>
              <a:p>
                <a:pPr algn="ctr" defTabSz="685708" eaLnBrk="1" hangingPunct="1">
                  <a:spcBef>
                    <a:spcPct val="50000"/>
                  </a:spcBef>
                  <a:defRPr/>
                </a:pPr>
                <a:r>
                  <a:rPr lang="en-US" altLang="zh-CN" sz="1280" kern="0" dirty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en-US" altLang="zh-CN" sz="1280" kern="0" baseline="-25000" dirty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IF</a:t>
                </a:r>
                <a:endParaRPr lang="zh-CN" altLang="el-GR" sz="1280" kern="0" baseline="-250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74" name="Text Box 128">
              <a:extLst>
                <a:ext uri="{FF2B5EF4-FFF2-40B4-BE49-F238E27FC236}">
                  <a16:creationId xmlns:a16="http://schemas.microsoft.com/office/drawing/2014/main" id="{9CCAC97B-8FD6-497C-A282-8BD864507B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3480" y="2661895"/>
              <a:ext cx="1185127" cy="38552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defTabSz="964326" eaLnBrk="1" fontAlgn="auto" hangingPunct="1">
                <a:spcBef>
                  <a:spcPct val="50000"/>
                </a:spcBef>
                <a:spcAft>
                  <a:spcPts val="0"/>
                </a:spcAft>
                <a:defRPr sz="2109" kern="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9pPr>
            </a:lstStyle>
            <a:p>
              <a:pPr>
                <a:defRPr/>
              </a:pPr>
              <a:r>
                <a:rPr lang="zh-CN" altLang="en-US" sz="1280">
                  <a:solidFill>
                    <a:srgbClr val="00B050"/>
                  </a:solidFill>
                </a:rPr>
                <a:t>周期电位</a:t>
              </a:r>
              <a:endParaRPr lang="zh-CN" altLang="el-GR" sz="128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29483867-F4DC-4235-89B6-604B6236938C}"/>
              </a:ext>
            </a:extLst>
          </p:cNvPr>
          <p:cNvGrpSpPr>
            <a:grpSpLocks/>
          </p:cNvGrpSpPr>
          <p:nvPr/>
        </p:nvGrpSpPr>
        <p:grpSpPr bwMode="auto">
          <a:xfrm>
            <a:off x="3117850" y="2565400"/>
            <a:ext cx="427038" cy="568325"/>
            <a:chOff x="4156178" y="2445256"/>
            <a:chExt cx="570178" cy="757869"/>
          </a:xfrm>
        </p:grpSpPr>
        <p:pic>
          <p:nvPicPr>
            <p:cNvPr id="76821" name="图片 260">
              <a:extLst>
                <a:ext uri="{FF2B5EF4-FFF2-40B4-BE49-F238E27FC236}">
                  <a16:creationId xmlns:a16="http://schemas.microsoft.com/office/drawing/2014/main" id="{357DA710-1648-4C9A-A59E-87190C621F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213799">
              <a:off x="4156178" y="2445256"/>
              <a:ext cx="568549" cy="210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22" name="图片 261">
              <a:extLst>
                <a:ext uri="{FF2B5EF4-FFF2-40B4-BE49-F238E27FC236}">
                  <a16:creationId xmlns:a16="http://schemas.microsoft.com/office/drawing/2014/main" id="{08205647-08DD-4790-96B4-624CD73C54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213799">
              <a:off x="4157807" y="2992453"/>
              <a:ext cx="568549" cy="210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64" name="图片 263">
            <a:extLst>
              <a:ext uri="{FF2B5EF4-FFF2-40B4-BE49-F238E27FC236}">
                <a16:creationId xmlns:a16="http://schemas.microsoft.com/office/drawing/2014/main" id="{91E8C350-F952-4EEE-A233-38167B9A6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213799">
            <a:off x="3484563" y="4289425"/>
            <a:ext cx="425450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5" name="图片 274">
            <a:extLst>
              <a:ext uri="{FF2B5EF4-FFF2-40B4-BE49-F238E27FC236}">
                <a16:creationId xmlns:a16="http://schemas.microsoft.com/office/drawing/2014/main" id="{408CCABC-9B7A-4FD9-81B8-6D65FD0F9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213799">
            <a:off x="3117850" y="3975100"/>
            <a:ext cx="427038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8" name="图片 277">
            <a:extLst>
              <a:ext uri="{FF2B5EF4-FFF2-40B4-BE49-F238E27FC236}">
                <a16:creationId xmlns:a16="http://schemas.microsoft.com/office/drawing/2014/main" id="{67D94C23-C2F8-4B36-963C-87834B26F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213799">
            <a:off x="3860800" y="4610100"/>
            <a:ext cx="427038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9" name="图片 278">
            <a:extLst>
              <a:ext uri="{FF2B5EF4-FFF2-40B4-BE49-F238E27FC236}">
                <a16:creationId xmlns:a16="http://schemas.microsoft.com/office/drawing/2014/main" id="{FF9A1518-C092-48C2-A207-CA770F48C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213799">
            <a:off x="4238625" y="4905375"/>
            <a:ext cx="427038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0" name="图片 279">
            <a:extLst>
              <a:ext uri="{FF2B5EF4-FFF2-40B4-BE49-F238E27FC236}">
                <a16:creationId xmlns:a16="http://schemas.microsoft.com/office/drawing/2014/main" id="{5EA7ED39-9149-4307-AB44-E2FCD0BCE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213799">
            <a:off x="3119438" y="3289300"/>
            <a:ext cx="42703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1" name="图片 280">
            <a:extLst>
              <a:ext uri="{FF2B5EF4-FFF2-40B4-BE49-F238E27FC236}">
                <a16:creationId xmlns:a16="http://schemas.microsoft.com/office/drawing/2014/main" id="{2B3DEE87-FC70-4CA9-8674-8B671AE76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213799">
            <a:off x="4611688" y="3602038"/>
            <a:ext cx="42703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DDEF7D7-A1E8-49C3-D9F4-63EDA5CF9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D6E1A4-4252-40B6-8779-2327B87DA4F3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B765D97-B977-8E82-18F6-090B94832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68E8FF-1787-4580-A217-FDA1A93D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60</a:t>
            </a:fld>
            <a:endParaRPr lang="en-US" altLang="zh-CN"/>
          </a:p>
        </p:txBody>
      </p:sp>
    </p:spTree>
    <p:custDataLst>
      <p:tags r:id="rId1"/>
    </p:custDataLst>
  </p:cSld>
  <p:clrMapOvr>
    <a:masterClrMapping/>
  </p:clrMapOvr>
  <p:transition spd="slow"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850" name="组合 297">
            <a:extLst>
              <a:ext uri="{FF2B5EF4-FFF2-40B4-BE49-F238E27FC236}">
                <a16:creationId xmlns:a16="http://schemas.microsoft.com/office/drawing/2014/main" id="{3172659D-4BF7-47FF-BABB-3278FE6F576E}"/>
              </a:ext>
            </a:extLst>
          </p:cNvPr>
          <p:cNvGrpSpPr>
            <a:grpSpLocks/>
          </p:cNvGrpSpPr>
          <p:nvPr/>
        </p:nvGrpSpPr>
        <p:grpSpPr bwMode="auto">
          <a:xfrm>
            <a:off x="2009775" y="1846263"/>
            <a:ext cx="5980113" cy="3176587"/>
            <a:chOff x="2670942" y="1671767"/>
            <a:chExt cx="7971724" cy="4235274"/>
          </a:xfrm>
        </p:grpSpPr>
        <p:sp>
          <p:nvSpPr>
            <p:cNvPr id="299" name="Line 123">
              <a:extLst>
                <a:ext uri="{FF2B5EF4-FFF2-40B4-BE49-F238E27FC236}">
                  <a16:creationId xmlns:a16="http://schemas.microsoft.com/office/drawing/2014/main" id="{27B714F8-712F-476B-AA51-74F53F20B9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41318" y="2628461"/>
              <a:ext cx="0" cy="3278580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0" name="Line 122">
              <a:extLst>
                <a:ext uri="{FF2B5EF4-FFF2-40B4-BE49-F238E27FC236}">
                  <a16:creationId xmlns:a16="http://schemas.microsoft.com/office/drawing/2014/main" id="{AAA9A01D-7390-456E-A176-DB0ABCECE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54592" y="2628461"/>
              <a:ext cx="0" cy="3278580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1" name="Line 121">
              <a:extLst>
                <a:ext uri="{FF2B5EF4-FFF2-40B4-BE49-F238E27FC236}">
                  <a16:creationId xmlns:a16="http://schemas.microsoft.com/office/drawing/2014/main" id="{A288F9A6-A3DF-474D-99C3-65F9F0E679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57285" y="1671767"/>
              <a:ext cx="0" cy="4235274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2" name="Line 123">
              <a:extLst>
                <a:ext uri="{FF2B5EF4-FFF2-40B4-BE49-F238E27FC236}">
                  <a16:creationId xmlns:a16="http://schemas.microsoft.com/office/drawing/2014/main" id="{7A8DAAA2-C5AE-45C8-B570-55619FD943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45358" y="2628461"/>
              <a:ext cx="0" cy="3278580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3" name="Line 122">
              <a:extLst>
                <a:ext uri="{FF2B5EF4-FFF2-40B4-BE49-F238E27FC236}">
                  <a16:creationId xmlns:a16="http://schemas.microsoft.com/office/drawing/2014/main" id="{2FF1DAC9-CA18-46D2-A2C3-7E3BAD7E29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5935" y="2628461"/>
              <a:ext cx="0" cy="3278580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4" name="Line 121">
              <a:extLst>
                <a:ext uri="{FF2B5EF4-FFF2-40B4-BE49-F238E27FC236}">
                  <a16:creationId xmlns:a16="http://schemas.microsoft.com/office/drawing/2014/main" id="{4C931E5E-6448-4ECC-8020-E4AA81AAB7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2280" y="2181862"/>
              <a:ext cx="0" cy="3725179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5" name="Line 123">
              <a:extLst>
                <a:ext uri="{FF2B5EF4-FFF2-40B4-BE49-F238E27FC236}">
                  <a16:creationId xmlns:a16="http://schemas.microsoft.com/office/drawing/2014/main" id="{CA0C5391-3C16-49C8-863A-7024FE9300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6903" y="2628461"/>
              <a:ext cx="0" cy="3278580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6" name="Line 122">
              <a:extLst>
                <a:ext uri="{FF2B5EF4-FFF2-40B4-BE49-F238E27FC236}">
                  <a16:creationId xmlns:a16="http://schemas.microsoft.com/office/drawing/2014/main" id="{19950A76-885E-4152-914A-BDDACDBB9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63248" y="2181862"/>
              <a:ext cx="0" cy="3725179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7" name="Line 121">
              <a:extLst>
                <a:ext uri="{FF2B5EF4-FFF2-40B4-BE49-F238E27FC236}">
                  <a16:creationId xmlns:a16="http://schemas.microsoft.com/office/drawing/2014/main" id="{C22064B4-95FC-447A-8440-58AC229A5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1709" y="2628461"/>
              <a:ext cx="0" cy="3278580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8" name="Line 123">
              <a:extLst>
                <a:ext uri="{FF2B5EF4-FFF2-40B4-BE49-F238E27FC236}">
                  <a16:creationId xmlns:a16="http://schemas.microsoft.com/office/drawing/2014/main" id="{C845816C-3372-4615-9123-3A5239E744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0746" y="2628461"/>
              <a:ext cx="0" cy="3278580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9" name="Line 122">
              <a:extLst>
                <a:ext uri="{FF2B5EF4-FFF2-40B4-BE49-F238E27FC236}">
                  <a16:creationId xmlns:a16="http://schemas.microsoft.com/office/drawing/2014/main" id="{0DAB1D24-C6E0-42A6-B9EB-2D1A2ECEE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5556" y="2628461"/>
              <a:ext cx="0" cy="3278580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0" name="Line 121">
              <a:extLst>
                <a:ext uri="{FF2B5EF4-FFF2-40B4-BE49-F238E27FC236}">
                  <a16:creationId xmlns:a16="http://schemas.microsoft.com/office/drawing/2014/main" id="{DA247BF9-B5BB-465E-B04B-C10CEA2FC8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250" y="2628461"/>
              <a:ext cx="0" cy="3278580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1" name="Line 9">
              <a:extLst>
                <a:ext uri="{FF2B5EF4-FFF2-40B4-BE49-F238E27FC236}">
                  <a16:creationId xmlns:a16="http://schemas.microsoft.com/office/drawing/2014/main" id="{335520A9-5561-4786-8C74-37DC1375C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9206" y="2882450"/>
              <a:ext cx="0" cy="3024591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2" name="Line 9">
              <a:extLst>
                <a:ext uri="{FF2B5EF4-FFF2-40B4-BE49-F238E27FC236}">
                  <a16:creationId xmlns:a16="http://schemas.microsoft.com/office/drawing/2014/main" id="{20635022-E9BF-4644-A6A1-A3BC83E8B0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2666" y="2181862"/>
              <a:ext cx="0" cy="3725179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3" name="Line 9">
              <a:extLst>
                <a:ext uri="{FF2B5EF4-FFF2-40B4-BE49-F238E27FC236}">
                  <a16:creationId xmlns:a16="http://schemas.microsoft.com/office/drawing/2014/main" id="{ADE1A5B5-874D-4967-8F1D-8CB89E094B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7862" y="2873984"/>
              <a:ext cx="0" cy="3033057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4" name="Line 8">
              <a:extLst>
                <a:ext uri="{FF2B5EF4-FFF2-40B4-BE49-F238E27FC236}">
                  <a16:creationId xmlns:a16="http://schemas.microsoft.com/office/drawing/2014/main" id="{CF1126DA-8B4D-4DAA-B689-9EA8BAD13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0942" y="1671767"/>
              <a:ext cx="0" cy="4235274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5" name="Line 9">
              <a:extLst>
                <a:ext uri="{FF2B5EF4-FFF2-40B4-BE49-F238E27FC236}">
                  <a16:creationId xmlns:a16="http://schemas.microsoft.com/office/drawing/2014/main" id="{53378B02-97E1-4450-9CDC-F45EB4F765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2286" y="2181862"/>
              <a:ext cx="0" cy="3725179"/>
            </a:xfrm>
            <a:prstGeom prst="line">
              <a:avLst/>
            </a:prstGeom>
            <a:noFill/>
            <a:ln w="19050" cap="sq">
              <a:solidFill>
                <a:schemeClr val="bg2">
                  <a:lumMod val="50000"/>
                </a:schemeClr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8851" name="标题 1">
            <a:extLst>
              <a:ext uri="{FF2B5EF4-FFF2-40B4-BE49-F238E27FC236}">
                <a16:creationId xmlns:a16="http://schemas.microsoft.com/office/drawing/2014/main" id="{C215FE28-9E05-4882-8B49-628E9F3BA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变长指令周期三级时序时序发生器</a:t>
            </a:r>
          </a:p>
        </p:txBody>
      </p:sp>
      <p:grpSp>
        <p:nvGrpSpPr>
          <p:cNvPr id="78852" name="组合 23">
            <a:extLst>
              <a:ext uri="{FF2B5EF4-FFF2-40B4-BE49-F238E27FC236}">
                <a16:creationId xmlns:a16="http://schemas.microsoft.com/office/drawing/2014/main" id="{598A3166-1EAB-4356-B661-1A10C802F9A3}"/>
              </a:ext>
            </a:extLst>
          </p:cNvPr>
          <p:cNvGrpSpPr>
            <a:grpSpLocks/>
          </p:cNvGrpSpPr>
          <p:nvPr/>
        </p:nvGrpSpPr>
        <p:grpSpPr bwMode="auto">
          <a:xfrm>
            <a:off x="817563" y="2540000"/>
            <a:ext cx="7172325" cy="290513"/>
            <a:chOff x="641712" y="1767893"/>
            <a:chExt cx="11632381" cy="462973"/>
          </a:xfrm>
        </p:grpSpPr>
        <p:sp>
          <p:nvSpPr>
            <p:cNvPr id="25" name="Line 12">
              <a:extLst>
                <a:ext uri="{FF2B5EF4-FFF2-40B4-BE49-F238E27FC236}">
                  <a16:creationId xmlns:a16="http://schemas.microsoft.com/office/drawing/2014/main" id="{7454EFA2-B1DC-403A-9518-F21C84114F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68907" y="179825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13">
              <a:extLst>
                <a:ext uri="{FF2B5EF4-FFF2-40B4-BE49-F238E27FC236}">
                  <a16:creationId xmlns:a16="http://schemas.microsoft.com/office/drawing/2014/main" id="{A51FBF4E-B6FB-4ECA-88F1-103EDD6589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8907" y="1798252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14">
              <a:extLst>
                <a:ext uri="{FF2B5EF4-FFF2-40B4-BE49-F238E27FC236}">
                  <a16:creationId xmlns:a16="http://schemas.microsoft.com/office/drawing/2014/main" id="{F243FACD-2BC0-476A-8E6C-7DBC69FFC1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530" y="179825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15">
              <a:extLst>
                <a:ext uri="{FF2B5EF4-FFF2-40B4-BE49-F238E27FC236}">
                  <a16:creationId xmlns:a16="http://schemas.microsoft.com/office/drawing/2014/main" id="{06FB6A5B-BB78-4F66-9828-D80B8243F9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718" y="179825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6">
              <a:extLst>
                <a:ext uri="{FF2B5EF4-FFF2-40B4-BE49-F238E27FC236}">
                  <a16:creationId xmlns:a16="http://schemas.microsoft.com/office/drawing/2014/main" id="{BE8CB350-72C6-40BD-A774-3F5361D91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718" y="2101840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17">
              <a:extLst>
                <a:ext uri="{FF2B5EF4-FFF2-40B4-BE49-F238E27FC236}">
                  <a16:creationId xmlns:a16="http://schemas.microsoft.com/office/drawing/2014/main" id="{9BE2D6BE-8286-44DE-8939-2FFBD4576C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530" y="1798252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18">
              <a:extLst>
                <a:ext uri="{FF2B5EF4-FFF2-40B4-BE49-F238E27FC236}">
                  <a16:creationId xmlns:a16="http://schemas.microsoft.com/office/drawing/2014/main" id="{A0409FC7-2558-4AE6-9CC2-03E9E959D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4153" y="179825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Line 19">
              <a:extLst>
                <a:ext uri="{FF2B5EF4-FFF2-40B4-BE49-F238E27FC236}">
                  <a16:creationId xmlns:a16="http://schemas.microsoft.com/office/drawing/2014/main" id="{DA955BC6-7869-49C0-A57E-4931546A48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0341" y="179825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Line 20">
              <a:extLst>
                <a:ext uri="{FF2B5EF4-FFF2-40B4-BE49-F238E27FC236}">
                  <a16:creationId xmlns:a16="http://schemas.microsoft.com/office/drawing/2014/main" id="{E759D96F-5D26-4EE5-986B-056F631A4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0341" y="2101840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Line 21">
              <a:extLst>
                <a:ext uri="{FF2B5EF4-FFF2-40B4-BE49-F238E27FC236}">
                  <a16:creationId xmlns:a16="http://schemas.microsoft.com/office/drawing/2014/main" id="{E8F91F89-3C5C-4F99-8272-73F965687B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4153" y="1798252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Line 23">
              <a:extLst>
                <a:ext uri="{FF2B5EF4-FFF2-40B4-BE49-F238E27FC236}">
                  <a16:creationId xmlns:a16="http://schemas.microsoft.com/office/drawing/2014/main" id="{44B4C477-6504-4B07-94EE-B0C049F76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965" y="179825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Line 24">
              <a:extLst>
                <a:ext uri="{FF2B5EF4-FFF2-40B4-BE49-F238E27FC236}">
                  <a16:creationId xmlns:a16="http://schemas.microsoft.com/office/drawing/2014/main" id="{DA7EE31F-54CC-4F80-93F2-87FBCF606E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965" y="2101840"/>
              <a:ext cx="290937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Line 52">
              <a:extLst>
                <a:ext uri="{FF2B5EF4-FFF2-40B4-BE49-F238E27FC236}">
                  <a16:creationId xmlns:a16="http://schemas.microsoft.com/office/drawing/2014/main" id="{F9DF910D-825D-4F0A-B3F3-E352750503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5095" y="2101840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Text Box 129">
              <a:extLst>
                <a:ext uri="{FF2B5EF4-FFF2-40B4-BE49-F238E27FC236}">
                  <a16:creationId xmlns:a16="http://schemas.microsoft.com/office/drawing/2014/main" id="{2EE6ECFB-1986-4487-922E-30C8894499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712" y="1767893"/>
              <a:ext cx="1444392" cy="4629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defTabSz="964326" eaLnBrk="1" fontAlgn="auto" hangingPunct="1">
                <a:spcBef>
                  <a:spcPct val="50000"/>
                </a:spcBef>
                <a:spcAft>
                  <a:spcPts val="0"/>
                </a:spcAft>
                <a:defRPr sz="2109" kern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9pPr>
            </a:lstStyle>
            <a:p>
              <a:pPr>
                <a:defRPr/>
              </a:pPr>
              <a:r>
                <a:rPr lang="zh-CN" altLang="en-US" sz="1280" dirty="0">
                  <a:solidFill>
                    <a:srgbClr val="C00000"/>
                  </a:solidFill>
                </a:rPr>
                <a:t>节拍脉冲</a:t>
              </a:r>
              <a:endParaRPr lang="zh-CN" altLang="el-GR" sz="1280" dirty="0">
                <a:solidFill>
                  <a:srgbClr val="C00000"/>
                </a:solidFill>
              </a:endParaRPr>
            </a:p>
          </p:txBody>
        </p:sp>
        <p:sp>
          <p:nvSpPr>
            <p:cNvPr id="42" name="Line 12">
              <a:extLst>
                <a:ext uri="{FF2B5EF4-FFF2-40B4-BE49-F238E27FC236}">
                  <a16:creationId xmlns:a16="http://schemas.microsoft.com/office/drawing/2014/main" id="{382772B7-F981-498D-80CF-4A08489BF8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86525" y="179825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Line 13">
              <a:extLst>
                <a:ext uri="{FF2B5EF4-FFF2-40B4-BE49-F238E27FC236}">
                  <a16:creationId xmlns:a16="http://schemas.microsoft.com/office/drawing/2014/main" id="{204E650A-BF1A-4C92-8F40-46027CB21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6525" y="1798252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Line 14">
              <a:extLst>
                <a:ext uri="{FF2B5EF4-FFF2-40B4-BE49-F238E27FC236}">
                  <a16:creationId xmlns:a16="http://schemas.microsoft.com/office/drawing/2014/main" id="{B1A4C6B5-ECC9-4669-ABE0-04C5FB935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4149" y="179825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Line 15">
              <a:extLst>
                <a:ext uri="{FF2B5EF4-FFF2-40B4-BE49-F238E27FC236}">
                  <a16:creationId xmlns:a16="http://schemas.microsoft.com/office/drawing/2014/main" id="{7EA8E3D9-33D8-4DD4-9DAE-43C2268559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0337" y="179825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Line 16">
              <a:extLst>
                <a:ext uri="{FF2B5EF4-FFF2-40B4-BE49-F238E27FC236}">
                  <a16:creationId xmlns:a16="http://schemas.microsoft.com/office/drawing/2014/main" id="{9166D492-E33B-4FA2-8791-637393EEBF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0337" y="2101840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Line 17">
              <a:extLst>
                <a:ext uri="{FF2B5EF4-FFF2-40B4-BE49-F238E27FC236}">
                  <a16:creationId xmlns:a16="http://schemas.microsoft.com/office/drawing/2014/main" id="{1D7254B9-64E1-4DC2-ADA9-7FBA94636E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4149" y="1798252"/>
              <a:ext cx="306387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Line 18">
              <a:extLst>
                <a:ext uri="{FF2B5EF4-FFF2-40B4-BE49-F238E27FC236}">
                  <a16:creationId xmlns:a16="http://schemas.microsoft.com/office/drawing/2014/main" id="{1124EF77-375B-40C0-9261-F16D677EF7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1772" y="179825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Line 19">
              <a:extLst>
                <a:ext uri="{FF2B5EF4-FFF2-40B4-BE49-F238E27FC236}">
                  <a16:creationId xmlns:a16="http://schemas.microsoft.com/office/drawing/2014/main" id="{9B2176F6-8E2F-4060-8CF1-D4DFAACCC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0536" y="179825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Line 20">
              <a:extLst>
                <a:ext uri="{FF2B5EF4-FFF2-40B4-BE49-F238E27FC236}">
                  <a16:creationId xmlns:a16="http://schemas.microsoft.com/office/drawing/2014/main" id="{E8380A51-7058-4F3F-8C3D-BE723D593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0536" y="2101840"/>
              <a:ext cx="301236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Line 21">
              <a:extLst>
                <a:ext uri="{FF2B5EF4-FFF2-40B4-BE49-F238E27FC236}">
                  <a16:creationId xmlns:a16="http://schemas.microsoft.com/office/drawing/2014/main" id="{766436EB-25AF-4C86-9BEF-F60C459AD8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1772" y="1798252"/>
              <a:ext cx="306387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Line 23">
              <a:extLst>
                <a:ext uri="{FF2B5EF4-FFF2-40B4-BE49-F238E27FC236}">
                  <a16:creationId xmlns:a16="http://schemas.microsoft.com/office/drawing/2014/main" id="{3B6355AF-44EC-4AC5-9348-03E788951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8159" y="179825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Line 24">
              <a:extLst>
                <a:ext uri="{FF2B5EF4-FFF2-40B4-BE49-F238E27FC236}">
                  <a16:creationId xmlns:a16="http://schemas.microsoft.com/office/drawing/2014/main" id="{77AE47BA-CD10-4331-8297-39A7C1741D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8159" y="2101840"/>
              <a:ext cx="290937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Line 49">
              <a:extLst>
                <a:ext uri="{FF2B5EF4-FFF2-40B4-BE49-F238E27FC236}">
                  <a16:creationId xmlns:a16="http://schemas.microsoft.com/office/drawing/2014/main" id="{CBAA0207-B501-4B9F-B23E-8388FF8791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8902" y="179825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Line 50">
              <a:extLst>
                <a:ext uri="{FF2B5EF4-FFF2-40B4-BE49-F238E27FC236}">
                  <a16:creationId xmlns:a16="http://schemas.microsoft.com/office/drawing/2014/main" id="{08E9BF33-C975-44A4-BA79-73D06F1F68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8902" y="1798252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Line 51">
              <a:extLst>
                <a:ext uri="{FF2B5EF4-FFF2-40B4-BE49-F238E27FC236}">
                  <a16:creationId xmlns:a16="http://schemas.microsoft.com/office/drawing/2014/main" id="{30018EBC-74A3-48A3-83FE-5D2F12B7E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2714" y="179825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7" name="Line 52">
              <a:extLst>
                <a:ext uri="{FF2B5EF4-FFF2-40B4-BE49-F238E27FC236}">
                  <a16:creationId xmlns:a16="http://schemas.microsoft.com/office/drawing/2014/main" id="{D6432FEA-A229-4958-A8FA-EDD5752E4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2714" y="2101840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0BD8DE59-4EEE-4954-974D-391EB4953D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17018" y="1805842"/>
              <a:ext cx="0" cy="29599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9" name="Line 13">
              <a:extLst>
                <a:ext uri="{FF2B5EF4-FFF2-40B4-BE49-F238E27FC236}">
                  <a16:creationId xmlns:a16="http://schemas.microsoft.com/office/drawing/2014/main" id="{BFDDCAF0-4D2F-4C1D-BDD9-7779EB2F5F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17018" y="1805842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Line 14">
              <a:extLst>
                <a:ext uri="{FF2B5EF4-FFF2-40B4-BE49-F238E27FC236}">
                  <a16:creationId xmlns:a16="http://schemas.microsoft.com/office/drawing/2014/main" id="{302FA807-DC08-4BAD-983F-CA398BDBAB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4642" y="180584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1" name="Line 15">
              <a:extLst>
                <a:ext uri="{FF2B5EF4-FFF2-40B4-BE49-F238E27FC236}">
                  <a16:creationId xmlns:a16="http://schemas.microsoft.com/office/drawing/2014/main" id="{A2308253-6737-438A-B7A9-2714512B9B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0830" y="180584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Line 16">
              <a:extLst>
                <a:ext uri="{FF2B5EF4-FFF2-40B4-BE49-F238E27FC236}">
                  <a16:creationId xmlns:a16="http://schemas.microsoft.com/office/drawing/2014/main" id="{CFEF077F-195C-4010-90C5-F78281BAA4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0830" y="2109431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3" name="Line 17">
              <a:extLst>
                <a:ext uri="{FF2B5EF4-FFF2-40B4-BE49-F238E27FC236}">
                  <a16:creationId xmlns:a16="http://schemas.microsoft.com/office/drawing/2014/main" id="{4515A049-1821-4A6F-BDB5-C05CF5E394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4642" y="1805842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4" name="Line 18">
              <a:extLst>
                <a:ext uri="{FF2B5EF4-FFF2-40B4-BE49-F238E27FC236}">
                  <a16:creationId xmlns:a16="http://schemas.microsoft.com/office/drawing/2014/main" id="{3D460D0D-B539-416D-86F5-EB9388B404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32265" y="180584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5" name="Line 19">
              <a:extLst>
                <a:ext uri="{FF2B5EF4-FFF2-40B4-BE49-F238E27FC236}">
                  <a16:creationId xmlns:a16="http://schemas.microsoft.com/office/drawing/2014/main" id="{3382AB0D-3CB2-435D-BCFB-E43B712744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8453" y="180584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6" name="Line 20">
              <a:extLst>
                <a:ext uri="{FF2B5EF4-FFF2-40B4-BE49-F238E27FC236}">
                  <a16:creationId xmlns:a16="http://schemas.microsoft.com/office/drawing/2014/main" id="{293A72E4-BCF1-4D94-9C0C-AF41CC3CE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8453" y="2109431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7" name="Line 21">
              <a:extLst>
                <a:ext uri="{FF2B5EF4-FFF2-40B4-BE49-F238E27FC236}">
                  <a16:creationId xmlns:a16="http://schemas.microsoft.com/office/drawing/2014/main" id="{5E1EFC7F-044B-4F26-BAAF-BCCF834B47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32265" y="1805842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8" name="Line 23">
              <a:extLst>
                <a:ext uri="{FF2B5EF4-FFF2-40B4-BE49-F238E27FC236}">
                  <a16:creationId xmlns:a16="http://schemas.microsoft.com/office/drawing/2014/main" id="{67A74630-C960-452A-BD81-F249F2174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36077" y="180584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9" name="Line 24">
              <a:extLst>
                <a:ext uri="{FF2B5EF4-FFF2-40B4-BE49-F238E27FC236}">
                  <a16:creationId xmlns:a16="http://schemas.microsoft.com/office/drawing/2014/main" id="{53A23CD3-205A-4963-AF8F-531726448C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36077" y="2109431"/>
              <a:ext cx="293513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Line 49">
              <a:extLst>
                <a:ext uri="{FF2B5EF4-FFF2-40B4-BE49-F238E27FC236}">
                  <a16:creationId xmlns:a16="http://schemas.microsoft.com/office/drawing/2014/main" id="{8A24240F-4445-49C3-B84F-A5C4A9BC27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27419" y="179825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1" name="Line 50">
              <a:extLst>
                <a:ext uri="{FF2B5EF4-FFF2-40B4-BE49-F238E27FC236}">
                  <a16:creationId xmlns:a16="http://schemas.microsoft.com/office/drawing/2014/main" id="{926F728C-247E-4B8C-A296-0EF75449D2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27419" y="1798252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2" name="Line 51">
              <a:extLst>
                <a:ext uri="{FF2B5EF4-FFF2-40B4-BE49-F238E27FC236}">
                  <a16:creationId xmlns:a16="http://schemas.microsoft.com/office/drawing/2014/main" id="{457C00A6-30A8-4C3F-B8C9-92EA51DE9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1230" y="179825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3" name="Line 52">
              <a:extLst>
                <a:ext uri="{FF2B5EF4-FFF2-40B4-BE49-F238E27FC236}">
                  <a16:creationId xmlns:a16="http://schemas.microsoft.com/office/drawing/2014/main" id="{2FB6B647-EEAA-40F5-B386-517A43BE86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1230" y="2101840"/>
              <a:ext cx="275489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4" name="Line 12">
              <a:extLst>
                <a:ext uri="{FF2B5EF4-FFF2-40B4-BE49-F238E27FC236}">
                  <a16:creationId xmlns:a16="http://schemas.microsoft.com/office/drawing/2014/main" id="{3D774103-EDA8-4B07-9817-8B3B2FC813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37213" y="180584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5" name="Line 13">
              <a:extLst>
                <a:ext uri="{FF2B5EF4-FFF2-40B4-BE49-F238E27FC236}">
                  <a16:creationId xmlns:a16="http://schemas.microsoft.com/office/drawing/2014/main" id="{A5921B4D-B406-4D8C-BF62-6817662F15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37213" y="1805842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6" name="Line 14">
              <a:extLst>
                <a:ext uri="{FF2B5EF4-FFF2-40B4-BE49-F238E27FC236}">
                  <a16:creationId xmlns:a16="http://schemas.microsoft.com/office/drawing/2014/main" id="{96FEE8A6-EEC4-4DB6-91A3-BE9E22CAD9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44836" y="180584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Line 15">
              <a:extLst>
                <a:ext uri="{FF2B5EF4-FFF2-40B4-BE49-F238E27FC236}">
                  <a16:creationId xmlns:a16="http://schemas.microsoft.com/office/drawing/2014/main" id="{23643652-AF03-4273-8215-DC98267BDB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41024" y="180584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8" name="Line 16">
              <a:extLst>
                <a:ext uri="{FF2B5EF4-FFF2-40B4-BE49-F238E27FC236}">
                  <a16:creationId xmlns:a16="http://schemas.microsoft.com/office/drawing/2014/main" id="{E7BFA1FC-B7CE-461C-A081-2C08E354B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41024" y="2109431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9" name="Line 17">
              <a:extLst>
                <a:ext uri="{FF2B5EF4-FFF2-40B4-BE49-F238E27FC236}">
                  <a16:creationId xmlns:a16="http://schemas.microsoft.com/office/drawing/2014/main" id="{28802841-7A23-49BD-88D6-A93BEAE892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44836" y="1805842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0" name="Line 18">
              <a:extLst>
                <a:ext uri="{FF2B5EF4-FFF2-40B4-BE49-F238E27FC236}">
                  <a16:creationId xmlns:a16="http://schemas.microsoft.com/office/drawing/2014/main" id="{3F727C35-2AEA-4248-AB81-AF6191716F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52459" y="180584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1" name="Line 19">
              <a:extLst>
                <a:ext uri="{FF2B5EF4-FFF2-40B4-BE49-F238E27FC236}">
                  <a16:creationId xmlns:a16="http://schemas.microsoft.com/office/drawing/2014/main" id="{3571C3A0-3B17-4371-9852-0254929548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8648" y="180584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2" name="Line 20">
              <a:extLst>
                <a:ext uri="{FF2B5EF4-FFF2-40B4-BE49-F238E27FC236}">
                  <a16:creationId xmlns:a16="http://schemas.microsoft.com/office/drawing/2014/main" id="{7343023B-0C7A-4B19-8941-C9F2FEF57F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8648" y="2109431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Line 21">
              <a:extLst>
                <a:ext uri="{FF2B5EF4-FFF2-40B4-BE49-F238E27FC236}">
                  <a16:creationId xmlns:a16="http://schemas.microsoft.com/office/drawing/2014/main" id="{A76DEA04-F0EE-4CCD-8464-F4D05C5DD3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52459" y="1805842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Line 23">
              <a:extLst>
                <a:ext uri="{FF2B5EF4-FFF2-40B4-BE49-F238E27FC236}">
                  <a16:creationId xmlns:a16="http://schemas.microsoft.com/office/drawing/2014/main" id="{51EEDA80-CE2D-407E-B812-6499A46867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6271" y="180584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Line 24">
              <a:extLst>
                <a:ext uri="{FF2B5EF4-FFF2-40B4-BE49-F238E27FC236}">
                  <a16:creationId xmlns:a16="http://schemas.microsoft.com/office/drawing/2014/main" id="{61F9F3E3-28AD-4C08-8299-B5B00BBC2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6271" y="2109431"/>
              <a:ext cx="290939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6" name="Line 49">
              <a:extLst>
                <a:ext uri="{FF2B5EF4-FFF2-40B4-BE49-F238E27FC236}">
                  <a16:creationId xmlns:a16="http://schemas.microsoft.com/office/drawing/2014/main" id="{B2BC0307-0F85-4581-9EC8-730B6C91BA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27016" y="180584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Line 50">
              <a:extLst>
                <a:ext uri="{FF2B5EF4-FFF2-40B4-BE49-F238E27FC236}">
                  <a16:creationId xmlns:a16="http://schemas.microsoft.com/office/drawing/2014/main" id="{AB3B9205-8280-4C03-BFA7-6C94A20757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27016" y="1805842"/>
              <a:ext cx="306385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Line 51">
              <a:extLst>
                <a:ext uri="{FF2B5EF4-FFF2-40B4-BE49-F238E27FC236}">
                  <a16:creationId xmlns:a16="http://schemas.microsoft.com/office/drawing/2014/main" id="{3A56247E-2903-47DE-84BD-19382FF3B5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3401" y="180584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Line 52">
              <a:extLst>
                <a:ext uri="{FF2B5EF4-FFF2-40B4-BE49-F238E27FC236}">
                  <a16:creationId xmlns:a16="http://schemas.microsoft.com/office/drawing/2014/main" id="{5ABA14C4-CDE8-4797-B930-E1064DAB73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3401" y="2109431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Line 12">
              <a:extLst>
                <a:ext uri="{FF2B5EF4-FFF2-40B4-BE49-F238E27FC236}">
                  <a16:creationId xmlns:a16="http://schemas.microsoft.com/office/drawing/2014/main" id="{BDD253CB-F748-4CD6-9E4D-9DC6BA8F20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962557" y="180584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1" name="Line 49">
              <a:extLst>
                <a:ext uri="{FF2B5EF4-FFF2-40B4-BE49-F238E27FC236}">
                  <a16:creationId xmlns:a16="http://schemas.microsoft.com/office/drawing/2014/main" id="{895A706E-2846-4E84-94C9-446654F3B9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54933" y="180584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2" name="Line 50">
              <a:extLst>
                <a:ext uri="{FF2B5EF4-FFF2-40B4-BE49-F238E27FC236}">
                  <a16:creationId xmlns:a16="http://schemas.microsoft.com/office/drawing/2014/main" id="{E7CC6ECE-D5F1-4680-BA73-2438BB246E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54933" y="1805842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3" name="Line 51">
              <a:extLst>
                <a:ext uri="{FF2B5EF4-FFF2-40B4-BE49-F238E27FC236}">
                  <a16:creationId xmlns:a16="http://schemas.microsoft.com/office/drawing/2014/main" id="{109426D7-8FE5-47AD-AEA5-13CA24621A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58745" y="180584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4" name="Line 52">
              <a:extLst>
                <a:ext uri="{FF2B5EF4-FFF2-40B4-BE49-F238E27FC236}">
                  <a16:creationId xmlns:a16="http://schemas.microsoft.com/office/drawing/2014/main" id="{1019563B-9692-4656-8E23-50A3CB9953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58745" y="2109431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6" name="Line 52">
              <a:extLst>
                <a:ext uri="{FF2B5EF4-FFF2-40B4-BE49-F238E27FC236}">
                  <a16:creationId xmlns:a16="http://schemas.microsoft.com/office/drawing/2014/main" id="{C0E7BA40-0E8E-40A6-97A0-61EA74B54D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70281" y="1805842"/>
              <a:ext cx="303812" cy="0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7" name="Line 51">
              <a:extLst>
                <a:ext uri="{FF2B5EF4-FFF2-40B4-BE49-F238E27FC236}">
                  <a16:creationId xmlns:a16="http://schemas.microsoft.com/office/drawing/2014/main" id="{403C2349-E18E-4C1C-AA69-17E055984A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74093" y="1815962"/>
              <a:ext cx="0" cy="30358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8853" name="组合 94">
            <a:extLst>
              <a:ext uri="{FF2B5EF4-FFF2-40B4-BE49-F238E27FC236}">
                <a16:creationId xmlns:a16="http://schemas.microsoft.com/office/drawing/2014/main" id="{76829819-0480-4F57-A0A8-0D4FFBE1F62B}"/>
              </a:ext>
            </a:extLst>
          </p:cNvPr>
          <p:cNvGrpSpPr>
            <a:grpSpLocks/>
          </p:cNvGrpSpPr>
          <p:nvPr/>
        </p:nvGrpSpPr>
        <p:grpSpPr bwMode="auto">
          <a:xfrm>
            <a:off x="1255713" y="4495800"/>
            <a:ext cx="6740525" cy="612775"/>
            <a:chOff x="1319472" y="5329193"/>
            <a:chExt cx="9478208" cy="860978"/>
          </a:xfrm>
        </p:grpSpPr>
        <p:grpSp>
          <p:nvGrpSpPr>
            <p:cNvPr id="78978" name="组合 95">
              <a:extLst>
                <a:ext uri="{FF2B5EF4-FFF2-40B4-BE49-F238E27FC236}">
                  <a16:creationId xmlns:a16="http://schemas.microsoft.com/office/drawing/2014/main" id="{BDC9C624-B34E-4929-8425-3CF33D5152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3150" y="5329193"/>
              <a:ext cx="9474530" cy="437589"/>
              <a:chOff x="1051718" y="5744711"/>
              <a:chExt cx="10927372" cy="497964"/>
            </a:xfrm>
          </p:grpSpPr>
          <p:sp>
            <p:nvSpPr>
              <p:cNvPr id="127" name="object 62">
                <a:extLst>
                  <a:ext uri="{FF2B5EF4-FFF2-40B4-BE49-F238E27FC236}">
                    <a16:creationId xmlns:a16="http://schemas.microsoft.com/office/drawing/2014/main" id="{D052B76C-B0C4-4208-91C6-B5A68590C89D}"/>
                  </a:ext>
                </a:extLst>
              </p:cNvPr>
              <p:cNvSpPr/>
              <p:nvPr/>
            </p:nvSpPr>
            <p:spPr>
              <a:xfrm>
                <a:off x="3498464" y="5876700"/>
                <a:ext cx="581852" cy="230982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FF9900"/>
                </a:fgClr>
                <a:bgClr>
                  <a:schemeClr val="bg1"/>
                </a:bgClr>
              </a:pattFill>
              <a:ln>
                <a:noFill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srgbClr val="ED7D31"/>
                  </a:solidFill>
                  <a:latin typeface="Calibri"/>
                </a:endParaRPr>
              </a:p>
            </p:txBody>
          </p:sp>
          <p:sp>
            <p:nvSpPr>
              <p:cNvPr id="128" name="Line 88">
                <a:extLst>
                  <a:ext uri="{FF2B5EF4-FFF2-40B4-BE49-F238E27FC236}">
                    <a16:creationId xmlns:a16="http://schemas.microsoft.com/office/drawing/2014/main" id="{1C864BCF-6360-4DB6-95EE-53508115A2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0441" y="5876700"/>
                <a:ext cx="607598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29" name="Text Box 68">
                <a:extLst>
                  <a:ext uri="{FF2B5EF4-FFF2-40B4-BE49-F238E27FC236}">
                    <a16:creationId xmlns:a16="http://schemas.microsoft.com/office/drawing/2014/main" id="{ED38AA44-C8A9-4BC0-B675-B871F7B029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2625" y="5744711"/>
                <a:ext cx="607598" cy="497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9pPr>
              </a:lstStyle>
              <a:p>
                <a:pPr algn="ctr" defTabSz="685708" eaLnBrk="1" hangingPunct="1">
                  <a:spcBef>
                    <a:spcPct val="50000"/>
                  </a:spcBef>
                  <a:defRPr/>
                </a:pPr>
                <a:r>
                  <a:rPr lang="en-US" altLang="zh-CN" sz="1422" kern="0" dirty="0">
                    <a:solidFill>
                      <a:srgbClr val="ED7D3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T</a:t>
                </a:r>
                <a:r>
                  <a:rPr lang="en-US" altLang="zh-CN" sz="1422" kern="0" baseline="-25000" dirty="0">
                    <a:solidFill>
                      <a:srgbClr val="ED7D3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  <a:endParaRPr lang="el-GR" altLang="zh-CN" sz="1422" kern="0" baseline="-25000" dirty="0">
                  <a:solidFill>
                    <a:srgbClr val="ED7D3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0" name="Line 85">
                <a:extLst>
                  <a:ext uri="{FF2B5EF4-FFF2-40B4-BE49-F238E27FC236}">
                    <a16:creationId xmlns:a16="http://schemas.microsoft.com/office/drawing/2014/main" id="{26F68D0F-2A40-4D8A-A5CD-9D568E14A6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60223" y="6102606"/>
                <a:ext cx="1820219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31" name="Line 87">
                <a:extLst>
                  <a:ext uri="{FF2B5EF4-FFF2-40B4-BE49-F238E27FC236}">
                    <a16:creationId xmlns:a16="http://schemas.microsoft.com/office/drawing/2014/main" id="{B370AB92-9938-431B-9E31-FA21E39D81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80441" y="5876700"/>
                <a:ext cx="0" cy="225906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32" name="Line 89">
                <a:extLst>
                  <a:ext uri="{FF2B5EF4-FFF2-40B4-BE49-F238E27FC236}">
                    <a16:creationId xmlns:a16="http://schemas.microsoft.com/office/drawing/2014/main" id="{676DE587-B401-4465-990A-6F19238DFC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8039" y="5876700"/>
                <a:ext cx="0" cy="225906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ln>
                    <a:solidFill>
                      <a:sysClr val="windowText" lastClr="000000"/>
                    </a:solidFill>
                  </a:ln>
                  <a:solidFill>
                    <a:srgbClr val="ED7D31"/>
                  </a:solidFill>
                </a:endParaRPr>
              </a:p>
            </p:txBody>
          </p:sp>
          <p:sp>
            <p:nvSpPr>
              <p:cNvPr id="133" name="Line 90">
                <a:extLst>
                  <a:ext uri="{FF2B5EF4-FFF2-40B4-BE49-F238E27FC236}">
                    <a16:creationId xmlns:a16="http://schemas.microsoft.com/office/drawing/2014/main" id="{09D548B1-D889-469A-BAF5-D09BBE631C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8039" y="6102606"/>
                <a:ext cx="3032841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36" name="object 62">
                <a:extLst>
                  <a:ext uri="{FF2B5EF4-FFF2-40B4-BE49-F238E27FC236}">
                    <a16:creationId xmlns:a16="http://schemas.microsoft.com/office/drawing/2014/main" id="{37F8860F-26E0-49B4-9C1B-9A9B61735731}"/>
                  </a:ext>
                </a:extLst>
              </p:cNvPr>
              <p:cNvSpPr/>
              <p:nvPr/>
            </p:nvSpPr>
            <p:spPr>
              <a:xfrm>
                <a:off x="7151775" y="5876700"/>
                <a:ext cx="581852" cy="230982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FF9900"/>
                </a:fgClr>
                <a:bgClr>
                  <a:schemeClr val="bg1"/>
                </a:bgClr>
              </a:pattFill>
              <a:ln>
                <a:noFill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srgbClr val="ED7D31"/>
                  </a:solidFill>
                  <a:latin typeface="Calibri"/>
                </a:endParaRPr>
              </a:p>
            </p:txBody>
          </p:sp>
          <p:grpSp>
            <p:nvGrpSpPr>
              <p:cNvPr id="79002" name="组合 136">
                <a:extLst>
                  <a:ext uri="{FF2B5EF4-FFF2-40B4-BE49-F238E27FC236}">
                    <a16:creationId xmlns:a16="http://schemas.microsoft.com/office/drawing/2014/main" id="{A72DF51F-50D9-4FFC-B38F-B7DE717D8A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24082" y="5857841"/>
                <a:ext cx="4220337" cy="250174"/>
                <a:chOff x="1332574" y="4736451"/>
                <a:chExt cx="4220337" cy="334829"/>
              </a:xfrm>
            </p:grpSpPr>
            <p:sp>
              <p:nvSpPr>
                <p:cNvPr id="144" name="Line 87">
                  <a:extLst>
                    <a:ext uri="{FF2B5EF4-FFF2-40B4-BE49-F238E27FC236}">
                      <a16:creationId xmlns:a16="http://schemas.microsoft.com/office/drawing/2014/main" id="{DB454201-6B7D-4608-91AB-6CCEE466BC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31948" y="4761692"/>
                  <a:ext cx="0" cy="302349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45" name="Line 88">
                  <a:extLst>
                    <a:ext uri="{FF2B5EF4-FFF2-40B4-BE49-F238E27FC236}">
                      <a16:creationId xmlns:a16="http://schemas.microsoft.com/office/drawing/2014/main" id="{021682B8-86CD-409B-BD5B-C4305F7326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37097" y="4754897"/>
                  <a:ext cx="589575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46" name="Line 89">
                  <a:extLst>
                    <a:ext uri="{FF2B5EF4-FFF2-40B4-BE49-F238E27FC236}">
                      <a16:creationId xmlns:a16="http://schemas.microsoft.com/office/drawing/2014/main" id="{F29E0C4E-5531-44B5-8228-F9937C930E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2120" y="4768486"/>
                  <a:ext cx="0" cy="302349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ln>
                      <a:solidFill>
                        <a:sysClr val="windowText" lastClr="000000"/>
                      </a:solidFill>
                    </a:ln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47" name="Line 90">
                  <a:extLst>
                    <a:ext uri="{FF2B5EF4-FFF2-40B4-BE49-F238E27FC236}">
                      <a16:creationId xmlns:a16="http://schemas.microsoft.com/office/drawing/2014/main" id="{DFF36468-6CC9-4C9D-859A-8B4BABFC37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4695" y="5067437"/>
                  <a:ext cx="1192024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284" name="Line 87">
                  <a:extLst>
                    <a:ext uri="{FF2B5EF4-FFF2-40B4-BE49-F238E27FC236}">
                      <a16:creationId xmlns:a16="http://schemas.microsoft.com/office/drawing/2014/main" id="{4F3FA6E6-603D-4366-9508-E5EE1C61DD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4145" y="4748103"/>
                  <a:ext cx="0" cy="302349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285" name="Line 88">
                  <a:extLst>
                    <a:ext uri="{FF2B5EF4-FFF2-40B4-BE49-F238E27FC236}">
                      <a16:creationId xmlns:a16="http://schemas.microsoft.com/office/drawing/2014/main" id="{FA58137D-63D1-44F8-845A-571C611762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6719" y="4737913"/>
                  <a:ext cx="589577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286" name="Line 89">
                  <a:extLst>
                    <a:ext uri="{FF2B5EF4-FFF2-40B4-BE49-F238E27FC236}">
                      <a16:creationId xmlns:a16="http://schemas.microsoft.com/office/drawing/2014/main" id="{4EBA8482-72EF-444A-83FD-6C09DC884B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41743" y="4751501"/>
                  <a:ext cx="0" cy="302347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ln>
                      <a:solidFill>
                        <a:sysClr val="windowText" lastClr="000000"/>
                      </a:solidFill>
                    </a:ln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287" name="Line 90">
                  <a:extLst>
                    <a:ext uri="{FF2B5EF4-FFF2-40B4-BE49-F238E27FC236}">
                      <a16:creationId xmlns:a16="http://schemas.microsoft.com/office/drawing/2014/main" id="{A39C586E-D839-4E8C-9B01-04E37BB570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54616" y="5060642"/>
                  <a:ext cx="1799624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</p:grpSp>
          <p:sp>
            <p:nvSpPr>
              <p:cNvPr id="138" name="object 62">
                <a:extLst>
                  <a:ext uri="{FF2B5EF4-FFF2-40B4-BE49-F238E27FC236}">
                    <a16:creationId xmlns:a16="http://schemas.microsoft.com/office/drawing/2014/main" id="{77EC9203-0FD7-4E2E-BD74-C8CEFC132082}"/>
                  </a:ext>
                </a:extLst>
              </p:cNvPr>
              <p:cNvSpPr/>
              <p:nvPr/>
            </p:nvSpPr>
            <p:spPr>
              <a:xfrm>
                <a:off x="11376641" y="5881777"/>
                <a:ext cx="581852" cy="230982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FF9900"/>
                </a:fgClr>
                <a:bgClr>
                  <a:schemeClr val="bg1"/>
                </a:bgClr>
              </a:pattFill>
              <a:ln>
                <a:noFill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srgbClr val="ED7D31"/>
                  </a:solidFill>
                  <a:latin typeface="Calibri"/>
                </a:endParaRPr>
              </a:p>
            </p:txBody>
          </p:sp>
          <p:grpSp>
            <p:nvGrpSpPr>
              <p:cNvPr id="79004" name="组合 138">
                <a:extLst>
                  <a:ext uri="{FF2B5EF4-FFF2-40B4-BE49-F238E27FC236}">
                    <a16:creationId xmlns:a16="http://schemas.microsoft.com/office/drawing/2014/main" id="{ED83022D-0F9D-49B0-BC09-822437098E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363622" y="5857834"/>
                <a:ext cx="615468" cy="239612"/>
                <a:chOff x="3147034" y="4746367"/>
                <a:chExt cx="615468" cy="320694"/>
              </a:xfrm>
            </p:grpSpPr>
            <p:sp>
              <p:nvSpPr>
                <p:cNvPr id="140" name="Line 87">
                  <a:extLst>
                    <a:ext uri="{FF2B5EF4-FFF2-40B4-BE49-F238E27FC236}">
                      <a16:creationId xmlns:a16="http://schemas.microsoft.com/office/drawing/2014/main" id="{5F439C20-01C5-43C9-9D87-E3ABF5C74D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47180" y="4747839"/>
                  <a:ext cx="0" cy="302348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41" name="Line 88">
                  <a:extLst>
                    <a:ext uri="{FF2B5EF4-FFF2-40B4-BE49-F238E27FC236}">
                      <a16:creationId xmlns:a16="http://schemas.microsoft.com/office/drawing/2014/main" id="{3F40D470-9961-4BB3-8EA8-6B4D091E22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4904" y="4747839"/>
                  <a:ext cx="607598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42" name="Line 89">
                  <a:extLst>
                    <a:ext uri="{FF2B5EF4-FFF2-40B4-BE49-F238E27FC236}">
                      <a16:creationId xmlns:a16="http://schemas.microsoft.com/office/drawing/2014/main" id="{99CCADBA-E0A8-4AA7-9D05-DD90CAC54C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9755" y="4764824"/>
                  <a:ext cx="0" cy="30235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ln>
                      <a:solidFill>
                        <a:sysClr val="windowText" lastClr="000000"/>
                      </a:solidFill>
                    </a:ln>
                    <a:solidFill>
                      <a:srgbClr val="ED7D31"/>
                    </a:solidFill>
                  </a:endParaRPr>
                </a:p>
              </p:txBody>
            </p:sp>
          </p:grpSp>
          <p:sp>
            <p:nvSpPr>
              <p:cNvPr id="288" name="object 62">
                <a:extLst>
                  <a:ext uri="{FF2B5EF4-FFF2-40B4-BE49-F238E27FC236}">
                    <a16:creationId xmlns:a16="http://schemas.microsoft.com/office/drawing/2014/main" id="{BC21AD27-F9E8-468C-95A1-EFE5C288E5DB}"/>
                  </a:ext>
                </a:extLst>
              </p:cNvPr>
              <p:cNvSpPr/>
              <p:nvPr/>
            </p:nvSpPr>
            <p:spPr>
              <a:xfrm>
                <a:off x="8946249" y="5876700"/>
                <a:ext cx="581852" cy="230982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FF9900"/>
                </a:fgClr>
                <a:bgClr>
                  <a:schemeClr val="bg1"/>
                </a:bgClr>
              </a:pattFill>
              <a:ln>
                <a:noFill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srgbClr val="ED7D31"/>
                  </a:solidFill>
                  <a:latin typeface="Calibri"/>
                </a:endParaRPr>
              </a:p>
            </p:txBody>
          </p:sp>
        </p:grpSp>
        <p:grpSp>
          <p:nvGrpSpPr>
            <p:cNvPr id="78979" name="组合 96">
              <a:extLst>
                <a:ext uri="{FF2B5EF4-FFF2-40B4-BE49-F238E27FC236}">
                  <a16:creationId xmlns:a16="http://schemas.microsoft.com/office/drawing/2014/main" id="{46F7D68E-E90C-4CD6-92DA-179425820D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9472" y="5752581"/>
              <a:ext cx="9463424" cy="437590"/>
              <a:chOff x="1047477" y="6226510"/>
              <a:chExt cx="10914562" cy="497965"/>
            </a:xfrm>
          </p:grpSpPr>
          <p:sp>
            <p:nvSpPr>
              <p:cNvPr id="98" name="Text Box 69">
                <a:extLst>
                  <a:ext uri="{FF2B5EF4-FFF2-40B4-BE49-F238E27FC236}">
                    <a16:creationId xmlns:a16="http://schemas.microsoft.com/office/drawing/2014/main" id="{827A36A9-E1AC-4796-BFA6-4386BEB02B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7477" y="6226975"/>
                <a:ext cx="607598" cy="497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9pPr>
              </a:lstStyle>
              <a:p>
                <a:pPr algn="ctr" defTabSz="685708" eaLnBrk="1" hangingPunct="1">
                  <a:spcBef>
                    <a:spcPct val="50000"/>
                  </a:spcBef>
                  <a:defRPr/>
                </a:pPr>
                <a:r>
                  <a:rPr lang="en-US" altLang="zh-CN" sz="1422" kern="0" dirty="0">
                    <a:solidFill>
                      <a:srgbClr val="ED7D3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T</a:t>
                </a:r>
                <a:r>
                  <a:rPr lang="en-US" altLang="zh-CN" sz="1422" kern="0" baseline="-25000" dirty="0">
                    <a:solidFill>
                      <a:srgbClr val="ED7D3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4</a:t>
                </a:r>
                <a:endParaRPr lang="el-GR" altLang="zh-CN" sz="1422" kern="0" baseline="-25000" dirty="0">
                  <a:solidFill>
                    <a:srgbClr val="ED7D3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78981" name="组合 98">
                <a:extLst>
                  <a:ext uri="{FF2B5EF4-FFF2-40B4-BE49-F238E27FC236}">
                    <a16:creationId xmlns:a16="http://schemas.microsoft.com/office/drawing/2014/main" id="{A529DE37-7010-45FC-B7BC-212EF8614D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42319" y="6365006"/>
                <a:ext cx="10319720" cy="255053"/>
                <a:chOff x="1642319" y="6365006"/>
                <a:chExt cx="10319720" cy="255053"/>
              </a:xfrm>
            </p:grpSpPr>
            <p:sp>
              <p:nvSpPr>
                <p:cNvPr id="101" name="Line 88">
                  <a:extLst>
                    <a:ext uri="{FF2B5EF4-FFF2-40B4-BE49-F238E27FC236}">
                      <a16:creationId xmlns:a16="http://schemas.microsoft.com/office/drawing/2014/main" id="{FAFFAB5A-6135-4302-9B71-B4D3CBAAB8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85466" y="6366581"/>
                  <a:ext cx="607598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03" name="Line 85">
                  <a:extLst>
                    <a:ext uri="{FF2B5EF4-FFF2-40B4-BE49-F238E27FC236}">
                      <a16:creationId xmlns:a16="http://schemas.microsoft.com/office/drawing/2014/main" id="{B8D5566A-49D6-4BF9-AC8D-55F445A5CE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42201" y="6602639"/>
                  <a:ext cx="2443265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04" name="object 62">
                  <a:extLst>
                    <a:ext uri="{FF2B5EF4-FFF2-40B4-BE49-F238E27FC236}">
                      <a16:creationId xmlns:a16="http://schemas.microsoft.com/office/drawing/2014/main" id="{3134CE29-85FF-450C-A5A7-90834239691F}"/>
                    </a:ext>
                  </a:extLst>
                </p:cNvPr>
                <p:cNvSpPr/>
                <p:nvPr/>
              </p:nvSpPr>
              <p:spPr>
                <a:xfrm>
                  <a:off x="4093189" y="6379271"/>
                  <a:ext cx="584428" cy="230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1139" h="315594">
                      <a:moveTo>
                        <a:pt x="0" y="0"/>
                      </a:moveTo>
                      <a:lnTo>
                        <a:pt x="0" y="315468"/>
                      </a:lnTo>
                      <a:lnTo>
                        <a:pt x="1501139" y="315468"/>
                      </a:lnTo>
                      <a:lnTo>
                        <a:pt x="150113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pattFill prst="ltUpDiag">
                  <a:fgClr>
                    <a:srgbClr val="FF9900"/>
                  </a:fgClr>
                  <a:bgClr>
                    <a:schemeClr val="bg1"/>
                  </a:bgClr>
                </a:pattFill>
                <a:ln>
                  <a:solidFill>
                    <a:srgbClr val="ED7D31"/>
                  </a:solidFill>
                </a:ln>
              </p:spPr>
              <p:txBody>
                <a:bodyPr lIns="0" tIns="0" rIns="0" bIns="0"/>
                <a:lstStyle/>
                <a:p>
                  <a:pPr>
                    <a:defRPr/>
                  </a:pPr>
                  <a:endParaRPr sz="995">
                    <a:solidFill>
                      <a:srgbClr val="ED7D31"/>
                    </a:solidFill>
                    <a:latin typeface="Calibri"/>
                  </a:endParaRPr>
                </a:p>
              </p:txBody>
            </p:sp>
            <p:sp>
              <p:nvSpPr>
                <p:cNvPr id="105" name="Line 87">
                  <a:extLst>
                    <a:ext uri="{FF2B5EF4-FFF2-40B4-BE49-F238E27FC236}">
                      <a16:creationId xmlns:a16="http://schemas.microsoft.com/office/drawing/2014/main" id="{C7B63798-D1D8-4974-B1EE-18950C6A8A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85466" y="6376734"/>
                  <a:ext cx="0" cy="225905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06" name="Line 89">
                  <a:extLst>
                    <a:ext uri="{FF2B5EF4-FFF2-40B4-BE49-F238E27FC236}">
                      <a16:creationId xmlns:a16="http://schemas.microsoft.com/office/drawing/2014/main" id="{2C315B48-6F8F-4311-A1C0-1E74DD245D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93064" y="6376734"/>
                  <a:ext cx="0" cy="225905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ln>
                      <a:solidFill>
                        <a:sysClr val="windowText" lastClr="000000"/>
                      </a:solidFill>
                    </a:ln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07" name="Line 90">
                  <a:extLst>
                    <a:ext uri="{FF2B5EF4-FFF2-40B4-BE49-F238E27FC236}">
                      <a16:creationId xmlns:a16="http://schemas.microsoft.com/office/drawing/2014/main" id="{C9D269C8-E3D6-4D2F-AA0C-A6D80DD661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90489" y="6602639"/>
                  <a:ext cx="4853061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110" name="object 62">
                  <a:extLst>
                    <a:ext uri="{FF2B5EF4-FFF2-40B4-BE49-F238E27FC236}">
                      <a16:creationId xmlns:a16="http://schemas.microsoft.com/office/drawing/2014/main" id="{4F6C2BB5-78BA-4CEF-8A3A-F1EF38C8E3B6}"/>
                    </a:ext>
                  </a:extLst>
                </p:cNvPr>
                <p:cNvSpPr/>
                <p:nvPr/>
              </p:nvSpPr>
              <p:spPr>
                <a:xfrm>
                  <a:off x="9548699" y="6391964"/>
                  <a:ext cx="581852" cy="228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1139" h="315594">
                      <a:moveTo>
                        <a:pt x="0" y="0"/>
                      </a:moveTo>
                      <a:lnTo>
                        <a:pt x="0" y="315468"/>
                      </a:lnTo>
                      <a:lnTo>
                        <a:pt x="1501139" y="315468"/>
                      </a:lnTo>
                      <a:lnTo>
                        <a:pt x="150113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pattFill prst="ltUpDiag">
                  <a:fgClr>
                    <a:srgbClr val="FF9900"/>
                  </a:fgClr>
                  <a:bgClr>
                    <a:schemeClr val="bg1"/>
                  </a:bgClr>
                </a:pattFill>
                <a:ln>
                  <a:noFill/>
                </a:ln>
              </p:spPr>
              <p:txBody>
                <a:bodyPr lIns="0" tIns="0" rIns="0" bIns="0"/>
                <a:lstStyle/>
                <a:p>
                  <a:pPr>
                    <a:defRPr/>
                  </a:pPr>
                  <a:endParaRPr sz="995">
                    <a:solidFill>
                      <a:srgbClr val="ED7D31"/>
                    </a:solidFill>
                    <a:latin typeface="Calibri"/>
                  </a:endParaRPr>
                </a:p>
              </p:txBody>
            </p:sp>
            <p:grpSp>
              <p:nvGrpSpPr>
                <p:cNvPr id="78989" name="组合 110">
                  <a:extLst>
                    <a:ext uri="{FF2B5EF4-FFF2-40B4-BE49-F238E27FC236}">
                      <a16:creationId xmlns:a16="http://schemas.microsoft.com/office/drawing/2014/main" id="{8DB8E1F4-7AD4-4753-9B35-186CDE32272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536162" y="6370974"/>
                  <a:ext cx="2425877" cy="231698"/>
                  <a:chOff x="3139420" y="4756960"/>
                  <a:chExt cx="2425877" cy="310101"/>
                </a:xfrm>
              </p:grpSpPr>
              <p:sp>
                <p:nvSpPr>
                  <p:cNvPr id="119" name="Line 87">
                    <a:extLst>
                      <a:ext uri="{FF2B5EF4-FFF2-40B4-BE49-F238E27FC236}">
                        <a16:creationId xmlns:a16="http://schemas.microsoft.com/office/drawing/2014/main" id="{C9695E7B-1326-4735-8460-7E662523422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738958" y="4761270"/>
                    <a:ext cx="0" cy="305746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ED7D3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ED7D31"/>
                      </a:solidFill>
                    </a:endParaRPr>
                  </a:p>
                </p:txBody>
              </p:sp>
              <p:sp>
                <p:nvSpPr>
                  <p:cNvPr id="120" name="Line 88">
                    <a:extLst>
                      <a:ext uri="{FF2B5EF4-FFF2-40B4-BE49-F238E27FC236}">
                        <a16:creationId xmlns:a16="http://schemas.microsoft.com/office/drawing/2014/main" id="{6D3A9E9C-B8EF-430D-ACCB-19F0068585F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46807" y="4757874"/>
                    <a:ext cx="576703" cy="0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ED7D3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ED7D31"/>
                      </a:solidFill>
                    </a:endParaRPr>
                  </a:p>
                </p:txBody>
              </p:sp>
              <p:sp>
                <p:nvSpPr>
                  <p:cNvPr id="121" name="Line 89">
                    <a:extLst>
                      <a:ext uri="{FF2B5EF4-FFF2-40B4-BE49-F238E27FC236}">
                        <a16:creationId xmlns:a16="http://schemas.microsoft.com/office/drawing/2014/main" id="{9E7B04E8-3326-475A-9AD5-0F48FD6E9B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39083" y="4771462"/>
                    <a:ext cx="0" cy="295554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ED7D3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ln>
                        <a:solidFill>
                          <a:sysClr val="windowText" lastClr="000000"/>
                        </a:solidFill>
                      </a:ln>
                      <a:solidFill>
                        <a:srgbClr val="ED7D31"/>
                      </a:solidFill>
                    </a:endParaRPr>
                  </a:p>
                </p:txBody>
              </p:sp>
              <p:sp>
                <p:nvSpPr>
                  <p:cNvPr id="122" name="Line 90">
                    <a:extLst>
                      <a:ext uri="{FF2B5EF4-FFF2-40B4-BE49-F238E27FC236}">
                        <a16:creationId xmlns:a16="http://schemas.microsoft.com/office/drawing/2014/main" id="{BC1B5106-5EA6-43E9-8397-78E5BFC702C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749256" y="5063620"/>
                    <a:ext cx="1815070" cy="0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ED7D3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ED7D31"/>
                      </a:solidFill>
                    </a:endParaRPr>
                  </a:p>
                </p:txBody>
              </p:sp>
            </p:grpSp>
          </p:grpSp>
        </p:grpSp>
      </p:grpSp>
      <p:grpSp>
        <p:nvGrpSpPr>
          <p:cNvPr id="78854" name="组合 151">
            <a:extLst>
              <a:ext uri="{FF2B5EF4-FFF2-40B4-BE49-F238E27FC236}">
                <a16:creationId xmlns:a16="http://schemas.microsoft.com/office/drawing/2014/main" id="{BEA653DD-CB9A-4847-8294-A875D0FAE956}"/>
              </a:ext>
            </a:extLst>
          </p:cNvPr>
          <p:cNvGrpSpPr>
            <a:grpSpLocks/>
          </p:cNvGrpSpPr>
          <p:nvPr/>
        </p:nvGrpSpPr>
        <p:grpSpPr bwMode="auto">
          <a:xfrm>
            <a:off x="1247775" y="4194175"/>
            <a:ext cx="6743700" cy="311150"/>
            <a:chOff x="1034574" y="5262912"/>
            <a:chExt cx="10935938" cy="497965"/>
          </a:xfrm>
        </p:grpSpPr>
        <p:sp>
          <p:nvSpPr>
            <p:cNvPr id="153" name="Text Box 67">
              <a:extLst>
                <a:ext uri="{FF2B5EF4-FFF2-40B4-BE49-F238E27FC236}">
                  <a16:creationId xmlns:a16="http://schemas.microsoft.com/office/drawing/2014/main" id="{728A76A0-1446-419E-8271-D2DEEC85EE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4574" y="5262912"/>
              <a:ext cx="607552" cy="4979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ctr" defTabSz="685708" eaLnBrk="1" hangingPunct="1">
                <a:spcBef>
                  <a:spcPct val="50000"/>
                </a:spcBef>
                <a:defRPr/>
              </a:pPr>
              <a:r>
                <a:rPr lang="en-US" altLang="zh-CN" sz="1422" kern="0" dirty="0">
                  <a:solidFill>
                    <a:srgbClr val="ED7D3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T</a:t>
              </a:r>
              <a:r>
                <a:rPr lang="en-US" altLang="zh-CN" sz="1422" kern="0" baseline="-25000" dirty="0">
                  <a:solidFill>
                    <a:srgbClr val="ED7D3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2</a:t>
              </a:r>
              <a:endParaRPr lang="el-GR" altLang="zh-CN" sz="1422" kern="0" baseline="-25000" dirty="0">
                <a:solidFill>
                  <a:srgbClr val="ED7D3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4" name="Line 85">
              <a:extLst>
                <a:ext uri="{FF2B5EF4-FFF2-40B4-BE49-F238E27FC236}">
                  <a16:creationId xmlns:a16="http://schemas.microsoft.com/office/drawing/2014/main" id="{BDCB0D78-9BAE-4BAF-80E4-CE34043817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0148" y="5605899"/>
              <a:ext cx="1215104" cy="0"/>
            </a:xfrm>
            <a:prstGeom prst="line">
              <a:avLst/>
            </a:prstGeom>
            <a:noFill/>
            <a:ln w="28575" cap="sq">
              <a:solidFill>
                <a:srgbClr val="ED7D3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rgbClr val="ED7D31"/>
                </a:solidFill>
              </a:endParaRPr>
            </a:p>
          </p:txBody>
        </p:sp>
        <p:sp>
          <p:nvSpPr>
            <p:cNvPr id="155" name="object 62">
              <a:extLst>
                <a:ext uri="{FF2B5EF4-FFF2-40B4-BE49-F238E27FC236}">
                  <a16:creationId xmlns:a16="http://schemas.microsoft.com/office/drawing/2014/main" id="{B77962CF-7645-4250-8104-5E31805B7E96}"/>
                </a:ext>
              </a:extLst>
            </p:cNvPr>
            <p:cNvSpPr/>
            <p:nvPr/>
          </p:nvSpPr>
          <p:spPr>
            <a:xfrm>
              <a:off x="2893272" y="5384863"/>
              <a:ext cx="581808" cy="231199"/>
            </a:xfrm>
            <a:custGeom>
              <a:avLst/>
              <a:gdLst/>
              <a:ahLst/>
              <a:cxnLst/>
              <a:rect l="l" t="t" r="r" b="b"/>
              <a:pathLst>
                <a:path w="1501139" h="315594">
                  <a:moveTo>
                    <a:pt x="0" y="0"/>
                  </a:moveTo>
                  <a:lnTo>
                    <a:pt x="0" y="315468"/>
                  </a:lnTo>
                  <a:lnTo>
                    <a:pt x="1501139" y="315468"/>
                  </a:lnTo>
                  <a:lnTo>
                    <a:pt x="1501139" y="0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rgbClr val="FF9900"/>
              </a:fgClr>
              <a:bgClr>
                <a:schemeClr val="bg1"/>
              </a:bgClr>
            </a:pattFill>
            <a:ln>
              <a:noFill/>
            </a:ln>
          </p:spPr>
          <p:txBody>
            <a:bodyPr lIns="0" tIns="0" rIns="0" bIns="0"/>
            <a:lstStyle/>
            <a:p>
              <a:pPr>
                <a:defRPr/>
              </a:pPr>
              <a:endParaRPr sz="995">
                <a:solidFill>
                  <a:srgbClr val="ED7D31"/>
                </a:solidFill>
                <a:latin typeface="Calibri"/>
              </a:endParaRPr>
            </a:p>
          </p:txBody>
        </p:sp>
        <p:sp>
          <p:nvSpPr>
            <p:cNvPr id="156" name="Line 87">
              <a:extLst>
                <a:ext uri="{FF2B5EF4-FFF2-40B4-BE49-F238E27FC236}">
                  <a16:creationId xmlns:a16="http://schemas.microsoft.com/office/drawing/2014/main" id="{BB615451-663B-4C7D-9646-6E1BEB184D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75252" y="5379781"/>
              <a:ext cx="0" cy="226118"/>
            </a:xfrm>
            <a:prstGeom prst="line">
              <a:avLst/>
            </a:prstGeom>
            <a:noFill/>
            <a:ln w="28575" cap="sq">
              <a:solidFill>
                <a:srgbClr val="ED7D3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rgbClr val="ED7D31"/>
                </a:solidFill>
              </a:endParaRPr>
            </a:p>
          </p:txBody>
        </p:sp>
        <p:sp>
          <p:nvSpPr>
            <p:cNvPr id="157" name="Line 89">
              <a:extLst>
                <a:ext uri="{FF2B5EF4-FFF2-40B4-BE49-F238E27FC236}">
                  <a16:creationId xmlns:a16="http://schemas.microsoft.com/office/drawing/2014/main" id="{ABA5E5CD-D93C-4216-AF11-F612C0B332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2804" y="5379781"/>
              <a:ext cx="0" cy="226118"/>
            </a:xfrm>
            <a:prstGeom prst="line">
              <a:avLst/>
            </a:prstGeom>
            <a:noFill/>
            <a:ln w="28575" cap="sq">
              <a:solidFill>
                <a:srgbClr val="ED7D3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ln>
                  <a:solidFill>
                    <a:sysClr val="windowText" lastClr="000000"/>
                  </a:solidFill>
                </a:ln>
                <a:solidFill>
                  <a:srgbClr val="ED7D31"/>
                </a:solidFill>
              </a:endParaRPr>
            </a:p>
          </p:txBody>
        </p:sp>
        <p:sp>
          <p:nvSpPr>
            <p:cNvPr id="158" name="Line 90">
              <a:extLst>
                <a:ext uri="{FF2B5EF4-FFF2-40B4-BE49-F238E27FC236}">
                  <a16:creationId xmlns:a16="http://schemas.microsoft.com/office/drawing/2014/main" id="{B2B5F331-9D03-486A-B5D4-00C5CB07A3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0229" y="5605899"/>
              <a:ext cx="1807210" cy="0"/>
            </a:xfrm>
            <a:prstGeom prst="line">
              <a:avLst/>
            </a:prstGeom>
            <a:noFill/>
            <a:ln w="28575" cap="sq">
              <a:solidFill>
                <a:srgbClr val="ED7D3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rgbClr val="ED7D31"/>
                </a:solidFill>
              </a:endParaRPr>
            </a:p>
          </p:txBody>
        </p:sp>
        <p:sp>
          <p:nvSpPr>
            <p:cNvPr id="159" name="object 62">
              <a:extLst>
                <a:ext uri="{FF2B5EF4-FFF2-40B4-BE49-F238E27FC236}">
                  <a16:creationId xmlns:a16="http://schemas.microsoft.com/office/drawing/2014/main" id="{7A8CED0A-BC01-4E0C-8BF0-D1303C44C942}"/>
                </a:ext>
              </a:extLst>
            </p:cNvPr>
            <p:cNvSpPr/>
            <p:nvPr/>
          </p:nvSpPr>
          <p:spPr>
            <a:xfrm>
              <a:off x="5320906" y="5392485"/>
              <a:ext cx="581808" cy="231197"/>
            </a:xfrm>
            <a:custGeom>
              <a:avLst/>
              <a:gdLst/>
              <a:ahLst/>
              <a:cxnLst/>
              <a:rect l="l" t="t" r="r" b="b"/>
              <a:pathLst>
                <a:path w="1501139" h="315594">
                  <a:moveTo>
                    <a:pt x="0" y="0"/>
                  </a:moveTo>
                  <a:lnTo>
                    <a:pt x="0" y="315468"/>
                  </a:lnTo>
                  <a:lnTo>
                    <a:pt x="1501139" y="315468"/>
                  </a:lnTo>
                  <a:lnTo>
                    <a:pt x="1501139" y="0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rgbClr val="FF9900"/>
              </a:fgClr>
              <a:bgClr>
                <a:schemeClr val="bg1"/>
              </a:bgClr>
            </a:pattFill>
            <a:ln>
              <a:noFill/>
            </a:ln>
          </p:spPr>
          <p:txBody>
            <a:bodyPr lIns="0" tIns="0" rIns="0" bIns="0"/>
            <a:lstStyle/>
            <a:p>
              <a:pPr>
                <a:defRPr/>
              </a:pPr>
              <a:endParaRPr sz="995">
                <a:solidFill>
                  <a:srgbClr val="ED7D31"/>
                </a:solidFill>
                <a:latin typeface="Calibri"/>
              </a:endParaRPr>
            </a:p>
          </p:txBody>
        </p:sp>
        <p:grpSp>
          <p:nvGrpSpPr>
            <p:cNvPr id="78955" name="组合 159">
              <a:extLst>
                <a:ext uri="{FF2B5EF4-FFF2-40B4-BE49-F238E27FC236}">
                  <a16:creationId xmlns:a16="http://schemas.microsoft.com/office/drawing/2014/main" id="{2CE21D02-3ECB-4FA9-8638-B68D21E48D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6691" y="5386779"/>
              <a:ext cx="1245434" cy="227669"/>
              <a:chOff x="2525497" y="4762352"/>
              <a:chExt cx="1245434" cy="304709"/>
            </a:xfrm>
          </p:grpSpPr>
          <p:sp>
            <p:nvSpPr>
              <p:cNvPr id="174" name="Line 87">
                <a:extLst>
                  <a:ext uri="{FF2B5EF4-FFF2-40B4-BE49-F238E27FC236}">
                    <a16:creationId xmlns:a16="http://schemas.microsoft.com/office/drawing/2014/main" id="{A8AFBA7C-0B24-4C7A-A6A8-903527C864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26245" y="4763190"/>
                <a:ext cx="0" cy="282229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75" name="Line 88">
                <a:extLst>
                  <a:ext uri="{FF2B5EF4-FFF2-40B4-BE49-F238E27FC236}">
                    <a16:creationId xmlns:a16="http://schemas.microsoft.com/office/drawing/2014/main" id="{473DC9A6-B84A-45D6-A55F-503D4221B6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1691" y="4763190"/>
                <a:ext cx="607552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76" name="Line 89">
                <a:extLst>
                  <a:ext uri="{FF2B5EF4-FFF2-40B4-BE49-F238E27FC236}">
                    <a16:creationId xmlns:a16="http://schemas.microsoft.com/office/drawing/2014/main" id="{B258DBFA-D235-4832-8CB0-D12BD17208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9243" y="4763190"/>
                <a:ext cx="0" cy="302631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ln>
                    <a:solidFill>
                      <a:sysClr val="windowText" lastClr="000000"/>
                    </a:solidFill>
                  </a:ln>
                  <a:solidFill>
                    <a:srgbClr val="ED7D31"/>
                  </a:solidFill>
                </a:endParaRPr>
              </a:p>
            </p:txBody>
          </p:sp>
          <p:sp>
            <p:nvSpPr>
              <p:cNvPr id="177" name="Line 90">
                <a:extLst>
                  <a:ext uri="{FF2B5EF4-FFF2-40B4-BE49-F238E27FC236}">
                    <a16:creationId xmlns:a16="http://schemas.microsoft.com/office/drawing/2014/main" id="{F5C442A0-35F7-40B7-8422-CCF424F1E8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6669" y="5065821"/>
                <a:ext cx="622998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</p:grpSp>
        <p:sp>
          <p:nvSpPr>
            <p:cNvPr id="161" name="object 62">
              <a:extLst>
                <a:ext uri="{FF2B5EF4-FFF2-40B4-BE49-F238E27FC236}">
                  <a16:creationId xmlns:a16="http://schemas.microsoft.com/office/drawing/2014/main" id="{D8B2F486-F3C3-495E-A12C-97C9C15CCC80}"/>
                </a:ext>
              </a:extLst>
            </p:cNvPr>
            <p:cNvSpPr/>
            <p:nvPr/>
          </p:nvSpPr>
          <p:spPr>
            <a:xfrm>
              <a:off x="6548882" y="5384863"/>
              <a:ext cx="584384" cy="231199"/>
            </a:xfrm>
            <a:custGeom>
              <a:avLst/>
              <a:gdLst/>
              <a:ahLst/>
              <a:cxnLst/>
              <a:rect l="l" t="t" r="r" b="b"/>
              <a:pathLst>
                <a:path w="1501139" h="315594">
                  <a:moveTo>
                    <a:pt x="0" y="0"/>
                  </a:moveTo>
                  <a:lnTo>
                    <a:pt x="0" y="315468"/>
                  </a:lnTo>
                  <a:lnTo>
                    <a:pt x="1501139" y="315468"/>
                  </a:lnTo>
                  <a:lnTo>
                    <a:pt x="1501139" y="0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rgbClr val="FF9900"/>
              </a:fgClr>
              <a:bgClr>
                <a:schemeClr val="bg1"/>
              </a:bgClr>
            </a:pattFill>
            <a:ln>
              <a:noFill/>
            </a:ln>
          </p:spPr>
          <p:txBody>
            <a:bodyPr lIns="0" tIns="0" rIns="0" bIns="0"/>
            <a:lstStyle/>
            <a:p>
              <a:pPr>
                <a:defRPr/>
              </a:pPr>
              <a:endParaRPr sz="995">
                <a:solidFill>
                  <a:srgbClr val="ED7D31"/>
                </a:solidFill>
                <a:latin typeface="Calibri"/>
              </a:endParaRPr>
            </a:p>
          </p:txBody>
        </p:sp>
        <p:grpSp>
          <p:nvGrpSpPr>
            <p:cNvPr id="78957" name="组合 161">
              <a:extLst>
                <a:ext uri="{FF2B5EF4-FFF2-40B4-BE49-F238E27FC236}">
                  <a16:creationId xmlns:a16="http://schemas.microsoft.com/office/drawing/2014/main" id="{352EC1DF-7632-46E4-886B-8606687DD1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32125" y="5364460"/>
              <a:ext cx="4225408" cy="258980"/>
              <a:chOff x="1345851" y="4742400"/>
              <a:chExt cx="4225408" cy="346616"/>
            </a:xfrm>
          </p:grpSpPr>
          <p:sp>
            <p:nvSpPr>
              <p:cNvPr id="170" name="Line 87">
                <a:extLst>
                  <a:ext uri="{FF2B5EF4-FFF2-40B4-BE49-F238E27FC236}">
                    <a16:creationId xmlns:a16="http://schemas.microsoft.com/office/drawing/2014/main" id="{7EA800B4-BC22-4E9B-BD55-C16B12638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44588" y="4742503"/>
                <a:ext cx="0" cy="306032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71" name="Line 88">
                <a:extLst>
                  <a:ext uri="{FF2B5EF4-FFF2-40B4-BE49-F238E27FC236}">
                    <a16:creationId xmlns:a16="http://schemas.microsoft.com/office/drawing/2014/main" id="{00EE33A4-1D76-4335-A6A3-163FAA2962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588" y="4742503"/>
                <a:ext cx="589531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72" name="Line 89">
                <a:extLst>
                  <a:ext uri="{FF2B5EF4-FFF2-40B4-BE49-F238E27FC236}">
                    <a16:creationId xmlns:a16="http://schemas.microsoft.com/office/drawing/2014/main" id="{66006BBB-2075-44D7-8E1F-C8E9B51107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4118" y="4756104"/>
                <a:ext cx="0" cy="306032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ln>
                    <a:solidFill>
                      <a:sysClr val="windowText" lastClr="000000"/>
                    </a:solidFill>
                  </a:ln>
                  <a:solidFill>
                    <a:srgbClr val="ED7D31"/>
                  </a:solidFill>
                </a:endParaRPr>
              </a:p>
            </p:txBody>
          </p:sp>
          <p:sp>
            <p:nvSpPr>
              <p:cNvPr id="173" name="Line 90">
                <a:extLst>
                  <a:ext uri="{FF2B5EF4-FFF2-40B4-BE49-F238E27FC236}">
                    <a16:creationId xmlns:a16="http://schemas.microsoft.com/office/drawing/2014/main" id="{D3BA8E67-4903-46BC-A3B5-5310B4276E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6694" y="5068937"/>
                <a:ext cx="1217678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279" name="Line 87">
                <a:extLst>
                  <a:ext uri="{FF2B5EF4-FFF2-40B4-BE49-F238E27FC236}">
                    <a16:creationId xmlns:a16="http://schemas.microsoft.com/office/drawing/2014/main" id="{139508DA-FB28-49EA-ACD2-8A49EE88B5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54371" y="4742503"/>
                <a:ext cx="0" cy="306032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280" name="Line 88">
                <a:extLst>
                  <a:ext uri="{FF2B5EF4-FFF2-40B4-BE49-F238E27FC236}">
                    <a16:creationId xmlns:a16="http://schemas.microsoft.com/office/drawing/2014/main" id="{CE2A698B-16AB-476C-BE16-692AFA954A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4371" y="4742503"/>
                <a:ext cx="589532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281" name="Line 89">
                <a:extLst>
                  <a:ext uri="{FF2B5EF4-FFF2-40B4-BE49-F238E27FC236}">
                    <a16:creationId xmlns:a16="http://schemas.microsoft.com/office/drawing/2014/main" id="{6B588322-F4DB-4FD2-89FC-E79FA6A534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3903" y="4756104"/>
                <a:ext cx="0" cy="306032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ln>
                    <a:solidFill>
                      <a:sysClr val="windowText" lastClr="000000"/>
                    </a:solidFill>
                  </a:ln>
                  <a:solidFill>
                    <a:srgbClr val="ED7D31"/>
                  </a:solidFill>
                </a:endParaRPr>
              </a:p>
            </p:txBody>
          </p:sp>
          <p:sp>
            <p:nvSpPr>
              <p:cNvPr id="282" name="Line 90">
                <a:extLst>
                  <a:ext uri="{FF2B5EF4-FFF2-40B4-BE49-F238E27FC236}">
                    <a16:creationId xmlns:a16="http://schemas.microsoft.com/office/drawing/2014/main" id="{CC9DAB8B-F1B1-455E-9175-9F1812CC51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9350" y="5089339"/>
                <a:ext cx="1812359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</p:grpSp>
        <p:sp>
          <p:nvSpPr>
            <p:cNvPr id="163" name="object 62">
              <a:extLst>
                <a:ext uri="{FF2B5EF4-FFF2-40B4-BE49-F238E27FC236}">
                  <a16:creationId xmlns:a16="http://schemas.microsoft.com/office/drawing/2014/main" id="{5F384CEF-D522-449C-8094-3A8211FE0893}"/>
                </a:ext>
              </a:extLst>
            </p:cNvPr>
            <p:cNvSpPr/>
            <p:nvPr/>
          </p:nvSpPr>
          <p:spPr>
            <a:xfrm>
              <a:off x="10760557" y="5387404"/>
              <a:ext cx="584384" cy="231197"/>
            </a:xfrm>
            <a:custGeom>
              <a:avLst/>
              <a:gdLst/>
              <a:ahLst/>
              <a:cxnLst/>
              <a:rect l="l" t="t" r="r" b="b"/>
              <a:pathLst>
                <a:path w="1501139" h="315594">
                  <a:moveTo>
                    <a:pt x="0" y="0"/>
                  </a:moveTo>
                  <a:lnTo>
                    <a:pt x="0" y="315468"/>
                  </a:lnTo>
                  <a:lnTo>
                    <a:pt x="1501139" y="315468"/>
                  </a:lnTo>
                  <a:lnTo>
                    <a:pt x="1501139" y="0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rgbClr val="FF9900"/>
              </a:fgClr>
              <a:bgClr>
                <a:schemeClr val="bg1"/>
              </a:bgClr>
            </a:pattFill>
            <a:ln>
              <a:noFill/>
            </a:ln>
          </p:spPr>
          <p:txBody>
            <a:bodyPr lIns="0" tIns="0" rIns="0" bIns="0"/>
            <a:lstStyle/>
            <a:p>
              <a:pPr>
                <a:defRPr/>
              </a:pPr>
              <a:endParaRPr sz="995">
                <a:solidFill>
                  <a:srgbClr val="ED7D31"/>
                </a:solidFill>
                <a:latin typeface="Calibri"/>
              </a:endParaRPr>
            </a:p>
          </p:txBody>
        </p:sp>
        <p:grpSp>
          <p:nvGrpSpPr>
            <p:cNvPr id="78959" name="组合 163">
              <a:extLst>
                <a:ext uri="{FF2B5EF4-FFF2-40B4-BE49-F238E27FC236}">
                  <a16:creationId xmlns:a16="http://schemas.microsoft.com/office/drawing/2014/main" id="{D2BF0F19-AA0C-4384-B5EE-9D4AB3AF46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50774" y="5359788"/>
              <a:ext cx="1219738" cy="239861"/>
              <a:chOff x="3139420" y="4746035"/>
              <a:chExt cx="1219738" cy="321026"/>
            </a:xfrm>
          </p:grpSpPr>
          <p:sp>
            <p:nvSpPr>
              <p:cNvPr id="166" name="Line 87">
                <a:extLst>
                  <a:ext uri="{FF2B5EF4-FFF2-40B4-BE49-F238E27FC236}">
                    <a16:creationId xmlns:a16="http://schemas.microsoft.com/office/drawing/2014/main" id="{0E9E80BC-8CD4-4D9D-BF81-75ED8E6AE8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59329" y="4745592"/>
                <a:ext cx="0" cy="306032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67" name="Line 88">
                <a:extLst>
                  <a:ext uri="{FF2B5EF4-FFF2-40B4-BE49-F238E27FC236}">
                    <a16:creationId xmlns:a16="http://schemas.microsoft.com/office/drawing/2014/main" id="{25BC1ED3-12D7-484C-BF37-2A5BD7DE04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9499" y="4752392"/>
                <a:ext cx="599830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68" name="Line 89">
                <a:extLst>
                  <a:ext uri="{FF2B5EF4-FFF2-40B4-BE49-F238E27FC236}">
                    <a16:creationId xmlns:a16="http://schemas.microsoft.com/office/drawing/2014/main" id="{9D372D8A-A085-4550-AE0E-A9CC884722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8904" y="4762594"/>
                <a:ext cx="0" cy="306032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ln>
                    <a:solidFill>
                      <a:sysClr val="windowText" lastClr="000000"/>
                    </a:solidFill>
                  </a:ln>
                  <a:solidFill>
                    <a:srgbClr val="ED7D31"/>
                  </a:solidFill>
                </a:endParaRPr>
              </a:p>
            </p:txBody>
          </p:sp>
          <p:sp>
            <p:nvSpPr>
              <p:cNvPr id="169" name="Line 90">
                <a:extLst>
                  <a:ext uri="{FF2B5EF4-FFF2-40B4-BE49-F238E27FC236}">
                    <a16:creationId xmlns:a16="http://schemas.microsoft.com/office/drawing/2014/main" id="{8A6B1542-31DE-43EC-932C-F785847D15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9329" y="5068627"/>
                <a:ext cx="599829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ED7D31"/>
                  </a:solidFill>
                </a:endParaRPr>
              </a:p>
            </p:txBody>
          </p:sp>
        </p:grpSp>
        <p:sp>
          <p:nvSpPr>
            <p:cNvPr id="165" name="Line 88">
              <a:extLst>
                <a:ext uri="{FF2B5EF4-FFF2-40B4-BE49-F238E27FC236}">
                  <a16:creationId xmlns:a16="http://schemas.microsoft.com/office/drawing/2014/main" id="{411C5912-1891-4A1C-A668-D8D502B51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5252" y="5379781"/>
              <a:ext cx="607552" cy="0"/>
            </a:xfrm>
            <a:prstGeom prst="line">
              <a:avLst/>
            </a:prstGeom>
            <a:noFill/>
            <a:ln w="28575" cap="sq">
              <a:solidFill>
                <a:srgbClr val="ED7D3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rgbClr val="ED7D31"/>
                </a:solidFill>
              </a:endParaRPr>
            </a:p>
          </p:txBody>
        </p:sp>
        <p:sp>
          <p:nvSpPr>
            <p:cNvPr id="283" name="object 62">
              <a:extLst>
                <a:ext uri="{FF2B5EF4-FFF2-40B4-BE49-F238E27FC236}">
                  <a16:creationId xmlns:a16="http://schemas.microsoft.com/office/drawing/2014/main" id="{161D693B-27C9-47C8-A308-B5B5379D89B8}"/>
                </a:ext>
              </a:extLst>
            </p:cNvPr>
            <p:cNvSpPr/>
            <p:nvPr/>
          </p:nvSpPr>
          <p:spPr>
            <a:xfrm>
              <a:off x="8361241" y="5384863"/>
              <a:ext cx="553491" cy="231199"/>
            </a:xfrm>
            <a:custGeom>
              <a:avLst/>
              <a:gdLst/>
              <a:ahLst/>
              <a:cxnLst/>
              <a:rect l="l" t="t" r="r" b="b"/>
              <a:pathLst>
                <a:path w="1501139" h="315594">
                  <a:moveTo>
                    <a:pt x="0" y="0"/>
                  </a:moveTo>
                  <a:lnTo>
                    <a:pt x="0" y="315468"/>
                  </a:lnTo>
                  <a:lnTo>
                    <a:pt x="1501139" y="315468"/>
                  </a:lnTo>
                  <a:lnTo>
                    <a:pt x="1501139" y="0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rgbClr val="FF9900"/>
              </a:fgClr>
              <a:bgClr>
                <a:schemeClr val="bg1"/>
              </a:bgClr>
            </a:pattFill>
            <a:ln>
              <a:noFill/>
            </a:ln>
          </p:spPr>
          <p:txBody>
            <a:bodyPr lIns="0" tIns="0" rIns="0" bIns="0"/>
            <a:lstStyle/>
            <a:p>
              <a:pPr>
                <a:defRPr/>
              </a:pPr>
              <a:endParaRPr sz="995">
                <a:solidFill>
                  <a:srgbClr val="ED7D31"/>
                </a:solidFill>
                <a:latin typeface="Calibri"/>
              </a:endParaRPr>
            </a:p>
          </p:txBody>
        </p:sp>
      </p:grpSp>
      <p:grpSp>
        <p:nvGrpSpPr>
          <p:cNvPr id="78855" name="组合 177">
            <a:extLst>
              <a:ext uri="{FF2B5EF4-FFF2-40B4-BE49-F238E27FC236}">
                <a16:creationId xmlns:a16="http://schemas.microsoft.com/office/drawing/2014/main" id="{524861DA-0BE4-4709-911C-832E59D6E899}"/>
              </a:ext>
            </a:extLst>
          </p:cNvPr>
          <p:cNvGrpSpPr>
            <a:grpSpLocks/>
          </p:cNvGrpSpPr>
          <p:nvPr/>
        </p:nvGrpSpPr>
        <p:grpSpPr bwMode="auto">
          <a:xfrm>
            <a:off x="1241425" y="3868738"/>
            <a:ext cx="6745288" cy="336550"/>
            <a:chOff x="1025100" y="4740088"/>
            <a:chExt cx="10938772" cy="538991"/>
          </a:xfrm>
        </p:grpSpPr>
        <p:sp>
          <p:nvSpPr>
            <p:cNvPr id="179" name="Text Box 66">
              <a:extLst>
                <a:ext uri="{FF2B5EF4-FFF2-40B4-BE49-F238E27FC236}">
                  <a16:creationId xmlns:a16="http://schemas.microsoft.com/office/drawing/2014/main" id="{540EEA7E-56EA-44BF-AE2B-4786770B30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5100" y="4780767"/>
              <a:ext cx="607566" cy="498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ctr" defTabSz="685708" eaLnBrk="1" hangingPunct="1">
                <a:spcBef>
                  <a:spcPct val="50000"/>
                </a:spcBef>
                <a:defRPr/>
              </a:pPr>
              <a:r>
                <a:rPr lang="en-US" altLang="zh-CN" sz="1422" kern="0" dirty="0">
                  <a:solidFill>
                    <a:srgbClr val="ED7D3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T</a:t>
              </a:r>
              <a:r>
                <a:rPr lang="en-US" altLang="zh-CN" sz="1422" kern="0" baseline="-25000" dirty="0">
                  <a:solidFill>
                    <a:srgbClr val="ED7D3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1</a:t>
              </a:r>
              <a:endParaRPr lang="el-GR" altLang="zh-CN" sz="1422" kern="0" baseline="-25000" dirty="0">
                <a:solidFill>
                  <a:srgbClr val="ED7D3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8917" name="组合 179">
              <a:extLst>
                <a:ext uri="{FF2B5EF4-FFF2-40B4-BE49-F238E27FC236}">
                  <a16:creationId xmlns:a16="http://schemas.microsoft.com/office/drawing/2014/main" id="{EED3E3FB-2A6C-4A11-AB6D-D7BB9883AE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9895" y="4740088"/>
              <a:ext cx="10303977" cy="462976"/>
              <a:chOff x="1659895" y="4740088"/>
              <a:chExt cx="10303977" cy="462976"/>
            </a:xfrm>
          </p:grpSpPr>
          <p:sp>
            <p:nvSpPr>
              <p:cNvPr id="263" name="object 62">
                <a:extLst>
                  <a:ext uri="{FF2B5EF4-FFF2-40B4-BE49-F238E27FC236}">
                    <a16:creationId xmlns:a16="http://schemas.microsoft.com/office/drawing/2014/main" id="{51BF236D-01A0-42D0-A156-3B37FAD9C4A5}"/>
                  </a:ext>
                </a:extLst>
              </p:cNvPr>
              <p:cNvSpPr/>
              <p:nvPr/>
            </p:nvSpPr>
            <p:spPr>
              <a:xfrm>
                <a:off x="7736651" y="4887548"/>
                <a:ext cx="581822" cy="228817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FF9900"/>
                </a:fgClr>
                <a:bgClr>
                  <a:schemeClr val="bg1"/>
                </a:bgClr>
              </a:pattFill>
              <a:ln>
                <a:noFill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81" name="Text Box 128">
                <a:extLst>
                  <a:ext uri="{FF2B5EF4-FFF2-40B4-BE49-F238E27FC236}">
                    <a16:creationId xmlns:a16="http://schemas.microsoft.com/office/drawing/2014/main" id="{676A9F5C-C505-41C4-902C-85F29DF10B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2074" y="4740088"/>
                <a:ext cx="1444257" cy="462718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ctr" defTabSz="964326" eaLnBrk="1" fontAlgn="auto" hangingPunct="1">
                  <a:spcBef>
                    <a:spcPct val="50000"/>
                  </a:spcBef>
                  <a:spcAft>
                    <a:spcPts val="0"/>
                  </a:spcAft>
                  <a:defRPr sz="2109" kern="0"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2pPr>
                <a:lvl3pPr marL="11430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3pPr>
                <a:lvl4pPr marL="16002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4pPr>
                <a:lvl5pPr marL="20574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9pPr>
              </a:lstStyle>
              <a:p>
                <a:pPr>
                  <a:defRPr/>
                </a:pPr>
                <a:r>
                  <a:rPr lang="zh-CN" altLang="en-US" sz="1280" dirty="0">
                    <a:solidFill>
                      <a:srgbClr val="ED7D31"/>
                    </a:solidFill>
                  </a:rPr>
                  <a:t>节拍电位</a:t>
                </a:r>
                <a:endParaRPr lang="zh-CN" altLang="el-GR" sz="1280" dirty="0">
                  <a:solidFill>
                    <a:srgbClr val="ED7D31"/>
                  </a:solidFill>
                </a:endParaRPr>
              </a:p>
            </p:txBody>
          </p:sp>
          <p:sp>
            <p:nvSpPr>
              <p:cNvPr id="182" name="Line 85">
                <a:extLst>
                  <a:ext uri="{FF2B5EF4-FFF2-40B4-BE49-F238E27FC236}">
                    <a16:creationId xmlns:a16="http://schemas.microsoft.com/office/drawing/2014/main" id="{81620723-1459-442D-8F01-2533A543B0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60986" y="5108736"/>
                <a:ext cx="610140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3" name="object 62">
                <a:extLst>
                  <a:ext uri="{FF2B5EF4-FFF2-40B4-BE49-F238E27FC236}">
                    <a16:creationId xmlns:a16="http://schemas.microsoft.com/office/drawing/2014/main" id="{A7654157-6DC1-4A12-82F1-74FB9067C733}"/>
                  </a:ext>
                </a:extLst>
              </p:cNvPr>
              <p:cNvSpPr/>
              <p:nvPr/>
            </p:nvSpPr>
            <p:spPr>
              <a:xfrm>
                <a:off x="2278851" y="4877378"/>
                <a:ext cx="581822" cy="231358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FF9900"/>
                </a:fgClr>
                <a:bgClr>
                  <a:schemeClr val="bg1"/>
                </a:bgClr>
              </a:pattFill>
              <a:ln>
                <a:noFill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84" name="Line 87">
                <a:extLst>
                  <a:ext uri="{FF2B5EF4-FFF2-40B4-BE49-F238E27FC236}">
                    <a16:creationId xmlns:a16="http://schemas.microsoft.com/office/drawing/2014/main" id="{E5B06A74-0152-45B3-BBCB-A433B5C111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71126" y="4879920"/>
                <a:ext cx="0" cy="228817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5" name="Line 88">
                <a:extLst>
                  <a:ext uri="{FF2B5EF4-FFF2-40B4-BE49-F238E27FC236}">
                    <a16:creationId xmlns:a16="http://schemas.microsoft.com/office/drawing/2014/main" id="{5FDA70DE-CA30-40A2-8F50-B3BC4415AE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1126" y="4879920"/>
                <a:ext cx="607566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6" name="Line 89">
                <a:extLst>
                  <a:ext uri="{FF2B5EF4-FFF2-40B4-BE49-F238E27FC236}">
                    <a16:creationId xmlns:a16="http://schemas.microsoft.com/office/drawing/2014/main" id="{9B00A671-E0E2-4192-8015-49DD484EA5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8693" y="4879920"/>
                <a:ext cx="0" cy="228817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7" name="Line 90">
                <a:extLst>
                  <a:ext uri="{FF2B5EF4-FFF2-40B4-BE49-F238E27FC236}">
                    <a16:creationId xmlns:a16="http://schemas.microsoft.com/office/drawing/2014/main" id="{E340DD6D-7FAF-4CDF-975E-996EECB833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6119" y="5108736"/>
                <a:ext cx="1814975" cy="0"/>
              </a:xfrm>
              <a:prstGeom prst="line">
                <a:avLst/>
              </a:prstGeom>
              <a:noFill/>
              <a:ln w="28575" cap="sq">
                <a:solidFill>
                  <a:srgbClr val="ED7D3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8" name="object 62">
                <a:extLst>
                  <a:ext uri="{FF2B5EF4-FFF2-40B4-BE49-F238E27FC236}">
                    <a16:creationId xmlns:a16="http://schemas.microsoft.com/office/drawing/2014/main" id="{134BD7BD-EF4E-4D29-8913-B40189B95D99}"/>
                  </a:ext>
                </a:extLst>
              </p:cNvPr>
              <p:cNvSpPr/>
              <p:nvPr/>
            </p:nvSpPr>
            <p:spPr>
              <a:xfrm>
                <a:off x="4706541" y="4885004"/>
                <a:ext cx="581822" cy="231360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FF9900"/>
                </a:fgClr>
                <a:bgClr>
                  <a:schemeClr val="bg1"/>
                </a:bgClr>
              </a:pattFill>
              <a:ln>
                <a:noFill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prstClr val="black"/>
                  </a:solidFill>
                  <a:latin typeface="Calibri"/>
                </a:endParaRPr>
              </a:p>
            </p:txBody>
          </p:sp>
          <p:grpSp>
            <p:nvGrpSpPr>
              <p:cNvPr id="78927" name="组合 188">
                <a:extLst>
                  <a:ext uri="{FF2B5EF4-FFF2-40B4-BE49-F238E27FC236}">
                    <a16:creationId xmlns:a16="http://schemas.microsoft.com/office/drawing/2014/main" id="{DB346A63-8291-4595-8292-61B037140E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9181" y="4888968"/>
                <a:ext cx="1211779" cy="227669"/>
                <a:chOff x="2533221" y="4762352"/>
                <a:chExt cx="1211779" cy="304709"/>
              </a:xfrm>
            </p:grpSpPr>
            <p:sp>
              <p:nvSpPr>
                <p:cNvPr id="203" name="Line 87">
                  <a:extLst>
                    <a:ext uri="{FF2B5EF4-FFF2-40B4-BE49-F238E27FC236}">
                      <a16:creationId xmlns:a16="http://schemas.microsoft.com/office/drawing/2014/main" id="{0352488C-9CF8-40F0-A0E9-0D967E73F3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535135" y="4763852"/>
                  <a:ext cx="0" cy="292635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04" name="Line 88">
                  <a:extLst>
                    <a:ext uri="{FF2B5EF4-FFF2-40B4-BE49-F238E27FC236}">
                      <a16:creationId xmlns:a16="http://schemas.microsoft.com/office/drawing/2014/main" id="{F4B06375-D245-478C-AC78-0141FB1B6E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2859" y="4763852"/>
                  <a:ext cx="589544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05" name="Line 89">
                  <a:extLst>
                    <a:ext uri="{FF2B5EF4-FFF2-40B4-BE49-F238E27FC236}">
                      <a16:creationId xmlns:a16="http://schemas.microsoft.com/office/drawing/2014/main" id="{3B425C30-16BB-4B74-A66C-4C20F13379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2701" y="4763852"/>
                  <a:ext cx="0" cy="302844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06" name="Line 90">
                  <a:extLst>
                    <a:ext uri="{FF2B5EF4-FFF2-40B4-BE49-F238E27FC236}">
                      <a16:creationId xmlns:a16="http://schemas.microsoft.com/office/drawing/2014/main" id="{C4530A07-ABBF-4194-935E-A51E9CEF8F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7850" y="5066697"/>
                  <a:ext cx="597269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190" name="object 62">
                <a:extLst>
                  <a:ext uri="{FF2B5EF4-FFF2-40B4-BE49-F238E27FC236}">
                    <a16:creationId xmlns:a16="http://schemas.microsoft.com/office/drawing/2014/main" id="{4BEF5989-7B9F-4A2B-A3F0-4F41DCE9EC1D}"/>
                  </a:ext>
                </a:extLst>
              </p:cNvPr>
              <p:cNvSpPr/>
              <p:nvPr/>
            </p:nvSpPr>
            <p:spPr>
              <a:xfrm>
                <a:off x="5926823" y="4900259"/>
                <a:ext cx="581822" cy="228817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FF9900"/>
                </a:fgClr>
                <a:bgClr>
                  <a:schemeClr val="bg1"/>
                </a:bgClr>
              </a:pattFill>
              <a:ln>
                <a:noFill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prstClr val="black"/>
                  </a:solidFill>
                  <a:latin typeface="Calibri"/>
                </a:endParaRPr>
              </a:p>
            </p:txBody>
          </p:sp>
          <p:grpSp>
            <p:nvGrpSpPr>
              <p:cNvPr id="78929" name="组合 190">
                <a:extLst>
                  <a:ext uri="{FF2B5EF4-FFF2-40B4-BE49-F238E27FC236}">
                    <a16:creationId xmlns:a16="http://schemas.microsoft.com/office/drawing/2014/main" id="{A4C3824F-73B5-491B-B59B-E837E27D4B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00959" y="4868401"/>
                <a:ext cx="4244580" cy="248223"/>
                <a:chOff x="1319919" y="4744759"/>
                <a:chExt cx="4244580" cy="332220"/>
              </a:xfrm>
            </p:grpSpPr>
            <p:sp>
              <p:nvSpPr>
                <p:cNvPr id="199" name="Line 87">
                  <a:extLst>
                    <a:ext uri="{FF2B5EF4-FFF2-40B4-BE49-F238E27FC236}">
                      <a16:creationId xmlns:a16="http://schemas.microsoft.com/office/drawing/2014/main" id="{3FAA5B61-A727-4993-AF01-5DC58F29AF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20039" y="4749968"/>
                  <a:ext cx="0" cy="316455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00" name="Line 88">
                  <a:extLst>
                    <a:ext uri="{FF2B5EF4-FFF2-40B4-BE49-F238E27FC236}">
                      <a16:creationId xmlns:a16="http://schemas.microsoft.com/office/drawing/2014/main" id="{80120580-1127-4F25-9C61-5643BE162F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3210" y="4743162"/>
                  <a:ext cx="607567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01" name="Line 89">
                  <a:extLst>
                    <a:ext uri="{FF2B5EF4-FFF2-40B4-BE49-F238E27FC236}">
                      <a16:creationId xmlns:a16="http://schemas.microsoft.com/office/drawing/2014/main" id="{CD8FD04D-1B89-429F-AFEF-8340EF50D3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0776" y="4766980"/>
                  <a:ext cx="0" cy="306248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02" name="Line 90">
                  <a:extLst>
                    <a:ext uri="{FF2B5EF4-FFF2-40B4-BE49-F238E27FC236}">
                      <a16:creationId xmlns:a16="http://schemas.microsoft.com/office/drawing/2014/main" id="{C165DF1A-104A-448E-AAAC-BBD72B7E07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0776" y="5076632"/>
                  <a:ext cx="1191962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64" name="Line 89">
                  <a:extLst>
                    <a:ext uri="{FF2B5EF4-FFF2-40B4-BE49-F238E27FC236}">
                      <a16:creationId xmlns:a16="http://schemas.microsoft.com/office/drawing/2014/main" id="{F86066E6-E2D1-4437-92F9-4104748D42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60603" y="4763579"/>
                  <a:ext cx="0" cy="306248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73" name="Line 88">
                  <a:extLst>
                    <a:ext uri="{FF2B5EF4-FFF2-40B4-BE49-F238E27FC236}">
                      <a16:creationId xmlns:a16="http://schemas.microsoft.com/office/drawing/2014/main" id="{8CC752E0-7CF6-422C-8A10-C57780D795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3036" y="4743162"/>
                  <a:ext cx="607567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74" name="Line 89">
                  <a:extLst>
                    <a:ext uri="{FF2B5EF4-FFF2-40B4-BE49-F238E27FC236}">
                      <a16:creationId xmlns:a16="http://schemas.microsoft.com/office/drawing/2014/main" id="{07C890D8-DACB-48D5-AA1F-764D0345E0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3036" y="4770384"/>
                  <a:ext cx="0" cy="306248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78" name="Line 90">
                  <a:extLst>
                    <a:ext uri="{FF2B5EF4-FFF2-40B4-BE49-F238E27FC236}">
                      <a16:creationId xmlns:a16="http://schemas.microsoft.com/office/drawing/2014/main" id="{A17F36B8-E165-4179-82D5-690A765449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70901" y="5076632"/>
                  <a:ext cx="1794382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192" name="object 62">
                <a:extLst>
                  <a:ext uri="{FF2B5EF4-FFF2-40B4-BE49-F238E27FC236}">
                    <a16:creationId xmlns:a16="http://schemas.microsoft.com/office/drawing/2014/main" id="{22113F17-5D4E-4950-B34C-5F9E5163D4FD}"/>
                  </a:ext>
                </a:extLst>
              </p:cNvPr>
              <p:cNvSpPr/>
              <p:nvPr/>
            </p:nvSpPr>
            <p:spPr>
              <a:xfrm>
                <a:off x="10156619" y="4877378"/>
                <a:ext cx="584396" cy="228817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FF9900"/>
                </a:fgClr>
                <a:bgClr>
                  <a:schemeClr val="bg1"/>
                </a:bgClr>
              </a:pattFill>
              <a:ln>
                <a:noFill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prstClr val="black"/>
                  </a:solidFill>
                  <a:latin typeface="Calibri"/>
                </a:endParaRPr>
              </a:p>
            </p:txBody>
          </p:sp>
          <p:grpSp>
            <p:nvGrpSpPr>
              <p:cNvPr id="78931" name="组合 192">
                <a:extLst>
                  <a:ext uri="{FF2B5EF4-FFF2-40B4-BE49-F238E27FC236}">
                    <a16:creationId xmlns:a16="http://schemas.microsoft.com/office/drawing/2014/main" id="{3E91FF4E-A942-4601-A153-0E9F50F005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141408" y="4854859"/>
                <a:ext cx="1822464" cy="241238"/>
                <a:chOff x="3135288" y="4736538"/>
                <a:chExt cx="1822464" cy="322871"/>
              </a:xfrm>
            </p:grpSpPr>
            <p:sp>
              <p:nvSpPr>
                <p:cNvPr id="195" name="Line 87">
                  <a:extLst>
                    <a:ext uri="{FF2B5EF4-FFF2-40B4-BE49-F238E27FC236}">
                      <a16:creationId xmlns:a16="http://schemas.microsoft.com/office/drawing/2014/main" id="{992C1C29-98A5-451C-9610-949B15BCE4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5053" y="4736051"/>
                  <a:ext cx="0" cy="306246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96" name="Line 88">
                  <a:extLst>
                    <a:ext uri="{FF2B5EF4-FFF2-40B4-BE49-F238E27FC236}">
                      <a16:creationId xmlns:a16="http://schemas.microsoft.com/office/drawing/2014/main" id="{5837C1B4-6B54-4196-9176-35F2B682C1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5053" y="4736051"/>
                  <a:ext cx="607566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97" name="Line 89">
                  <a:extLst>
                    <a:ext uri="{FF2B5EF4-FFF2-40B4-BE49-F238E27FC236}">
                      <a16:creationId xmlns:a16="http://schemas.microsoft.com/office/drawing/2014/main" id="{686D82B1-ACA2-4DA7-9B8C-410C234223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42619" y="4736051"/>
                  <a:ext cx="0" cy="306246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98" name="Line 90">
                  <a:extLst>
                    <a:ext uri="{FF2B5EF4-FFF2-40B4-BE49-F238E27FC236}">
                      <a16:creationId xmlns:a16="http://schemas.microsoft.com/office/drawing/2014/main" id="{E3FF4157-832F-4452-B6B6-AAFDD61B21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45193" y="5059313"/>
                  <a:ext cx="1212559" cy="0"/>
                </a:xfrm>
                <a:prstGeom prst="line">
                  <a:avLst/>
                </a:prstGeom>
                <a:noFill/>
                <a:ln w="28575" cap="sq">
                  <a:solidFill>
                    <a:srgbClr val="ED7D3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1138" kern="0">
                    <a:solidFill>
                      <a:sysClr val="windowText" lastClr="000000"/>
                    </a:solidFill>
                  </a:endParaRPr>
                </a:p>
              </p:txBody>
            </p:sp>
          </p:grpSp>
        </p:grpSp>
      </p:grpSp>
      <p:grpSp>
        <p:nvGrpSpPr>
          <p:cNvPr id="78856" name="组合 206">
            <a:extLst>
              <a:ext uri="{FF2B5EF4-FFF2-40B4-BE49-F238E27FC236}">
                <a16:creationId xmlns:a16="http://schemas.microsoft.com/office/drawing/2014/main" id="{18D98266-5F44-45D6-9060-65C7DF33D59D}"/>
              </a:ext>
            </a:extLst>
          </p:cNvPr>
          <p:cNvGrpSpPr>
            <a:grpSpLocks/>
          </p:cNvGrpSpPr>
          <p:nvPr/>
        </p:nvGrpSpPr>
        <p:grpSpPr bwMode="auto">
          <a:xfrm>
            <a:off x="2003425" y="2122488"/>
            <a:ext cx="5975350" cy="288925"/>
            <a:chOff x="2277091" y="1098790"/>
            <a:chExt cx="9689834" cy="462977"/>
          </a:xfrm>
        </p:grpSpPr>
        <p:sp>
          <p:nvSpPr>
            <p:cNvPr id="208" name="Line 70">
              <a:extLst>
                <a:ext uri="{FF2B5EF4-FFF2-40B4-BE49-F238E27FC236}">
                  <a16:creationId xmlns:a16="http://schemas.microsoft.com/office/drawing/2014/main" id="{A8E526C6-EC74-4C14-8643-1308E4B44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091" y="1503258"/>
              <a:ext cx="2409587" cy="0"/>
            </a:xfrm>
            <a:prstGeom prst="line">
              <a:avLst/>
            </a:prstGeom>
            <a:noFill/>
            <a:ln w="12700">
              <a:solidFill>
                <a:srgbClr val="00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9" name="Text Box 71">
              <a:extLst>
                <a:ext uri="{FF2B5EF4-FFF2-40B4-BE49-F238E27FC236}">
                  <a16:creationId xmlns:a16="http://schemas.microsoft.com/office/drawing/2014/main" id="{7A87ED7F-A0AD-4444-8E55-F004116FBA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7406" y="1098790"/>
              <a:ext cx="1444208" cy="46297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defTabSz="964326" eaLnBrk="1" fontAlgn="auto" hangingPunct="1">
                <a:spcBef>
                  <a:spcPct val="50000"/>
                </a:spcBef>
                <a:spcAft>
                  <a:spcPts val="0"/>
                </a:spcAft>
                <a:defRPr sz="2109" kern="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9pPr>
            </a:lstStyle>
            <a:p>
              <a:pPr>
                <a:defRPr/>
              </a:pPr>
              <a:r>
                <a:rPr lang="zh-CN" altLang="en-US" sz="1280">
                  <a:solidFill>
                    <a:srgbClr val="00B050"/>
                  </a:solidFill>
                </a:rPr>
                <a:t>机器周期</a:t>
              </a:r>
              <a:endParaRPr lang="zh-CN" altLang="el-GR" sz="1280" dirty="0">
                <a:solidFill>
                  <a:srgbClr val="00B050"/>
                </a:solidFill>
              </a:endParaRPr>
            </a:p>
          </p:txBody>
        </p:sp>
        <p:sp>
          <p:nvSpPr>
            <p:cNvPr id="210" name="Line 124">
              <a:extLst>
                <a:ext uri="{FF2B5EF4-FFF2-40B4-BE49-F238E27FC236}">
                  <a16:creationId xmlns:a16="http://schemas.microsoft.com/office/drawing/2014/main" id="{707E698C-0E12-46F3-8DBD-C9A97B55B6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9848" y="1503258"/>
              <a:ext cx="1217664" cy="0"/>
            </a:xfrm>
            <a:prstGeom prst="line">
              <a:avLst/>
            </a:prstGeom>
            <a:noFill/>
            <a:ln w="12700">
              <a:solidFill>
                <a:srgbClr val="00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1" name="Text Box 71">
              <a:extLst>
                <a:ext uri="{FF2B5EF4-FFF2-40B4-BE49-F238E27FC236}">
                  <a16:creationId xmlns:a16="http://schemas.microsoft.com/office/drawing/2014/main" id="{83D1AE33-DC78-41C8-B137-55636BE067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6577" y="1098790"/>
              <a:ext cx="1441633" cy="46297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defTabSz="964326" eaLnBrk="1" fontAlgn="auto" hangingPunct="1">
                <a:spcBef>
                  <a:spcPct val="50000"/>
                </a:spcBef>
                <a:spcAft>
                  <a:spcPts val="0"/>
                </a:spcAft>
                <a:defRPr sz="2109" ker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9pPr>
            </a:lstStyle>
            <a:p>
              <a:pPr>
                <a:defRPr/>
              </a:pPr>
              <a:r>
                <a:rPr lang="zh-CN" altLang="en-US" sz="1280" dirty="0">
                  <a:solidFill>
                    <a:srgbClr val="7030A0"/>
                  </a:solidFill>
                </a:rPr>
                <a:t>机器周期</a:t>
              </a:r>
              <a:endParaRPr lang="zh-CN" altLang="el-GR" sz="1280" dirty="0">
                <a:solidFill>
                  <a:srgbClr val="7030A0"/>
                </a:solidFill>
              </a:endParaRPr>
            </a:p>
          </p:txBody>
        </p:sp>
        <p:sp>
          <p:nvSpPr>
            <p:cNvPr id="213" name="Line 124">
              <a:extLst>
                <a:ext uri="{FF2B5EF4-FFF2-40B4-BE49-F238E27FC236}">
                  <a16:creationId xmlns:a16="http://schemas.microsoft.com/office/drawing/2014/main" id="{560CCBBB-4C55-458A-AABC-F2C404A50B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2363" y="1495627"/>
              <a:ext cx="1822636" cy="0"/>
            </a:xfrm>
            <a:prstGeom prst="line">
              <a:avLst/>
            </a:prstGeom>
            <a:noFill/>
            <a:ln w="12700">
              <a:solidFill>
                <a:srgbClr val="00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4" name="Text Box 71">
              <a:extLst>
                <a:ext uri="{FF2B5EF4-FFF2-40B4-BE49-F238E27FC236}">
                  <a16:creationId xmlns:a16="http://schemas.microsoft.com/office/drawing/2014/main" id="{69F0E274-657F-4D61-985C-A78788AA3C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6207" y="1098790"/>
              <a:ext cx="1444208" cy="46297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defTabSz="964326" eaLnBrk="1" fontAlgn="auto" hangingPunct="1">
                <a:spcBef>
                  <a:spcPct val="50000"/>
                </a:spcBef>
                <a:spcAft>
                  <a:spcPts val="0"/>
                </a:spcAft>
                <a:defRPr sz="2109" kern="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9pPr>
            </a:lstStyle>
            <a:p>
              <a:pPr>
                <a:defRPr/>
              </a:pPr>
              <a:r>
                <a:rPr lang="zh-CN" altLang="en-US" sz="1280" dirty="0">
                  <a:solidFill>
                    <a:srgbClr val="00B050"/>
                  </a:solidFill>
                </a:rPr>
                <a:t>机器周期</a:t>
              </a:r>
              <a:endParaRPr lang="zh-CN" altLang="el-GR" sz="1280" dirty="0">
                <a:solidFill>
                  <a:srgbClr val="00B050"/>
                </a:solidFill>
              </a:endParaRPr>
            </a:p>
          </p:txBody>
        </p:sp>
        <p:sp>
          <p:nvSpPr>
            <p:cNvPr id="215" name="Line 124">
              <a:extLst>
                <a:ext uri="{FF2B5EF4-FFF2-40B4-BE49-F238E27FC236}">
                  <a16:creationId xmlns:a16="http://schemas.microsoft.com/office/drawing/2014/main" id="{53CDC1B5-729C-4A2E-A053-84827D73B4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2723" y="1495627"/>
              <a:ext cx="2327208" cy="0"/>
            </a:xfrm>
            <a:prstGeom prst="line">
              <a:avLst/>
            </a:prstGeom>
            <a:noFill/>
            <a:ln w="12700">
              <a:solidFill>
                <a:srgbClr val="00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6" name="Text Box 71">
              <a:extLst>
                <a:ext uri="{FF2B5EF4-FFF2-40B4-BE49-F238E27FC236}">
                  <a16:creationId xmlns:a16="http://schemas.microsoft.com/office/drawing/2014/main" id="{8A4CF06C-75D0-4DA6-B80B-5F2A4287B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8014" y="1098790"/>
              <a:ext cx="1444208" cy="46297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defTabSz="964326" eaLnBrk="1" fontAlgn="auto" hangingPunct="1">
                <a:spcBef>
                  <a:spcPct val="50000"/>
                </a:spcBef>
                <a:spcAft>
                  <a:spcPts val="0"/>
                </a:spcAft>
                <a:defRPr sz="2109" ker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9pPr>
            </a:lstStyle>
            <a:p>
              <a:pPr>
                <a:defRPr/>
              </a:pPr>
              <a:r>
                <a:rPr lang="zh-CN" altLang="en-US" sz="1280" dirty="0"/>
                <a:t>机器周期</a:t>
              </a:r>
              <a:endParaRPr lang="zh-CN" altLang="el-GR" sz="1280" dirty="0"/>
            </a:p>
          </p:txBody>
        </p:sp>
        <p:sp>
          <p:nvSpPr>
            <p:cNvPr id="255" name="Line 124">
              <a:extLst>
                <a:ext uri="{FF2B5EF4-FFF2-40B4-BE49-F238E27FC236}">
                  <a16:creationId xmlns:a16="http://schemas.microsoft.com/office/drawing/2014/main" id="{D4FEBBDB-B3D2-478D-85B6-9A8BDC2D6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72607" y="1495627"/>
              <a:ext cx="1794318" cy="0"/>
            </a:xfrm>
            <a:prstGeom prst="line">
              <a:avLst/>
            </a:prstGeom>
            <a:noFill/>
            <a:ln w="12700">
              <a:solidFill>
                <a:srgbClr val="00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0" name="Text Box 71">
              <a:extLst>
                <a:ext uri="{FF2B5EF4-FFF2-40B4-BE49-F238E27FC236}">
                  <a16:creationId xmlns:a16="http://schemas.microsoft.com/office/drawing/2014/main" id="{0DEA8DB5-6558-4681-8A05-BAF7BC48BE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34790" y="1098790"/>
              <a:ext cx="1441633" cy="46297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defTabSz="964326" eaLnBrk="1" fontAlgn="auto" hangingPunct="1">
                <a:spcBef>
                  <a:spcPct val="50000"/>
                </a:spcBef>
                <a:spcAft>
                  <a:spcPts val="0"/>
                </a:spcAft>
                <a:defRPr sz="2109" kern="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9pPr>
            </a:lstStyle>
            <a:p>
              <a:pPr>
                <a:defRPr/>
              </a:pPr>
              <a:r>
                <a:rPr lang="zh-CN" altLang="en-US" sz="1280" dirty="0">
                  <a:solidFill>
                    <a:schemeClr val="accent5"/>
                  </a:solidFill>
                </a:rPr>
                <a:t>机器周期</a:t>
              </a:r>
              <a:endParaRPr lang="zh-CN" altLang="el-GR" sz="1280" dirty="0">
                <a:solidFill>
                  <a:schemeClr val="accent5"/>
                </a:solidFill>
              </a:endParaRPr>
            </a:p>
          </p:txBody>
        </p:sp>
      </p:grpSp>
      <p:grpSp>
        <p:nvGrpSpPr>
          <p:cNvPr id="78857" name="组合 2">
            <a:extLst>
              <a:ext uri="{FF2B5EF4-FFF2-40B4-BE49-F238E27FC236}">
                <a16:creationId xmlns:a16="http://schemas.microsoft.com/office/drawing/2014/main" id="{5B1FC468-B3BD-401F-BB7C-8FBC37C70E24}"/>
              </a:ext>
            </a:extLst>
          </p:cNvPr>
          <p:cNvGrpSpPr>
            <a:grpSpLocks/>
          </p:cNvGrpSpPr>
          <p:nvPr/>
        </p:nvGrpSpPr>
        <p:grpSpPr bwMode="auto">
          <a:xfrm>
            <a:off x="1022350" y="3259138"/>
            <a:ext cx="6958013" cy="406400"/>
            <a:chOff x="1362861" y="3202151"/>
            <a:chExt cx="9278367" cy="541377"/>
          </a:xfrm>
        </p:grpSpPr>
        <p:grpSp>
          <p:nvGrpSpPr>
            <p:cNvPr id="78897" name="组合 233">
              <a:extLst>
                <a:ext uri="{FF2B5EF4-FFF2-40B4-BE49-F238E27FC236}">
                  <a16:creationId xmlns:a16="http://schemas.microsoft.com/office/drawing/2014/main" id="{018CA724-3F41-4C13-81E7-EBDCB6C93B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2861" y="3202151"/>
              <a:ext cx="9278367" cy="395850"/>
              <a:chOff x="685137" y="3182158"/>
              <a:chExt cx="11286346" cy="475101"/>
            </a:xfrm>
          </p:grpSpPr>
          <p:sp>
            <p:nvSpPr>
              <p:cNvPr id="241" name="Text Box 84">
                <a:extLst>
                  <a:ext uri="{FF2B5EF4-FFF2-40B4-BE49-F238E27FC236}">
                    <a16:creationId xmlns:a16="http://schemas.microsoft.com/office/drawing/2014/main" id="{A9B72EA9-4967-4B87-A0AC-EBD7E72113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5137" y="3194848"/>
                <a:ext cx="1140738" cy="46194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ctr" defTabSz="964326" eaLnBrk="1" fontAlgn="auto" hangingPunct="1">
                  <a:spcBef>
                    <a:spcPct val="50000"/>
                  </a:spcBef>
                  <a:spcAft>
                    <a:spcPts val="0"/>
                  </a:spcAft>
                  <a:defRPr sz="2109" kern="0"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2pPr>
                <a:lvl3pPr marL="11430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3pPr>
                <a:lvl4pPr marL="16002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4pPr>
                <a:lvl5pPr marL="20574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9pPr>
              </a:lstStyle>
              <a:p>
                <a:pPr>
                  <a:defRPr/>
                </a:pPr>
                <a:r>
                  <a:rPr lang="zh-CN" altLang="en-US" sz="1280">
                    <a:solidFill>
                      <a:srgbClr val="7030A0"/>
                    </a:solidFill>
                  </a:rPr>
                  <a:t>计算</a:t>
                </a:r>
                <a:endParaRPr lang="zh-CN" altLang="el-GR" sz="1280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242" name="Line 85">
                <a:extLst>
                  <a:ext uri="{FF2B5EF4-FFF2-40B4-BE49-F238E27FC236}">
                    <a16:creationId xmlns:a16="http://schemas.microsoft.com/office/drawing/2014/main" id="{B0D4EADF-BB32-4E7E-8C4A-E9DAE27E44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61073" y="3410590"/>
                <a:ext cx="3025656" cy="0"/>
              </a:xfrm>
              <a:prstGeom prst="line">
                <a:avLst/>
              </a:prstGeom>
              <a:noFill/>
              <a:ln w="28575" cap="sq">
                <a:solidFill>
                  <a:srgbClr val="703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43" name="object 62">
                <a:extLst>
                  <a:ext uri="{FF2B5EF4-FFF2-40B4-BE49-F238E27FC236}">
                    <a16:creationId xmlns:a16="http://schemas.microsoft.com/office/drawing/2014/main" id="{AC23CD88-6195-4AAC-BB48-8990CA8150FF}"/>
                  </a:ext>
                </a:extLst>
              </p:cNvPr>
              <p:cNvSpPr/>
              <p:nvPr/>
            </p:nvSpPr>
            <p:spPr>
              <a:xfrm>
                <a:off x="4699606" y="3192311"/>
                <a:ext cx="1197387" cy="215741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7030A0"/>
                </a:fgClr>
                <a:bgClr>
                  <a:schemeClr val="bg1"/>
                </a:bgClr>
              </a:pattFill>
              <a:ln>
                <a:solidFill>
                  <a:srgbClr val="7030A0"/>
                </a:solidFill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srgbClr val="C00000"/>
                  </a:solidFill>
                  <a:latin typeface="Calibri"/>
                </a:endParaRPr>
              </a:p>
            </p:txBody>
          </p:sp>
          <p:sp>
            <p:nvSpPr>
              <p:cNvPr id="244" name="Line 87">
                <a:extLst>
                  <a:ext uri="{FF2B5EF4-FFF2-40B4-BE49-F238E27FC236}">
                    <a16:creationId xmlns:a16="http://schemas.microsoft.com/office/drawing/2014/main" id="{55171EA1-FF49-4E1B-9A89-C703C8C9B0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91880" y="3184695"/>
                <a:ext cx="0" cy="225895"/>
              </a:xfrm>
              <a:prstGeom prst="line">
                <a:avLst/>
              </a:prstGeom>
              <a:noFill/>
              <a:ln w="28575" cap="sq">
                <a:solidFill>
                  <a:srgbClr val="703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45" name="Line 88">
                <a:extLst>
                  <a:ext uri="{FF2B5EF4-FFF2-40B4-BE49-F238E27FC236}">
                    <a16:creationId xmlns:a16="http://schemas.microsoft.com/office/drawing/2014/main" id="{5F73EA2C-4054-4033-A19D-CC748EC333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91880" y="3184695"/>
                <a:ext cx="1205113" cy="0"/>
              </a:xfrm>
              <a:prstGeom prst="line">
                <a:avLst/>
              </a:prstGeom>
              <a:noFill/>
              <a:ln w="28575" cap="sq">
                <a:solidFill>
                  <a:srgbClr val="703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46" name="Line 89">
                <a:extLst>
                  <a:ext uri="{FF2B5EF4-FFF2-40B4-BE49-F238E27FC236}">
                    <a16:creationId xmlns:a16="http://schemas.microsoft.com/office/drawing/2014/main" id="{67E01558-B25F-4D5C-87CA-9EBAB7F82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12443" y="3182158"/>
                <a:ext cx="0" cy="228432"/>
              </a:xfrm>
              <a:prstGeom prst="line">
                <a:avLst/>
              </a:prstGeom>
              <a:noFill/>
              <a:ln w="28575" cap="sq">
                <a:solidFill>
                  <a:srgbClr val="703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ln>
                    <a:solidFill>
                      <a:sysClr val="windowText" lastClr="000000"/>
                    </a:solidFill>
                  </a:ln>
                  <a:solidFill>
                    <a:srgbClr val="C00000"/>
                  </a:solidFill>
                </a:endParaRPr>
              </a:p>
            </p:txBody>
          </p:sp>
          <p:sp>
            <p:nvSpPr>
              <p:cNvPr id="247" name="Line 90">
                <a:extLst>
                  <a:ext uri="{FF2B5EF4-FFF2-40B4-BE49-F238E27FC236}">
                    <a16:creationId xmlns:a16="http://schemas.microsoft.com/office/drawing/2014/main" id="{9F5A3F83-B9D1-4AE2-AFD0-D17B84ED33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40769" y="3410590"/>
                <a:ext cx="6030714" cy="0"/>
              </a:xfrm>
              <a:prstGeom prst="line">
                <a:avLst/>
              </a:prstGeom>
              <a:noFill/>
              <a:ln w="28575" cap="sq">
                <a:solidFill>
                  <a:srgbClr val="703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249" name="Text Box 127">
              <a:extLst>
                <a:ext uri="{FF2B5EF4-FFF2-40B4-BE49-F238E27FC236}">
                  <a16:creationId xmlns:a16="http://schemas.microsoft.com/office/drawing/2014/main" id="{8912D50F-6FA9-4882-A903-1FA8FDAAB8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1637" y="3358643"/>
              <a:ext cx="1562271" cy="38488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ctr" defTabSz="685708" eaLnBrk="1" hangingPunct="1">
                <a:spcBef>
                  <a:spcPct val="50000"/>
                </a:spcBef>
                <a:defRPr/>
              </a:pPr>
              <a:r>
                <a:rPr lang="en-US" altLang="zh-CN" sz="1280" kern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en-US" altLang="zh-CN" sz="1280" kern="0" baseline="-2500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cal</a:t>
              </a:r>
              <a:endParaRPr lang="zh-CN" altLang="el-GR" sz="1280" kern="0" baseline="-25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8858" name="组合 250">
            <a:extLst>
              <a:ext uri="{FF2B5EF4-FFF2-40B4-BE49-F238E27FC236}">
                <a16:creationId xmlns:a16="http://schemas.microsoft.com/office/drawing/2014/main" id="{450248B4-59E9-4558-902F-D8F92D14C230}"/>
              </a:ext>
            </a:extLst>
          </p:cNvPr>
          <p:cNvGrpSpPr>
            <a:grpSpLocks/>
          </p:cNvGrpSpPr>
          <p:nvPr/>
        </p:nvGrpSpPr>
        <p:grpSpPr bwMode="auto">
          <a:xfrm>
            <a:off x="2014538" y="1846263"/>
            <a:ext cx="3354387" cy="290512"/>
            <a:chOff x="-153397" y="1048310"/>
            <a:chExt cx="12561295" cy="406842"/>
          </a:xfrm>
        </p:grpSpPr>
        <p:sp>
          <p:nvSpPr>
            <p:cNvPr id="252" name="Line 124">
              <a:extLst>
                <a:ext uri="{FF2B5EF4-FFF2-40B4-BE49-F238E27FC236}">
                  <a16:creationId xmlns:a16="http://schemas.microsoft.com/office/drawing/2014/main" id="{C9C4BA1B-76C5-4A41-9335-39D657252F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53397" y="1232834"/>
              <a:ext cx="4642863" cy="0"/>
            </a:xfrm>
            <a:prstGeom prst="line">
              <a:avLst/>
            </a:prstGeom>
            <a:noFill/>
            <a:ln w="12700">
              <a:solidFill>
                <a:srgbClr val="7030A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3" name="Line 124">
              <a:extLst>
                <a:ext uri="{FF2B5EF4-FFF2-40B4-BE49-F238E27FC236}">
                  <a16:creationId xmlns:a16="http://schemas.microsoft.com/office/drawing/2014/main" id="{2EC2EC44-5EB6-4A5E-89D0-2B925878AA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7245" y="1232834"/>
              <a:ext cx="4880653" cy="0"/>
            </a:xfrm>
            <a:prstGeom prst="line">
              <a:avLst/>
            </a:prstGeom>
            <a:noFill/>
            <a:ln w="12700">
              <a:solidFill>
                <a:srgbClr val="7030A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1138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4" name="Text Box 71">
              <a:extLst>
                <a:ext uri="{FF2B5EF4-FFF2-40B4-BE49-F238E27FC236}">
                  <a16:creationId xmlns:a16="http://schemas.microsoft.com/office/drawing/2014/main" id="{2CE7FCCB-B26C-4122-A06A-EC00138C18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4860" y="1048310"/>
              <a:ext cx="3358793" cy="40684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defTabSz="964326" eaLnBrk="1" fontAlgn="auto" hangingPunct="1">
                <a:spcBef>
                  <a:spcPct val="50000"/>
                </a:spcBef>
                <a:spcAft>
                  <a:spcPts val="0"/>
                </a:spcAft>
                <a:defRPr sz="2109" ker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</a:defRPr>
              </a:lvl9pPr>
            </a:lstStyle>
            <a:p>
              <a:pPr>
                <a:defRPr/>
              </a:pPr>
              <a:r>
                <a:rPr lang="zh-CN" altLang="en-US" sz="1280" dirty="0">
                  <a:solidFill>
                    <a:schemeClr val="tx1"/>
                  </a:solidFill>
                </a:rPr>
                <a:t>指令周期</a:t>
              </a:r>
              <a:endParaRPr lang="zh-CN" altLang="el-GR" sz="128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8859" name="组合 22">
            <a:extLst>
              <a:ext uri="{FF2B5EF4-FFF2-40B4-BE49-F238E27FC236}">
                <a16:creationId xmlns:a16="http://schemas.microsoft.com/office/drawing/2014/main" id="{58D8C227-5F37-400B-B8FD-0489A66DB8DD}"/>
              </a:ext>
            </a:extLst>
          </p:cNvPr>
          <p:cNvGrpSpPr>
            <a:grpSpLocks/>
          </p:cNvGrpSpPr>
          <p:nvPr/>
        </p:nvGrpSpPr>
        <p:grpSpPr bwMode="auto">
          <a:xfrm>
            <a:off x="1012825" y="3587750"/>
            <a:ext cx="7007225" cy="428625"/>
            <a:chOff x="1351436" y="3641009"/>
            <a:chExt cx="9341073" cy="570380"/>
          </a:xfrm>
        </p:grpSpPr>
        <p:grpSp>
          <p:nvGrpSpPr>
            <p:cNvPr id="78881" name="组合 257">
              <a:extLst>
                <a:ext uri="{FF2B5EF4-FFF2-40B4-BE49-F238E27FC236}">
                  <a16:creationId xmlns:a16="http://schemas.microsoft.com/office/drawing/2014/main" id="{4181E701-4CD8-4E77-A10B-DFDD56614F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1436" y="3641009"/>
              <a:ext cx="9311719" cy="389545"/>
              <a:chOff x="-1752991" y="3175023"/>
              <a:chExt cx="11326916" cy="467533"/>
            </a:xfrm>
          </p:grpSpPr>
          <p:sp>
            <p:nvSpPr>
              <p:cNvPr id="265" name="Text Box 84">
                <a:extLst>
                  <a:ext uri="{FF2B5EF4-FFF2-40B4-BE49-F238E27FC236}">
                    <a16:creationId xmlns:a16="http://schemas.microsoft.com/office/drawing/2014/main" id="{E4D11781-EED1-492E-8376-AFD6DA7D82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752991" y="3180094"/>
                <a:ext cx="1140382" cy="46145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ctr" defTabSz="964326" eaLnBrk="1" fontAlgn="auto" hangingPunct="1">
                  <a:spcBef>
                    <a:spcPct val="50000"/>
                  </a:spcBef>
                  <a:spcAft>
                    <a:spcPts val="0"/>
                  </a:spcAft>
                  <a:defRPr sz="2109" kern="0"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2pPr>
                <a:lvl3pPr marL="11430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3pPr>
                <a:lvl4pPr marL="16002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4pPr>
                <a:lvl5pPr marL="20574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9pPr>
              </a:lstStyle>
              <a:p>
                <a:pPr>
                  <a:defRPr/>
                </a:pPr>
                <a:r>
                  <a:rPr lang="zh-CN" altLang="en-US" sz="1280" dirty="0">
                    <a:solidFill>
                      <a:srgbClr val="0066FF"/>
                    </a:solidFill>
                  </a:rPr>
                  <a:t>执行</a:t>
                </a:r>
                <a:endParaRPr lang="zh-CN" altLang="el-GR" sz="1280" dirty="0">
                  <a:solidFill>
                    <a:srgbClr val="0066FF"/>
                  </a:solidFill>
                </a:endParaRPr>
              </a:p>
            </p:txBody>
          </p:sp>
          <p:sp>
            <p:nvSpPr>
              <p:cNvPr id="266" name="Line 85">
                <a:extLst>
                  <a:ext uri="{FF2B5EF4-FFF2-40B4-BE49-F238E27FC236}">
                    <a16:creationId xmlns:a16="http://schemas.microsoft.com/office/drawing/2014/main" id="{ED354CB8-7FBC-448F-A349-599067A8EF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764489" y="3410821"/>
                <a:ext cx="4265489" cy="0"/>
              </a:xfrm>
              <a:prstGeom prst="line">
                <a:avLst/>
              </a:prstGeom>
              <a:noFill/>
              <a:ln w="28575" cap="sq">
                <a:solidFill>
                  <a:srgbClr val="0066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7" name="object 62">
                <a:extLst>
                  <a:ext uri="{FF2B5EF4-FFF2-40B4-BE49-F238E27FC236}">
                    <a16:creationId xmlns:a16="http://schemas.microsoft.com/office/drawing/2014/main" id="{1972FC38-4670-4701-A7B2-B0A913FB0250}"/>
                  </a:ext>
                </a:extLst>
              </p:cNvPr>
              <p:cNvSpPr/>
              <p:nvPr/>
            </p:nvSpPr>
            <p:spPr>
              <a:xfrm>
                <a:off x="3480406" y="3177559"/>
                <a:ext cx="1848293" cy="235796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0066FF"/>
                </a:fgClr>
                <a:bgClr>
                  <a:schemeClr val="bg1"/>
                </a:bgClr>
              </a:pattFill>
              <a:ln>
                <a:solidFill>
                  <a:srgbClr val="0066FF"/>
                </a:solidFill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68" name="Line 87">
                <a:extLst>
                  <a:ext uri="{FF2B5EF4-FFF2-40B4-BE49-F238E27FC236}">
                    <a16:creationId xmlns:a16="http://schemas.microsoft.com/office/drawing/2014/main" id="{8140FCAD-3D77-4279-8C62-ADD9DEE763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85555" y="3185165"/>
                <a:ext cx="0" cy="225656"/>
              </a:xfrm>
              <a:prstGeom prst="line">
                <a:avLst/>
              </a:prstGeom>
              <a:noFill/>
              <a:ln w="28575" cap="sq">
                <a:solidFill>
                  <a:srgbClr val="0066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9" name="Line 88">
                <a:extLst>
                  <a:ext uri="{FF2B5EF4-FFF2-40B4-BE49-F238E27FC236}">
                    <a16:creationId xmlns:a16="http://schemas.microsoft.com/office/drawing/2014/main" id="{6E6D41AE-4B8E-4856-B2E8-AD3D3E1874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8425" y="3185165"/>
                <a:ext cx="1817402" cy="0"/>
              </a:xfrm>
              <a:prstGeom prst="line">
                <a:avLst/>
              </a:prstGeom>
              <a:noFill/>
              <a:ln w="28575" cap="sq">
                <a:solidFill>
                  <a:srgbClr val="0066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0" name="Line 89">
                <a:extLst>
                  <a:ext uri="{FF2B5EF4-FFF2-40B4-BE49-F238E27FC236}">
                    <a16:creationId xmlns:a16="http://schemas.microsoft.com/office/drawing/2014/main" id="{55E55379-CB63-4C9A-BE53-77E9F6E968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8699" y="3185165"/>
                <a:ext cx="0" cy="225656"/>
              </a:xfrm>
              <a:prstGeom prst="line">
                <a:avLst/>
              </a:prstGeom>
              <a:noFill/>
              <a:ln w="28575" cap="sq">
                <a:solidFill>
                  <a:srgbClr val="0066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1" name="Line 90">
                <a:extLst>
                  <a:ext uri="{FF2B5EF4-FFF2-40B4-BE49-F238E27FC236}">
                    <a16:creationId xmlns:a16="http://schemas.microsoft.com/office/drawing/2014/main" id="{A6956C85-02ED-4B67-BA6E-749DB5EDF6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36421" y="3418427"/>
                <a:ext cx="2394028" cy="0"/>
              </a:xfrm>
              <a:prstGeom prst="line">
                <a:avLst/>
              </a:prstGeom>
              <a:noFill/>
              <a:ln w="28575" cap="sq">
                <a:solidFill>
                  <a:srgbClr val="0066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9" name="Line 88">
                <a:extLst>
                  <a:ext uri="{FF2B5EF4-FFF2-40B4-BE49-F238E27FC236}">
                    <a16:creationId xmlns:a16="http://schemas.microsoft.com/office/drawing/2014/main" id="{349AD74C-D14A-43F6-848F-28A2918E71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45894" y="3177559"/>
                <a:ext cx="1817402" cy="0"/>
              </a:xfrm>
              <a:prstGeom prst="line">
                <a:avLst/>
              </a:prstGeom>
              <a:noFill/>
              <a:ln w="28575" cap="sq">
                <a:solidFill>
                  <a:srgbClr val="0066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0" name="Line 89">
                <a:extLst>
                  <a:ext uri="{FF2B5EF4-FFF2-40B4-BE49-F238E27FC236}">
                    <a16:creationId xmlns:a16="http://schemas.microsoft.com/office/drawing/2014/main" id="{7CB8E6B0-9EF5-4F25-81B2-32B875259C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38172" y="3175023"/>
                <a:ext cx="0" cy="228191"/>
              </a:xfrm>
              <a:prstGeom prst="line">
                <a:avLst/>
              </a:prstGeom>
              <a:noFill/>
              <a:ln w="28575" cap="sq">
                <a:solidFill>
                  <a:srgbClr val="0066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1138" kern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1" name="object 62">
                <a:extLst>
                  <a:ext uri="{FF2B5EF4-FFF2-40B4-BE49-F238E27FC236}">
                    <a16:creationId xmlns:a16="http://schemas.microsoft.com/office/drawing/2014/main" id="{1DF752AB-5E65-4ADF-86C2-E623C9B9CCF3}"/>
                  </a:ext>
                </a:extLst>
              </p:cNvPr>
              <p:cNvSpPr/>
              <p:nvPr/>
            </p:nvSpPr>
            <p:spPr>
              <a:xfrm>
                <a:off x="7745894" y="3187701"/>
                <a:ext cx="1827699" cy="235796"/>
              </a:xfrm>
              <a:custGeom>
                <a:avLst/>
                <a:gdLst/>
                <a:ahLst/>
                <a:cxnLst/>
                <a:rect l="l" t="t" r="r" b="b"/>
                <a:pathLst>
                  <a:path w="1501139" h="315594">
                    <a:moveTo>
                      <a:pt x="0" y="0"/>
                    </a:moveTo>
                    <a:lnTo>
                      <a:pt x="0" y="315468"/>
                    </a:lnTo>
                    <a:lnTo>
                      <a:pt x="1501139" y="315468"/>
                    </a:lnTo>
                    <a:lnTo>
                      <a:pt x="1501139" y="0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ltUpDiag">
                <a:fgClr>
                  <a:srgbClr val="0066FF"/>
                </a:fgClr>
                <a:bgClr>
                  <a:schemeClr val="bg1"/>
                </a:bgClr>
              </a:pattFill>
              <a:ln>
                <a:solidFill>
                  <a:srgbClr val="0066FF"/>
                </a:solidFill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sz="995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272" name="Text Box 127">
              <a:extLst>
                <a:ext uri="{FF2B5EF4-FFF2-40B4-BE49-F238E27FC236}">
                  <a16:creationId xmlns:a16="http://schemas.microsoft.com/office/drawing/2014/main" id="{A01B2ADE-036D-46A8-94F9-2F8D341A9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0096" y="3814236"/>
              <a:ext cx="1561783" cy="38447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ctr" defTabSz="685708" eaLnBrk="1" hangingPunct="1">
                <a:spcBef>
                  <a:spcPct val="50000"/>
                </a:spcBef>
                <a:defRPr/>
              </a:pPr>
              <a:r>
                <a:rPr lang="en-US" altLang="zh-CN" sz="1280" kern="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en-US" altLang="zh-CN" sz="1280" kern="0" baseline="-2500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</a:t>
              </a:r>
              <a:endParaRPr lang="zh-CN" altLang="el-GR" sz="1280" kern="0" baseline="-25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1" name="Text Box 127">
              <a:extLst>
                <a:ext uri="{FF2B5EF4-FFF2-40B4-BE49-F238E27FC236}">
                  <a16:creationId xmlns:a16="http://schemas.microsoft.com/office/drawing/2014/main" id="{D2B85475-CDE3-466B-9395-E0A902FF22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30726" y="3824799"/>
              <a:ext cx="1561783" cy="38659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ctr" defTabSz="685708" eaLnBrk="1" hangingPunct="1">
                <a:spcBef>
                  <a:spcPct val="50000"/>
                </a:spcBef>
                <a:defRPr/>
              </a:pPr>
              <a:r>
                <a:rPr lang="en-US" altLang="zh-CN" sz="1280" kern="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en-US" altLang="zh-CN" sz="1280" kern="0" baseline="-2500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</a:t>
              </a:r>
              <a:endParaRPr lang="zh-CN" altLang="el-GR" sz="1280" kern="0" baseline="-25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2" name="Text Box 127">
            <a:extLst>
              <a:ext uri="{FF2B5EF4-FFF2-40B4-BE49-F238E27FC236}">
                <a16:creationId xmlns:a16="http://schemas.microsoft.com/office/drawing/2014/main" id="{DFBC0034-83F1-47E2-A42E-3A92232F4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5180013"/>
            <a:ext cx="7637462" cy="37623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defTabSz="964326" eaLnBrk="1" fontAlgn="auto" hangingPunct="1">
              <a:spcBef>
                <a:spcPct val="50000"/>
              </a:spcBef>
              <a:spcAft>
                <a:spcPts val="0"/>
              </a:spcAft>
              <a:defRPr sz="2600" ker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defRPr sz="3800">
                <a:solidFill>
                  <a:schemeClr val="tx2"/>
                </a:solidFill>
                <a:latin typeface="Verdana" pitchFamily="34" charset="0"/>
              </a:defRPr>
            </a:lvl2pPr>
            <a:lvl3pPr marL="1143000" indent="-228600" eaLnBrk="0" hangingPunct="0">
              <a:defRPr sz="3800">
                <a:solidFill>
                  <a:schemeClr val="tx2"/>
                </a:solidFill>
                <a:latin typeface="Verdana" pitchFamily="34" charset="0"/>
              </a:defRPr>
            </a:lvl3pPr>
            <a:lvl4pPr marL="1600200" indent="-228600" eaLnBrk="0" hangingPunct="0">
              <a:defRPr sz="3800">
                <a:solidFill>
                  <a:schemeClr val="tx2"/>
                </a:solidFill>
                <a:latin typeface="Verdana" pitchFamily="34" charset="0"/>
              </a:defRPr>
            </a:lvl4pPr>
            <a:lvl5pPr marL="2057400" indent="-228600" eaLnBrk="0" hangingPunct="0">
              <a:defRPr sz="3800">
                <a:solidFill>
                  <a:schemeClr val="tx2"/>
                </a:solidFill>
                <a:latin typeface="Verdan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zh-CN" sz="1849" dirty="0">
                <a:solidFill>
                  <a:schemeClr val="tx1"/>
                </a:solidFill>
              </a:rPr>
              <a:t> </a:t>
            </a:r>
            <a:r>
              <a:rPr lang="zh-CN" altLang="en-US" sz="1849" dirty="0">
                <a:solidFill>
                  <a:schemeClr val="tx1"/>
                </a:solidFill>
              </a:rPr>
              <a:t>机器周期数可变、节拍数可变，无周期浪费，更加灵活</a:t>
            </a:r>
            <a:endParaRPr lang="en-US" altLang="zh-CN" sz="1849" dirty="0">
              <a:solidFill>
                <a:srgbClr val="FF6600"/>
              </a:solidFill>
            </a:endParaRPr>
          </a:p>
        </p:txBody>
      </p:sp>
      <p:grpSp>
        <p:nvGrpSpPr>
          <p:cNvPr id="78861" name="组合 9">
            <a:extLst>
              <a:ext uri="{FF2B5EF4-FFF2-40B4-BE49-F238E27FC236}">
                <a16:creationId xmlns:a16="http://schemas.microsoft.com/office/drawing/2014/main" id="{59659AD1-412B-4C45-A298-300FE3A4A491}"/>
              </a:ext>
            </a:extLst>
          </p:cNvPr>
          <p:cNvGrpSpPr>
            <a:grpSpLocks/>
          </p:cNvGrpSpPr>
          <p:nvPr/>
        </p:nvGrpSpPr>
        <p:grpSpPr bwMode="auto">
          <a:xfrm>
            <a:off x="1012825" y="2852738"/>
            <a:ext cx="6973888" cy="503237"/>
            <a:chOff x="1351436" y="2660879"/>
            <a:chExt cx="9296570" cy="671510"/>
          </a:xfrm>
        </p:grpSpPr>
        <p:sp>
          <p:nvSpPr>
            <p:cNvPr id="292" name="Text Box 127">
              <a:extLst>
                <a:ext uri="{FF2B5EF4-FFF2-40B4-BE49-F238E27FC236}">
                  <a16:creationId xmlns:a16="http://schemas.microsoft.com/office/drawing/2014/main" id="{79EF04BF-1987-4D08-8DED-AC9BFD618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7694" y="2946853"/>
              <a:ext cx="1561773" cy="3855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ctr" defTabSz="685708" eaLnBrk="1" hangingPunct="1">
                <a:spcBef>
                  <a:spcPct val="50000"/>
                </a:spcBef>
                <a:defRPr/>
              </a:pPr>
              <a:r>
                <a:rPr lang="en-US" altLang="zh-CN" sz="1280" kern="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en-US" altLang="zh-CN" sz="1280" kern="0" baseline="-250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</a:t>
              </a:r>
              <a:endParaRPr lang="zh-CN" altLang="el-GR" sz="1280" kern="0" baseline="-25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8863" name="组合 4">
              <a:extLst>
                <a:ext uri="{FF2B5EF4-FFF2-40B4-BE49-F238E27FC236}">
                  <a16:creationId xmlns:a16="http://schemas.microsoft.com/office/drawing/2014/main" id="{915EE0F4-BF74-4E63-A55C-FFEB18C799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1436" y="2660879"/>
              <a:ext cx="9296570" cy="657686"/>
              <a:chOff x="1351436" y="2660879"/>
              <a:chExt cx="9296570" cy="657686"/>
            </a:xfrm>
          </p:grpSpPr>
          <p:grpSp>
            <p:nvGrpSpPr>
              <p:cNvPr id="78864" name="组合 215">
                <a:extLst>
                  <a:ext uri="{FF2B5EF4-FFF2-40B4-BE49-F238E27FC236}">
                    <a16:creationId xmlns:a16="http://schemas.microsoft.com/office/drawing/2014/main" id="{EA8A2887-E188-4D57-A3CB-29338E7EAB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1436" y="2755174"/>
                <a:ext cx="9296570" cy="385746"/>
                <a:chOff x="485510" y="2562672"/>
                <a:chExt cx="9804977" cy="406843"/>
              </a:xfrm>
            </p:grpSpPr>
            <p:grpSp>
              <p:nvGrpSpPr>
                <p:cNvPr id="78867" name="组合 216">
                  <a:extLst>
                    <a:ext uri="{FF2B5EF4-FFF2-40B4-BE49-F238E27FC236}">
                      <a16:creationId xmlns:a16="http://schemas.microsoft.com/office/drawing/2014/main" id="{710AC09F-E186-4F87-9089-527B56C8079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619483" y="2594811"/>
                  <a:ext cx="2088865" cy="203486"/>
                  <a:chOff x="7753294" y="3692853"/>
                  <a:chExt cx="2409175" cy="231561"/>
                </a:xfrm>
              </p:grpSpPr>
              <p:sp>
                <p:nvSpPr>
                  <p:cNvPr id="229" name="object 62">
                    <a:extLst>
                      <a:ext uri="{FF2B5EF4-FFF2-40B4-BE49-F238E27FC236}">
                        <a16:creationId xmlns:a16="http://schemas.microsoft.com/office/drawing/2014/main" id="{C53B87A8-5A16-42ED-BE1A-8FD444BF3DCC}"/>
                      </a:ext>
                    </a:extLst>
                  </p:cNvPr>
                  <p:cNvSpPr/>
                  <p:nvPr/>
                </p:nvSpPr>
                <p:spPr>
                  <a:xfrm>
                    <a:off x="7765517" y="3703279"/>
                    <a:ext cx="2388863" cy="2186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1139" h="315594">
                        <a:moveTo>
                          <a:pt x="0" y="0"/>
                        </a:moveTo>
                        <a:lnTo>
                          <a:pt x="0" y="315468"/>
                        </a:lnTo>
                        <a:lnTo>
                          <a:pt x="1501139" y="315468"/>
                        </a:lnTo>
                        <a:lnTo>
                          <a:pt x="1501139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pattFill prst="ltUpDiag">
                    <a:fgClr>
                      <a:srgbClr val="00B050"/>
                    </a:fgClr>
                    <a:bgClr>
                      <a:schemeClr val="bg1"/>
                    </a:bgClr>
                  </a:pattFill>
                  <a:ln>
                    <a:solidFill>
                      <a:srgbClr val="00B050"/>
                    </a:solidFill>
                  </a:ln>
                </p:spPr>
                <p:txBody>
                  <a:bodyPr lIns="0" tIns="0" rIns="0" bIns="0"/>
                  <a:lstStyle/>
                  <a:p>
                    <a:pPr>
                      <a:defRPr/>
                    </a:pPr>
                    <a:endParaRPr sz="995">
                      <a:solidFill>
                        <a:srgbClr val="00B050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231" name="Line 88">
                    <a:extLst>
                      <a:ext uri="{FF2B5EF4-FFF2-40B4-BE49-F238E27FC236}">
                        <a16:creationId xmlns:a16="http://schemas.microsoft.com/office/drawing/2014/main" id="{32313648-0D84-4FD5-ACE5-4126719E4FC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752645" y="3690568"/>
                    <a:ext cx="2409457" cy="0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00B05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232" name="Line 89">
                    <a:extLst>
                      <a:ext uri="{FF2B5EF4-FFF2-40B4-BE49-F238E27FC236}">
                        <a16:creationId xmlns:a16="http://schemas.microsoft.com/office/drawing/2014/main" id="{53C1AFFE-BAAD-476B-9B6F-A8634B15903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752645" y="3703279"/>
                    <a:ext cx="0" cy="205938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00B05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ln>
                        <a:solidFill>
                          <a:sysClr val="windowText" lastClr="000000"/>
                        </a:solidFill>
                      </a:ln>
                      <a:solidFill>
                        <a:srgbClr val="00B050"/>
                      </a:solidFill>
                    </a:endParaRPr>
                  </a:p>
                </p:txBody>
              </p:sp>
            </p:grpSp>
            <p:grpSp>
              <p:nvGrpSpPr>
                <p:cNvPr id="78868" name="组合 217">
                  <a:extLst>
                    <a:ext uri="{FF2B5EF4-FFF2-40B4-BE49-F238E27FC236}">
                      <a16:creationId xmlns:a16="http://schemas.microsoft.com/office/drawing/2014/main" id="{AAC27AF6-DE62-407A-9CD2-343137166C2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5510" y="2562672"/>
                  <a:ext cx="9804977" cy="406843"/>
                  <a:chOff x="685137" y="2657124"/>
                  <a:chExt cx="11308489" cy="462975"/>
                </a:xfrm>
              </p:grpSpPr>
              <p:sp>
                <p:nvSpPr>
                  <p:cNvPr id="220" name="Text Box 78">
                    <a:extLst>
                      <a:ext uri="{FF2B5EF4-FFF2-40B4-BE49-F238E27FC236}">
                        <a16:creationId xmlns:a16="http://schemas.microsoft.com/office/drawing/2014/main" id="{E52A2C13-1E82-403B-8C8D-E5933F0654A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85137" y="2655817"/>
                    <a:ext cx="1140374" cy="462724"/>
                  </a:xfrm>
                  <a:prstGeom prst="rect">
                    <a:avLst/>
                  </a:prstGeom>
                  <a:noFill/>
                  <a:ln w="12700" algn="ctr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defPPr>
                      <a:defRPr lang="zh-CN"/>
                    </a:defPPr>
                    <a:lvl1pPr algn="ctr" defTabSz="964326" eaLnBrk="1" fontAlgn="auto" hangingPunct="1">
                      <a:spcBef>
                        <a:spcPct val="50000"/>
                      </a:spcBef>
                      <a:spcAft>
                        <a:spcPts val="0"/>
                      </a:spcAft>
                      <a:defRPr sz="2109" kern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defRPr>
                    </a:lvl1pPr>
                    <a:lvl2pPr marL="742950" indent="-285750" eaLnBrk="0" hangingPunct="0">
                      <a:defRPr sz="3800">
                        <a:solidFill>
                          <a:schemeClr val="tx2"/>
                        </a:solidFill>
                        <a:latin typeface="Verdana" pitchFamily="34" charset="0"/>
                      </a:defRPr>
                    </a:lvl2pPr>
                    <a:lvl3pPr marL="1143000" indent="-228600" eaLnBrk="0" hangingPunct="0">
                      <a:defRPr sz="3800">
                        <a:solidFill>
                          <a:schemeClr val="tx2"/>
                        </a:solidFill>
                        <a:latin typeface="Verdana" pitchFamily="34" charset="0"/>
                      </a:defRPr>
                    </a:lvl3pPr>
                    <a:lvl4pPr marL="1600200" indent="-228600" eaLnBrk="0" hangingPunct="0">
                      <a:defRPr sz="3800">
                        <a:solidFill>
                          <a:schemeClr val="tx2"/>
                        </a:solidFill>
                        <a:latin typeface="Verdana" pitchFamily="34" charset="0"/>
                      </a:defRPr>
                    </a:lvl4pPr>
                    <a:lvl5pPr marL="2057400" indent="-228600" eaLnBrk="0" hangingPunct="0">
                      <a:defRPr sz="3800">
                        <a:solidFill>
                          <a:schemeClr val="tx2"/>
                        </a:solidFill>
                        <a:latin typeface="Verdana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800">
                        <a:solidFill>
                          <a:schemeClr val="tx2"/>
                        </a:solidFill>
                        <a:latin typeface="Verdana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800">
                        <a:solidFill>
                          <a:schemeClr val="tx2"/>
                        </a:solidFill>
                        <a:latin typeface="Verdana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800">
                        <a:solidFill>
                          <a:schemeClr val="tx2"/>
                        </a:solidFill>
                        <a:latin typeface="Verdana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800">
                        <a:solidFill>
                          <a:schemeClr val="tx2"/>
                        </a:solidFill>
                        <a:latin typeface="Verdana" pitchFamily="34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zh-CN" altLang="en-US" sz="1280" dirty="0">
                        <a:solidFill>
                          <a:srgbClr val="00B050"/>
                        </a:solidFill>
                      </a:rPr>
                      <a:t>取指</a:t>
                    </a:r>
                    <a:endParaRPr lang="zh-CN" altLang="el-GR" sz="1280" dirty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221" name="Line 85">
                    <a:extLst>
                      <a:ext uri="{FF2B5EF4-FFF2-40B4-BE49-F238E27FC236}">
                        <a16:creationId xmlns:a16="http://schemas.microsoft.com/office/drawing/2014/main" id="{6E45AFEC-E773-4C83-A0A4-DD96771D3B3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60762" y="2912602"/>
                    <a:ext cx="607513" cy="0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00B05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222" name="object 62">
                    <a:extLst>
                      <a:ext uri="{FF2B5EF4-FFF2-40B4-BE49-F238E27FC236}">
                        <a16:creationId xmlns:a16="http://schemas.microsoft.com/office/drawing/2014/main" id="{FB9B1041-C0E9-49EE-8A18-AF9C630971E9}"/>
                      </a:ext>
                    </a:extLst>
                  </p:cNvPr>
                  <p:cNvSpPr/>
                  <p:nvPr/>
                </p:nvSpPr>
                <p:spPr>
                  <a:xfrm>
                    <a:off x="2286293" y="2696496"/>
                    <a:ext cx="2422329" cy="231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1139" h="315594">
                        <a:moveTo>
                          <a:pt x="0" y="0"/>
                        </a:moveTo>
                        <a:lnTo>
                          <a:pt x="0" y="315468"/>
                        </a:lnTo>
                        <a:lnTo>
                          <a:pt x="1501139" y="315468"/>
                        </a:lnTo>
                        <a:lnTo>
                          <a:pt x="1501139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pattFill prst="ltUpDiag">
                    <a:fgClr>
                      <a:srgbClr val="00B050"/>
                    </a:fgClr>
                    <a:bgClr>
                      <a:schemeClr val="bg1"/>
                    </a:bgClr>
                  </a:pattFill>
                  <a:ln>
                    <a:solidFill>
                      <a:srgbClr val="00B050"/>
                    </a:solidFill>
                  </a:ln>
                </p:spPr>
                <p:txBody>
                  <a:bodyPr lIns="0" tIns="0" rIns="0" bIns="0"/>
                  <a:lstStyle/>
                  <a:p>
                    <a:pPr>
                      <a:defRPr/>
                    </a:pPr>
                    <a:endParaRPr sz="995">
                      <a:solidFill>
                        <a:srgbClr val="00B050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223" name="Line 87">
                    <a:extLst>
                      <a:ext uri="{FF2B5EF4-FFF2-40B4-BE49-F238E27FC236}">
                        <a16:creationId xmlns:a16="http://schemas.microsoft.com/office/drawing/2014/main" id="{E6D4FBE3-0DCE-4061-9C03-1C9DC2B0FE0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88868" y="2683783"/>
                    <a:ext cx="0" cy="228819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00B05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224" name="Line 88">
                    <a:extLst>
                      <a:ext uri="{FF2B5EF4-FFF2-40B4-BE49-F238E27FC236}">
                        <a16:creationId xmlns:a16="http://schemas.microsoft.com/office/drawing/2014/main" id="{BBCE1BA4-1F59-44D4-9031-0CFE23EE9C9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96590" y="2683783"/>
                    <a:ext cx="2388863" cy="0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00B05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225" name="Line 89">
                    <a:extLst>
                      <a:ext uri="{FF2B5EF4-FFF2-40B4-BE49-F238E27FC236}">
                        <a16:creationId xmlns:a16="http://schemas.microsoft.com/office/drawing/2014/main" id="{2B839AE7-F56F-458D-B5CF-D5B1C03AD09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718919" y="2683783"/>
                    <a:ext cx="0" cy="228819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00B05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ln>
                        <a:solidFill>
                          <a:sysClr val="windowText" lastClr="000000"/>
                        </a:solidFill>
                      </a:ln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226" name="Line 90">
                    <a:extLst>
                      <a:ext uri="{FF2B5EF4-FFF2-40B4-BE49-F238E27FC236}">
                        <a16:creationId xmlns:a16="http://schemas.microsoft.com/office/drawing/2014/main" id="{D015B3A2-9BB9-4C81-B0F4-AA9108EAF14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724067" y="2912602"/>
                    <a:ext cx="3042712" cy="0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00B05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227" name="Line 87">
                    <a:extLst>
                      <a:ext uri="{FF2B5EF4-FFF2-40B4-BE49-F238E27FC236}">
                        <a16:creationId xmlns:a16="http://schemas.microsoft.com/office/drawing/2014/main" id="{55CCB746-45C3-4CE9-A5C9-E6B90C38D0C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0171088" y="2696496"/>
                    <a:ext cx="0" cy="205937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00B05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257" name="Line 90">
                    <a:extLst>
                      <a:ext uri="{FF2B5EF4-FFF2-40B4-BE49-F238E27FC236}">
                        <a16:creationId xmlns:a16="http://schemas.microsoft.com/office/drawing/2014/main" id="{DCBAD848-5575-4348-9731-7C81A841063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194255" y="2904976"/>
                    <a:ext cx="1799371" cy="0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00B05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algn="ctr" defTabSz="685708">
                      <a:defRPr/>
                    </a:pPr>
                    <a:endParaRPr lang="zh-CN" altLang="en-US" sz="1138" kern="0">
                      <a:solidFill>
                        <a:srgbClr val="00B050"/>
                      </a:solidFill>
                    </a:endParaRPr>
                  </a:p>
                </p:txBody>
              </p:sp>
            </p:grpSp>
          </p:grpSp>
          <p:sp>
            <p:nvSpPr>
              <p:cNvPr id="289" name="Text Box 128">
                <a:extLst>
                  <a:ext uri="{FF2B5EF4-FFF2-40B4-BE49-F238E27FC236}">
                    <a16:creationId xmlns:a16="http://schemas.microsoft.com/office/drawing/2014/main" id="{20E04FA9-DF43-468A-B175-B607E1BA57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59059" y="2660879"/>
                <a:ext cx="1187202" cy="385536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ctr" defTabSz="964326" eaLnBrk="1" fontAlgn="auto" hangingPunct="1">
                  <a:spcBef>
                    <a:spcPct val="50000"/>
                  </a:spcBef>
                  <a:spcAft>
                    <a:spcPts val="0"/>
                  </a:spcAft>
                  <a:defRPr sz="2109" kern="0"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2pPr>
                <a:lvl3pPr marL="11430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3pPr>
                <a:lvl4pPr marL="16002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4pPr>
                <a:lvl5pPr marL="20574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</a:defRPr>
                </a:lvl9pPr>
              </a:lstStyle>
              <a:p>
                <a:pPr>
                  <a:defRPr/>
                </a:pPr>
                <a:r>
                  <a:rPr lang="zh-CN" altLang="en-US" sz="1280">
                    <a:solidFill>
                      <a:srgbClr val="00B050"/>
                    </a:solidFill>
                  </a:rPr>
                  <a:t>周期电位</a:t>
                </a:r>
                <a:endParaRPr lang="zh-CN" altLang="el-GR" sz="1280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293" name="Text Box 127">
                <a:extLst>
                  <a:ext uri="{FF2B5EF4-FFF2-40B4-BE49-F238E27FC236}">
                    <a16:creationId xmlns:a16="http://schemas.microsoft.com/office/drawing/2014/main" id="{F844CCB1-BD48-44BA-8DC2-057659A921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4164" y="2932025"/>
                <a:ext cx="1559656" cy="385536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itchFamily="34" charset="0"/>
                    <a:ea typeface="宋体" pitchFamily="2" charset="-122"/>
                  </a:defRPr>
                </a:lvl9pPr>
              </a:lstStyle>
              <a:p>
                <a:pPr algn="ctr" defTabSz="685708" eaLnBrk="1" hangingPunct="1">
                  <a:spcBef>
                    <a:spcPct val="50000"/>
                  </a:spcBef>
                  <a:defRPr/>
                </a:pPr>
                <a:r>
                  <a:rPr lang="en-US" altLang="zh-CN" sz="1280" kern="0" dirty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en-US" altLang="zh-CN" sz="1280" kern="0" baseline="-25000" dirty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IF</a:t>
                </a:r>
                <a:endParaRPr lang="zh-CN" altLang="el-GR" sz="1280" kern="0" baseline="-250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5727326-335F-E136-B98A-6061E3211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00E0C9-7869-47DB-A5F3-5C2262C64169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F47384C-2613-BF00-9774-9981FB7B5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05F1C1-7E6E-6619-4737-14AD5215E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61</a:t>
            </a:fld>
            <a:endParaRPr lang="en-US" altLang="zh-CN"/>
          </a:p>
        </p:txBody>
      </p:sp>
    </p:spTree>
    <p:custDataLst>
      <p:tags r:id="rId1"/>
    </p:custDataLst>
  </p:cSld>
  <p:clrMapOvr>
    <a:masterClrMapping/>
  </p:clrMapOvr>
  <p:transition spd="slow" advTm="100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1">
            <a:extLst>
              <a:ext uri="{FF2B5EF4-FFF2-40B4-BE49-F238E27FC236}">
                <a16:creationId xmlns:a16="http://schemas.microsoft.com/office/drawing/2014/main" id="{4CCE32FB-14AA-4A8E-880E-3BFAB637C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传统三级时序与现代时序对比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A872A-27DC-41A6-805F-5F1F85A26632}"/>
              </a:ext>
            </a:extLst>
          </p:cNvPr>
          <p:cNvSpPr/>
          <p:nvPr/>
        </p:nvSpPr>
        <p:spPr bwMode="auto">
          <a:xfrm>
            <a:off x="4411663" y="1873250"/>
            <a:ext cx="4443412" cy="3551238"/>
          </a:xfrm>
          <a:prstGeom prst="rect">
            <a:avLst/>
          </a:prstGeom>
          <a:solidFill>
            <a:schemeClr val="accent1">
              <a:lumMod val="40000"/>
              <a:lumOff val="60000"/>
              <a:alpha val="32000"/>
            </a:schemeClr>
          </a:solidFill>
          <a:ln w="28575">
            <a:solidFill>
              <a:srgbClr val="FF6600"/>
            </a:solidFill>
            <a:round/>
            <a:headEnd/>
            <a:tailEnd type="triangle" w="med" len="med"/>
          </a:ln>
        </p:spPr>
        <p:txBody>
          <a:bodyPr lIns="65024" tIns="32512" rIns="65024" bIns="32512"/>
          <a:lstStyle/>
          <a:p>
            <a:pPr algn="ctr">
              <a:defRPr/>
            </a:pPr>
            <a:endParaRPr lang="zh-CN" altLang="en-US" sz="2844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10CE9D-5D81-47B2-9010-9DC32BF160B0}"/>
              </a:ext>
            </a:extLst>
          </p:cNvPr>
          <p:cNvSpPr/>
          <p:nvPr/>
        </p:nvSpPr>
        <p:spPr bwMode="auto">
          <a:xfrm>
            <a:off x="280988" y="1873250"/>
            <a:ext cx="4025900" cy="3551238"/>
          </a:xfrm>
          <a:prstGeom prst="rect">
            <a:avLst/>
          </a:prstGeom>
          <a:solidFill>
            <a:srgbClr val="F9F97F">
              <a:alpha val="28000"/>
            </a:srgbClr>
          </a:solidFill>
          <a:ln w="28575">
            <a:solidFill>
              <a:srgbClr val="FF6600"/>
            </a:solidFill>
            <a:round/>
            <a:headEnd/>
            <a:tailEnd type="triangle" w="med" len="med"/>
          </a:ln>
        </p:spPr>
        <p:txBody>
          <a:bodyPr lIns="65024" tIns="32512" rIns="65024" bIns="32512"/>
          <a:lstStyle/>
          <a:p>
            <a:pPr algn="ctr">
              <a:defRPr/>
            </a:pPr>
            <a:endParaRPr lang="zh-CN" altLang="en-US" sz="2844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80901" name="组合 85">
            <a:extLst>
              <a:ext uri="{FF2B5EF4-FFF2-40B4-BE49-F238E27FC236}">
                <a16:creationId xmlns:a16="http://schemas.microsoft.com/office/drawing/2014/main" id="{DB98B328-C2D3-4FE0-9A98-8A741B5C0C47}"/>
              </a:ext>
            </a:extLst>
          </p:cNvPr>
          <p:cNvGrpSpPr>
            <a:grpSpLocks/>
          </p:cNvGrpSpPr>
          <p:nvPr/>
        </p:nvGrpSpPr>
        <p:grpSpPr bwMode="auto">
          <a:xfrm>
            <a:off x="4562475" y="2305050"/>
            <a:ext cx="4183063" cy="2897188"/>
            <a:chOff x="6611727" y="2135376"/>
            <a:chExt cx="7029329" cy="4866584"/>
          </a:xfrm>
        </p:grpSpPr>
        <p:sp>
          <p:nvSpPr>
            <p:cNvPr id="87" name="Rectangle 8">
              <a:extLst>
                <a:ext uri="{FF2B5EF4-FFF2-40B4-BE49-F238E27FC236}">
                  <a16:creationId xmlns:a16="http://schemas.microsoft.com/office/drawing/2014/main" id="{F994E79C-F23F-4F06-B950-C8901CDF9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1072" y="3370022"/>
              <a:ext cx="536202" cy="1439975"/>
            </a:xfrm>
            <a:prstGeom prst="rect">
              <a:avLst/>
            </a:prstGeom>
            <a:solidFill>
              <a:srgbClr val="FFC000"/>
            </a:solidFill>
            <a:ln w="31750" cap="flat" cmpd="sng" algn="ctr">
              <a:solidFill>
                <a:srgbClr val="00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>
                  <a:latin typeface="Segoe UI Black" panose="020B0A02040204020203" pitchFamily="34" charset="0"/>
                </a:rPr>
                <a:t>指令寄存器</a:t>
              </a:r>
            </a:p>
          </p:txBody>
        </p:sp>
        <p:sp>
          <p:nvSpPr>
            <p:cNvPr id="88" name="Rectangle 9">
              <a:extLst>
                <a:ext uri="{FF2B5EF4-FFF2-40B4-BE49-F238E27FC236}">
                  <a16:creationId xmlns:a16="http://schemas.microsoft.com/office/drawing/2014/main" id="{BA23B117-C345-455D-9D2E-B198C9EAC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1727" y="4855329"/>
              <a:ext cx="490853" cy="669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defTabSz="685708">
                <a:defRPr/>
              </a:pPr>
              <a:r>
                <a:rPr lang="en-US" altLang="zh-CN" sz="995" dirty="0">
                  <a:solidFill>
                    <a:srgbClr val="001010"/>
                  </a:solidFill>
                  <a:latin typeface="微软雅黑"/>
                  <a:ea typeface="微软雅黑"/>
                </a:rPr>
                <a:t>IR</a:t>
              </a:r>
            </a:p>
          </p:txBody>
        </p:sp>
        <p:sp>
          <p:nvSpPr>
            <p:cNvPr id="89" name="Rectangle 10">
              <a:extLst>
                <a:ext uri="{FF2B5EF4-FFF2-40B4-BE49-F238E27FC236}">
                  <a16:creationId xmlns:a16="http://schemas.microsoft.com/office/drawing/2014/main" id="{001AF5C4-AFA8-4BAC-B973-039831A4A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5842" y="2604701"/>
              <a:ext cx="1173778" cy="413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defTabSz="685708">
                <a:defRPr/>
              </a:pPr>
              <a:r>
                <a:rPr lang="zh-CN" altLang="en-US" sz="995" dirty="0">
                  <a:solidFill>
                    <a:srgbClr val="00B050"/>
                  </a:solidFill>
                  <a:latin typeface="微软雅黑"/>
                  <a:ea typeface="微软雅黑"/>
                </a:rPr>
                <a:t>反馈信号</a:t>
              </a:r>
            </a:p>
          </p:txBody>
        </p:sp>
        <p:grpSp>
          <p:nvGrpSpPr>
            <p:cNvPr id="80910" name="组合 89">
              <a:extLst>
                <a:ext uri="{FF2B5EF4-FFF2-40B4-BE49-F238E27FC236}">
                  <a16:creationId xmlns:a16="http://schemas.microsoft.com/office/drawing/2014/main" id="{B2941735-9340-4A0E-8EF8-1CAD896E94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17943" y="4827576"/>
              <a:ext cx="909103" cy="939937"/>
              <a:chOff x="5997326" y="4609422"/>
              <a:chExt cx="909103" cy="571095"/>
            </a:xfrm>
          </p:grpSpPr>
          <p:sp>
            <p:nvSpPr>
              <p:cNvPr id="170" name="Line 38">
                <a:extLst>
                  <a:ext uri="{FF2B5EF4-FFF2-40B4-BE49-F238E27FC236}">
                    <a16:creationId xmlns:a16="http://schemas.microsoft.com/office/drawing/2014/main" id="{F660336D-C3BF-4EC8-B920-1834DFBD3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997430" y="4610082"/>
                <a:ext cx="0" cy="570313"/>
              </a:xfrm>
              <a:prstGeom prst="line">
                <a:avLst/>
              </a:prstGeom>
              <a:noFill/>
              <a:ln w="25400">
                <a:solidFill>
                  <a:srgbClr val="C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854">
                  <a:solidFill>
                    <a:srgbClr val="C00000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71" name="Line 44">
                <a:extLst>
                  <a:ext uri="{FF2B5EF4-FFF2-40B4-BE49-F238E27FC236}">
                    <a16:creationId xmlns:a16="http://schemas.microsoft.com/office/drawing/2014/main" id="{76814197-C929-480C-AC0A-E001B52D45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07108" y="4610082"/>
                <a:ext cx="0" cy="570313"/>
              </a:xfrm>
              <a:prstGeom prst="line">
                <a:avLst/>
              </a:prstGeom>
              <a:noFill/>
              <a:ln w="25400">
                <a:solidFill>
                  <a:srgbClr val="C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854">
                  <a:solidFill>
                    <a:srgbClr val="C00000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72" name="Line 38">
                <a:extLst>
                  <a:ext uri="{FF2B5EF4-FFF2-40B4-BE49-F238E27FC236}">
                    <a16:creationId xmlns:a16="http://schemas.microsoft.com/office/drawing/2014/main" id="{EA9C92C6-15F8-45C3-BC68-0015D1C4A8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301546" y="4610082"/>
                <a:ext cx="0" cy="570313"/>
              </a:xfrm>
              <a:prstGeom prst="line">
                <a:avLst/>
              </a:prstGeom>
              <a:noFill/>
              <a:ln w="25400">
                <a:solidFill>
                  <a:srgbClr val="C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854">
                  <a:solidFill>
                    <a:srgbClr val="C00000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73" name="Line 38">
                <a:extLst>
                  <a:ext uri="{FF2B5EF4-FFF2-40B4-BE49-F238E27FC236}">
                    <a16:creationId xmlns:a16="http://schemas.microsoft.com/office/drawing/2014/main" id="{EB006771-C575-45C3-BC77-DE453FBA71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02992" y="4610082"/>
                <a:ext cx="0" cy="570313"/>
              </a:xfrm>
              <a:prstGeom prst="line">
                <a:avLst/>
              </a:prstGeom>
              <a:noFill/>
              <a:ln w="25400">
                <a:solidFill>
                  <a:srgbClr val="C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854">
                  <a:solidFill>
                    <a:srgbClr val="C00000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91" name="Line 52">
              <a:extLst>
                <a:ext uri="{FF2B5EF4-FFF2-40B4-BE49-F238E27FC236}">
                  <a16:creationId xmlns:a16="http://schemas.microsoft.com/office/drawing/2014/main" id="{F1ACE88D-D9F1-42C2-974F-8E74FBD2E88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537790" y="3335235"/>
              <a:ext cx="0" cy="608230"/>
            </a:xfrm>
            <a:prstGeom prst="line">
              <a:avLst/>
            </a:prstGeom>
            <a:noFill/>
            <a:ln w="12700">
              <a:solidFill>
                <a:srgbClr val="7030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854">
                <a:solidFill>
                  <a:srgbClr val="00000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2" name="Line 53">
              <a:extLst>
                <a:ext uri="{FF2B5EF4-FFF2-40B4-BE49-F238E27FC236}">
                  <a16:creationId xmlns:a16="http://schemas.microsoft.com/office/drawing/2014/main" id="{179F5C54-DF48-485B-A827-3982DBD08BC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537790" y="3487233"/>
              <a:ext cx="0" cy="608230"/>
            </a:xfrm>
            <a:prstGeom prst="line">
              <a:avLst/>
            </a:prstGeom>
            <a:noFill/>
            <a:ln w="12700">
              <a:solidFill>
                <a:srgbClr val="7030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854">
                <a:solidFill>
                  <a:srgbClr val="00000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3" name="Line 54">
              <a:extLst>
                <a:ext uri="{FF2B5EF4-FFF2-40B4-BE49-F238E27FC236}">
                  <a16:creationId xmlns:a16="http://schemas.microsoft.com/office/drawing/2014/main" id="{828DC5D8-53FB-418A-A258-CE239594CA2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537790" y="3636564"/>
              <a:ext cx="0" cy="608230"/>
            </a:xfrm>
            <a:prstGeom prst="line">
              <a:avLst/>
            </a:prstGeom>
            <a:noFill/>
            <a:ln w="12700">
              <a:solidFill>
                <a:srgbClr val="7030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854">
                <a:solidFill>
                  <a:srgbClr val="00000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4" name="Line 55">
              <a:extLst>
                <a:ext uri="{FF2B5EF4-FFF2-40B4-BE49-F238E27FC236}">
                  <a16:creationId xmlns:a16="http://schemas.microsoft.com/office/drawing/2014/main" id="{D8B10FEB-319A-4B16-801D-001FD17B30C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537790" y="3788561"/>
              <a:ext cx="0" cy="608230"/>
            </a:xfrm>
            <a:prstGeom prst="line">
              <a:avLst/>
            </a:prstGeom>
            <a:noFill/>
            <a:ln w="12700">
              <a:solidFill>
                <a:srgbClr val="7030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854">
                <a:solidFill>
                  <a:srgbClr val="00000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5" name="Line 56">
              <a:extLst>
                <a:ext uri="{FF2B5EF4-FFF2-40B4-BE49-F238E27FC236}">
                  <a16:creationId xmlns:a16="http://schemas.microsoft.com/office/drawing/2014/main" id="{429E5541-2325-40F8-B3F6-BF0DED15BC9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537790" y="3940559"/>
              <a:ext cx="0" cy="608230"/>
            </a:xfrm>
            <a:prstGeom prst="line">
              <a:avLst/>
            </a:prstGeom>
            <a:noFill/>
            <a:ln w="12700">
              <a:solidFill>
                <a:srgbClr val="7030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854">
                <a:solidFill>
                  <a:srgbClr val="00000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6" name="Line 57">
              <a:extLst>
                <a:ext uri="{FF2B5EF4-FFF2-40B4-BE49-F238E27FC236}">
                  <a16:creationId xmlns:a16="http://schemas.microsoft.com/office/drawing/2014/main" id="{B6987BA0-DD34-4E6E-AF43-D64B21B598D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537790" y="4095223"/>
              <a:ext cx="0" cy="608230"/>
            </a:xfrm>
            <a:prstGeom prst="line">
              <a:avLst/>
            </a:prstGeom>
            <a:noFill/>
            <a:ln w="12700">
              <a:solidFill>
                <a:srgbClr val="7030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854">
                <a:solidFill>
                  <a:srgbClr val="00000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7" name="Line 58">
              <a:extLst>
                <a:ext uri="{FF2B5EF4-FFF2-40B4-BE49-F238E27FC236}">
                  <a16:creationId xmlns:a16="http://schemas.microsoft.com/office/drawing/2014/main" id="{985BCD52-3028-4C2F-B80A-E559E391514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537790" y="4244554"/>
              <a:ext cx="0" cy="608230"/>
            </a:xfrm>
            <a:prstGeom prst="line">
              <a:avLst/>
            </a:prstGeom>
            <a:noFill/>
            <a:ln w="12700">
              <a:solidFill>
                <a:srgbClr val="7030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854">
                <a:solidFill>
                  <a:srgbClr val="00000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8" name="Rectangle 60">
              <a:extLst>
                <a:ext uri="{FF2B5EF4-FFF2-40B4-BE49-F238E27FC236}">
                  <a16:creationId xmlns:a16="http://schemas.microsoft.com/office/drawing/2014/main" id="{D441A832-C0AC-450C-8933-556668CEB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9681" y="3276690"/>
              <a:ext cx="472180" cy="413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defTabSz="685708">
                <a:defRPr/>
              </a:pPr>
              <a:r>
                <a:rPr lang="en-US" altLang="zh-CN" sz="995" dirty="0">
                  <a:solidFill>
                    <a:srgbClr val="7030A0"/>
                  </a:solidFill>
                  <a:latin typeface="微软雅黑"/>
                  <a:ea typeface="微软雅黑"/>
                </a:rPr>
                <a:t>I</a:t>
              </a:r>
              <a:r>
                <a:rPr lang="en-US" altLang="zh-CN" sz="995" baseline="-25000" dirty="0">
                  <a:solidFill>
                    <a:srgbClr val="7030A0"/>
                  </a:solidFill>
                  <a:latin typeface="微软雅黑"/>
                  <a:ea typeface="微软雅黑"/>
                </a:rPr>
                <a:t>1</a:t>
              </a:r>
            </a:p>
          </p:txBody>
        </p:sp>
        <p:sp>
          <p:nvSpPr>
            <p:cNvPr id="99" name="Rectangle 61">
              <a:extLst>
                <a:ext uri="{FF2B5EF4-FFF2-40B4-BE49-F238E27FC236}">
                  <a16:creationId xmlns:a16="http://schemas.microsoft.com/office/drawing/2014/main" id="{AA53ECA1-7F41-450C-82F1-67D18E899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4345" y="4567334"/>
              <a:ext cx="525533" cy="413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defTabSz="685708">
                <a:defRPr/>
              </a:pPr>
              <a:r>
                <a:rPr lang="en-US" altLang="zh-CN" sz="995" dirty="0" err="1">
                  <a:solidFill>
                    <a:srgbClr val="7030A0"/>
                  </a:solidFill>
                  <a:latin typeface="微软雅黑"/>
                  <a:ea typeface="微软雅黑"/>
                </a:rPr>
                <a:t>I</a:t>
              </a:r>
              <a:r>
                <a:rPr lang="en-US" altLang="zh-CN" sz="995" baseline="-25000" dirty="0" err="1">
                  <a:solidFill>
                    <a:srgbClr val="7030A0"/>
                  </a:solidFill>
                  <a:latin typeface="微软雅黑"/>
                  <a:ea typeface="微软雅黑"/>
                </a:rPr>
                <a:t>m</a:t>
              </a:r>
              <a:endParaRPr lang="en-US" altLang="zh-CN" sz="995" baseline="-25000" dirty="0">
                <a:solidFill>
                  <a:srgbClr val="7030A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0" name="Rectangle 6">
              <a:extLst>
                <a:ext uri="{FF2B5EF4-FFF2-40B4-BE49-F238E27FC236}">
                  <a16:creationId xmlns:a16="http://schemas.microsoft.com/office/drawing/2014/main" id="{3A7F5614-AD77-4C9F-B1CD-AD93F7BE5E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2308997" y="3416604"/>
              <a:ext cx="2250628" cy="4134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defTabSz="685708">
                <a:defRPr/>
              </a:pPr>
              <a:r>
                <a:rPr lang="zh-CN" altLang="en-US" sz="995" dirty="0">
                  <a:solidFill>
                    <a:srgbClr val="FF0000"/>
                  </a:solidFill>
                  <a:latin typeface="微软雅黑"/>
                  <a:ea typeface="微软雅黑"/>
                </a:rPr>
                <a:t>微操作控制信号序列</a:t>
              </a:r>
            </a:p>
          </p:txBody>
        </p:sp>
        <p:grpSp>
          <p:nvGrpSpPr>
            <p:cNvPr id="80921" name="Group 11">
              <a:extLst>
                <a:ext uri="{FF2B5EF4-FFF2-40B4-BE49-F238E27FC236}">
                  <a16:creationId xmlns:a16="http://schemas.microsoft.com/office/drawing/2014/main" id="{7A7A0037-0BF3-4445-B408-4643F773ED83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11981205" y="3347516"/>
              <a:ext cx="2122917" cy="455389"/>
              <a:chOff x="2746" y="1207"/>
              <a:chExt cx="1268" cy="409"/>
            </a:xfrm>
          </p:grpSpPr>
          <p:grpSp>
            <p:nvGrpSpPr>
              <p:cNvPr id="80974" name="Group 12">
                <a:extLst>
                  <a:ext uri="{FF2B5EF4-FFF2-40B4-BE49-F238E27FC236}">
                    <a16:creationId xmlns:a16="http://schemas.microsoft.com/office/drawing/2014/main" id="{ABAF936D-11A0-4FCD-9C66-30444EA050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46" y="1207"/>
                <a:ext cx="725" cy="409"/>
                <a:chOff x="4330" y="2840"/>
                <a:chExt cx="725" cy="409"/>
              </a:xfrm>
            </p:grpSpPr>
            <p:sp>
              <p:nvSpPr>
                <p:cNvPr id="161" name="Line 13">
                  <a:extLst>
                    <a:ext uri="{FF2B5EF4-FFF2-40B4-BE49-F238E27FC236}">
                      <a16:creationId xmlns:a16="http://schemas.microsoft.com/office/drawing/2014/main" id="{576A10CC-915B-4C7A-B476-CF4E722796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330" y="2840"/>
                  <a:ext cx="0" cy="410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854">
                    <a:solidFill>
                      <a:srgbClr val="000000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162" name="Line 14">
                  <a:extLst>
                    <a:ext uri="{FF2B5EF4-FFF2-40B4-BE49-F238E27FC236}">
                      <a16:creationId xmlns:a16="http://schemas.microsoft.com/office/drawing/2014/main" id="{DF09FC1F-0E5C-4723-B610-0E74A902DC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419" y="2840"/>
                  <a:ext cx="0" cy="410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854">
                    <a:solidFill>
                      <a:srgbClr val="000000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163" name="Line 15">
                  <a:extLst>
                    <a:ext uri="{FF2B5EF4-FFF2-40B4-BE49-F238E27FC236}">
                      <a16:creationId xmlns:a16="http://schemas.microsoft.com/office/drawing/2014/main" id="{329204AC-01F6-49B2-A9A6-100E3D03A9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12" y="2840"/>
                  <a:ext cx="0" cy="410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854">
                    <a:solidFill>
                      <a:srgbClr val="000000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164" name="Line 16">
                  <a:extLst>
                    <a:ext uri="{FF2B5EF4-FFF2-40B4-BE49-F238E27FC236}">
                      <a16:creationId xmlns:a16="http://schemas.microsoft.com/office/drawing/2014/main" id="{C653DBDC-DBA0-4CB4-9CB7-2FC96570D2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03" y="2840"/>
                  <a:ext cx="0" cy="410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854">
                    <a:solidFill>
                      <a:srgbClr val="000000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165" name="Line 17">
                  <a:extLst>
                    <a:ext uri="{FF2B5EF4-FFF2-40B4-BE49-F238E27FC236}">
                      <a16:creationId xmlns:a16="http://schemas.microsoft.com/office/drawing/2014/main" id="{A4069CF3-8EB7-470C-9F9E-D5BB01AD65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93" y="2840"/>
                  <a:ext cx="0" cy="410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854">
                    <a:solidFill>
                      <a:srgbClr val="000000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166" name="Line 18">
                  <a:extLst>
                    <a:ext uri="{FF2B5EF4-FFF2-40B4-BE49-F238E27FC236}">
                      <a16:creationId xmlns:a16="http://schemas.microsoft.com/office/drawing/2014/main" id="{6A180999-AA81-4C65-8319-FE296E6CB9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783" y="2840"/>
                  <a:ext cx="0" cy="410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854">
                    <a:solidFill>
                      <a:srgbClr val="000000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167" name="Line 19">
                  <a:extLst>
                    <a:ext uri="{FF2B5EF4-FFF2-40B4-BE49-F238E27FC236}">
                      <a16:creationId xmlns:a16="http://schemas.microsoft.com/office/drawing/2014/main" id="{0A89D13F-628F-4729-8405-D684F0E62A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73" y="2840"/>
                  <a:ext cx="0" cy="410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854">
                    <a:solidFill>
                      <a:srgbClr val="000000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168" name="Line 20">
                  <a:extLst>
                    <a:ext uri="{FF2B5EF4-FFF2-40B4-BE49-F238E27FC236}">
                      <a16:creationId xmlns:a16="http://schemas.microsoft.com/office/drawing/2014/main" id="{98433B35-C0E8-462D-8AF6-80EAA294D9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66" y="2840"/>
                  <a:ext cx="0" cy="410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854">
                    <a:solidFill>
                      <a:srgbClr val="000000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169" name="Line 21">
                  <a:extLst>
                    <a:ext uri="{FF2B5EF4-FFF2-40B4-BE49-F238E27FC236}">
                      <a16:creationId xmlns:a16="http://schemas.microsoft.com/office/drawing/2014/main" id="{604D7EE9-0EA3-42AD-A6FE-0AA98BD079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55" y="2840"/>
                  <a:ext cx="0" cy="410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708">
                    <a:defRPr/>
                  </a:pPr>
                  <a:endParaRPr lang="zh-CN" altLang="en-US" sz="854">
                    <a:solidFill>
                      <a:srgbClr val="000000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sp>
            <p:nvSpPr>
              <p:cNvPr id="155" name="Line 22">
                <a:extLst>
                  <a:ext uri="{FF2B5EF4-FFF2-40B4-BE49-F238E27FC236}">
                    <a16:creationId xmlns:a16="http://schemas.microsoft.com/office/drawing/2014/main" id="{2D6E63E3-DC82-4DE0-A325-5439E6EEF6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62" y="1207"/>
                <a:ext cx="0" cy="41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854">
                  <a:solidFill>
                    <a:srgbClr val="000000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56" name="Line 23">
                <a:extLst>
                  <a:ext uri="{FF2B5EF4-FFF2-40B4-BE49-F238E27FC236}">
                    <a16:creationId xmlns:a16="http://schemas.microsoft.com/office/drawing/2014/main" id="{073BD49E-CD57-4AC2-976B-0B803A5D4B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1" y="1207"/>
                <a:ext cx="0" cy="41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854">
                  <a:solidFill>
                    <a:srgbClr val="000000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57" name="Line 24">
                <a:extLst>
                  <a:ext uri="{FF2B5EF4-FFF2-40B4-BE49-F238E27FC236}">
                    <a16:creationId xmlns:a16="http://schemas.microsoft.com/office/drawing/2014/main" id="{24DFF6FD-A6CB-4F60-B454-00EE3F4836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2" y="1207"/>
                <a:ext cx="0" cy="41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854">
                  <a:solidFill>
                    <a:srgbClr val="000000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58" name="Line 25">
                <a:extLst>
                  <a:ext uri="{FF2B5EF4-FFF2-40B4-BE49-F238E27FC236}">
                    <a16:creationId xmlns:a16="http://schemas.microsoft.com/office/drawing/2014/main" id="{7435650A-3E94-49B8-9414-B1DE268034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32" y="1207"/>
                <a:ext cx="0" cy="41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854">
                  <a:solidFill>
                    <a:srgbClr val="000000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59" name="Line 26">
                <a:extLst>
                  <a:ext uri="{FF2B5EF4-FFF2-40B4-BE49-F238E27FC236}">
                    <a16:creationId xmlns:a16="http://schemas.microsoft.com/office/drawing/2014/main" id="{8CD5C520-B9F1-435D-A350-EC70AA5076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25" y="1207"/>
                <a:ext cx="0" cy="41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854">
                  <a:solidFill>
                    <a:srgbClr val="000000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60" name="Line 27">
                <a:extLst>
                  <a:ext uri="{FF2B5EF4-FFF2-40B4-BE49-F238E27FC236}">
                    <a16:creationId xmlns:a16="http://schemas.microsoft.com/office/drawing/2014/main" id="{61B6619C-A546-432D-B549-30CCC6441E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14" y="1207"/>
                <a:ext cx="0" cy="41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854">
                  <a:solidFill>
                    <a:srgbClr val="000000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80922" name="Group 62">
              <a:extLst>
                <a:ext uri="{FF2B5EF4-FFF2-40B4-BE49-F238E27FC236}">
                  <a16:creationId xmlns:a16="http://schemas.microsoft.com/office/drawing/2014/main" id="{69B30E14-0C38-4D85-9B18-F665033CF53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11592783" y="3350862"/>
              <a:ext cx="2978444" cy="547472"/>
              <a:chOff x="2338" y="1203"/>
              <a:chExt cx="1779" cy="327"/>
            </a:xfrm>
          </p:grpSpPr>
          <p:sp>
            <p:nvSpPr>
              <p:cNvPr id="152" name="Rectangle 63">
                <a:extLst>
                  <a:ext uri="{FF2B5EF4-FFF2-40B4-BE49-F238E27FC236}">
                    <a16:creationId xmlns:a16="http://schemas.microsoft.com/office/drawing/2014/main" id="{9FC96222-8FAE-4A35-957C-C9D7CED492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299" y="1244"/>
                <a:ext cx="323" cy="2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 defTabSz="685708">
                  <a:defRPr/>
                </a:pPr>
                <a:r>
                  <a:rPr lang="en-US" altLang="zh-CN" sz="995" dirty="0">
                    <a:solidFill>
                      <a:srgbClr val="FF0000"/>
                    </a:solidFill>
                    <a:latin typeface="微软雅黑"/>
                    <a:ea typeface="微软雅黑"/>
                  </a:rPr>
                  <a:t>C</a:t>
                </a:r>
                <a:r>
                  <a:rPr lang="en-US" altLang="zh-CN" sz="995" baseline="-25000" dirty="0">
                    <a:solidFill>
                      <a:srgbClr val="FF0000"/>
                    </a:solidFill>
                    <a:latin typeface="微软雅黑"/>
                    <a:ea typeface="微软雅黑"/>
                  </a:rPr>
                  <a:t>1</a:t>
                </a:r>
              </a:p>
            </p:txBody>
          </p:sp>
          <p:sp>
            <p:nvSpPr>
              <p:cNvPr id="153" name="Rectangle 64">
                <a:extLst>
                  <a:ext uri="{FF2B5EF4-FFF2-40B4-BE49-F238E27FC236}">
                    <a16:creationId xmlns:a16="http://schemas.microsoft.com/office/drawing/2014/main" id="{64C0B5AC-30E2-44AC-846E-0830E2BC5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831" y="1244"/>
                <a:ext cx="327" cy="2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 defTabSz="685708">
                  <a:defRPr/>
                </a:pPr>
                <a:r>
                  <a:rPr lang="en-US" altLang="zh-CN" sz="995" dirty="0">
                    <a:solidFill>
                      <a:srgbClr val="FF0000"/>
                    </a:solidFill>
                    <a:latin typeface="微软雅黑"/>
                    <a:ea typeface="微软雅黑"/>
                  </a:rPr>
                  <a:t>C</a:t>
                </a:r>
                <a:r>
                  <a:rPr lang="en-US" altLang="zh-CN" sz="995" baseline="-25000" dirty="0">
                    <a:solidFill>
                      <a:srgbClr val="FF0000"/>
                    </a:solidFill>
                    <a:latin typeface="微软雅黑"/>
                    <a:ea typeface="微软雅黑"/>
                  </a:rPr>
                  <a:t>n</a:t>
                </a:r>
              </a:p>
            </p:txBody>
          </p:sp>
        </p:grpSp>
        <p:sp>
          <p:nvSpPr>
            <p:cNvPr id="103" name="Line 72">
              <a:extLst>
                <a:ext uri="{FF2B5EF4-FFF2-40B4-BE49-F238E27FC236}">
                  <a16:creationId xmlns:a16="http://schemas.microsoft.com/office/drawing/2014/main" id="{24C31EAE-266F-4599-BF2E-83A870C71B7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540458" y="2271254"/>
              <a:ext cx="0" cy="608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854">
                <a:solidFill>
                  <a:srgbClr val="00000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4" name="Line 73">
              <a:extLst>
                <a:ext uri="{FF2B5EF4-FFF2-40B4-BE49-F238E27FC236}">
                  <a16:creationId xmlns:a16="http://schemas.microsoft.com/office/drawing/2014/main" id="{296B14EE-DE14-4EEC-860F-8E27922207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540458" y="2423251"/>
              <a:ext cx="0" cy="608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854">
                <a:solidFill>
                  <a:srgbClr val="00000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5" name="Line 74">
              <a:extLst>
                <a:ext uri="{FF2B5EF4-FFF2-40B4-BE49-F238E27FC236}">
                  <a16:creationId xmlns:a16="http://schemas.microsoft.com/office/drawing/2014/main" id="{900DD478-D2BD-4BE0-8328-91A34E99A85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540458" y="2572581"/>
              <a:ext cx="0" cy="608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854">
                <a:solidFill>
                  <a:srgbClr val="00000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6" name="Line 75">
              <a:extLst>
                <a:ext uri="{FF2B5EF4-FFF2-40B4-BE49-F238E27FC236}">
                  <a16:creationId xmlns:a16="http://schemas.microsoft.com/office/drawing/2014/main" id="{193EA18A-1769-4D28-9D8F-CF6304CDABA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540458" y="2724580"/>
              <a:ext cx="0" cy="608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708">
                <a:defRPr/>
              </a:pPr>
              <a:endParaRPr lang="zh-CN" altLang="en-US" sz="854">
                <a:solidFill>
                  <a:srgbClr val="00000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7" name="Rectangle 77">
              <a:extLst>
                <a:ext uri="{FF2B5EF4-FFF2-40B4-BE49-F238E27FC236}">
                  <a16:creationId xmlns:a16="http://schemas.microsoft.com/office/drawing/2014/main" id="{4F29C67E-B116-439E-871C-AEB8CDA5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6191" y="2378039"/>
              <a:ext cx="544206" cy="413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defTabSz="685708">
                <a:defRPr/>
              </a:pPr>
              <a:r>
                <a:rPr lang="en-US" altLang="zh-CN" sz="995" dirty="0">
                  <a:solidFill>
                    <a:srgbClr val="00B050"/>
                  </a:solidFill>
                  <a:latin typeface="微软雅黑"/>
                  <a:ea typeface="微软雅黑"/>
                </a:rPr>
                <a:t>B</a:t>
              </a:r>
              <a:r>
                <a:rPr lang="en-US" altLang="zh-CN" sz="995" baseline="-25000" dirty="0">
                  <a:solidFill>
                    <a:srgbClr val="00B050"/>
                  </a:solidFill>
                  <a:latin typeface="微软雅黑"/>
                  <a:ea typeface="微软雅黑"/>
                </a:rPr>
                <a:t>1</a:t>
              </a:r>
            </a:p>
          </p:txBody>
        </p:sp>
        <p:sp>
          <p:nvSpPr>
            <p:cNvPr id="108" name="Rectangle 78">
              <a:extLst>
                <a:ext uri="{FF2B5EF4-FFF2-40B4-BE49-F238E27FC236}">
                  <a16:creationId xmlns:a16="http://schemas.microsoft.com/office/drawing/2014/main" id="{C8E2B028-37AA-4378-94B1-D4AEAA1B4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4194" y="2780698"/>
              <a:ext cx="498856" cy="410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defTabSz="685708">
                <a:defRPr/>
              </a:pPr>
              <a:r>
                <a:rPr lang="en-US" altLang="zh-CN" sz="995" dirty="0" err="1">
                  <a:solidFill>
                    <a:srgbClr val="00B050"/>
                  </a:solidFill>
                  <a:latin typeface="微软雅黑"/>
                  <a:ea typeface="微软雅黑"/>
                </a:rPr>
                <a:t>B</a:t>
              </a:r>
              <a:r>
                <a:rPr lang="en-US" altLang="zh-CN" sz="995" baseline="-25000" dirty="0" err="1">
                  <a:solidFill>
                    <a:srgbClr val="00B050"/>
                  </a:solidFill>
                  <a:latin typeface="微软雅黑"/>
                  <a:ea typeface="微软雅黑"/>
                </a:rPr>
                <a:t>j</a:t>
              </a:r>
              <a:endParaRPr lang="en-US" altLang="zh-CN" sz="995" baseline="-25000" dirty="0">
                <a:solidFill>
                  <a:srgbClr val="00B050"/>
                </a:solidFill>
                <a:latin typeface="微软雅黑"/>
                <a:ea typeface="微软雅黑"/>
              </a:endParaRPr>
            </a:p>
          </p:txBody>
        </p: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8F3591A5-E888-48F2-B672-8578792B9BBD}"/>
                </a:ext>
              </a:extLst>
            </p:cNvPr>
            <p:cNvCxnSpPr>
              <a:cxnSpLocks/>
              <a:stCxn id="87" idx="3"/>
              <a:endCxn id="135" idx="1"/>
            </p:cNvCxnSpPr>
            <p:nvPr/>
          </p:nvCxnSpPr>
          <p:spPr>
            <a:xfrm flipV="1">
              <a:off x="7177274" y="4090010"/>
              <a:ext cx="52553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Rectangle 9">
              <a:extLst>
                <a:ext uri="{FF2B5EF4-FFF2-40B4-BE49-F238E27FC236}">
                  <a16:creationId xmlns:a16="http://schemas.microsoft.com/office/drawing/2014/main" id="{2BEE4DB6-4AF8-4EE5-B822-3CD808FF3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8143" y="4855329"/>
              <a:ext cx="490853" cy="669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defTabSz="685708">
                <a:defRPr/>
              </a:pPr>
              <a:r>
                <a:rPr lang="en-US" altLang="zh-CN" sz="995" dirty="0">
                  <a:solidFill>
                    <a:srgbClr val="001010"/>
                  </a:solidFill>
                  <a:latin typeface="微软雅黑"/>
                  <a:ea typeface="微软雅黑"/>
                </a:rPr>
                <a:t>ID</a:t>
              </a:r>
            </a:p>
          </p:txBody>
        </p:sp>
        <p:sp>
          <p:nvSpPr>
            <p:cNvPr id="111" name="Rectangle 5">
              <a:extLst>
                <a:ext uri="{FF2B5EF4-FFF2-40B4-BE49-F238E27FC236}">
                  <a16:creationId xmlns:a16="http://schemas.microsoft.com/office/drawing/2014/main" id="{C8F1DE87-0775-4E3A-8D05-77089DC9F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4573" y="5687315"/>
              <a:ext cx="1595271" cy="637323"/>
            </a:xfrm>
            <a:prstGeom prst="rect">
              <a:avLst/>
            </a:prstGeom>
            <a:solidFill>
              <a:srgbClr val="7FC4FF"/>
            </a:solidFill>
            <a:ln w="31750" cap="flat" cmpd="sng" algn="ctr">
              <a:solidFill>
                <a:srgbClr val="00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900">
                  <a:latin typeface="Segoe UI Black" panose="020B0A02040204020203" pitchFamily="34" charset="0"/>
                </a:rPr>
                <a:t>状态寄存器</a:t>
              </a:r>
            </a:p>
          </p:txBody>
        </p:sp>
        <p:sp>
          <p:nvSpPr>
            <p:cNvPr id="112" name="Rectangle 3">
              <a:extLst>
                <a:ext uri="{FF2B5EF4-FFF2-40B4-BE49-F238E27FC236}">
                  <a16:creationId xmlns:a16="http://schemas.microsoft.com/office/drawing/2014/main" id="{B44AEE94-9B14-4C9F-B83E-244006F41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9491" y="2378039"/>
              <a:ext cx="1552588" cy="2431958"/>
            </a:xfrm>
            <a:prstGeom prst="rect">
              <a:avLst/>
            </a:prstGeom>
            <a:solidFill>
              <a:srgbClr val="FF6600"/>
            </a:solidFill>
            <a:ln w="31750" cap="flat" cmpd="sng" algn="ctr">
              <a:solidFill>
                <a:srgbClr val="00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100">
                  <a:solidFill>
                    <a:schemeClr val="bg1"/>
                  </a:solidFill>
                  <a:latin typeface="Segoe UI Black" panose="020B0A02040204020203" pitchFamily="34" charset="0"/>
                </a:rPr>
                <a:t>硬布线</a:t>
              </a:r>
              <a:endParaRPr lang="en-US" altLang="zh-CN" sz="1100">
                <a:solidFill>
                  <a:schemeClr val="bg1"/>
                </a:solidFill>
                <a:latin typeface="Segoe UI Black" panose="020B0A02040204020203" pitchFamily="34" charset="0"/>
              </a:endParaRPr>
            </a:p>
            <a:p>
              <a:pPr algn="ctr"/>
              <a:r>
                <a:rPr lang="zh-CN" altLang="en-US" sz="1100">
                  <a:solidFill>
                    <a:schemeClr val="bg1"/>
                  </a:solidFill>
                  <a:latin typeface="Segoe UI Black" panose="020B0A02040204020203" pitchFamily="34" charset="0"/>
                </a:rPr>
                <a:t>控制器</a:t>
              </a:r>
              <a:endParaRPr lang="en-US" altLang="zh-CN" sz="1100">
                <a:solidFill>
                  <a:schemeClr val="bg1"/>
                </a:solidFill>
                <a:latin typeface="Segoe UI Black" panose="020B0A02040204020203" pitchFamily="34" charset="0"/>
              </a:endParaRPr>
            </a:p>
            <a:p>
              <a:pPr algn="ctr"/>
              <a:endParaRPr lang="en-US" altLang="zh-CN" sz="1100">
                <a:solidFill>
                  <a:schemeClr val="bg1"/>
                </a:solidFill>
                <a:latin typeface="Segoe UI Black" panose="020B0A02040204020203" pitchFamily="34" charset="0"/>
              </a:endParaRPr>
            </a:p>
            <a:p>
              <a:pPr algn="ctr"/>
              <a:r>
                <a:rPr lang="zh-CN" altLang="en-US" sz="1100">
                  <a:solidFill>
                    <a:schemeClr val="bg1"/>
                  </a:solidFill>
                  <a:latin typeface="Segoe UI Black" panose="020B0A02040204020203" pitchFamily="34" charset="0"/>
                </a:rPr>
                <a:t>组合逻辑</a:t>
              </a:r>
            </a:p>
          </p:txBody>
        </p:sp>
        <p:sp>
          <p:nvSpPr>
            <p:cNvPr id="113" name="Rectangle 9">
              <a:extLst>
                <a:ext uri="{FF2B5EF4-FFF2-40B4-BE49-F238E27FC236}">
                  <a16:creationId xmlns:a16="http://schemas.microsoft.com/office/drawing/2014/main" id="{EDEB11B2-DD5E-4577-84EF-2FFAF4220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59274" y="5241990"/>
              <a:ext cx="738947" cy="410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defTabSz="685708">
                <a:defRPr/>
              </a:pPr>
              <a:r>
                <a:rPr lang="zh-CN" altLang="en-US" sz="995" dirty="0">
                  <a:solidFill>
                    <a:srgbClr val="C00000"/>
                  </a:solidFill>
                  <a:latin typeface="微软雅黑"/>
                  <a:ea typeface="微软雅黑"/>
                </a:rPr>
                <a:t>现态</a:t>
              </a:r>
              <a:endParaRPr lang="en-US" altLang="zh-CN" sz="995" dirty="0">
                <a:solidFill>
                  <a:srgbClr val="C0000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4" name="Rectangle 9">
              <a:extLst>
                <a:ext uri="{FF2B5EF4-FFF2-40B4-BE49-F238E27FC236}">
                  <a16:creationId xmlns:a16="http://schemas.microsoft.com/office/drawing/2014/main" id="{292803E7-BAE6-4492-B3C7-7FA6EE9CE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1814" y="5340654"/>
              <a:ext cx="738947" cy="410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defTabSz="685708">
                <a:defRPr/>
              </a:pPr>
              <a:r>
                <a:rPr lang="zh-CN" altLang="en-US" sz="995" dirty="0">
                  <a:solidFill>
                    <a:srgbClr val="C00000"/>
                  </a:solidFill>
                  <a:latin typeface="微软雅黑"/>
                  <a:ea typeface="微软雅黑"/>
                </a:rPr>
                <a:t>现态</a:t>
              </a:r>
              <a:endParaRPr lang="en-US" altLang="zh-CN" sz="995" dirty="0">
                <a:solidFill>
                  <a:srgbClr val="C00000"/>
                </a:solidFill>
                <a:latin typeface="微软雅黑"/>
                <a:ea typeface="微软雅黑"/>
              </a:endParaRPr>
            </a:p>
          </p:txBody>
        </p: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00D33E4F-D28F-4F7C-BEC5-9D36B83F0550}"/>
                </a:ext>
              </a:extLst>
            </p:cNvPr>
            <p:cNvCxnSpPr/>
            <p:nvPr/>
          </p:nvCxnSpPr>
          <p:spPr>
            <a:xfrm>
              <a:off x="9218048" y="5092659"/>
              <a:ext cx="2374232" cy="0"/>
            </a:xfrm>
            <a:prstGeom prst="line">
              <a:avLst/>
            </a:prstGeom>
            <a:ln w="25400" cap="sq">
              <a:solidFill>
                <a:srgbClr val="C0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9925676B-CBC5-4042-B33F-16AD79110831}"/>
                </a:ext>
              </a:extLst>
            </p:cNvPr>
            <p:cNvCxnSpPr/>
            <p:nvPr/>
          </p:nvCxnSpPr>
          <p:spPr>
            <a:xfrm>
              <a:off x="9516828" y="5217990"/>
              <a:ext cx="2379568" cy="0"/>
            </a:xfrm>
            <a:prstGeom prst="line">
              <a:avLst/>
            </a:prstGeom>
            <a:ln w="25400" cap="sq">
              <a:solidFill>
                <a:srgbClr val="C0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937" name="组合 116">
              <a:extLst>
                <a:ext uri="{FF2B5EF4-FFF2-40B4-BE49-F238E27FC236}">
                  <a16:creationId xmlns:a16="http://schemas.microsoft.com/office/drawing/2014/main" id="{8EB1B741-6FCF-4242-9331-7DBA7DC03A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38271" y="4582115"/>
              <a:ext cx="167621" cy="1988669"/>
              <a:chOff x="7217654" y="4363960"/>
              <a:chExt cx="167621" cy="1988669"/>
            </a:xfrm>
          </p:grpSpPr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FD57DC39-24CE-48C7-BA5B-AC3A22E4E8C3}"/>
                  </a:ext>
                </a:extLst>
              </p:cNvPr>
              <p:cNvCxnSpPr/>
              <p:nvPr/>
            </p:nvCxnSpPr>
            <p:spPr>
              <a:xfrm>
                <a:off x="7216558" y="4365180"/>
                <a:ext cx="162729" cy="0"/>
              </a:xfrm>
              <a:prstGeom prst="line">
                <a:avLst/>
              </a:prstGeom>
              <a:ln w="25400" cap="sq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>
                <a:extLst>
                  <a:ext uri="{FF2B5EF4-FFF2-40B4-BE49-F238E27FC236}">
                    <a16:creationId xmlns:a16="http://schemas.microsoft.com/office/drawing/2014/main" id="{74895888-0C71-480C-BB2B-6655D3B0868F}"/>
                  </a:ext>
                </a:extLst>
              </p:cNvPr>
              <p:cNvCxnSpPr/>
              <p:nvPr/>
            </p:nvCxnSpPr>
            <p:spPr>
              <a:xfrm>
                <a:off x="7384623" y="4365180"/>
                <a:ext cx="0" cy="1986633"/>
              </a:xfrm>
              <a:prstGeom prst="line">
                <a:avLst/>
              </a:prstGeom>
              <a:ln w="25400" cap="sq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8" name="Rectangle 3">
              <a:extLst>
                <a:ext uri="{FF2B5EF4-FFF2-40B4-BE49-F238E27FC236}">
                  <a16:creationId xmlns:a16="http://schemas.microsoft.com/office/drawing/2014/main" id="{679AF5EC-36A6-4105-BA5C-1231FD366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7911" y="2386038"/>
              <a:ext cx="1552588" cy="2429292"/>
            </a:xfrm>
            <a:prstGeom prst="rect">
              <a:avLst/>
            </a:prstGeom>
            <a:solidFill>
              <a:srgbClr val="FF6600"/>
            </a:solidFill>
            <a:ln w="31750" cap="flat" cmpd="sng" algn="ctr">
              <a:solidFill>
                <a:srgbClr val="00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100">
                  <a:solidFill>
                    <a:schemeClr val="bg1"/>
                  </a:solidFill>
                  <a:latin typeface="Segoe UI Black" panose="020B0A02040204020203" pitchFamily="34" charset="0"/>
                </a:rPr>
                <a:t>FSM</a:t>
              </a:r>
            </a:p>
            <a:p>
              <a:pPr algn="ctr"/>
              <a:r>
                <a:rPr lang="zh-CN" altLang="en-US" sz="1100">
                  <a:solidFill>
                    <a:schemeClr val="bg1"/>
                  </a:solidFill>
                  <a:latin typeface="Segoe UI Black" panose="020B0A02040204020203" pitchFamily="34" charset="0"/>
                </a:rPr>
                <a:t>状态机</a:t>
              </a:r>
              <a:endParaRPr lang="en-US" altLang="zh-CN" sz="1100">
                <a:solidFill>
                  <a:schemeClr val="bg1"/>
                </a:solidFill>
                <a:latin typeface="Segoe UI Black" panose="020B0A02040204020203" pitchFamily="34" charset="0"/>
              </a:endParaRPr>
            </a:p>
            <a:p>
              <a:pPr algn="ctr"/>
              <a:endParaRPr lang="en-US" altLang="zh-CN" sz="1100">
                <a:solidFill>
                  <a:schemeClr val="bg1"/>
                </a:solidFill>
                <a:latin typeface="Segoe UI Black" panose="020B0A02040204020203" pitchFamily="34" charset="0"/>
              </a:endParaRPr>
            </a:p>
            <a:p>
              <a:pPr algn="ctr"/>
              <a:r>
                <a:rPr lang="zh-CN" altLang="en-US" sz="1100">
                  <a:solidFill>
                    <a:schemeClr val="bg1"/>
                  </a:solidFill>
                  <a:latin typeface="Segoe UI Black" panose="020B0A02040204020203" pitchFamily="34" charset="0"/>
                </a:rPr>
                <a:t>组合逻辑</a:t>
              </a:r>
            </a:p>
          </p:txBody>
        </p:sp>
        <p:sp>
          <p:nvSpPr>
            <p:cNvPr id="119" name="Rectangle 9">
              <a:extLst>
                <a:ext uri="{FF2B5EF4-FFF2-40B4-BE49-F238E27FC236}">
                  <a16:creationId xmlns:a16="http://schemas.microsoft.com/office/drawing/2014/main" id="{34557EA8-C163-462E-8F20-6D95251F3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3808" y="3868680"/>
              <a:ext cx="738946" cy="413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defTabSz="685708">
                <a:defRPr/>
              </a:pPr>
              <a:r>
                <a:rPr lang="zh-CN" altLang="en-US" sz="995" dirty="0">
                  <a:solidFill>
                    <a:schemeClr val="accent5"/>
                  </a:solidFill>
                  <a:latin typeface="微软雅黑"/>
                  <a:ea typeface="微软雅黑"/>
                </a:rPr>
                <a:t>次态</a:t>
              </a:r>
              <a:endParaRPr lang="en-US" altLang="zh-CN" sz="995" dirty="0">
                <a:solidFill>
                  <a:schemeClr val="accent5"/>
                </a:solidFill>
                <a:latin typeface="微软雅黑"/>
                <a:ea typeface="微软雅黑"/>
              </a:endParaRPr>
            </a:p>
          </p:txBody>
        </p: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532AC981-4849-47C7-8B9E-6A6A1F9C134D}"/>
                </a:ext>
              </a:extLst>
            </p:cNvPr>
            <p:cNvCxnSpPr/>
            <p:nvPr/>
          </p:nvCxnSpPr>
          <p:spPr>
            <a:xfrm>
              <a:off x="8209666" y="6015310"/>
              <a:ext cx="62957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Rectangle 79">
              <a:extLst>
                <a:ext uri="{FF2B5EF4-FFF2-40B4-BE49-F238E27FC236}">
                  <a16:creationId xmlns:a16="http://schemas.microsoft.com/office/drawing/2014/main" id="{33C4C764-AD0C-4A41-8178-4B9F8A4C7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2777" y="5716649"/>
              <a:ext cx="741614" cy="669321"/>
            </a:xfrm>
            <a:prstGeom prst="rect">
              <a:avLst/>
            </a:prstGeom>
            <a:solidFill>
              <a:srgbClr val="7FC4FF"/>
            </a:solidFill>
            <a:ln w="19050">
              <a:solidFill>
                <a:srgbClr val="C00000"/>
              </a:solidFill>
            </a:ln>
          </p:spPr>
          <p:txBody>
            <a:bodyPr wrap="none">
              <a:spAutoFit/>
            </a:bodyPr>
            <a:lstStyle/>
            <a:p>
              <a:pPr algn="ctr" defTabSz="685708">
                <a:defRPr/>
              </a:pPr>
              <a:r>
                <a:rPr lang="zh-CN" altLang="en-US" sz="995" dirty="0">
                  <a:solidFill>
                    <a:srgbClr val="001010"/>
                  </a:solidFill>
                  <a:latin typeface="微软雅黑"/>
                  <a:ea typeface="微软雅黑"/>
                </a:rPr>
                <a:t>时钟</a:t>
              </a:r>
              <a:endParaRPr lang="en-US" altLang="zh-CN" sz="995" dirty="0">
                <a:solidFill>
                  <a:srgbClr val="001010"/>
                </a:solidFill>
                <a:latin typeface="微软雅黑"/>
                <a:ea typeface="微软雅黑"/>
              </a:endParaRPr>
            </a:p>
            <a:p>
              <a:pPr algn="ctr" defTabSz="685708">
                <a:defRPr/>
              </a:pPr>
              <a:r>
                <a:rPr lang="en-US" altLang="zh-CN" sz="995" dirty="0">
                  <a:solidFill>
                    <a:srgbClr val="001010"/>
                  </a:solidFill>
                  <a:latin typeface="微软雅黑"/>
                  <a:ea typeface="微软雅黑"/>
                </a:rPr>
                <a:t>CLK</a:t>
              </a:r>
              <a:endParaRPr lang="zh-CN" altLang="en-US" sz="995" dirty="0">
                <a:solidFill>
                  <a:srgbClr val="00101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22" name="等腰三角形 121">
              <a:extLst>
                <a:ext uri="{FF2B5EF4-FFF2-40B4-BE49-F238E27FC236}">
                  <a16:creationId xmlns:a16="http://schemas.microsoft.com/office/drawing/2014/main" id="{8CA6B77D-D7DA-4E5E-8207-69F661C115E9}"/>
                </a:ext>
              </a:extLst>
            </p:cNvPr>
            <p:cNvSpPr/>
            <p:nvPr/>
          </p:nvSpPr>
          <p:spPr>
            <a:xfrm rot="5400000">
              <a:off x="8816611" y="5931276"/>
              <a:ext cx="247995" cy="181402"/>
            </a:xfrm>
            <a:prstGeom prst="triangle">
              <a:avLst>
                <a:gd name="adj" fmla="val 50001"/>
              </a:avLst>
            </a:prstGeom>
            <a:solidFill>
              <a:srgbClr val="7FC4FF"/>
            </a:solidFill>
            <a:ln w="3175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>
              <a:lvl1pPr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900">
                <a:latin typeface="Segoe UI Black" panose="020B0A02040204020203" pitchFamily="34" charset="0"/>
              </a:endParaRPr>
            </a:p>
          </p:txBody>
        </p:sp>
        <p:grpSp>
          <p:nvGrpSpPr>
            <p:cNvPr id="80943" name="组合 122">
              <a:extLst>
                <a:ext uri="{FF2B5EF4-FFF2-40B4-BE49-F238E27FC236}">
                  <a16:creationId xmlns:a16="http://schemas.microsoft.com/office/drawing/2014/main" id="{5049C108-4E81-449B-ADB6-32C18FAD7F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10786" y="4844462"/>
              <a:ext cx="912029" cy="649610"/>
              <a:chOff x="5997326" y="4609421"/>
              <a:chExt cx="909103" cy="647526"/>
            </a:xfrm>
          </p:grpSpPr>
          <p:sp>
            <p:nvSpPr>
              <p:cNvPr id="146" name="Line 38">
                <a:extLst>
                  <a:ext uri="{FF2B5EF4-FFF2-40B4-BE49-F238E27FC236}">
                    <a16:creationId xmlns:a16="http://schemas.microsoft.com/office/drawing/2014/main" id="{1D19A09E-814C-4CC4-9082-7D0A62B0A0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997492" y="4609622"/>
                <a:ext cx="0" cy="247201"/>
              </a:xfrm>
              <a:prstGeom prst="line">
                <a:avLst/>
              </a:prstGeom>
              <a:noFill/>
              <a:ln w="25400" cap="sq">
                <a:solidFill>
                  <a:srgbClr val="C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854">
                  <a:solidFill>
                    <a:srgbClr val="C00000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47" name="Line 44">
                <a:extLst>
                  <a:ext uri="{FF2B5EF4-FFF2-40B4-BE49-F238E27FC236}">
                    <a16:creationId xmlns:a16="http://schemas.microsoft.com/office/drawing/2014/main" id="{7434082E-3640-4D7B-847D-39B29FE020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06910" y="4609622"/>
                <a:ext cx="0" cy="648567"/>
              </a:xfrm>
              <a:prstGeom prst="line">
                <a:avLst/>
              </a:prstGeom>
              <a:noFill/>
              <a:ln w="25400" cap="sq">
                <a:solidFill>
                  <a:srgbClr val="C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854">
                  <a:solidFill>
                    <a:srgbClr val="C00000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48" name="Line 38">
                <a:extLst>
                  <a:ext uri="{FF2B5EF4-FFF2-40B4-BE49-F238E27FC236}">
                    <a16:creationId xmlns:a16="http://schemas.microsoft.com/office/drawing/2014/main" id="{80CC0BE5-4FE9-4FDB-BE06-21FE87BEA7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300631" y="4609622"/>
                <a:ext cx="0" cy="372129"/>
              </a:xfrm>
              <a:prstGeom prst="line">
                <a:avLst/>
              </a:prstGeom>
              <a:noFill/>
              <a:ln w="25400" cap="sq">
                <a:solidFill>
                  <a:srgbClr val="C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854">
                  <a:solidFill>
                    <a:srgbClr val="C00000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49" name="Line 38">
                <a:extLst>
                  <a:ext uri="{FF2B5EF4-FFF2-40B4-BE49-F238E27FC236}">
                    <a16:creationId xmlns:a16="http://schemas.microsoft.com/office/drawing/2014/main" id="{FFB82539-536C-44BB-9C26-33B6C7722B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03770" y="4609622"/>
                <a:ext cx="0" cy="497059"/>
              </a:xfrm>
              <a:prstGeom prst="line">
                <a:avLst/>
              </a:prstGeom>
              <a:noFill/>
              <a:ln w="25400" cap="sq">
                <a:solidFill>
                  <a:srgbClr val="C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854">
                  <a:solidFill>
                    <a:srgbClr val="C00000"/>
                  </a:solidFill>
                  <a:latin typeface="微软雅黑"/>
                  <a:ea typeface="微软雅黑"/>
                </a:endParaRPr>
              </a:p>
            </p:txBody>
          </p:sp>
        </p:grp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1990C150-FBF0-42F7-BE79-8184FD75F88F}"/>
                </a:ext>
              </a:extLst>
            </p:cNvPr>
            <p:cNvCxnSpPr/>
            <p:nvPr/>
          </p:nvCxnSpPr>
          <p:spPr>
            <a:xfrm>
              <a:off x="9823610" y="5343322"/>
              <a:ext cx="2379568" cy="0"/>
            </a:xfrm>
            <a:prstGeom prst="line">
              <a:avLst/>
            </a:prstGeom>
            <a:ln w="25400" cap="sq">
              <a:solidFill>
                <a:srgbClr val="C0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90C7978-2BAE-43F4-B0B3-4ED1D0EFC856}"/>
                </a:ext>
              </a:extLst>
            </p:cNvPr>
            <p:cNvCxnSpPr/>
            <p:nvPr/>
          </p:nvCxnSpPr>
          <p:spPr>
            <a:xfrm>
              <a:off x="10125058" y="5492653"/>
              <a:ext cx="2382234" cy="0"/>
            </a:xfrm>
            <a:prstGeom prst="line">
              <a:avLst/>
            </a:prstGeom>
            <a:ln w="25400" cap="sq">
              <a:solidFill>
                <a:srgbClr val="C0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946" name="组合 125">
              <a:extLst>
                <a:ext uri="{FF2B5EF4-FFF2-40B4-BE49-F238E27FC236}">
                  <a16:creationId xmlns:a16="http://schemas.microsoft.com/office/drawing/2014/main" id="{C01737B0-7C0F-46F2-9D61-56DDDBFAB4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14866" y="6340994"/>
              <a:ext cx="909103" cy="660961"/>
              <a:chOff x="5997326" y="4609421"/>
              <a:chExt cx="909103" cy="481104"/>
            </a:xfrm>
          </p:grpSpPr>
          <p:sp>
            <p:nvSpPr>
              <p:cNvPr id="142" name="Line 38">
                <a:extLst>
                  <a:ext uri="{FF2B5EF4-FFF2-40B4-BE49-F238E27FC236}">
                    <a16:creationId xmlns:a16="http://schemas.microsoft.com/office/drawing/2014/main" id="{942B9F9E-9121-4B95-9F5C-EE755037A8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997840" y="4609162"/>
                <a:ext cx="0" cy="481367"/>
              </a:xfrm>
              <a:prstGeom prst="line">
                <a:avLst/>
              </a:prstGeom>
              <a:noFill/>
              <a:ln w="25400">
                <a:solidFill>
                  <a:schemeClr val="accent5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854">
                  <a:solidFill>
                    <a:srgbClr val="C00000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43" name="Line 44">
                <a:extLst>
                  <a:ext uri="{FF2B5EF4-FFF2-40B4-BE49-F238E27FC236}">
                    <a16:creationId xmlns:a16="http://schemas.microsoft.com/office/drawing/2014/main" id="{69CDC436-3F6C-4374-9641-6578959046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07520" y="4609162"/>
                <a:ext cx="0" cy="166926"/>
              </a:xfrm>
              <a:prstGeom prst="line">
                <a:avLst/>
              </a:prstGeom>
              <a:noFill/>
              <a:ln w="25400">
                <a:solidFill>
                  <a:schemeClr val="accent5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854">
                  <a:solidFill>
                    <a:srgbClr val="C00000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44" name="Line 38">
                <a:extLst>
                  <a:ext uri="{FF2B5EF4-FFF2-40B4-BE49-F238E27FC236}">
                    <a16:creationId xmlns:a16="http://schemas.microsoft.com/office/drawing/2014/main" id="{E5F716F0-C09F-4FB4-8236-6EDAFB33C3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301956" y="4609162"/>
                <a:ext cx="0" cy="384317"/>
              </a:xfrm>
              <a:prstGeom prst="line">
                <a:avLst/>
              </a:prstGeom>
              <a:noFill/>
              <a:ln w="25400">
                <a:solidFill>
                  <a:schemeClr val="accent5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854">
                  <a:solidFill>
                    <a:srgbClr val="C00000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45" name="Line 38">
                <a:extLst>
                  <a:ext uri="{FF2B5EF4-FFF2-40B4-BE49-F238E27FC236}">
                    <a16:creationId xmlns:a16="http://schemas.microsoft.com/office/drawing/2014/main" id="{5CB681EC-8A44-48C6-BDF2-9E053AD295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03404" y="4609162"/>
                <a:ext cx="0" cy="273680"/>
              </a:xfrm>
              <a:prstGeom prst="line">
                <a:avLst/>
              </a:prstGeom>
              <a:noFill/>
              <a:ln w="25400">
                <a:solidFill>
                  <a:schemeClr val="accent5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685708">
                  <a:defRPr/>
                </a:pPr>
                <a:endParaRPr lang="zh-CN" altLang="en-US" sz="854">
                  <a:solidFill>
                    <a:srgbClr val="C00000"/>
                  </a:solidFill>
                  <a:latin typeface="微软雅黑"/>
                  <a:ea typeface="微软雅黑"/>
                </a:endParaRPr>
              </a:p>
            </p:txBody>
          </p:sp>
        </p:grp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6AC7A1F7-159D-4D02-AE98-B36DA3A3B0E4}"/>
                </a:ext>
              </a:extLst>
            </p:cNvPr>
            <p:cNvCxnSpPr/>
            <p:nvPr/>
          </p:nvCxnSpPr>
          <p:spPr>
            <a:xfrm>
              <a:off x="10125058" y="6569967"/>
              <a:ext cx="474846" cy="0"/>
            </a:xfrm>
            <a:prstGeom prst="line">
              <a:avLst/>
            </a:prstGeom>
            <a:ln w="25400" cap="sq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F53155B1-9730-425E-882E-9DAF72E9F905}"/>
                </a:ext>
              </a:extLst>
            </p:cNvPr>
            <p:cNvCxnSpPr/>
            <p:nvPr/>
          </p:nvCxnSpPr>
          <p:spPr>
            <a:xfrm>
              <a:off x="9820943" y="6716631"/>
              <a:ext cx="952360" cy="0"/>
            </a:xfrm>
            <a:prstGeom prst="line">
              <a:avLst/>
            </a:prstGeom>
            <a:ln w="25400" cap="sq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949" name="组合 128">
              <a:extLst>
                <a:ext uri="{FF2B5EF4-FFF2-40B4-BE49-F238E27FC236}">
                  <a16:creationId xmlns:a16="http://schemas.microsoft.com/office/drawing/2014/main" id="{E6892405-9FB5-4AD4-9971-A5322ADD34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39405" y="4446193"/>
              <a:ext cx="333460" cy="2244608"/>
              <a:chOff x="7200344" y="4349096"/>
              <a:chExt cx="184931" cy="2244608"/>
            </a:xfrm>
          </p:grpSpPr>
          <p:cxnSp>
            <p:nvCxnSpPr>
              <p:cNvPr id="140" name="直接连接符 139">
                <a:extLst>
                  <a:ext uri="{FF2B5EF4-FFF2-40B4-BE49-F238E27FC236}">
                    <a16:creationId xmlns:a16="http://schemas.microsoft.com/office/drawing/2014/main" id="{956F6E35-8F45-4A39-ACAE-40AF761CE764}"/>
                  </a:ext>
                </a:extLst>
              </p:cNvPr>
              <p:cNvCxnSpPr/>
              <p:nvPr/>
            </p:nvCxnSpPr>
            <p:spPr>
              <a:xfrm>
                <a:off x="7200587" y="4350240"/>
                <a:ext cx="184930" cy="0"/>
              </a:xfrm>
              <a:prstGeom prst="line">
                <a:avLst/>
              </a:prstGeom>
              <a:ln w="25400" cap="sq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>
                <a:extLst>
                  <a:ext uri="{FF2B5EF4-FFF2-40B4-BE49-F238E27FC236}">
                    <a16:creationId xmlns:a16="http://schemas.microsoft.com/office/drawing/2014/main" id="{8BAEE4BB-DB92-4669-A1A7-8444D27AE3B0}"/>
                  </a:ext>
                </a:extLst>
              </p:cNvPr>
              <p:cNvCxnSpPr/>
              <p:nvPr/>
            </p:nvCxnSpPr>
            <p:spPr>
              <a:xfrm>
                <a:off x="7385517" y="4350240"/>
                <a:ext cx="0" cy="2242628"/>
              </a:xfrm>
              <a:prstGeom prst="line">
                <a:avLst/>
              </a:prstGeom>
              <a:ln w="25400" cap="sq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950" name="组合 129">
              <a:extLst>
                <a:ext uri="{FF2B5EF4-FFF2-40B4-BE49-F238E27FC236}">
                  <a16:creationId xmlns:a16="http://schemas.microsoft.com/office/drawing/2014/main" id="{A564E5E4-CD28-4699-B76F-B89DE2D029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36339" y="4316866"/>
              <a:ext cx="505849" cy="2541950"/>
              <a:chOff x="7194091" y="4349096"/>
              <a:chExt cx="191184" cy="2541950"/>
            </a:xfrm>
          </p:grpSpPr>
          <p:cxnSp>
            <p:nvCxnSpPr>
              <p:cNvPr id="138" name="直接连接符 137">
                <a:extLst>
                  <a:ext uri="{FF2B5EF4-FFF2-40B4-BE49-F238E27FC236}">
                    <a16:creationId xmlns:a16="http://schemas.microsoft.com/office/drawing/2014/main" id="{39F53F5A-250B-4993-9CED-A202C36569E1}"/>
                  </a:ext>
                </a:extLst>
              </p:cNvPr>
              <p:cNvCxnSpPr/>
              <p:nvPr/>
            </p:nvCxnSpPr>
            <p:spPr>
              <a:xfrm>
                <a:off x="7194407" y="4348901"/>
                <a:ext cx="190558" cy="0"/>
              </a:xfrm>
              <a:prstGeom prst="line">
                <a:avLst/>
              </a:prstGeom>
              <a:ln w="25400" cap="sq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>
                <a:extLst>
                  <a:ext uri="{FF2B5EF4-FFF2-40B4-BE49-F238E27FC236}">
                    <a16:creationId xmlns:a16="http://schemas.microsoft.com/office/drawing/2014/main" id="{66CAC13B-A67F-4F4D-8EA9-67DDBB5D858C}"/>
                  </a:ext>
                </a:extLst>
              </p:cNvPr>
              <p:cNvCxnSpPr/>
              <p:nvPr/>
            </p:nvCxnSpPr>
            <p:spPr>
              <a:xfrm>
                <a:off x="7384965" y="4348901"/>
                <a:ext cx="0" cy="2541290"/>
              </a:xfrm>
              <a:prstGeom prst="line">
                <a:avLst/>
              </a:prstGeom>
              <a:ln w="25400" cap="sq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F12B18A7-503F-488F-B7A3-9219DAFA8CFF}"/>
                </a:ext>
              </a:extLst>
            </p:cNvPr>
            <p:cNvCxnSpPr/>
            <p:nvPr/>
          </p:nvCxnSpPr>
          <p:spPr>
            <a:xfrm>
              <a:off x="9516828" y="6857962"/>
              <a:ext cx="1424539" cy="0"/>
            </a:xfrm>
            <a:prstGeom prst="line">
              <a:avLst/>
            </a:prstGeom>
            <a:ln w="25400" cap="sq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DC858FDC-7674-4BAC-A7EA-DBDAC349DEE9}"/>
                </a:ext>
              </a:extLst>
            </p:cNvPr>
            <p:cNvCxnSpPr/>
            <p:nvPr/>
          </p:nvCxnSpPr>
          <p:spPr>
            <a:xfrm>
              <a:off x="9215379" y="7001960"/>
              <a:ext cx="1899386" cy="0"/>
            </a:xfrm>
            <a:prstGeom prst="line">
              <a:avLst/>
            </a:prstGeom>
            <a:ln w="25400" cap="sq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953" name="组合 132">
              <a:extLst>
                <a:ext uri="{FF2B5EF4-FFF2-40B4-BE49-F238E27FC236}">
                  <a16:creationId xmlns:a16="http://schemas.microsoft.com/office/drawing/2014/main" id="{37F1D2C0-AF71-4E39-BE11-9004BE4AE2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36331" y="4179184"/>
              <a:ext cx="678344" cy="2822771"/>
              <a:chOff x="7188106" y="4349096"/>
              <a:chExt cx="254645" cy="2822771"/>
            </a:xfrm>
          </p:grpSpPr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DEA44FDC-75FB-4221-9FD6-F19B36AA41CA}"/>
                  </a:ext>
                </a:extLst>
              </p:cNvPr>
              <p:cNvCxnSpPr/>
              <p:nvPr/>
            </p:nvCxnSpPr>
            <p:spPr>
              <a:xfrm>
                <a:off x="7188423" y="4347920"/>
                <a:ext cx="254362" cy="0"/>
              </a:xfrm>
              <a:prstGeom prst="line">
                <a:avLst/>
              </a:prstGeom>
              <a:ln w="25400" cap="sq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CCAA8156-245F-4807-A905-95808F43FFC9}"/>
                  </a:ext>
                </a:extLst>
              </p:cNvPr>
              <p:cNvCxnSpPr/>
              <p:nvPr/>
            </p:nvCxnSpPr>
            <p:spPr>
              <a:xfrm>
                <a:off x="7442785" y="4361254"/>
                <a:ext cx="0" cy="2810618"/>
              </a:xfrm>
              <a:prstGeom prst="line">
                <a:avLst/>
              </a:prstGeom>
              <a:ln w="25400" cap="sq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" name="Rectangle 9">
              <a:extLst>
                <a:ext uri="{FF2B5EF4-FFF2-40B4-BE49-F238E27FC236}">
                  <a16:creationId xmlns:a16="http://schemas.microsoft.com/office/drawing/2014/main" id="{2BB69367-85D6-4FC3-B4DB-80BD03F98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7135" y="6351304"/>
              <a:ext cx="738946" cy="413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defTabSz="685708">
                <a:defRPr/>
              </a:pPr>
              <a:r>
                <a:rPr lang="zh-CN" altLang="en-US" sz="995" dirty="0">
                  <a:solidFill>
                    <a:schemeClr val="accent5"/>
                  </a:solidFill>
                  <a:latin typeface="微软雅黑"/>
                  <a:ea typeface="微软雅黑"/>
                </a:rPr>
                <a:t>次态</a:t>
              </a:r>
              <a:endParaRPr lang="en-US" altLang="zh-CN" sz="995" dirty="0">
                <a:solidFill>
                  <a:schemeClr val="accent5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35" name="Rectangle 4">
              <a:extLst>
                <a:ext uri="{FF2B5EF4-FFF2-40B4-BE49-F238E27FC236}">
                  <a16:creationId xmlns:a16="http://schemas.microsoft.com/office/drawing/2014/main" id="{1EE75825-107A-4D9D-905A-085D4C486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2808" y="3370022"/>
              <a:ext cx="530867" cy="1439975"/>
            </a:xfrm>
            <a:prstGeom prst="rect">
              <a:avLst/>
            </a:prstGeom>
            <a:solidFill>
              <a:srgbClr val="FFFF99"/>
            </a:solidFill>
            <a:ln w="31750" cap="flat" cmpd="sng" algn="ctr">
              <a:solidFill>
                <a:srgbClr val="00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lvl1pPr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defTabSz="684213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defTabSz="684213" eaLnBrk="0" fontAlgn="base" hangingPunct="0">
                <a:spcBef>
                  <a:spcPct val="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900">
                  <a:latin typeface="Segoe UI Black" panose="020B0A02040204020203" pitchFamily="34" charset="0"/>
                </a:rPr>
                <a:t>指</a:t>
              </a:r>
              <a:endParaRPr lang="en-US" altLang="zh-CN" sz="900">
                <a:latin typeface="Segoe UI Black" panose="020B0A02040204020203" pitchFamily="34" charset="0"/>
              </a:endParaRPr>
            </a:p>
            <a:p>
              <a:pPr algn="ctr"/>
              <a:r>
                <a:rPr lang="zh-CN" altLang="en-US" sz="900">
                  <a:latin typeface="Segoe UI Black" panose="020B0A02040204020203" pitchFamily="34" charset="0"/>
                </a:rPr>
                <a:t>令</a:t>
              </a:r>
              <a:endParaRPr lang="en-US" altLang="zh-CN" sz="900">
                <a:latin typeface="Segoe UI Black" panose="020B0A02040204020203" pitchFamily="34" charset="0"/>
              </a:endParaRPr>
            </a:p>
            <a:p>
              <a:pPr algn="ctr"/>
              <a:r>
                <a:rPr lang="zh-CN" altLang="en-US" sz="900">
                  <a:latin typeface="Segoe UI Black" panose="020B0A02040204020203" pitchFamily="34" charset="0"/>
                </a:rPr>
                <a:t>译</a:t>
              </a:r>
              <a:endParaRPr lang="en-US" altLang="zh-CN" sz="900">
                <a:latin typeface="Segoe UI Black" panose="020B0A02040204020203" pitchFamily="34" charset="0"/>
              </a:endParaRPr>
            </a:p>
            <a:p>
              <a:pPr algn="ctr"/>
              <a:r>
                <a:rPr lang="zh-CN" altLang="en-US" sz="900">
                  <a:latin typeface="Segoe UI Black" panose="020B0A02040204020203" pitchFamily="34" charset="0"/>
                </a:rPr>
                <a:t>码</a:t>
              </a:r>
            </a:p>
          </p:txBody>
        </p:sp>
      </p:grpSp>
      <p:sp>
        <p:nvSpPr>
          <p:cNvPr id="174" name="矩形 173">
            <a:extLst>
              <a:ext uri="{FF2B5EF4-FFF2-40B4-BE49-F238E27FC236}">
                <a16:creationId xmlns:a16="http://schemas.microsoft.com/office/drawing/2014/main" id="{7C2877E9-A14A-4BD0-92E1-FC082D69BE99}"/>
              </a:ext>
            </a:extLst>
          </p:cNvPr>
          <p:cNvSpPr/>
          <p:nvPr/>
        </p:nvSpPr>
        <p:spPr>
          <a:xfrm rot="16200000">
            <a:off x="873919" y="1569244"/>
            <a:ext cx="403225" cy="1189037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pPr algn="ctr">
              <a:defRPr/>
            </a:pPr>
            <a:r>
              <a:rPr lang="zh-CN" altLang="en-US" sz="1422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传统</a:t>
            </a:r>
            <a:r>
              <a:rPr lang="zh-CN" altLang="en-US" sz="1422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三级时序</a:t>
            </a:r>
            <a:endParaRPr lang="zh-CN" altLang="en-US" sz="1422" dirty="0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399D30B0-E4E5-44D1-BDF1-7A6D6172B1BE}"/>
              </a:ext>
            </a:extLst>
          </p:cNvPr>
          <p:cNvSpPr/>
          <p:nvPr/>
        </p:nvSpPr>
        <p:spPr>
          <a:xfrm rot="16200000">
            <a:off x="7712075" y="4443413"/>
            <a:ext cx="622300" cy="1187450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pPr algn="ctr">
              <a:defRPr/>
            </a:pPr>
            <a:r>
              <a:rPr lang="zh-CN" altLang="en-US" sz="1422" kern="0" dirty="0">
                <a:solidFill>
                  <a:srgbClr val="138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时钟周期同步</a:t>
            </a:r>
            <a:endParaRPr lang="en-US" altLang="zh-CN" sz="1422" kern="0" dirty="0">
              <a:solidFill>
                <a:srgbClr val="1387B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>
              <a:defRPr/>
            </a:pPr>
            <a:r>
              <a:rPr lang="zh-CN" altLang="en-US" sz="1422" kern="0" dirty="0">
                <a:solidFill>
                  <a:srgbClr val="138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快，复杂</a:t>
            </a:r>
            <a:endParaRPr lang="zh-CN" altLang="en-US" sz="1422" dirty="0">
              <a:solidFill>
                <a:srgbClr val="1387B7"/>
              </a:solidFill>
            </a:endParaRP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26806D43-59A6-4F0C-976D-4CC9E22609C8}"/>
              </a:ext>
            </a:extLst>
          </p:cNvPr>
          <p:cNvSpPr/>
          <p:nvPr/>
        </p:nvSpPr>
        <p:spPr>
          <a:xfrm rot="16200000">
            <a:off x="2088356" y="3996532"/>
            <a:ext cx="403225" cy="2103438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pPr>
              <a:defRPr/>
            </a:pPr>
            <a:r>
              <a:rPr lang="zh-CN" altLang="en-US" sz="1422" kern="0" dirty="0">
                <a:solidFill>
                  <a:srgbClr val="1387B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机器周期同步，慢，简单</a:t>
            </a:r>
            <a:endParaRPr lang="zh-CN" altLang="en-US" sz="1422" dirty="0">
              <a:solidFill>
                <a:srgbClr val="1387B7"/>
              </a:solidFill>
            </a:endParaRP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7A381E20-708E-4CA4-A4C6-1DEE36C3C9D6}"/>
              </a:ext>
            </a:extLst>
          </p:cNvPr>
          <p:cNvSpPr/>
          <p:nvPr/>
        </p:nvSpPr>
        <p:spPr>
          <a:xfrm rot="16200000">
            <a:off x="4768056" y="1766095"/>
            <a:ext cx="403225" cy="82391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pPr>
              <a:defRPr/>
            </a:pPr>
            <a:r>
              <a:rPr lang="zh-CN" altLang="en-US" sz="1422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现代时序</a:t>
            </a:r>
            <a:endParaRPr lang="zh-CN" altLang="en-US" sz="1422" dirty="0"/>
          </a:p>
        </p:txBody>
      </p:sp>
      <p:pic>
        <p:nvPicPr>
          <p:cNvPr id="80906" name="图片 177">
            <a:extLst>
              <a:ext uri="{FF2B5EF4-FFF2-40B4-BE49-F238E27FC236}">
                <a16:creationId xmlns:a16="http://schemas.microsoft.com/office/drawing/2014/main" id="{E267229E-EEB9-496D-BA17-1F3C427D4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38" y="2403475"/>
            <a:ext cx="3800475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CBCDEF-7574-E0F3-F026-EB2424A33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C79A228-25D6-4334-B9E9-6C35B36F3E5B}" type="datetime1">
              <a:rPr lang="zh-CN" altLang="en-US" smtClean="0"/>
              <a:t>2025/9/23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58AC40-124E-D5C8-B0E5-B58D4BCCD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刘宏伟 计算机体系结构 第六讲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FFEE4F-D94F-0801-AF5D-464516DA4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62</a:t>
            </a:fld>
            <a:endParaRPr lang="en-US" altLang="zh-CN"/>
          </a:p>
        </p:txBody>
      </p:sp>
    </p:spTree>
  </p:cSld>
  <p:clrMapOvr>
    <a:masterClrMapping/>
  </p:clrMapOvr>
  <p:transition spd="slow" advTm="1000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23.4|3.3|3.6|7.7|1|0.9|39.2|27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|15|1.3|1|2.4|34.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3107</TotalTime>
  <Words>4682</Words>
  <Application>Microsoft Office PowerPoint</Application>
  <PresentationFormat>全屏显示(4:3)</PresentationFormat>
  <Paragraphs>1142</Paragraphs>
  <Slides>62</Slides>
  <Notes>39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62</vt:i4>
      </vt:variant>
    </vt:vector>
  </HeadingPairs>
  <TitlesOfParts>
    <vt:vector size="80" baseType="lpstr">
      <vt:lpstr>等线</vt:lpstr>
      <vt:lpstr>黑体</vt:lpstr>
      <vt:lpstr>华文中宋</vt:lpstr>
      <vt:lpstr>宋体</vt:lpstr>
      <vt:lpstr>微软雅黑</vt:lpstr>
      <vt:lpstr>Arial</vt:lpstr>
      <vt:lpstr>Calibri</vt:lpstr>
      <vt:lpstr>Segoe UI</vt:lpstr>
      <vt:lpstr>Segoe UI Black</vt:lpstr>
      <vt:lpstr>Tahoma</vt:lpstr>
      <vt:lpstr>Times New Roman</vt:lpstr>
      <vt:lpstr>Verdana</vt:lpstr>
      <vt:lpstr>Wingdings</vt:lpstr>
      <vt:lpstr>Office 主题​​</vt:lpstr>
      <vt:lpstr>图片</vt:lpstr>
      <vt:lpstr>Microsoft Word Picture</vt:lpstr>
      <vt:lpstr>图表</vt:lpstr>
      <vt:lpstr>公式</vt:lpstr>
      <vt:lpstr>计算机体系结构</vt:lpstr>
      <vt:lpstr>Recap</vt:lpstr>
      <vt:lpstr>2.5 指令系统的设计和优化</vt:lpstr>
      <vt:lpstr>2.5.3  指令操作码的优化</vt:lpstr>
      <vt:lpstr>2.5.3  指令操作码的优化</vt:lpstr>
      <vt:lpstr>2.5.3  指令操作码的优化</vt:lpstr>
      <vt:lpstr>2.5.3  指令操作码的优化</vt:lpstr>
      <vt:lpstr>第2章   指 令 系 统</vt:lpstr>
      <vt:lpstr>2.6 指令系统的发展和改进</vt:lpstr>
      <vt:lpstr>CISC指令集功能设计</vt:lpstr>
      <vt:lpstr>PowerPoint 演示文稿</vt:lpstr>
      <vt:lpstr>CISC指令集功能设计</vt:lpstr>
      <vt:lpstr>CISC指令集功能设计</vt:lpstr>
      <vt:lpstr>CISC指令集功能设计</vt:lpstr>
      <vt:lpstr>CISC指令集功能设计</vt:lpstr>
      <vt:lpstr>RISC指令集功能设计</vt:lpstr>
      <vt:lpstr>RISC指令集功能设计</vt:lpstr>
      <vt:lpstr>RISC指令集功能设计</vt:lpstr>
      <vt:lpstr>RISC指令集功能设计</vt:lpstr>
      <vt:lpstr>RISC指令集功能设计原则</vt:lpstr>
      <vt:lpstr>第2章   指 令 系 统</vt:lpstr>
      <vt:lpstr>四大主流ISA</vt:lpstr>
      <vt:lpstr>PowerPoint 演示文稿</vt:lpstr>
      <vt:lpstr>PowerPoint 演示文稿</vt:lpstr>
      <vt:lpstr>PowerPoint 演示文稿</vt:lpstr>
      <vt:lpstr>2.7   MIPS指令分析</vt:lpstr>
      <vt:lpstr>MIPS指令集结构</vt:lpstr>
      <vt:lpstr>MIPS指令集结构：寄存器</vt:lpstr>
      <vt:lpstr>MIPS指令集结构：寄存器</vt:lpstr>
      <vt:lpstr>MIPS指令集结构：数据类型</vt:lpstr>
      <vt:lpstr>MIPS指令集结构：寻址方式</vt:lpstr>
      <vt:lpstr>MIPS指令集结构：指令格式</vt:lpstr>
      <vt:lpstr>MIPS指令集结构：指令格式</vt:lpstr>
      <vt:lpstr>MIPS指令集结构：指令格式</vt:lpstr>
      <vt:lpstr>MPIS指令集结构：操作类型</vt:lpstr>
      <vt:lpstr>MIPS指令集结构：Load和Store</vt:lpstr>
      <vt:lpstr>PowerPoint 演示文稿</vt:lpstr>
      <vt:lpstr>MIPS指令集结构：ALU操作</vt:lpstr>
      <vt:lpstr>MIPS指令集结构：ALU操作</vt:lpstr>
      <vt:lpstr>MIPS指令集结构：转移操作</vt:lpstr>
      <vt:lpstr>MIPS指令集结构：转移操作</vt:lpstr>
      <vt:lpstr>MIPS指令集结构：转移操作</vt:lpstr>
      <vt:lpstr>MIPS指令集结构：浮点操作</vt:lpstr>
      <vt:lpstr>MIPS中的常用指令</vt:lpstr>
      <vt:lpstr>MIPS中的常用指令</vt:lpstr>
      <vt:lpstr>MIPS的效能分析</vt:lpstr>
      <vt:lpstr>MIPS的效能分析</vt:lpstr>
      <vt:lpstr>本章小结</vt:lpstr>
      <vt:lpstr> 本章小结</vt:lpstr>
      <vt:lpstr>附录: CPU数据通路</vt:lpstr>
      <vt:lpstr>数据通路  DataPath</vt:lpstr>
      <vt:lpstr>数据通路抽象模型（寄存器传输）</vt:lpstr>
      <vt:lpstr>D触发器定时模型</vt:lpstr>
      <vt:lpstr>数据通路与时钟周期</vt:lpstr>
      <vt:lpstr>保持时间违例</vt:lpstr>
      <vt:lpstr>数据通路分类</vt:lpstr>
      <vt:lpstr>单总线结构CPU实例</vt:lpstr>
      <vt:lpstr>多总线架构数据通路</vt:lpstr>
      <vt:lpstr>指令周期方框图 (数据流)</vt:lpstr>
      <vt:lpstr>定长指令周期的三级时序发生器</vt:lpstr>
      <vt:lpstr>变长指令周期三级时序时序发生器</vt:lpstr>
      <vt:lpstr>传统三级时序与现代时序对比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suzi</dc:creator>
  <cp:lastModifiedBy>hw liu</cp:lastModifiedBy>
  <cp:revision>1832</cp:revision>
  <cp:lastPrinted>2020-10-09T01:15:03Z</cp:lastPrinted>
  <dcterms:created xsi:type="dcterms:W3CDTF">2113-01-01T00:00:00Z</dcterms:created>
  <dcterms:modified xsi:type="dcterms:W3CDTF">2025-09-23T14:37:22Z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2052-10.1.0.7520</vt:lpwstr>
  </property>
</Properties>
</file>